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7"/>
  </p:notesMasterIdLst>
  <p:handoutMasterIdLst>
    <p:handoutMasterId r:id="rId20"/>
  </p:handoutMasterIdLst>
  <p:sldIdLst>
    <p:sldId id="696" r:id="rId3"/>
    <p:sldId id="2776" r:id="rId4"/>
    <p:sldId id="2777" r:id="rId5"/>
    <p:sldId id="2709" r:id="rId6"/>
    <p:sldId id="2710" r:id="rId8"/>
    <p:sldId id="2712" r:id="rId9"/>
    <p:sldId id="2775" r:id="rId10"/>
    <p:sldId id="2791" r:id="rId11"/>
    <p:sldId id="2778" r:id="rId12"/>
    <p:sldId id="2779" r:id="rId13"/>
    <p:sldId id="2780" r:id="rId14"/>
    <p:sldId id="2781" r:id="rId15"/>
    <p:sldId id="2785" r:id="rId16"/>
    <p:sldId id="2792" r:id="rId17"/>
    <p:sldId id="2793" r:id="rId18"/>
    <p:sldId id="2591" r:id="rId19"/>
  </p:sldIdLst>
  <p:sldSz cx="9906000" cy="6858000" type="A4"/>
  <p:notesSz cx="6798945" cy="9929495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侯筱琦" initials="侯筱琦" lastIdx="23" clrIdx="0"/>
  <p:cmAuthor id="1" name="赵建英022298" initials="赵建英02229" lastIdx="1" clrIdx="1"/>
  <p:cmAuthor id="8" name="041367蒋欣桐" initials="Jxt" lastIdx="1" clrIdx="7"/>
  <p:cmAuthor id="2" name="cao tritri" initials="ct" lastIdx="1" clrIdx="2"/>
  <p:cmAuthor id="3" name="021377" initials="0" lastIdx="1" clrIdx="2"/>
  <p:cmAuthor id="4" name="秦明040481" initials="秦明040481" lastIdx="2" clrIdx="3"/>
  <p:cmAuthor id="5" name="蒋欣桐041367" initials="MSOffice" lastIdx="3" clrIdx="4"/>
  <p:cmAuthor id="6" name="张橙逸047038" initials="MSOffice" lastIdx="44" clrIdx="5"/>
  <p:cmAuthor id="7" name="Xintong Jiang, CITIC CLSA" initials="XJCC" lastIdx="26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C4DE"/>
    <a:srgbClr val="FFFFFF"/>
    <a:srgbClr val="C00000"/>
    <a:srgbClr val="D20A10"/>
    <a:srgbClr val="C9CACA"/>
    <a:srgbClr val="CBA961"/>
    <a:srgbClr val="C80A0F"/>
    <a:srgbClr val="39404A"/>
    <a:srgbClr val="676767"/>
    <a:srgbClr val="8D9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67" autoAdjust="0"/>
    <p:restoredTop sz="87406" autoAdjust="0"/>
  </p:normalViewPr>
  <p:slideViewPr>
    <p:cSldViewPr snapToGrid="0">
      <p:cViewPr varScale="1">
        <p:scale>
          <a:sx n="109" d="100"/>
          <a:sy n="109" d="100"/>
        </p:scale>
        <p:origin x="2141" y="91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8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052053\Downloads\opt_volume_yearly.csv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052053\Downloads\spx_vol_stats.csv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052053\Downloads\draw_plot_data.csv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052053\Downloads\csi300_vol_premium.csv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052053\Downloads\CSVC300C_point_all.csv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052053\Downloads\csi300_opt_stats.csv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052053\Downloads\csi300_opt_stats.csv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052053\Downloads\csi300_vol_test.csv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052053\Downloads\csi300_vol_test.csv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052053\Downloads\csi300_vol_test.csv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Users\052053\Downloads\CSVC300C_point_all.csv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052053\Downloads\CSVC300C_point_all.csv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C:\Users\052053\Downloads\CSVC1000_point_all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沪深</a:t>
            </a:r>
            <a:r>
              <a:rPr lang="en-US" altLang="zh-CN"/>
              <a:t>300</a:t>
            </a:r>
            <a:r>
              <a:rPr altLang="en-US"/>
              <a:t>股指期权日均成交量与持仓量情况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opt_volume_yearly.csv!$B$1</c:f>
              <c:strCache>
                <c:ptCount val="1"/>
                <c:pt idx="0">
                  <c:v>成交量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opt_volume_yearly.csv!$A$2:$A$7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opt_volume_yearly.csv!$B$2:$B$7</c:f>
              <c:numCache>
                <c:formatCode>General</c:formatCode>
                <c:ptCount val="6"/>
                <c:pt idx="0">
                  <c:v>18138.4285714285</c:v>
                </c:pt>
                <c:pt idx="1">
                  <c:v>68900.3168724279</c:v>
                </c:pt>
                <c:pt idx="2">
                  <c:v>124450.810699588</c:v>
                </c:pt>
                <c:pt idx="3">
                  <c:v>130386.231404958</c:v>
                </c:pt>
                <c:pt idx="4">
                  <c:v>99993.9793388429</c:v>
                </c:pt>
                <c:pt idx="5">
                  <c:v>95258.8461538461</c:v>
                </c:pt>
              </c:numCache>
            </c:numRef>
          </c:val>
        </c:ser>
        <c:ser>
          <c:idx val="1"/>
          <c:order val="1"/>
          <c:tx>
            <c:strRef>
              <c:f>opt_volume_yearly.csv!$C$1</c:f>
              <c:strCache>
                <c:ptCount val="1"/>
                <c:pt idx="0">
                  <c:v>持仓量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opt_volume_yearly.csv!$A$2:$A$7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opt_volume_yearly.csv!$C$2:$C$7</c:f>
              <c:numCache>
                <c:formatCode>General</c:formatCode>
                <c:ptCount val="6"/>
                <c:pt idx="0">
                  <c:v>19264.7142857142</c:v>
                </c:pt>
                <c:pt idx="1">
                  <c:v>103562.670781893</c:v>
                </c:pt>
                <c:pt idx="2">
                  <c:v>176826.004115226</c:v>
                </c:pt>
                <c:pt idx="3">
                  <c:v>185509.47107438</c:v>
                </c:pt>
                <c:pt idx="4">
                  <c:v>181909.8553719</c:v>
                </c:pt>
                <c:pt idx="5">
                  <c:v>170417.338461538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4010678"/>
        <c:axId val="503779809"/>
      </c:barChart>
      <c:catAx>
        <c:axId val="29401067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3779809"/>
        <c:crosses val="autoZero"/>
        <c:auto val="1"/>
        <c:lblAlgn val="ctr"/>
        <c:lblOffset val="100"/>
        <c:noMultiLvlLbl val="0"/>
      </c:catAx>
      <c:valAx>
        <c:axId val="50377980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9401067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0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标普</a:t>
            </a:r>
            <a:r>
              <a:rPr lang="en-US" altLang="zh-CN" sz="10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500</a:t>
            </a:r>
            <a:r>
              <a:rPr altLang="en-US" sz="1000"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波动率溢价情况</a:t>
            </a:r>
            <a:endParaRPr lang="en-US" altLang="en-US" sz="1000"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ndard"/>
        <c:varyColors val="0"/>
        <c:ser>
          <c:idx val="2"/>
          <c:order val="2"/>
          <c:tx>
            <c:strRef>
              <c:f>spx_vol_stats.csv!$D$1</c:f>
              <c:strCache>
                <c:ptCount val="1"/>
                <c:pt idx="0">
                  <c:v>波动率溢价（右轴）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dLbls>
            <c:delete val="1"/>
          </c:dLbls>
          <c:cat>
            <c:numRef>
              <c:f>spx_vol_stats.csv!$A$2:$A$3105</c:f>
              <c:numCache>
                <c:formatCode>yyyy/m/d</c:formatCode>
                <c:ptCount val="3104"/>
                <c:pt idx="0" c:formatCode="yyyy/m/d">
                  <c:v>40907</c:v>
                </c:pt>
                <c:pt idx="1" c:formatCode="yyyy/m/d">
                  <c:v>40912</c:v>
                </c:pt>
                <c:pt idx="2" c:formatCode="yyyy/m/d">
                  <c:v>40913</c:v>
                </c:pt>
                <c:pt idx="3" c:formatCode="yyyy/m/d">
                  <c:v>40914</c:v>
                </c:pt>
                <c:pt idx="4" c:formatCode="yyyy/m/d">
                  <c:v>40917</c:v>
                </c:pt>
                <c:pt idx="5" c:formatCode="yyyy/m/d">
                  <c:v>40918</c:v>
                </c:pt>
                <c:pt idx="6" c:formatCode="yyyy/m/d">
                  <c:v>40919</c:v>
                </c:pt>
                <c:pt idx="7" c:formatCode="yyyy/m/d">
                  <c:v>40920</c:v>
                </c:pt>
                <c:pt idx="8" c:formatCode="yyyy/m/d">
                  <c:v>40925</c:v>
                </c:pt>
                <c:pt idx="9" c:formatCode="yyyy/m/d">
                  <c:v>40926</c:v>
                </c:pt>
                <c:pt idx="10" c:formatCode="yyyy/m/d">
                  <c:v>40927</c:v>
                </c:pt>
                <c:pt idx="11" c:formatCode="yyyy/m/d">
                  <c:v>40928</c:v>
                </c:pt>
                <c:pt idx="12" c:formatCode="yyyy/m/d">
                  <c:v>40931</c:v>
                </c:pt>
                <c:pt idx="13" c:formatCode="yyyy/m/d">
                  <c:v>40932</c:v>
                </c:pt>
                <c:pt idx="14" c:formatCode="yyyy/m/d">
                  <c:v>40933</c:v>
                </c:pt>
                <c:pt idx="15" c:formatCode="yyyy/m/d">
                  <c:v>40934</c:v>
                </c:pt>
                <c:pt idx="16" c:formatCode="yyyy/m/d">
                  <c:v>40935</c:v>
                </c:pt>
                <c:pt idx="17" c:formatCode="yyyy/m/d">
                  <c:v>40938</c:v>
                </c:pt>
                <c:pt idx="18" c:formatCode="yyyy/m/d">
                  <c:v>40939</c:v>
                </c:pt>
                <c:pt idx="19" c:formatCode="yyyy/m/d">
                  <c:v>40940</c:v>
                </c:pt>
                <c:pt idx="20" c:formatCode="yyyy/m/d">
                  <c:v>40941</c:v>
                </c:pt>
                <c:pt idx="21" c:formatCode="yyyy/m/d">
                  <c:v>40942</c:v>
                </c:pt>
                <c:pt idx="22" c:formatCode="yyyy/m/d">
                  <c:v>40945</c:v>
                </c:pt>
                <c:pt idx="23" c:formatCode="yyyy/m/d">
                  <c:v>40946</c:v>
                </c:pt>
                <c:pt idx="24" c:formatCode="yyyy/m/d">
                  <c:v>40947</c:v>
                </c:pt>
                <c:pt idx="25" c:formatCode="yyyy/m/d">
                  <c:v>40948</c:v>
                </c:pt>
                <c:pt idx="26" c:formatCode="yyyy/m/d">
                  <c:v>40949</c:v>
                </c:pt>
                <c:pt idx="27" c:formatCode="yyyy/m/d">
                  <c:v>40952</c:v>
                </c:pt>
                <c:pt idx="28" c:formatCode="yyyy/m/d">
                  <c:v>40953</c:v>
                </c:pt>
                <c:pt idx="29" c:formatCode="yyyy/m/d">
                  <c:v>40954</c:v>
                </c:pt>
                <c:pt idx="30" c:formatCode="yyyy/m/d">
                  <c:v>40955</c:v>
                </c:pt>
                <c:pt idx="31" c:formatCode="yyyy/m/d">
                  <c:v>40960</c:v>
                </c:pt>
                <c:pt idx="32" c:formatCode="yyyy/m/d">
                  <c:v>40961</c:v>
                </c:pt>
                <c:pt idx="33" c:formatCode="yyyy/m/d">
                  <c:v>40962</c:v>
                </c:pt>
                <c:pt idx="34" c:formatCode="yyyy/m/d">
                  <c:v>40963</c:v>
                </c:pt>
                <c:pt idx="35" c:formatCode="yyyy/m/d">
                  <c:v>40966</c:v>
                </c:pt>
                <c:pt idx="36" c:formatCode="yyyy/m/d">
                  <c:v>40967</c:v>
                </c:pt>
                <c:pt idx="37" c:formatCode="yyyy/m/d">
                  <c:v>40968</c:v>
                </c:pt>
                <c:pt idx="38" c:formatCode="yyyy/m/d">
                  <c:v>40969</c:v>
                </c:pt>
                <c:pt idx="39" c:formatCode="yyyy/m/d">
                  <c:v>40970</c:v>
                </c:pt>
                <c:pt idx="40" c:formatCode="yyyy/m/d">
                  <c:v>40973</c:v>
                </c:pt>
                <c:pt idx="41" c:formatCode="yyyy/m/d">
                  <c:v>40974</c:v>
                </c:pt>
                <c:pt idx="42" c:formatCode="yyyy/m/d">
                  <c:v>40975</c:v>
                </c:pt>
                <c:pt idx="43" c:formatCode="yyyy/m/d">
                  <c:v>40976</c:v>
                </c:pt>
                <c:pt idx="44" c:formatCode="yyyy/m/d">
                  <c:v>40977</c:v>
                </c:pt>
                <c:pt idx="45" c:formatCode="yyyy/m/d">
                  <c:v>40980</c:v>
                </c:pt>
                <c:pt idx="46" c:formatCode="yyyy/m/d">
                  <c:v>40981</c:v>
                </c:pt>
                <c:pt idx="47" c:formatCode="yyyy/m/d">
                  <c:v>40982</c:v>
                </c:pt>
                <c:pt idx="48" c:formatCode="yyyy/m/d">
                  <c:v>40983</c:v>
                </c:pt>
                <c:pt idx="49" c:formatCode="yyyy/m/d">
                  <c:v>40984</c:v>
                </c:pt>
                <c:pt idx="50" c:formatCode="yyyy/m/d">
                  <c:v>40987</c:v>
                </c:pt>
                <c:pt idx="51" c:formatCode="yyyy/m/d">
                  <c:v>40988</c:v>
                </c:pt>
                <c:pt idx="52" c:formatCode="yyyy/m/d">
                  <c:v>40989</c:v>
                </c:pt>
                <c:pt idx="53" c:formatCode="yyyy/m/d">
                  <c:v>40990</c:v>
                </c:pt>
                <c:pt idx="54" c:formatCode="yyyy/m/d">
                  <c:v>40991</c:v>
                </c:pt>
                <c:pt idx="55" c:formatCode="yyyy/m/d">
                  <c:v>40994</c:v>
                </c:pt>
                <c:pt idx="56" c:formatCode="yyyy/m/d">
                  <c:v>40995</c:v>
                </c:pt>
                <c:pt idx="57" c:formatCode="yyyy/m/d">
                  <c:v>40996</c:v>
                </c:pt>
                <c:pt idx="58" c:formatCode="yyyy/m/d">
                  <c:v>40997</c:v>
                </c:pt>
                <c:pt idx="59" c:formatCode="yyyy/m/d">
                  <c:v>40998</c:v>
                </c:pt>
                <c:pt idx="60" c:formatCode="yyyy/m/d">
                  <c:v>41001</c:v>
                </c:pt>
                <c:pt idx="61" c:formatCode="yyyy/m/d">
                  <c:v>41002</c:v>
                </c:pt>
                <c:pt idx="62" c:formatCode="yyyy/m/d">
                  <c:v>41003</c:v>
                </c:pt>
                <c:pt idx="63" c:formatCode="yyyy/m/d">
                  <c:v>41004</c:v>
                </c:pt>
                <c:pt idx="64" c:formatCode="yyyy/m/d">
                  <c:v>41008</c:v>
                </c:pt>
                <c:pt idx="65" c:formatCode="yyyy/m/d">
                  <c:v>41009</c:v>
                </c:pt>
                <c:pt idx="66" c:formatCode="yyyy/m/d">
                  <c:v>41010</c:v>
                </c:pt>
                <c:pt idx="67" c:formatCode="yyyy/m/d">
                  <c:v>41011</c:v>
                </c:pt>
                <c:pt idx="68" c:formatCode="yyyy/m/d">
                  <c:v>41012</c:v>
                </c:pt>
                <c:pt idx="69" c:formatCode="yyyy/m/d">
                  <c:v>41015</c:v>
                </c:pt>
                <c:pt idx="70" c:formatCode="yyyy/m/d">
                  <c:v>41016</c:v>
                </c:pt>
                <c:pt idx="71" c:formatCode="yyyy/m/d">
                  <c:v>41017</c:v>
                </c:pt>
                <c:pt idx="72" c:formatCode="yyyy/m/d">
                  <c:v>41018</c:v>
                </c:pt>
                <c:pt idx="73" c:formatCode="yyyy/m/d">
                  <c:v>41019</c:v>
                </c:pt>
                <c:pt idx="74" c:formatCode="yyyy/m/d">
                  <c:v>41022</c:v>
                </c:pt>
                <c:pt idx="75" c:formatCode="yyyy/m/d">
                  <c:v>41023</c:v>
                </c:pt>
                <c:pt idx="76" c:formatCode="yyyy/m/d">
                  <c:v>41024</c:v>
                </c:pt>
                <c:pt idx="77" c:formatCode="yyyy/m/d">
                  <c:v>41025</c:v>
                </c:pt>
                <c:pt idx="78" c:formatCode="yyyy/m/d">
                  <c:v>41026</c:v>
                </c:pt>
                <c:pt idx="79" c:formatCode="yyyy/m/d">
                  <c:v>41029</c:v>
                </c:pt>
                <c:pt idx="80" c:formatCode="yyyy/m/d">
                  <c:v>41030</c:v>
                </c:pt>
                <c:pt idx="81" c:formatCode="yyyy/m/d">
                  <c:v>41031</c:v>
                </c:pt>
                <c:pt idx="82" c:formatCode="yyyy/m/d">
                  <c:v>41032</c:v>
                </c:pt>
                <c:pt idx="83" c:formatCode="yyyy/m/d">
                  <c:v>41033</c:v>
                </c:pt>
                <c:pt idx="84" c:formatCode="yyyy/m/d">
                  <c:v>41036</c:v>
                </c:pt>
                <c:pt idx="85" c:formatCode="yyyy/m/d">
                  <c:v>41037</c:v>
                </c:pt>
                <c:pt idx="86" c:formatCode="yyyy/m/d">
                  <c:v>41038</c:v>
                </c:pt>
                <c:pt idx="87" c:formatCode="yyyy/m/d">
                  <c:v>41039</c:v>
                </c:pt>
                <c:pt idx="88" c:formatCode="yyyy/m/d">
                  <c:v>41040</c:v>
                </c:pt>
                <c:pt idx="89" c:formatCode="yyyy/m/d">
                  <c:v>41043</c:v>
                </c:pt>
                <c:pt idx="90" c:formatCode="yyyy/m/d">
                  <c:v>41044</c:v>
                </c:pt>
                <c:pt idx="91" c:formatCode="yyyy/m/d">
                  <c:v>41045</c:v>
                </c:pt>
                <c:pt idx="92" c:formatCode="yyyy/m/d">
                  <c:v>41046</c:v>
                </c:pt>
                <c:pt idx="93" c:formatCode="yyyy/m/d">
                  <c:v>41047</c:v>
                </c:pt>
                <c:pt idx="94" c:formatCode="yyyy/m/d">
                  <c:v>41050</c:v>
                </c:pt>
                <c:pt idx="95" c:formatCode="yyyy/m/d">
                  <c:v>41051</c:v>
                </c:pt>
                <c:pt idx="96" c:formatCode="yyyy/m/d">
                  <c:v>41052</c:v>
                </c:pt>
                <c:pt idx="97" c:formatCode="yyyy/m/d">
                  <c:v>41053</c:v>
                </c:pt>
                <c:pt idx="98" c:formatCode="yyyy/m/d">
                  <c:v>41058</c:v>
                </c:pt>
                <c:pt idx="99" c:formatCode="yyyy/m/d">
                  <c:v>41059</c:v>
                </c:pt>
                <c:pt idx="100" c:formatCode="yyyy/m/d">
                  <c:v>41060</c:v>
                </c:pt>
                <c:pt idx="101" c:formatCode="yyyy/m/d">
                  <c:v>41061</c:v>
                </c:pt>
                <c:pt idx="102" c:formatCode="yyyy/m/d">
                  <c:v>41064</c:v>
                </c:pt>
                <c:pt idx="103" c:formatCode="yyyy/m/d">
                  <c:v>41065</c:v>
                </c:pt>
                <c:pt idx="104" c:formatCode="yyyy/m/d">
                  <c:v>41066</c:v>
                </c:pt>
                <c:pt idx="105" c:formatCode="yyyy/m/d">
                  <c:v>41067</c:v>
                </c:pt>
                <c:pt idx="106" c:formatCode="yyyy/m/d">
                  <c:v>41068</c:v>
                </c:pt>
                <c:pt idx="107" c:formatCode="yyyy/m/d">
                  <c:v>41071</c:v>
                </c:pt>
                <c:pt idx="108" c:formatCode="yyyy/m/d">
                  <c:v>41072</c:v>
                </c:pt>
                <c:pt idx="109" c:formatCode="yyyy/m/d">
                  <c:v>41073</c:v>
                </c:pt>
                <c:pt idx="110" c:formatCode="yyyy/m/d">
                  <c:v>41074</c:v>
                </c:pt>
                <c:pt idx="111" c:formatCode="yyyy/m/d">
                  <c:v>41075</c:v>
                </c:pt>
                <c:pt idx="112" c:formatCode="yyyy/m/d">
                  <c:v>41078</c:v>
                </c:pt>
                <c:pt idx="113" c:formatCode="yyyy/m/d">
                  <c:v>41079</c:v>
                </c:pt>
                <c:pt idx="114" c:formatCode="yyyy/m/d">
                  <c:v>41080</c:v>
                </c:pt>
                <c:pt idx="115" c:formatCode="yyyy/m/d">
                  <c:v>41081</c:v>
                </c:pt>
                <c:pt idx="116" c:formatCode="yyyy/m/d">
                  <c:v>41082</c:v>
                </c:pt>
                <c:pt idx="117" c:formatCode="yyyy/m/d">
                  <c:v>41085</c:v>
                </c:pt>
                <c:pt idx="118" c:formatCode="yyyy/m/d">
                  <c:v>41086</c:v>
                </c:pt>
                <c:pt idx="119" c:formatCode="yyyy/m/d">
                  <c:v>41087</c:v>
                </c:pt>
                <c:pt idx="120" c:formatCode="yyyy/m/d">
                  <c:v>41088</c:v>
                </c:pt>
                <c:pt idx="121" c:formatCode="yyyy/m/d">
                  <c:v>41089</c:v>
                </c:pt>
                <c:pt idx="122" c:formatCode="yyyy/m/d">
                  <c:v>41092</c:v>
                </c:pt>
                <c:pt idx="123" c:formatCode="yyyy/m/d">
                  <c:v>41095</c:v>
                </c:pt>
                <c:pt idx="124" c:formatCode="yyyy/m/d">
                  <c:v>41096</c:v>
                </c:pt>
                <c:pt idx="125" c:formatCode="yyyy/m/d">
                  <c:v>41099</c:v>
                </c:pt>
                <c:pt idx="126" c:formatCode="yyyy/m/d">
                  <c:v>41100</c:v>
                </c:pt>
                <c:pt idx="127" c:formatCode="yyyy/m/d">
                  <c:v>41101</c:v>
                </c:pt>
                <c:pt idx="128" c:formatCode="yyyy/m/d">
                  <c:v>41102</c:v>
                </c:pt>
                <c:pt idx="129" c:formatCode="yyyy/m/d">
                  <c:v>41103</c:v>
                </c:pt>
                <c:pt idx="130" c:formatCode="yyyy/m/d">
                  <c:v>41106</c:v>
                </c:pt>
                <c:pt idx="131" c:formatCode="yyyy/m/d">
                  <c:v>41107</c:v>
                </c:pt>
                <c:pt idx="132" c:formatCode="yyyy/m/d">
                  <c:v>41108</c:v>
                </c:pt>
                <c:pt idx="133" c:formatCode="yyyy/m/d">
                  <c:v>41109</c:v>
                </c:pt>
                <c:pt idx="134" c:formatCode="yyyy/m/d">
                  <c:v>41110</c:v>
                </c:pt>
                <c:pt idx="135" c:formatCode="yyyy/m/d">
                  <c:v>41113</c:v>
                </c:pt>
                <c:pt idx="136" c:formatCode="yyyy/m/d">
                  <c:v>41114</c:v>
                </c:pt>
                <c:pt idx="137" c:formatCode="yyyy/m/d">
                  <c:v>41115</c:v>
                </c:pt>
                <c:pt idx="138" c:formatCode="yyyy/m/d">
                  <c:v>41116</c:v>
                </c:pt>
                <c:pt idx="139" c:formatCode="yyyy/m/d">
                  <c:v>41117</c:v>
                </c:pt>
                <c:pt idx="140" c:formatCode="yyyy/m/d">
                  <c:v>41120</c:v>
                </c:pt>
                <c:pt idx="141" c:formatCode="yyyy/m/d">
                  <c:v>41121</c:v>
                </c:pt>
                <c:pt idx="142" c:formatCode="yyyy/m/d">
                  <c:v>41122</c:v>
                </c:pt>
                <c:pt idx="143" c:formatCode="yyyy/m/d">
                  <c:v>41123</c:v>
                </c:pt>
                <c:pt idx="144" c:formatCode="yyyy/m/d">
                  <c:v>41124</c:v>
                </c:pt>
                <c:pt idx="145" c:formatCode="yyyy/m/d">
                  <c:v>41127</c:v>
                </c:pt>
                <c:pt idx="146" c:formatCode="yyyy/m/d">
                  <c:v>41128</c:v>
                </c:pt>
                <c:pt idx="147" c:formatCode="yyyy/m/d">
                  <c:v>41129</c:v>
                </c:pt>
                <c:pt idx="148" c:formatCode="yyyy/m/d">
                  <c:v>41130</c:v>
                </c:pt>
                <c:pt idx="149" c:formatCode="yyyy/m/d">
                  <c:v>41131</c:v>
                </c:pt>
                <c:pt idx="150" c:formatCode="yyyy/m/d">
                  <c:v>41134</c:v>
                </c:pt>
                <c:pt idx="151" c:formatCode="yyyy/m/d">
                  <c:v>41135</c:v>
                </c:pt>
                <c:pt idx="152" c:formatCode="yyyy/m/d">
                  <c:v>41136</c:v>
                </c:pt>
                <c:pt idx="153" c:formatCode="yyyy/m/d">
                  <c:v>41137</c:v>
                </c:pt>
                <c:pt idx="154" c:formatCode="yyyy/m/d">
                  <c:v>41138</c:v>
                </c:pt>
                <c:pt idx="155" c:formatCode="yyyy/m/d">
                  <c:v>41141</c:v>
                </c:pt>
                <c:pt idx="156" c:formatCode="yyyy/m/d">
                  <c:v>41142</c:v>
                </c:pt>
                <c:pt idx="157" c:formatCode="yyyy/m/d">
                  <c:v>41143</c:v>
                </c:pt>
                <c:pt idx="158" c:formatCode="yyyy/m/d">
                  <c:v>41144</c:v>
                </c:pt>
                <c:pt idx="159" c:formatCode="yyyy/m/d">
                  <c:v>41145</c:v>
                </c:pt>
                <c:pt idx="160" c:formatCode="yyyy/m/d">
                  <c:v>41148</c:v>
                </c:pt>
                <c:pt idx="161" c:formatCode="yyyy/m/d">
                  <c:v>41149</c:v>
                </c:pt>
                <c:pt idx="162" c:formatCode="yyyy/m/d">
                  <c:v>41150</c:v>
                </c:pt>
                <c:pt idx="163" c:formatCode="yyyy/m/d">
                  <c:v>41151</c:v>
                </c:pt>
                <c:pt idx="164" c:formatCode="yyyy/m/d">
                  <c:v>41156</c:v>
                </c:pt>
                <c:pt idx="165" c:formatCode="yyyy/m/d">
                  <c:v>41157</c:v>
                </c:pt>
                <c:pt idx="166" c:formatCode="yyyy/m/d">
                  <c:v>41158</c:v>
                </c:pt>
                <c:pt idx="167" c:formatCode="yyyy/m/d">
                  <c:v>41159</c:v>
                </c:pt>
                <c:pt idx="168" c:formatCode="yyyy/m/d">
                  <c:v>41162</c:v>
                </c:pt>
                <c:pt idx="169" c:formatCode="yyyy/m/d">
                  <c:v>41163</c:v>
                </c:pt>
                <c:pt idx="170" c:formatCode="yyyy/m/d">
                  <c:v>41164</c:v>
                </c:pt>
                <c:pt idx="171" c:formatCode="yyyy/m/d">
                  <c:v>41165</c:v>
                </c:pt>
                <c:pt idx="172" c:formatCode="yyyy/m/d">
                  <c:v>41166</c:v>
                </c:pt>
                <c:pt idx="173" c:formatCode="yyyy/m/d">
                  <c:v>41169</c:v>
                </c:pt>
                <c:pt idx="174" c:formatCode="yyyy/m/d">
                  <c:v>41170</c:v>
                </c:pt>
                <c:pt idx="175" c:formatCode="yyyy/m/d">
                  <c:v>41171</c:v>
                </c:pt>
                <c:pt idx="176" c:formatCode="yyyy/m/d">
                  <c:v>41172</c:v>
                </c:pt>
                <c:pt idx="177" c:formatCode="yyyy/m/d">
                  <c:v>41173</c:v>
                </c:pt>
                <c:pt idx="178" c:formatCode="yyyy/m/d">
                  <c:v>41176</c:v>
                </c:pt>
                <c:pt idx="179" c:formatCode="yyyy/m/d">
                  <c:v>41177</c:v>
                </c:pt>
                <c:pt idx="180" c:formatCode="yyyy/m/d">
                  <c:v>41178</c:v>
                </c:pt>
                <c:pt idx="181" c:formatCode="yyyy/m/d">
                  <c:v>41179</c:v>
                </c:pt>
                <c:pt idx="182" c:formatCode="yyyy/m/d">
                  <c:v>41180</c:v>
                </c:pt>
                <c:pt idx="183" c:formatCode="yyyy/m/d">
                  <c:v>41183</c:v>
                </c:pt>
                <c:pt idx="184" c:formatCode="yyyy/m/d">
                  <c:v>41184</c:v>
                </c:pt>
                <c:pt idx="185" c:formatCode="yyyy/m/d">
                  <c:v>41185</c:v>
                </c:pt>
                <c:pt idx="186" c:formatCode="yyyy/m/d">
                  <c:v>41186</c:v>
                </c:pt>
                <c:pt idx="187" c:formatCode="yyyy/m/d">
                  <c:v>41190</c:v>
                </c:pt>
                <c:pt idx="188" c:formatCode="yyyy/m/d">
                  <c:v>41191</c:v>
                </c:pt>
                <c:pt idx="189" c:formatCode="yyyy/m/d">
                  <c:v>41192</c:v>
                </c:pt>
                <c:pt idx="190" c:formatCode="yyyy/m/d">
                  <c:v>41193</c:v>
                </c:pt>
                <c:pt idx="191" c:formatCode="yyyy/m/d">
                  <c:v>41194</c:v>
                </c:pt>
                <c:pt idx="192" c:formatCode="yyyy/m/d">
                  <c:v>41197</c:v>
                </c:pt>
                <c:pt idx="193" c:formatCode="yyyy/m/d">
                  <c:v>41198</c:v>
                </c:pt>
                <c:pt idx="194" c:formatCode="yyyy/m/d">
                  <c:v>41199</c:v>
                </c:pt>
                <c:pt idx="195" c:formatCode="yyyy/m/d">
                  <c:v>41200</c:v>
                </c:pt>
                <c:pt idx="196" c:formatCode="yyyy/m/d">
                  <c:v>41201</c:v>
                </c:pt>
                <c:pt idx="197" c:formatCode="yyyy/m/d">
                  <c:v>41204</c:v>
                </c:pt>
                <c:pt idx="198" c:formatCode="yyyy/m/d">
                  <c:v>41205</c:v>
                </c:pt>
                <c:pt idx="199" c:formatCode="yyyy/m/d">
                  <c:v>41206</c:v>
                </c:pt>
                <c:pt idx="200" c:formatCode="yyyy/m/d">
                  <c:v>41207</c:v>
                </c:pt>
                <c:pt idx="201" c:formatCode="yyyy/m/d">
                  <c:v>41208</c:v>
                </c:pt>
                <c:pt idx="202" c:formatCode="yyyy/m/d">
                  <c:v>41213</c:v>
                </c:pt>
                <c:pt idx="203" c:formatCode="yyyy/m/d">
                  <c:v>41214</c:v>
                </c:pt>
                <c:pt idx="204" c:formatCode="yyyy/m/d">
                  <c:v>41215</c:v>
                </c:pt>
                <c:pt idx="205" c:formatCode="yyyy/m/d">
                  <c:v>41218</c:v>
                </c:pt>
                <c:pt idx="206" c:formatCode="yyyy/m/d">
                  <c:v>41219</c:v>
                </c:pt>
                <c:pt idx="207" c:formatCode="yyyy/m/d">
                  <c:v>41220</c:v>
                </c:pt>
                <c:pt idx="208" c:formatCode="yyyy/m/d">
                  <c:v>41221</c:v>
                </c:pt>
                <c:pt idx="209" c:formatCode="yyyy/m/d">
                  <c:v>41222</c:v>
                </c:pt>
                <c:pt idx="210" c:formatCode="yyyy/m/d">
                  <c:v>41225</c:v>
                </c:pt>
                <c:pt idx="211" c:formatCode="yyyy/m/d">
                  <c:v>41226</c:v>
                </c:pt>
                <c:pt idx="212" c:formatCode="yyyy/m/d">
                  <c:v>41227</c:v>
                </c:pt>
                <c:pt idx="213" c:formatCode="yyyy/m/d">
                  <c:v>41228</c:v>
                </c:pt>
                <c:pt idx="214" c:formatCode="yyyy/m/d">
                  <c:v>41229</c:v>
                </c:pt>
                <c:pt idx="215" c:formatCode="yyyy/m/d">
                  <c:v>41232</c:v>
                </c:pt>
                <c:pt idx="216" c:formatCode="yyyy/m/d">
                  <c:v>41233</c:v>
                </c:pt>
                <c:pt idx="217" c:formatCode="yyyy/m/d">
                  <c:v>41234</c:v>
                </c:pt>
                <c:pt idx="218" c:formatCode="yyyy/m/d">
                  <c:v>41239</c:v>
                </c:pt>
                <c:pt idx="219" c:formatCode="yyyy/m/d">
                  <c:v>41240</c:v>
                </c:pt>
                <c:pt idx="220" c:formatCode="yyyy/m/d">
                  <c:v>41241</c:v>
                </c:pt>
                <c:pt idx="221" c:formatCode="yyyy/m/d">
                  <c:v>41242</c:v>
                </c:pt>
                <c:pt idx="222" c:formatCode="yyyy/m/d">
                  <c:v>41243</c:v>
                </c:pt>
                <c:pt idx="223" c:formatCode="yyyy/m/d">
                  <c:v>41246</c:v>
                </c:pt>
                <c:pt idx="224" c:formatCode="yyyy/m/d">
                  <c:v>41247</c:v>
                </c:pt>
                <c:pt idx="225" c:formatCode="yyyy/m/d">
                  <c:v>41248</c:v>
                </c:pt>
                <c:pt idx="226" c:formatCode="yyyy/m/d">
                  <c:v>41249</c:v>
                </c:pt>
                <c:pt idx="227" c:formatCode="yyyy/m/d">
                  <c:v>41250</c:v>
                </c:pt>
                <c:pt idx="228" c:formatCode="yyyy/m/d">
                  <c:v>41253</c:v>
                </c:pt>
                <c:pt idx="229" c:formatCode="yyyy/m/d">
                  <c:v>41254</c:v>
                </c:pt>
                <c:pt idx="230" c:formatCode="yyyy/m/d">
                  <c:v>41255</c:v>
                </c:pt>
                <c:pt idx="231" c:formatCode="yyyy/m/d">
                  <c:v>41256</c:v>
                </c:pt>
                <c:pt idx="232" c:formatCode="yyyy/m/d">
                  <c:v>41257</c:v>
                </c:pt>
                <c:pt idx="233" c:formatCode="yyyy/m/d">
                  <c:v>41260</c:v>
                </c:pt>
                <c:pt idx="234" c:formatCode="yyyy/m/d">
                  <c:v>41261</c:v>
                </c:pt>
                <c:pt idx="235" c:formatCode="yyyy/m/d">
                  <c:v>41262</c:v>
                </c:pt>
                <c:pt idx="236" c:formatCode="yyyy/m/d">
                  <c:v>41263</c:v>
                </c:pt>
                <c:pt idx="237" c:formatCode="yyyy/m/d">
                  <c:v>41264</c:v>
                </c:pt>
                <c:pt idx="238" c:formatCode="yyyy/m/d">
                  <c:v>41270</c:v>
                </c:pt>
                <c:pt idx="239" c:formatCode="yyyy/m/d">
                  <c:v>41271</c:v>
                </c:pt>
                <c:pt idx="240" c:formatCode="yyyy/m/d">
                  <c:v>41274</c:v>
                </c:pt>
                <c:pt idx="241" c:formatCode="yyyy/m/d">
                  <c:v>41277</c:v>
                </c:pt>
                <c:pt idx="242" c:formatCode="yyyy/m/d">
                  <c:v>41278</c:v>
                </c:pt>
                <c:pt idx="243" c:formatCode="yyyy/m/d">
                  <c:v>41281</c:v>
                </c:pt>
                <c:pt idx="244" c:formatCode="yyyy/m/d">
                  <c:v>41282</c:v>
                </c:pt>
                <c:pt idx="245" c:formatCode="yyyy/m/d">
                  <c:v>41283</c:v>
                </c:pt>
                <c:pt idx="246" c:formatCode="yyyy/m/d">
                  <c:v>41284</c:v>
                </c:pt>
                <c:pt idx="247" c:formatCode="yyyy/m/d">
                  <c:v>41285</c:v>
                </c:pt>
                <c:pt idx="248" c:formatCode="yyyy/m/d">
                  <c:v>41288</c:v>
                </c:pt>
                <c:pt idx="249" c:formatCode="yyyy/m/d">
                  <c:v>41289</c:v>
                </c:pt>
                <c:pt idx="250" c:formatCode="yyyy/m/d">
                  <c:v>41290</c:v>
                </c:pt>
                <c:pt idx="251" c:formatCode="yyyy/m/d">
                  <c:v>41291</c:v>
                </c:pt>
                <c:pt idx="252" c:formatCode="yyyy/m/d">
                  <c:v>41296</c:v>
                </c:pt>
                <c:pt idx="253" c:formatCode="yyyy/m/d">
                  <c:v>41297</c:v>
                </c:pt>
                <c:pt idx="254" c:formatCode="yyyy/m/d">
                  <c:v>41298</c:v>
                </c:pt>
                <c:pt idx="255" c:formatCode="yyyy/m/d">
                  <c:v>41299</c:v>
                </c:pt>
                <c:pt idx="256" c:formatCode="yyyy/m/d">
                  <c:v>41302</c:v>
                </c:pt>
                <c:pt idx="257" c:formatCode="yyyy/m/d">
                  <c:v>41303</c:v>
                </c:pt>
                <c:pt idx="258" c:formatCode="yyyy/m/d">
                  <c:v>41304</c:v>
                </c:pt>
                <c:pt idx="259" c:formatCode="yyyy/m/d">
                  <c:v>41305</c:v>
                </c:pt>
                <c:pt idx="260" c:formatCode="yyyy/m/d">
                  <c:v>41306</c:v>
                </c:pt>
                <c:pt idx="261" c:formatCode="yyyy/m/d">
                  <c:v>41309</c:v>
                </c:pt>
                <c:pt idx="262" c:formatCode="yyyy/m/d">
                  <c:v>41310</c:v>
                </c:pt>
                <c:pt idx="263" c:formatCode="yyyy/m/d">
                  <c:v>41311</c:v>
                </c:pt>
                <c:pt idx="264" c:formatCode="yyyy/m/d">
                  <c:v>41312</c:v>
                </c:pt>
                <c:pt idx="265" c:formatCode="yyyy/m/d">
                  <c:v>41313</c:v>
                </c:pt>
                <c:pt idx="266" c:formatCode="yyyy/m/d">
                  <c:v>41316</c:v>
                </c:pt>
                <c:pt idx="267" c:formatCode="yyyy/m/d">
                  <c:v>41317</c:v>
                </c:pt>
                <c:pt idx="268" c:formatCode="yyyy/m/d">
                  <c:v>41318</c:v>
                </c:pt>
                <c:pt idx="269" c:formatCode="yyyy/m/d">
                  <c:v>41319</c:v>
                </c:pt>
                <c:pt idx="270" c:formatCode="yyyy/m/d">
                  <c:v>41324</c:v>
                </c:pt>
                <c:pt idx="271" c:formatCode="yyyy/m/d">
                  <c:v>41325</c:v>
                </c:pt>
                <c:pt idx="272" c:formatCode="yyyy/m/d">
                  <c:v>41326</c:v>
                </c:pt>
                <c:pt idx="273" c:formatCode="yyyy/m/d">
                  <c:v>41327</c:v>
                </c:pt>
                <c:pt idx="274" c:formatCode="yyyy/m/d">
                  <c:v>41330</c:v>
                </c:pt>
                <c:pt idx="275" c:formatCode="yyyy/m/d">
                  <c:v>41331</c:v>
                </c:pt>
                <c:pt idx="276" c:formatCode="yyyy/m/d">
                  <c:v>41332</c:v>
                </c:pt>
                <c:pt idx="277" c:formatCode="yyyy/m/d">
                  <c:v>41333</c:v>
                </c:pt>
                <c:pt idx="278" c:formatCode="yyyy/m/d">
                  <c:v>41334</c:v>
                </c:pt>
                <c:pt idx="279" c:formatCode="yyyy/m/d">
                  <c:v>41337</c:v>
                </c:pt>
                <c:pt idx="280" c:formatCode="yyyy/m/d">
                  <c:v>41338</c:v>
                </c:pt>
                <c:pt idx="281" c:formatCode="yyyy/m/d">
                  <c:v>41339</c:v>
                </c:pt>
                <c:pt idx="282" c:formatCode="yyyy/m/d">
                  <c:v>41340</c:v>
                </c:pt>
                <c:pt idx="283" c:formatCode="yyyy/m/d">
                  <c:v>41341</c:v>
                </c:pt>
                <c:pt idx="284" c:formatCode="yyyy/m/d">
                  <c:v>41344</c:v>
                </c:pt>
                <c:pt idx="285" c:formatCode="yyyy/m/d">
                  <c:v>41345</c:v>
                </c:pt>
                <c:pt idx="286" c:formatCode="yyyy/m/d">
                  <c:v>41346</c:v>
                </c:pt>
                <c:pt idx="287" c:formatCode="yyyy/m/d">
                  <c:v>41347</c:v>
                </c:pt>
                <c:pt idx="288" c:formatCode="yyyy/m/d">
                  <c:v>41348</c:v>
                </c:pt>
                <c:pt idx="289" c:formatCode="yyyy/m/d">
                  <c:v>41351</c:v>
                </c:pt>
                <c:pt idx="290" c:formatCode="yyyy/m/d">
                  <c:v>41352</c:v>
                </c:pt>
                <c:pt idx="291" c:formatCode="yyyy/m/d">
                  <c:v>41353</c:v>
                </c:pt>
                <c:pt idx="292" c:formatCode="yyyy/m/d">
                  <c:v>41354</c:v>
                </c:pt>
                <c:pt idx="293" c:formatCode="yyyy/m/d">
                  <c:v>41355</c:v>
                </c:pt>
                <c:pt idx="294" c:formatCode="yyyy/m/d">
                  <c:v>41358</c:v>
                </c:pt>
                <c:pt idx="295" c:formatCode="yyyy/m/d">
                  <c:v>41359</c:v>
                </c:pt>
                <c:pt idx="296" c:formatCode="yyyy/m/d">
                  <c:v>41360</c:v>
                </c:pt>
                <c:pt idx="297" c:formatCode="yyyy/m/d">
                  <c:v>41361</c:v>
                </c:pt>
                <c:pt idx="298" c:formatCode="yyyy/m/d">
                  <c:v>41365</c:v>
                </c:pt>
                <c:pt idx="299" c:formatCode="yyyy/m/d">
                  <c:v>41366</c:v>
                </c:pt>
                <c:pt idx="300" c:formatCode="yyyy/m/d">
                  <c:v>41367</c:v>
                </c:pt>
                <c:pt idx="301" c:formatCode="yyyy/m/d">
                  <c:v>41368</c:v>
                </c:pt>
                <c:pt idx="302" c:formatCode="yyyy/m/d">
                  <c:v>41369</c:v>
                </c:pt>
                <c:pt idx="303" c:formatCode="yyyy/m/d">
                  <c:v>41372</c:v>
                </c:pt>
                <c:pt idx="304" c:formatCode="yyyy/m/d">
                  <c:v>41373</c:v>
                </c:pt>
                <c:pt idx="305" c:formatCode="yyyy/m/d">
                  <c:v>41374</c:v>
                </c:pt>
                <c:pt idx="306" c:formatCode="yyyy/m/d">
                  <c:v>41375</c:v>
                </c:pt>
                <c:pt idx="307" c:formatCode="yyyy/m/d">
                  <c:v>41376</c:v>
                </c:pt>
                <c:pt idx="308" c:formatCode="yyyy/m/d">
                  <c:v>41379</c:v>
                </c:pt>
                <c:pt idx="309" c:formatCode="yyyy/m/d">
                  <c:v>41380</c:v>
                </c:pt>
                <c:pt idx="310" c:formatCode="yyyy/m/d">
                  <c:v>41381</c:v>
                </c:pt>
                <c:pt idx="311" c:formatCode="yyyy/m/d">
                  <c:v>41382</c:v>
                </c:pt>
                <c:pt idx="312" c:formatCode="yyyy/m/d">
                  <c:v>41383</c:v>
                </c:pt>
                <c:pt idx="313" c:formatCode="yyyy/m/d">
                  <c:v>41386</c:v>
                </c:pt>
                <c:pt idx="314" c:formatCode="yyyy/m/d">
                  <c:v>41387</c:v>
                </c:pt>
                <c:pt idx="315" c:formatCode="yyyy/m/d">
                  <c:v>41388</c:v>
                </c:pt>
                <c:pt idx="316" c:formatCode="yyyy/m/d">
                  <c:v>41389</c:v>
                </c:pt>
                <c:pt idx="317" c:formatCode="yyyy/m/d">
                  <c:v>41390</c:v>
                </c:pt>
                <c:pt idx="318" c:formatCode="yyyy/m/d">
                  <c:v>41393</c:v>
                </c:pt>
                <c:pt idx="319" c:formatCode="yyyy/m/d">
                  <c:v>41394</c:v>
                </c:pt>
                <c:pt idx="320" c:formatCode="yyyy/m/d">
                  <c:v>41395</c:v>
                </c:pt>
                <c:pt idx="321" c:formatCode="yyyy/m/d">
                  <c:v>41396</c:v>
                </c:pt>
                <c:pt idx="322" c:formatCode="yyyy/m/d">
                  <c:v>41397</c:v>
                </c:pt>
                <c:pt idx="323" c:formatCode="yyyy/m/d">
                  <c:v>41400</c:v>
                </c:pt>
                <c:pt idx="324" c:formatCode="yyyy/m/d">
                  <c:v>41401</c:v>
                </c:pt>
                <c:pt idx="325" c:formatCode="yyyy/m/d">
                  <c:v>41402</c:v>
                </c:pt>
                <c:pt idx="326" c:formatCode="yyyy/m/d">
                  <c:v>41403</c:v>
                </c:pt>
                <c:pt idx="327" c:formatCode="yyyy/m/d">
                  <c:v>41404</c:v>
                </c:pt>
                <c:pt idx="328" c:formatCode="yyyy/m/d">
                  <c:v>41407</c:v>
                </c:pt>
                <c:pt idx="329" c:formatCode="yyyy/m/d">
                  <c:v>41408</c:v>
                </c:pt>
                <c:pt idx="330" c:formatCode="yyyy/m/d">
                  <c:v>41409</c:v>
                </c:pt>
                <c:pt idx="331" c:formatCode="yyyy/m/d">
                  <c:v>41410</c:v>
                </c:pt>
                <c:pt idx="332" c:formatCode="yyyy/m/d">
                  <c:v>41411</c:v>
                </c:pt>
                <c:pt idx="333" c:formatCode="yyyy/m/d">
                  <c:v>41414</c:v>
                </c:pt>
                <c:pt idx="334" c:formatCode="yyyy/m/d">
                  <c:v>41415</c:v>
                </c:pt>
                <c:pt idx="335" c:formatCode="yyyy/m/d">
                  <c:v>41416</c:v>
                </c:pt>
                <c:pt idx="336" c:formatCode="yyyy/m/d">
                  <c:v>41417</c:v>
                </c:pt>
                <c:pt idx="337" c:formatCode="yyyy/m/d">
                  <c:v>41422</c:v>
                </c:pt>
                <c:pt idx="338" c:formatCode="yyyy/m/d">
                  <c:v>41423</c:v>
                </c:pt>
                <c:pt idx="339" c:formatCode="yyyy/m/d">
                  <c:v>41424</c:v>
                </c:pt>
                <c:pt idx="340" c:formatCode="yyyy/m/d">
                  <c:v>41425</c:v>
                </c:pt>
                <c:pt idx="341" c:formatCode="yyyy/m/d">
                  <c:v>41428</c:v>
                </c:pt>
                <c:pt idx="342" c:formatCode="yyyy/m/d">
                  <c:v>41429</c:v>
                </c:pt>
                <c:pt idx="343" c:formatCode="yyyy/m/d">
                  <c:v>41430</c:v>
                </c:pt>
                <c:pt idx="344" c:formatCode="yyyy/m/d">
                  <c:v>41431</c:v>
                </c:pt>
                <c:pt idx="345" c:formatCode="yyyy/m/d">
                  <c:v>41432</c:v>
                </c:pt>
                <c:pt idx="346" c:formatCode="yyyy/m/d">
                  <c:v>41435</c:v>
                </c:pt>
                <c:pt idx="347" c:formatCode="yyyy/m/d">
                  <c:v>41436</c:v>
                </c:pt>
                <c:pt idx="348" c:formatCode="yyyy/m/d">
                  <c:v>41437</c:v>
                </c:pt>
                <c:pt idx="349" c:formatCode="yyyy/m/d">
                  <c:v>41438</c:v>
                </c:pt>
                <c:pt idx="350" c:formatCode="yyyy/m/d">
                  <c:v>41439</c:v>
                </c:pt>
                <c:pt idx="351" c:formatCode="yyyy/m/d">
                  <c:v>41442</c:v>
                </c:pt>
                <c:pt idx="352" c:formatCode="yyyy/m/d">
                  <c:v>41443</c:v>
                </c:pt>
                <c:pt idx="353" c:formatCode="yyyy/m/d">
                  <c:v>41444</c:v>
                </c:pt>
                <c:pt idx="354" c:formatCode="yyyy/m/d">
                  <c:v>41445</c:v>
                </c:pt>
                <c:pt idx="355" c:formatCode="yyyy/m/d">
                  <c:v>41446</c:v>
                </c:pt>
                <c:pt idx="356" c:formatCode="yyyy/m/d">
                  <c:v>41449</c:v>
                </c:pt>
                <c:pt idx="357" c:formatCode="yyyy/m/d">
                  <c:v>41450</c:v>
                </c:pt>
                <c:pt idx="358" c:formatCode="yyyy/m/d">
                  <c:v>41451</c:v>
                </c:pt>
                <c:pt idx="359" c:formatCode="yyyy/m/d">
                  <c:v>41452</c:v>
                </c:pt>
                <c:pt idx="360" c:formatCode="yyyy/m/d">
                  <c:v>41453</c:v>
                </c:pt>
                <c:pt idx="361" c:formatCode="yyyy/m/d">
                  <c:v>41456</c:v>
                </c:pt>
                <c:pt idx="362" c:formatCode="yyyy/m/d">
                  <c:v>41457</c:v>
                </c:pt>
                <c:pt idx="363" c:formatCode="yyyy/m/d">
                  <c:v>41460</c:v>
                </c:pt>
                <c:pt idx="364" c:formatCode="yyyy/m/d">
                  <c:v>41463</c:v>
                </c:pt>
                <c:pt idx="365" c:formatCode="yyyy/m/d">
                  <c:v>41464</c:v>
                </c:pt>
                <c:pt idx="366" c:formatCode="yyyy/m/d">
                  <c:v>41465</c:v>
                </c:pt>
                <c:pt idx="367" c:formatCode="yyyy/m/d">
                  <c:v>41466</c:v>
                </c:pt>
                <c:pt idx="368" c:formatCode="yyyy/m/d">
                  <c:v>41467</c:v>
                </c:pt>
                <c:pt idx="369" c:formatCode="yyyy/m/d">
                  <c:v>41470</c:v>
                </c:pt>
                <c:pt idx="370" c:formatCode="yyyy/m/d">
                  <c:v>41471</c:v>
                </c:pt>
                <c:pt idx="371" c:formatCode="yyyy/m/d">
                  <c:v>41472</c:v>
                </c:pt>
                <c:pt idx="372" c:formatCode="yyyy/m/d">
                  <c:v>41473</c:v>
                </c:pt>
                <c:pt idx="373" c:formatCode="yyyy/m/d">
                  <c:v>41474</c:v>
                </c:pt>
                <c:pt idx="374" c:formatCode="yyyy/m/d">
                  <c:v>41477</c:v>
                </c:pt>
                <c:pt idx="375" c:formatCode="yyyy/m/d">
                  <c:v>41478</c:v>
                </c:pt>
                <c:pt idx="376" c:formatCode="yyyy/m/d">
                  <c:v>41479</c:v>
                </c:pt>
                <c:pt idx="377" c:formatCode="yyyy/m/d">
                  <c:v>41480</c:v>
                </c:pt>
                <c:pt idx="378" c:formatCode="yyyy/m/d">
                  <c:v>41481</c:v>
                </c:pt>
                <c:pt idx="379" c:formatCode="yyyy/m/d">
                  <c:v>41484</c:v>
                </c:pt>
                <c:pt idx="380" c:formatCode="yyyy/m/d">
                  <c:v>41485</c:v>
                </c:pt>
                <c:pt idx="381" c:formatCode="yyyy/m/d">
                  <c:v>41486</c:v>
                </c:pt>
                <c:pt idx="382" c:formatCode="yyyy/m/d">
                  <c:v>41487</c:v>
                </c:pt>
                <c:pt idx="383" c:formatCode="yyyy/m/d">
                  <c:v>41488</c:v>
                </c:pt>
                <c:pt idx="384" c:formatCode="yyyy/m/d">
                  <c:v>41491</c:v>
                </c:pt>
                <c:pt idx="385" c:formatCode="yyyy/m/d">
                  <c:v>41492</c:v>
                </c:pt>
                <c:pt idx="386" c:formatCode="yyyy/m/d">
                  <c:v>41493</c:v>
                </c:pt>
                <c:pt idx="387" c:formatCode="yyyy/m/d">
                  <c:v>41494</c:v>
                </c:pt>
                <c:pt idx="388" c:formatCode="yyyy/m/d">
                  <c:v>41495</c:v>
                </c:pt>
                <c:pt idx="389" c:formatCode="yyyy/m/d">
                  <c:v>41498</c:v>
                </c:pt>
                <c:pt idx="390" c:formatCode="yyyy/m/d">
                  <c:v>41499</c:v>
                </c:pt>
                <c:pt idx="391" c:formatCode="yyyy/m/d">
                  <c:v>41500</c:v>
                </c:pt>
                <c:pt idx="392" c:formatCode="yyyy/m/d">
                  <c:v>41501</c:v>
                </c:pt>
                <c:pt idx="393" c:formatCode="yyyy/m/d">
                  <c:v>41502</c:v>
                </c:pt>
                <c:pt idx="394" c:formatCode="yyyy/m/d">
                  <c:v>41505</c:v>
                </c:pt>
                <c:pt idx="395" c:formatCode="yyyy/m/d">
                  <c:v>41506</c:v>
                </c:pt>
                <c:pt idx="396" c:formatCode="yyyy/m/d">
                  <c:v>41507</c:v>
                </c:pt>
                <c:pt idx="397" c:formatCode="yyyy/m/d">
                  <c:v>41508</c:v>
                </c:pt>
                <c:pt idx="398" c:formatCode="yyyy/m/d">
                  <c:v>41509</c:v>
                </c:pt>
                <c:pt idx="399" c:formatCode="yyyy/m/d">
                  <c:v>41512</c:v>
                </c:pt>
                <c:pt idx="400" c:formatCode="yyyy/m/d">
                  <c:v>41513</c:v>
                </c:pt>
                <c:pt idx="401" c:formatCode="yyyy/m/d">
                  <c:v>41514</c:v>
                </c:pt>
                <c:pt idx="402" c:formatCode="yyyy/m/d">
                  <c:v>41515</c:v>
                </c:pt>
                <c:pt idx="403" c:formatCode="yyyy/m/d">
                  <c:v>41520</c:v>
                </c:pt>
                <c:pt idx="404" c:formatCode="yyyy/m/d">
                  <c:v>41521</c:v>
                </c:pt>
                <c:pt idx="405" c:formatCode="yyyy/m/d">
                  <c:v>41522</c:v>
                </c:pt>
                <c:pt idx="406" c:formatCode="yyyy/m/d">
                  <c:v>41523</c:v>
                </c:pt>
                <c:pt idx="407" c:formatCode="yyyy/m/d">
                  <c:v>41526</c:v>
                </c:pt>
                <c:pt idx="408" c:formatCode="yyyy/m/d">
                  <c:v>41527</c:v>
                </c:pt>
                <c:pt idx="409" c:formatCode="yyyy/m/d">
                  <c:v>41528</c:v>
                </c:pt>
                <c:pt idx="410" c:formatCode="yyyy/m/d">
                  <c:v>41529</c:v>
                </c:pt>
                <c:pt idx="411" c:formatCode="yyyy/m/d">
                  <c:v>41530</c:v>
                </c:pt>
                <c:pt idx="412" c:formatCode="yyyy/m/d">
                  <c:v>41533</c:v>
                </c:pt>
                <c:pt idx="413" c:formatCode="yyyy/m/d">
                  <c:v>41534</c:v>
                </c:pt>
                <c:pt idx="414" c:formatCode="yyyy/m/d">
                  <c:v>41535</c:v>
                </c:pt>
                <c:pt idx="415" c:formatCode="yyyy/m/d">
                  <c:v>41536</c:v>
                </c:pt>
                <c:pt idx="416" c:formatCode="yyyy/m/d">
                  <c:v>41537</c:v>
                </c:pt>
                <c:pt idx="417" c:formatCode="yyyy/m/d">
                  <c:v>41540</c:v>
                </c:pt>
                <c:pt idx="418" c:formatCode="yyyy/m/d">
                  <c:v>41541</c:v>
                </c:pt>
                <c:pt idx="419" c:formatCode="yyyy/m/d">
                  <c:v>41542</c:v>
                </c:pt>
                <c:pt idx="420" c:formatCode="yyyy/m/d">
                  <c:v>41543</c:v>
                </c:pt>
                <c:pt idx="421" c:formatCode="yyyy/m/d">
                  <c:v>41544</c:v>
                </c:pt>
                <c:pt idx="422" c:formatCode="yyyy/m/d">
                  <c:v>41547</c:v>
                </c:pt>
                <c:pt idx="423" c:formatCode="yyyy/m/d">
                  <c:v>41548</c:v>
                </c:pt>
                <c:pt idx="424" c:formatCode="yyyy/m/d">
                  <c:v>41549</c:v>
                </c:pt>
                <c:pt idx="425" c:formatCode="yyyy/m/d">
                  <c:v>41550</c:v>
                </c:pt>
                <c:pt idx="426" c:formatCode="yyyy/m/d">
                  <c:v>41551</c:v>
                </c:pt>
                <c:pt idx="427" c:formatCode="yyyy/m/d">
                  <c:v>41554</c:v>
                </c:pt>
                <c:pt idx="428" c:formatCode="yyyy/m/d">
                  <c:v>41555</c:v>
                </c:pt>
                <c:pt idx="429" c:formatCode="yyyy/m/d">
                  <c:v>41556</c:v>
                </c:pt>
                <c:pt idx="430" c:formatCode="yyyy/m/d">
                  <c:v>41557</c:v>
                </c:pt>
                <c:pt idx="431" c:formatCode="yyyy/m/d">
                  <c:v>41558</c:v>
                </c:pt>
                <c:pt idx="432" c:formatCode="yyyy/m/d">
                  <c:v>41561</c:v>
                </c:pt>
                <c:pt idx="433" c:formatCode="yyyy/m/d">
                  <c:v>41562</c:v>
                </c:pt>
                <c:pt idx="434" c:formatCode="yyyy/m/d">
                  <c:v>41563</c:v>
                </c:pt>
                <c:pt idx="435" c:formatCode="yyyy/m/d">
                  <c:v>41564</c:v>
                </c:pt>
                <c:pt idx="436" c:formatCode="yyyy/m/d">
                  <c:v>41565</c:v>
                </c:pt>
                <c:pt idx="437" c:formatCode="yyyy/m/d">
                  <c:v>41568</c:v>
                </c:pt>
                <c:pt idx="438" c:formatCode="yyyy/m/d">
                  <c:v>41569</c:v>
                </c:pt>
                <c:pt idx="439" c:formatCode="yyyy/m/d">
                  <c:v>41570</c:v>
                </c:pt>
                <c:pt idx="440" c:formatCode="yyyy/m/d">
                  <c:v>41571</c:v>
                </c:pt>
                <c:pt idx="441" c:formatCode="yyyy/m/d">
                  <c:v>41572</c:v>
                </c:pt>
                <c:pt idx="442" c:formatCode="yyyy/m/d">
                  <c:v>41575</c:v>
                </c:pt>
                <c:pt idx="443" c:formatCode="yyyy/m/d">
                  <c:v>41576</c:v>
                </c:pt>
                <c:pt idx="444" c:formatCode="yyyy/m/d">
                  <c:v>41577</c:v>
                </c:pt>
                <c:pt idx="445" c:formatCode="yyyy/m/d">
                  <c:v>41578</c:v>
                </c:pt>
                <c:pt idx="446" c:formatCode="yyyy/m/d">
                  <c:v>41579</c:v>
                </c:pt>
                <c:pt idx="447" c:formatCode="yyyy/m/d">
                  <c:v>41582</c:v>
                </c:pt>
                <c:pt idx="448" c:formatCode="yyyy/m/d">
                  <c:v>41583</c:v>
                </c:pt>
                <c:pt idx="449" c:formatCode="yyyy/m/d">
                  <c:v>41584</c:v>
                </c:pt>
                <c:pt idx="450" c:formatCode="yyyy/m/d">
                  <c:v>41585</c:v>
                </c:pt>
                <c:pt idx="451" c:formatCode="yyyy/m/d">
                  <c:v>41586</c:v>
                </c:pt>
                <c:pt idx="452" c:formatCode="yyyy/m/d">
                  <c:v>41589</c:v>
                </c:pt>
                <c:pt idx="453" c:formatCode="yyyy/m/d">
                  <c:v>41590</c:v>
                </c:pt>
                <c:pt idx="454" c:formatCode="yyyy/m/d">
                  <c:v>41591</c:v>
                </c:pt>
                <c:pt idx="455" c:formatCode="yyyy/m/d">
                  <c:v>41592</c:v>
                </c:pt>
                <c:pt idx="456" c:formatCode="yyyy/m/d">
                  <c:v>41593</c:v>
                </c:pt>
                <c:pt idx="457" c:formatCode="yyyy/m/d">
                  <c:v>41596</c:v>
                </c:pt>
                <c:pt idx="458" c:formatCode="yyyy/m/d">
                  <c:v>41597</c:v>
                </c:pt>
                <c:pt idx="459" c:formatCode="yyyy/m/d">
                  <c:v>41598</c:v>
                </c:pt>
                <c:pt idx="460" c:formatCode="yyyy/m/d">
                  <c:v>41599</c:v>
                </c:pt>
                <c:pt idx="461" c:formatCode="yyyy/m/d">
                  <c:v>41600</c:v>
                </c:pt>
                <c:pt idx="462" c:formatCode="yyyy/m/d">
                  <c:v>41603</c:v>
                </c:pt>
                <c:pt idx="463" c:formatCode="yyyy/m/d">
                  <c:v>41604</c:v>
                </c:pt>
                <c:pt idx="464" c:formatCode="yyyy/m/d">
                  <c:v>41605</c:v>
                </c:pt>
                <c:pt idx="465" c:formatCode="yyyy/m/d">
                  <c:v>41610</c:v>
                </c:pt>
                <c:pt idx="466" c:formatCode="yyyy/m/d">
                  <c:v>41611</c:v>
                </c:pt>
                <c:pt idx="467" c:formatCode="yyyy/m/d">
                  <c:v>41612</c:v>
                </c:pt>
                <c:pt idx="468" c:formatCode="yyyy/m/d">
                  <c:v>41613</c:v>
                </c:pt>
                <c:pt idx="469" c:formatCode="yyyy/m/d">
                  <c:v>41614</c:v>
                </c:pt>
                <c:pt idx="470" c:formatCode="yyyy/m/d">
                  <c:v>41617</c:v>
                </c:pt>
                <c:pt idx="471" c:formatCode="yyyy/m/d">
                  <c:v>41618</c:v>
                </c:pt>
                <c:pt idx="472" c:formatCode="yyyy/m/d">
                  <c:v>41619</c:v>
                </c:pt>
                <c:pt idx="473" c:formatCode="yyyy/m/d">
                  <c:v>41620</c:v>
                </c:pt>
                <c:pt idx="474" c:formatCode="yyyy/m/d">
                  <c:v>41621</c:v>
                </c:pt>
                <c:pt idx="475" c:formatCode="yyyy/m/d">
                  <c:v>41624</c:v>
                </c:pt>
                <c:pt idx="476" c:formatCode="yyyy/m/d">
                  <c:v>41625</c:v>
                </c:pt>
                <c:pt idx="477" c:formatCode="yyyy/m/d">
                  <c:v>41626</c:v>
                </c:pt>
                <c:pt idx="478" c:formatCode="yyyy/m/d">
                  <c:v>41627</c:v>
                </c:pt>
                <c:pt idx="479" c:formatCode="yyyy/m/d">
                  <c:v>41628</c:v>
                </c:pt>
                <c:pt idx="480" c:formatCode="yyyy/m/d">
                  <c:v>41631</c:v>
                </c:pt>
                <c:pt idx="481" c:formatCode="yyyy/m/d">
                  <c:v>41635</c:v>
                </c:pt>
                <c:pt idx="482" c:formatCode="yyyy/m/d">
                  <c:v>41638</c:v>
                </c:pt>
                <c:pt idx="483" c:formatCode="yyyy/m/d">
                  <c:v>41639</c:v>
                </c:pt>
                <c:pt idx="484" c:formatCode="yyyy/m/d">
                  <c:v>41642</c:v>
                </c:pt>
                <c:pt idx="485" c:formatCode="yyyy/m/d">
                  <c:v>41645</c:v>
                </c:pt>
                <c:pt idx="486" c:formatCode="yyyy/m/d">
                  <c:v>41646</c:v>
                </c:pt>
                <c:pt idx="487" c:formatCode="yyyy/m/d">
                  <c:v>41647</c:v>
                </c:pt>
                <c:pt idx="488" c:formatCode="yyyy/m/d">
                  <c:v>41648</c:v>
                </c:pt>
                <c:pt idx="489" c:formatCode="yyyy/m/d">
                  <c:v>41649</c:v>
                </c:pt>
                <c:pt idx="490" c:formatCode="yyyy/m/d">
                  <c:v>41652</c:v>
                </c:pt>
                <c:pt idx="491" c:formatCode="yyyy/m/d">
                  <c:v>41653</c:v>
                </c:pt>
                <c:pt idx="492" c:formatCode="yyyy/m/d">
                  <c:v>41654</c:v>
                </c:pt>
                <c:pt idx="493" c:formatCode="yyyy/m/d">
                  <c:v>41655</c:v>
                </c:pt>
                <c:pt idx="494" c:formatCode="yyyy/m/d">
                  <c:v>41660</c:v>
                </c:pt>
                <c:pt idx="495" c:formatCode="yyyy/m/d">
                  <c:v>41661</c:v>
                </c:pt>
                <c:pt idx="496" c:formatCode="yyyy/m/d">
                  <c:v>41662</c:v>
                </c:pt>
                <c:pt idx="497" c:formatCode="yyyy/m/d">
                  <c:v>41663</c:v>
                </c:pt>
                <c:pt idx="498" c:formatCode="yyyy/m/d">
                  <c:v>41666</c:v>
                </c:pt>
                <c:pt idx="499" c:formatCode="yyyy/m/d">
                  <c:v>41667</c:v>
                </c:pt>
                <c:pt idx="500" c:formatCode="yyyy/m/d">
                  <c:v>41668</c:v>
                </c:pt>
                <c:pt idx="501" c:formatCode="yyyy/m/d">
                  <c:v>41669</c:v>
                </c:pt>
                <c:pt idx="502" c:formatCode="yyyy/m/d">
                  <c:v>41670</c:v>
                </c:pt>
                <c:pt idx="503" c:formatCode="yyyy/m/d">
                  <c:v>41673</c:v>
                </c:pt>
                <c:pt idx="504" c:formatCode="yyyy/m/d">
                  <c:v>41674</c:v>
                </c:pt>
                <c:pt idx="505" c:formatCode="yyyy/m/d">
                  <c:v>41675</c:v>
                </c:pt>
                <c:pt idx="506" c:formatCode="yyyy/m/d">
                  <c:v>41676</c:v>
                </c:pt>
                <c:pt idx="507" c:formatCode="yyyy/m/d">
                  <c:v>41677</c:v>
                </c:pt>
                <c:pt idx="508" c:formatCode="yyyy/m/d">
                  <c:v>41680</c:v>
                </c:pt>
                <c:pt idx="509" c:formatCode="yyyy/m/d">
                  <c:v>41681</c:v>
                </c:pt>
                <c:pt idx="510" c:formatCode="yyyy/m/d">
                  <c:v>41682</c:v>
                </c:pt>
                <c:pt idx="511" c:formatCode="yyyy/m/d">
                  <c:v>41683</c:v>
                </c:pt>
                <c:pt idx="512" c:formatCode="yyyy/m/d">
                  <c:v>41688</c:v>
                </c:pt>
                <c:pt idx="513" c:formatCode="yyyy/m/d">
                  <c:v>41689</c:v>
                </c:pt>
                <c:pt idx="514" c:formatCode="yyyy/m/d">
                  <c:v>41690</c:v>
                </c:pt>
                <c:pt idx="515" c:formatCode="yyyy/m/d">
                  <c:v>41691</c:v>
                </c:pt>
                <c:pt idx="516" c:formatCode="yyyy/m/d">
                  <c:v>41694</c:v>
                </c:pt>
                <c:pt idx="517" c:formatCode="yyyy/m/d">
                  <c:v>41695</c:v>
                </c:pt>
                <c:pt idx="518" c:formatCode="yyyy/m/d">
                  <c:v>41696</c:v>
                </c:pt>
                <c:pt idx="519" c:formatCode="yyyy/m/d">
                  <c:v>41697</c:v>
                </c:pt>
                <c:pt idx="520" c:formatCode="yyyy/m/d">
                  <c:v>41698</c:v>
                </c:pt>
                <c:pt idx="521" c:formatCode="yyyy/m/d">
                  <c:v>41701</c:v>
                </c:pt>
                <c:pt idx="522" c:formatCode="yyyy/m/d">
                  <c:v>41702</c:v>
                </c:pt>
                <c:pt idx="523" c:formatCode="yyyy/m/d">
                  <c:v>41703</c:v>
                </c:pt>
                <c:pt idx="524" c:formatCode="yyyy/m/d">
                  <c:v>41704</c:v>
                </c:pt>
                <c:pt idx="525" c:formatCode="yyyy/m/d">
                  <c:v>41705</c:v>
                </c:pt>
                <c:pt idx="526" c:formatCode="yyyy/m/d">
                  <c:v>41708</c:v>
                </c:pt>
                <c:pt idx="527" c:formatCode="yyyy/m/d">
                  <c:v>41709</c:v>
                </c:pt>
                <c:pt idx="528" c:formatCode="yyyy/m/d">
                  <c:v>41710</c:v>
                </c:pt>
                <c:pt idx="529" c:formatCode="yyyy/m/d">
                  <c:v>41711</c:v>
                </c:pt>
                <c:pt idx="530" c:formatCode="yyyy/m/d">
                  <c:v>41712</c:v>
                </c:pt>
                <c:pt idx="531" c:formatCode="yyyy/m/d">
                  <c:v>41715</c:v>
                </c:pt>
                <c:pt idx="532" c:formatCode="yyyy/m/d">
                  <c:v>41716</c:v>
                </c:pt>
                <c:pt idx="533" c:formatCode="yyyy/m/d">
                  <c:v>41717</c:v>
                </c:pt>
                <c:pt idx="534" c:formatCode="yyyy/m/d">
                  <c:v>41718</c:v>
                </c:pt>
                <c:pt idx="535" c:formatCode="yyyy/m/d">
                  <c:v>41719</c:v>
                </c:pt>
                <c:pt idx="536" c:formatCode="yyyy/m/d">
                  <c:v>41722</c:v>
                </c:pt>
                <c:pt idx="537" c:formatCode="yyyy/m/d">
                  <c:v>41723</c:v>
                </c:pt>
                <c:pt idx="538" c:formatCode="yyyy/m/d">
                  <c:v>41724</c:v>
                </c:pt>
                <c:pt idx="539" c:formatCode="yyyy/m/d">
                  <c:v>41725</c:v>
                </c:pt>
                <c:pt idx="540" c:formatCode="yyyy/m/d">
                  <c:v>41726</c:v>
                </c:pt>
                <c:pt idx="541" c:formatCode="yyyy/m/d">
                  <c:v>41729</c:v>
                </c:pt>
                <c:pt idx="542" c:formatCode="yyyy/m/d">
                  <c:v>41730</c:v>
                </c:pt>
                <c:pt idx="543" c:formatCode="yyyy/m/d">
                  <c:v>41731</c:v>
                </c:pt>
                <c:pt idx="544" c:formatCode="yyyy/m/d">
                  <c:v>41732</c:v>
                </c:pt>
                <c:pt idx="545" c:formatCode="yyyy/m/d">
                  <c:v>41733</c:v>
                </c:pt>
                <c:pt idx="546" c:formatCode="yyyy/m/d">
                  <c:v>41736</c:v>
                </c:pt>
                <c:pt idx="547" c:formatCode="yyyy/m/d">
                  <c:v>41737</c:v>
                </c:pt>
                <c:pt idx="548" c:formatCode="yyyy/m/d">
                  <c:v>41738</c:v>
                </c:pt>
                <c:pt idx="549" c:formatCode="yyyy/m/d">
                  <c:v>41739</c:v>
                </c:pt>
                <c:pt idx="550" c:formatCode="yyyy/m/d">
                  <c:v>41740</c:v>
                </c:pt>
                <c:pt idx="551" c:formatCode="yyyy/m/d">
                  <c:v>41743</c:v>
                </c:pt>
                <c:pt idx="552" c:formatCode="yyyy/m/d">
                  <c:v>41744</c:v>
                </c:pt>
                <c:pt idx="553" c:formatCode="yyyy/m/d">
                  <c:v>41745</c:v>
                </c:pt>
                <c:pt idx="554" c:formatCode="yyyy/m/d">
                  <c:v>41746</c:v>
                </c:pt>
                <c:pt idx="555" c:formatCode="yyyy/m/d">
                  <c:v>41750</c:v>
                </c:pt>
                <c:pt idx="556" c:formatCode="yyyy/m/d">
                  <c:v>41751</c:v>
                </c:pt>
                <c:pt idx="557" c:formatCode="yyyy/m/d">
                  <c:v>41752</c:v>
                </c:pt>
                <c:pt idx="558" c:formatCode="yyyy/m/d">
                  <c:v>41753</c:v>
                </c:pt>
                <c:pt idx="559" c:formatCode="yyyy/m/d">
                  <c:v>41754</c:v>
                </c:pt>
                <c:pt idx="560" c:formatCode="yyyy/m/d">
                  <c:v>41757</c:v>
                </c:pt>
                <c:pt idx="561" c:formatCode="yyyy/m/d">
                  <c:v>41758</c:v>
                </c:pt>
                <c:pt idx="562" c:formatCode="yyyy/m/d">
                  <c:v>41759</c:v>
                </c:pt>
                <c:pt idx="563" c:formatCode="yyyy/m/d">
                  <c:v>41760</c:v>
                </c:pt>
                <c:pt idx="564" c:formatCode="yyyy/m/d">
                  <c:v>41761</c:v>
                </c:pt>
                <c:pt idx="565" c:formatCode="yyyy/m/d">
                  <c:v>41764</c:v>
                </c:pt>
                <c:pt idx="566" c:formatCode="yyyy/m/d">
                  <c:v>41765</c:v>
                </c:pt>
                <c:pt idx="567" c:formatCode="yyyy/m/d">
                  <c:v>41766</c:v>
                </c:pt>
                <c:pt idx="568" c:formatCode="yyyy/m/d">
                  <c:v>41767</c:v>
                </c:pt>
                <c:pt idx="569" c:formatCode="yyyy/m/d">
                  <c:v>41768</c:v>
                </c:pt>
                <c:pt idx="570" c:formatCode="yyyy/m/d">
                  <c:v>41771</c:v>
                </c:pt>
                <c:pt idx="571" c:formatCode="yyyy/m/d">
                  <c:v>41772</c:v>
                </c:pt>
                <c:pt idx="572" c:formatCode="yyyy/m/d">
                  <c:v>41773</c:v>
                </c:pt>
                <c:pt idx="573" c:formatCode="yyyy/m/d">
                  <c:v>41774</c:v>
                </c:pt>
                <c:pt idx="574" c:formatCode="yyyy/m/d">
                  <c:v>41775</c:v>
                </c:pt>
                <c:pt idx="575" c:formatCode="yyyy/m/d">
                  <c:v>41778</c:v>
                </c:pt>
                <c:pt idx="576" c:formatCode="yyyy/m/d">
                  <c:v>41779</c:v>
                </c:pt>
                <c:pt idx="577" c:formatCode="yyyy/m/d">
                  <c:v>41780</c:v>
                </c:pt>
                <c:pt idx="578" c:formatCode="yyyy/m/d">
                  <c:v>41781</c:v>
                </c:pt>
                <c:pt idx="579" c:formatCode="yyyy/m/d">
                  <c:v>41786</c:v>
                </c:pt>
                <c:pt idx="580" c:formatCode="yyyy/m/d">
                  <c:v>41787</c:v>
                </c:pt>
                <c:pt idx="581" c:formatCode="yyyy/m/d">
                  <c:v>41788</c:v>
                </c:pt>
                <c:pt idx="582" c:formatCode="yyyy/m/d">
                  <c:v>41789</c:v>
                </c:pt>
                <c:pt idx="583" c:formatCode="yyyy/m/d">
                  <c:v>41792</c:v>
                </c:pt>
                <c:pt idx="584" c:formatCode="yyyy/m/d">
                  <c:v>41793</c:v>
                </c:pt>
                <c:pt idx="585" c:formatCode="yyyy/m/d">
                  <c:v>41794</c:v>
                </c:pt>
                <c:pt idx="586" c:formatCode="yyyy/m/d">
                  <c:v>41795</c:v>
                </c:pt>
                <c:pt idx="587" c:formatCode="yyyy/m/d">
                  <c:v>41796</c:v>
                </c:pt>
                <c:pt idx="588" c:formatCode="yyyy/m/d">
                  <c:v>41799</c:v>
                </c:pt>
                <c:pt idx="589" c:formatCode="yyyy/m/d">
                  <c:v>41800</c:v>
                </c:pt>
                <c:pt idx="590" c:formatCode="yyyy/m/d">
                  <c:v>41801</c:v>
                </c:pt>
                <c:pt idx="591" c:formatCode="yyyy/m/d">
                  <c:v>41802</c:v>
                </c:pt>
                <c:pt idx="592" c:formatCode="yyyy/m/d">
                  <c:v>41803</c:v>
                </c:pt>
                <c:pt idx="593" c:formatCode="yyyy/m/d">
                  <c:v>41806</c:v>
                </c:pt>
                <c:pt idx="594" c:formatCode="yyyy/m/d">
                  <c:v>41807</c:v>
                </c:pt>
                <c:pt idx="595" c:formatCode="yyyy/m/d">
                  <c:v>41808</c:v>
                </c:pt>
                <c:pt idx="596" c:formatCode="yyyy/m/d">
                  <c:v>41809</c:v>
                </c:pt>
                <c:pt idx="597" c:formatCode="yyyy/m/d">
                  <c:v>41810</c:v>
                </c:pt>
                <c:pt idx="598" c:formatCode="yyyy/m/d">
                  <c:v>41813</c:v>
                </c:pt>
                <c:pt idx="599" c:formatCode="yyyy/m/d">
                  <c:v>41814</c:v>
                </c:pt>
                <c:pt idx="600" c:formatCode="yyyy/m/d">
                  <c:v>41815</c:v>
                </c:pt>
                <c:pt idx="601" c:formatCode="yyyy/m/d">
                  <c:v>41816</c:v>
                </c:pt>
                <c:pt idx="602" c:formatCode="yyyy/m/d">
                  <c:v>41817</c:v>
                </c:pt>
                <c:pt idx="603" c:formatCode="yyyy/m/d">
                  <c:v>41820</c:v>
                </c:pt>
                <c:pt idx="604" c:formatCode="yyyy/m/d">
                  <c:v>41821</c:v>
                </c:pt>
                <c:pt idx="605" c:formatCode="yyyy/m/d">
                  <c:v>41822</c:v>
                </c:pt>
                <c:pt idx="606" c:formatCode="yyyy/m/d">
                  <c:v>41827</c:v>
                </c:pt>
                <c:pt idx="607" c:formatCode="yyyy/m/d">
                  <c:v>41828</c:v>
                </c:pt>
                <c:pt idx="608" c:formatCode="yyyy/m/d">
                  <c:v>41829</c:v>
                </c:pt>
                <c:pt idx="609" c:formatCode="yyyy/m/d">
                  <c:v>41830</c:v>
                </c:pt>
                <c:pt idx="610" c:formatCode="yyyy/m/d">
                  <c:v>41831</c:v>
                </c:pt>
                <c:pt idx="611" c:formatCode="yyyy/m/d">
                  <c:v>41834</c:v>
                </c:pt>
                <c:pt idx="612" c:formatCode="yyyy/m/d">
                  <c:v>41835</c:v>
                </c:pt>
                <c:pt idx="613" c:formatCode="yyyy/m/d">
                  <c:v>41836</c:v>
                </c:pt>
                <c:pt idx="614" c:formatCode="yyyy/m/d">
                  <c:v>41837</c:v>
                </c:pt>
                <c:pt idx="615" c:formatCode="yyyy/m/d">
                  <c:v>41838</c:v>
                </c:pt>
                <c:pt idx="616" c:formatCode="yyyy/m/d">
                  <c:v>41841</c:v>
                </c:pt>
                <c:pt idx="617" c:formatCode="yyyy/m/d">
                  <c:v>41842</c:v>
                </c:pt>
                <c:pt idx="618" c:formatCode="yyyy/m/d">
                  <c:v>41843</c:v>
                </c:pt>
                <c:pt idx="619" c:formatCode="yyyy/m/d">
                  <c:v>41844</c:v>
                </c:pt>
                <c:pt idx="620" c:formatCode="yyyy/m/d">
                  <c:v>41845</c:v>
                </c:pt>
                <c:pt idx="621" c:formatCode="yyyy/m/d">
                  <c:v>41848</c:v>
                </c:pt>
                <c:pt idx="622" c:formatCode="yyyy/m/d">
                  <c:v>41849</c:v>
                </c:pt>
                <c:pt idx="623" c:formatCode="yyyy/m/d">
                  <c:v>41850</c:v>
                </c:pt>
                <c:pt idx="624" c:formatCode="yyyy/m/d">
                  <c:v>41851</c:v>
                </c:pt>
                <c:pt idx="625" c:formatCode="yyyy/m/d">
                  <c:v>41852</c:v>
                </c:pt>
                <c:pt idx="626" c:formatCode="yyyy/m/d">
                  <c:v>41855</c:v>
                </c:pt>
                <c:pt idx="627" c:formatCode="yyyy/m/d">
                  <c:v>41856</c:v>
                </c:pt>
                <c:pt idx="628" c:formatCode="yyyy/m/d">
                  <c:v>41857</c:v>
                </c:pt>
                <c:pt idx="629" c:formatCode="yyyy/m/d">
                  <c:v>41858</c:v>
                </c:pt>
                <c:pt idx="630" c:formatCode="yyyy/m/d">
                  <c:v>41859</c:v>
                </c:pt>
                <c:pt idx="631" c:formatCode="yyyy/m/d">
                  <c:v>41862</c:v>
                </c:pt>
                <c:pt idx="632" c:formatCode="yyyy/m/d">
                  <c:v>41863</c:v>
                </c:pt>
                <c:pt idx="633" c:formatCode="yyyy/m/d">
                  <c:v>41864</c:v>
                </c:pt>
                <c:pt idx="634" c:formatCode="yyyy/m/d">
                  <c:v>41865</c:v>
                </c:pt>
                <c:pt idx="635" c:formatCode="yyyy/m/d">
                  <c:v>41866</c:v>
                </c:pt>
                <c:pt idx="636" c:formatCode="yyyy/m/d">
                  <c:v>41869</c:v>
                </c:pt>
                <c:pt idx="637" c:formatCode="yyyy/m/d">
                  <c:v>41870</c:v>
                </c:pt>
                <c:pt idx="638" c:formatCode="yyyy/m/d">
                  <c:v>41871</c:v>
                </c:pt>
                <c:pt idx="639" c:formatCode="yyyy/m/d">
                  <c:v>41872</c:v>
                </c:pt>
                <c:pt idx="640" c:formatCode="yyyy/m/d">
                  <c:v>41873</c:v>
                </c:pt>
                <c:pt idx="641" c:formatCode="yyyy/m/d">
                  <c:v>41876</c:v>
                </c:pt>
                <c:pt idx="642" c:formatCode="yyyy/m/d">
                  <c:v>41877</c:v>
                </c:pt>
                <c:pt idx="643" c:formatCode="yyyy/m/d">
                  <c:v>41878</c:v>
                </c:pt>
                <c:pt idx="644" c:formatCode="yyyy/m/d">
                  <c:v>41879</c:v>
                </c:pt>
                <c:pt idx="645" c:formatCode="yyyy/m/d">
                  <c:v>41884</c:v>
                </c:pt>
                <c:pt idx="646" c:formatCode="yyyy/m/d">
                  <c:v>41885</c:v>
                </c:pt>
                <c:pt idx="647" c:formatCode="yyyy/m/d">
                  <c:v>41886</c:v>
                </c:pt>
                <c:pt idx="648" c:formatCode="yyyy/m/d">
                  <c:v>41887</c:v>
                </c:pt>
                <c:pt idx="649" c:formatCode="yyyy/m/d">
                  <c:v>41890</c:v>
                </c:pt>
                <c:pt idx="650" c:formatCode="yyyy/m/d">
                  <c:v>41891</c:v>
                </c:pt>
                <c:pt idx="651" c:formatCode="yyyy/m/d">
                  <c:v>41892</c:v>
                </c:pt>
                <c:pt idx="652" c:formatCode="yyyy/m/d">
                  <c:v>41893</c:v>
                </c:pt>
                <c:pt idx="653" c:formatCode="yyyy/m/d">
                  <c:v>41894</c:v>
                </c:pt>
                <c:pt idx="654" c:formatCode="yyyy/m/d">
                  <c:v>41897</c:v>
                </c:pt>
                <c:pt idx="655" c:formatCode="yyyy/m/d">
                  <c:v>41898</c:v>
                </c:pt>
                <c:pt idx="656" c:formatCode="yyyy/m/d">
                  <c:v>41899</c:v>
                </c:pt>
                <c:pt idx="657" c:formatCode="yyyy/m/d">
                  <c:v>41900</c:v>
                </c:pt>
                <c:pt idx="658" c:formatCode="yyyy/m/d">
                  <c:v>41901</c:v>
                </c:pt>
                <c:pt idx="659" c:formatCode="yyyy/m/d">
                  <c:v>41904</c:v>
                </c:pt>
                <c:pt idx="660" c:formatCode="yyyy/m/d">
                  <c:v>41905</c:v>
                </c:pt>
                <c:pt idx="661" c:formatCode="yyyy/m/d">
                  <c:v>41906</c:v>
                </c:pt>
                <c:pt idx="662" c:formatCode="yyyy/m/d">
                  <c:v>41907</c:v>
                </c:pt>
                <c:pt idx="663" c:formatCode="yyyy/m/d">
                  <c:v>41908</c:v>
                </c:pt>
                <c:pt idx="664" c:formatCode="yyyy/m/d">
                  <c:v>41911</c:v>
                </c:pt>
                <c:pt idx="665" c:formatCode="yyyy/m/d">
                  <c:v>41912</c:v>
                </c:pt>
                <c:pt idx="666" c:formatCode="yyyy/m/d">
                  <c:v>41913</c:v>
                </c:pt>
                <c:pt idx="667" c:formatCode="yyyy/m/d">
                  <c:v>41914</c:v>
                </c:pt>
                <c:pt idx="668" c:formatCode="yyyy/m/d">
                  <c:v>41915</c:v>
                </c:pt>
                <c:pt idx="669" c:formatCode="yyyy/m/d">
                  <c:v>41918</c:v>
                </c:pt>
                <c:pt idx="670" c:formatCode="yyyy/m/d">
                  <c:v>41919</c:v>
                </c:pt>
                <c:pt idx="671" c:formatCode="yyyy/m/d">
                  <c:v>41920</c:v>
                </c:pt>
                <c:pt idx="672" c:formatCode="yyyy/m/d">
                  <c:v>41921</c:v>
                </c:pt>
                <c:pt idx="673" c:formatCode="yyyy/m/d">
                  <c:v>41922</c:v>
                </c:pt>
                <c:pt idx="674" c:formatCode="yyyy/m/d">
                  <c:v>41925</c:v>
                </c:pt>
                <c:pt idx="675" c:formatCode="yyyy/m/d">
                  <c:v>41926</c:v>
                </c:pt>
                <c:pt idx="676" c:formatCode="yyyy/m/d">
                  <c:v>41927</c:v>
                </c:pt>
                <c:pt idx="677" c:formatCode="yyyy/m/d">
                  <c:v>41928</c:v>
                </c:pt>
                <c:pt idx="678" c:formatCode="yyyy/m/d">
                  <c:v>41929</c:v>
                </c:pt>
                <c:pt idx="679" c:formatCode="yyyy/m/d">
                  <c:v>41932</c:v>
                </c:pt>
                <c:pt idx="680" c:formatCode="yyyy/m/d">
                  <c:v>41933</c:v>
                </c:pt>
                <c:pt idx="681" c:formatCode="yyyy/m/d">
                  <c:v>41934</c:v>
                </c:pt>
                <c:pt idx="682" c:formatCode="yyyy/m/d">
                  <c:v>41935</c:v>
                </c:pt>
                <c:pt idx="683" c:formatCode="yyyy/m/d">
                  <c:v>41936</c:v>
                </c:pt>
                <c:pt idx="684" c:formatCode="yyyy/m/d">
                  <c:v>41939</c:v>
                </c:pt>
                <c:pt idx="685" c:formatCode="yyyy/m/d">
                  <c:v>41940</c:v>
                </c:pt>
                <c:pt idx="686" c:formatCode="yyyy/m/d">
                  <c:v>41941</c:v>
                </c:pt>
                <c:pt idx="687" c:formatCode="yyyy/m/d">
                  <c:v>41942</c:v>
                </c:pt>
                <c:pt idx="688" c:formatCode="yyyy/m/d">
                  <c:v>41943</c:v>
                </c:pt>
                <c:pt idx="689" c:formatCode="yyyy/m/d">
                  <c:v>41946</c:v>
                </c:pt>
                <c:pt idx="690" c:formatCode="yyyy/m/d">
                  <c:v>41947</c:v>
                </c:pt>
                <c:pt idx="691" c:formatCode="yyyy/m/d">
                  <c:v>41948</c:v>
                </c:pt>
                <c:pt idx="692" c:formatCode="yyyy/m/d">
                  <c:v>41949</c:v>
                </c:pt>
                <c:pt idx="693" c:formatCode="yyyy/m/d">
                  <c:v>41950</c:v>
                </c:pt>
                <c:pt idx="694" c:formatCode="yyyy/m/d">
                  <c:v>41953</c:v>
                </c:pt>
                <c:pt idx="695" c:formatCode="yyyy/m/d">
                  <c:v>41954</c:v>
                </c:pt>
                <c:pt idx="696" c:formatCode="yyyy/m/d">
                  <c:v>41955</c:v>
                </c:pt>
                <c:pt idx="697" c:formatCode="yyyy/m/d">
                  <c:v>41956</c:v>
                </c:pt>
                <c:pt idx="698" c:formatCode="yyyy/m/d">
                  <c:v>41957</c:v>
                </c:pt>
                <c:pt idx="699" c:formatCode="yyyy/m/d">
                  <c:v>41960</c:v>
                </c:pt>
                <c:pt idx="700" c:formatCode="yyyy/m/d">
                  <c:v>41961</c:v>
                </c:pt>
                <c:pt idx="701" c:formatCode="yyyy/m/d">
                  <c:v>41962</c:v>
                </c:pt>
                <c:pt idx="702" c:formatCode="yyyy/m/d">
                  <c:v>41963</c:v>
                </c:pt>
                <c:pt idx="703" c:formatCode="yyyy/m/d">
                  <c:v>41964</c:v>
                </c:pt>
                <c:pt idx="704" c:formatCode="yyyy/m/d">
                  <c:v>41967</c:v>
                </c:pt>
                <c:pt idx="705" c:formatCode="yyyy/m/d">
                  <c:v>41968</c:v>
                </c:pt>
                <c:pt idx="706" c:formatCode="yyyy/m/d">
                  <c:v>41969</c:v>
                </c:pt>
                <c:pt idx="707" c:formatCode="yyyy/m/d">
                  <c:v>41974</c:v>
                </c:pt>
                <c:pt idx="708" c:formatCode="yyyy/m/d">
                  <c:v>41975</c:v>
                </c:pt>
                <c:pt idx="709" c:formatCode="yyyy/m/d">
                  <c:v>41976</c:v>
                </c:pt>
                <c:pt idx="710" c:formatCode="yyyy/m/d">
                  <c:v>41977</c:v>
                </c:pt>
                <c:pt idx="711" c:formatCode="yyyy/m/d">
                  <c:v>41978</c:v>
                </c:pt>
                <c:pt idx="712" c:formatCode="yyyy/m/d">
                  <c:v>41981</c:v>
                </c:pt>
                <c:pt idx="713" c:formatCode="yyyy/m/d">
                  <c:v>41982</c:v>
                </c:pt>
                <c:pt idx="714" c:formatCode="yyyy/m/d">
                  <c:v>41983</c:v>
                </c:pt>
                <c:pt idx="715" c:formatCode="yyyy/m/d">
                  <c:v>41984</c:v>
                </c:pt>
                <c:pt idx="716" c:formatCode="yyyy/m/d">
                  <c:v>41985</c:v>
                </c:pt>
                <c:pt idx="717" c:formatCode="yyyy/m/d">
                  <c:v>41988</c:v>
                </c:pt>
                <c:pt idx="718" c:formatCode="yyyy/m/d">
                  <c:v>41989</c:v>
                </c:pt>
                <c:pt idx="719" c:formatCode="yyyy/m/d">
                  <c:v>41990</c:v>
                </c:pt>
                <c:pt idx="720" c:formatCode="yyyy/m/d">
                  <c:v>41991</c:v>
                </c:pt>
                <c:pt idx="721" c:formatCode="yyyy/m/d">
                  <c:v>41992</c:v>
                </c:pt>
                <c:pt idx="722" c:formatCode="yyyy/m/d">
                  <c:v>41995</c:v>
                </c:pt>
                <c:pt idx="723" c:formatCode="yyyy/m/d">
                  <c:v>41996</c:v>
                </c:pt>
                <c:pt idx="724" c:formatCode="yyyy/m/d">
                  <c:v>41999</c:v>
                </c:pt>
                <c:pt idx="725" c:formatCode="yyyy/m/d">
                  <c:v>42002</c:v>
                </c:pt>
                <c:pt idx="726" c:formatCode="yyyy/m/d">
                  <c:v>42003</c:v>
                </c:pt>
                <c:pt idx="727" c:formatCode="yyyy/m/d">
                  <c:v>42004</c:v>
                </c:pt>
                <c:pt idx="728" c:formatCode="yyyy/m/d">
                  <c:v>42009</c:v>
                </c:pt>
                <c:pt idx="729" c:formatCode="yyyy/m/d">
                  <c:v>42010</c:v>
                </c:pt>
                <c:pt idx="730" c:formatCode="yyyy/m/d">
                  <c:v>42011</c:v>
                </c:pt>
                <c:pt idx="731" c:formatCode="yyyy/m/d">
                  <c:v>42012</c:v>
                </c:pt>
                <c:pt idx="732" c:formatCode="yyyy/m/d">
                  <c:v>42013</c:v>
                </c:pt>
                <c:pt idx="733" c:formatCode="yyyy/m/d">
                  <c:v>42016</c:v>
                </c:pt>
                <c:pt idx="734" c:formatCode="yyyy/m/d">
                  <c:v>42017</c:v>
                </c:pt>
                <c:pt idx="735" c:formatCode="yyyy/m/d">
                  <c:v>42018</c:v>
                </c:pt>
                <c:pt idx="736" c:formatCode="yyyy/m/d">
                  <c:v>42019</c:v>
                </c:pt>
                <c:pt idx="737" c:formatCode="yyyy/m/d">
                  <c:v>42020</c:v>
                </c:pt>
                <c:pt idx="738" c:formatCode="yyyy/m/d">
                  <c:v>42024</c:v>
                </c:pt>
                <c:pt idx="739" c:formatCode="yyyy/m/d">
                  <c:v>42025</c:v>
                </c:pt>
                <c:pt idx="740" c:formatCode="yyyy/m/d">
                  <c:v>42026</c:v>
                </c:pt>
                <c:pt idx="741" c:formatCode="yyyy/m/d">
                  <c:v>42027</c:v>
                </c:pt>
                <c:pt idx="742" c:formatCode="yyyy/m/d">
                  <c:v>42030</c:v>
                </c:pt>
                <c:pt idx="743" c:formatCode="yyyy/m/d">
                  <c:v>42031</c:v>
                </c:pt>
                <c:pt idx="744" c:formatCode="yyyy/m/d">
                  <c:v>42032</c:v>
                </c:pt>
                <c:pt idx="745" c:formatCode="yyyy/m/d">
                  <c:v>42033</c:v>
                </c:pt>
                <c:pt idx="746" c:formatCode="yyyy/m/d">
                  <c:v>42034</c:v>
                </c:pt>
                <c:pt idx="747" c:formatCode="yyyy/m/d">
                  <c:v>42037</c:v>
                </c:pt>
                <c:pt idx="748" c:formatCode="yyyy/m/d">
                  <c:v>42038</c:v>
                </c:pt>
                <c:pt idx="749" c:formatCode="yyyy/m/d">
                  <c:v>42039</c:v>
                </c:pt>
                <c:pt idx="750" c:formatCode="yyyy/m/d">
                  <c:v>42040</c:v>
                </c:pt>
                <c:pt idx="751" c:formatCode="yyyy/m/d">
                  <c:v>42041</c:v>
                </c:pt>
                <c:pt idx="752" c:formatCode="yyyy/m/d">
                  <c:v>42044</c:v>
                </c:pt>
                <c:pt idx="753" c:formatCode="yyyy/m/d">
                  <c:v>42045</c:v>
                </c:pt>
                <c:pt idx="754" c:formatCode="yyyy/m/d">
                  <c:v>42046</c:v>
                </c:pt>
                <c:pt idx="755" c:formatCode="yyyy/m/d">
                  <c:v>42047</c:v>
                </c:pt>
                <c:pt idx="756" c:formatCode="yyyy/m/d">
                  <c:v>42048</c:v>
                </c:pt>
                <c:pt idx="757" c:formatCode="yyyy/m/d">
                  <c:v>42052</c:v>
                </c:pt>
                <c:pt idx="758" c:formatCode="yyyy/m/d">
                  <c:v>42053</c:v>
                </c:pt>
                <c:pt idx="759" c:formatCode="yyyy/m/d">
                  <c:v>42054</c:v>
                </c:pt>
                <c:pt idx="760" c:formatCode="yyyy/m/d">
                  <c:v>42055</c:v>
                </c:pt>
                <c:pt idx="761" c:formatCode="yyyy/m/d">
                  <c:v>42058</c:v>
                </c:pt>
                <c:pt idx="762" c:formatCode="yyyy/m/d">
                  <c:v>42059</c:v>
                </c:pt>
                <c:pt idx="763" c:formatCode="yyyy/m/d">
                  <c:v>42060</c:v>
                </c:pt>
                <c:pt idx="764" c:formatCode="yyyy/m/d">
                  <c:v>42061</c:v>
                </c:pt>
                <c:pt idx="765" c:formatCode="yyyy/m/d">
                  <c:v>42062</c:v>
                </c:pt>
                <c:pt idx="766" c:formatCode="yyyy/m/d">
                  <c:v>42065</c:v>
                </c:pt>
                <c:pt idx="767" c:formatCode="yyyy/m/d">
                  <c:v>42066</c:v>
                </c:pt>
                <c:pt idx="768" c:formatCode="yyyy/m/d">
                  <c:v>42067</c:v>
                </c:pt>
                <c:pt idx="769" c:formatCode="yyyy/m/d">
                  <c:v>42068</c:v>
                </c:pt>
                <c:pt idx="770" c:formatCode="yyyy/m/d">
                  <c:v>42069</c:v>
                </c:pt>
                <c:pt idx="771" c:formatCode="yyyy/m/d">
                  <c:v>42072</c:v>
                </c:pt>
                <c:pt idx="772" c:formatCode="yyyy/m/d">
                  <c:v>42073</c:v>
                </c:pt>
                <c:pt idx="773" c:formatCode="yyyy/m/d">
                  <c:v>42074</c:v>
                </c:pt>
                <c:pt idx="774" c:formatCode="yyyy/m/d">
                  <c:v>42075</c:v>
                </c:pt>
                <c:pt idx="775" c:formatCode="yyyy/m/d">
                  <c:v>42076</c:v>
                </c:pt>
                <c:pt idx="776" c:formatCode="yyyy/m/d">
                  <c:v>42079</c:v>
                </c:pt>
                <c:pt idx="777" c:formatCode="yyyy/m/d">
                  <c:v>42080</c:v>
                </c:pt>
                <c:pt idx="778" c:formatCode="yyyy/m/d">
                  <c:v>42081</c:v>
                </c:pt>
                <c:pt idx="779" c:formatCode="yyyy/m/d">
                  <c:v>42082</c:v>
                </c:pt>
                <c:pt idx="780" c:formatCode="yyyy/m/d">
                  <c:v>42083</c:v>
                </c:pt>
                <c:pt idx="781" c:formatCode="yyyy/m/d">
                  <c:v>42086</c:v>
                </c:pt>
                <c:pt idx="782" c:formatCode="yyyy/m/d">
                  <c:v>42087</c:v>
                </c:pt>
                <c:pt idx="783" c:formatCode="yyyy/m/d">
                  <c:v>42088</c:v>
                </c:pt>
                <c:pt idx="784" c:formatCode="yyyy/m/d">
                  <c:v>42089</c:v>
                </c:pt>
                <c:pt idx="785" c:formatCode="yyyy/m/d">
                  <c:v>42090</c:v>
                </c:pt>
                <c:pt idx="786" c:formatCode="yyyy/m/d">
                  <c:v>42093</c:v>
                </c:pt>
                <c:pt idx="787" c:formatCode="yyyy/m/d">
                  <c:v>42094</c:v>
                </c:pt>
                <c:pt idx="788" c:formatCode="yyyy/m/d">
                  <c:v>42095</c:v>
                </c:pt>
                <c:pt idx="789" c:formatCode="yyyy/m/d">
                  <c:v>42096</c:v>
                </c:pt>
                <c:pt idx="790" c:formatCode="yyyy/m/d">
                  <c:v>42100</c:v>
                </c:pt>
                <c:pt idx="791" c:formatCode="yyyy/m/d">
                  <c:v>42101</c:v>
                </c:pt>
                <c:pt idx="792" c:formatCode="yyyy/m/d">
                  <c:v>42102</c:v>
                </c:pt>
                <c:pt idx="793" c:formatCode="yyyy/m/d">
                  <c:v>42103</c:v>
                </c:pt>
                <c:pt idx="794" c:formatCode="yyyy/m/d">
                  <c:v>42104</c:v>
                </c:pt>
                <c:pt idx="795" c:formatCode="yyyy/m/d">
                  <c:v>42107</c:v>
                </c:pt>
                <c:pt idx="796" c:formatCode="yyyy/m/d">
                  <c:v>42108</c:v>
                </c:pt>
                <c:pt idx="797" c:formatCode="yyyy/m/d">
                  <c:v>42109</c:v>
                </c:pt>
                <c:pt idx="798" c:formatCode="yyyy/m/d">
                  <c:v>42110</c:v>
                </c:pt>
                <c:pt idx="799" c:formatCode="yyyy/m/d">
                  <c:v>42111</c:v>
                </c:pt>
                <c:pt idx="800" c:formatCode="yyyy/m/d">
                  <c:v>42114</c:v>
                </c:pt>
                <c:pt idx="801" c:formatCode="yyyy/m/d">
                  <c:v>42115</c:v>
                </c:pt>
                <c:pt idx="802" c:formatCode="yyyy/m/d">
                  <c:v>42116</c:v>
                </c:pt>
                <c:pt idx="803" c:formatCode="yyyy/m/d">
                  <c:v>42117</c:v>
                </c:pt>
                <c:pt idx="804" c:formatCode="yyyy/m/d">
                  <c:v>42118</c:v>
                </c:pt>
                <c:pt idx="805" c:formatCode="yyyy/m/d">
                  <c:v>42121</c:v>
                </c:pt>
                <c:pt idx="806" c:formatCode="yyyy/m/d">
                  <c:v>42122</c:v>
                </c:pt>
                <c:pt idx="807" c:formatCode="yyyy/m/d">
                  <c:v>42123</c:v>
                </c:pt>
                <c:pt idx="808" c:formatCode="yyyy/m/d">
                  <c:v>42124</c:v>
                </c:pt>
                <c:pt idx="809" c:formatCode="yyyy/m/d">
                  <c:v>42125</c:v>
                </c:pt>
                <c:pt idx="810" c:formatCode="yyyy/m/d">
                  <c:v>42128</c:v>
                </c:pt>
                <c:pt idx="811" c:formatCode="yyyy/m/d">
                  <c:v>42129</c:v>
                </c:pt>
                <c:pt idx="812" c:formatCode="yyyy/m/d">
                  <c:v>42130</c:v>
                </c:pt>
                <c:pt idx="813" c:formatCode="yyyy/m/d">
                  <c:v>42131</c:v>
                </c:pt>
                <c:pt idx="814" c:formatCode="yyyy/m/d">
                  <c:v>42132</c:v>
                </c:pt>
                <c:pt idx="815" c:formatCode="yyyy/m/d">
                  <c:v>42135</c:v>
                </c:pt>
                <c:pt idx="816" c:formatCode="yyyy/m/d">
                  <c:v>42136</c:v>
                </c:pt>
                <c:pt idx="817" c:formatCode="yyyy/m/d">
                  <c:v>42137</c:v>
                </c:pt>
                <c:pt idx="818" c:formatCode="yyyy/m/d">
                  <c:v>42138</c:v>
                </c:pt>
                <c:pt idx="819" c:formatCode="yyyy/m/d">
                  <c:v>42139</c:v>
                </c:pt>
                <c:pt idx="820" c:formatCode="yyyy/m/d">
                  <c:v>42142</c:v>
                </c:pt>
                <c:pt idx="821" c:formatCode="yyyy/m/d">
                  <c:v>42143</c:v>
                </c:pt>
                <c:pt idx="822" c:formatCode="yyyy/m/d">
                  <c:v>42144</c:v>
                </c:pt>
                <c:pt idx="823" c:formatCode="yyyy/m/d">
                  <c:v>42145</c:v>
                </c:pt>
                <c:pt idx="824" c:formatCode="yyyy/m/d">
                  <c:v>42146</c:v>
                </c:pt>
                <c:pt idx="825" c:formatCode="yyyy/m/d">
                  <c:v>42150</c:v>
                </c:pt>
                <c:pt idx="826" c:formatCode="yyyy/m/d">
                  <c:v>42151</c:v>
                </c:pt>
                <c:pt idx="827" c:formatCode="yyyy/m/d">
                  <c:v>42152</c:v>
                </c:pt>
                <c:pt idx="828" c:formatCode="yyyy/m/d">
                  <c:v>42153</c:v>
                </c:pt>
                <c:pt idx="829" c:formatCode="yyyy/m/d">
                  <c:v>42156</c:v>
                </c:pt>
                <c:pt idx="830" c:formatCode="yyyy/m/d">
                  <c:v>42157</c:v>
                </c:pt>
                <c:pt idx="831" c:formatCode="yyyy/m/d">
                  <c:v>42158</c:v>
                </c:pt>
                <c:pt idx="832" c:formatCode="yyyy/m/d">
                  <c:v>42159</c:v>
                </c:pt>
                <c:pt idx="833" c:formatCode="yyyy/m/d">
                  <c:v>42160</c:v>
                </c:pt>
                <c:pt idx="834" c:formatCode="yyyy/m/d">
                  <c:v>42163</c:v>
                </c:pt>
                <c:pt idx="835" c:formatCode="yyyy/m/d">
                  <c:v>42164</c:v>
                </c:pt>
                <c:pt idx="836" c:formatCode="yyyy/m/d">
                  <c:v>42165</c:v>
                </c:pt>
                <c:pt idx="837" c:formatCode="yyyy/m/d">
                  <c:v>42166</c:v>
                </c:pt>
                <c:pt idx="838" c:formatCode="yyyy/m/d">
                  <c:v>42167</c:v>
                </c:pt>
                <c:pt idx="839" c:formatCode="yyyy/m/d">
                  <c:v>42170</c:v>
                </c:pt>
                <c:pt idx="840" c:formatCode="yyyy/m/d">
                  <c:v>42171</c:v>
                </c:pt>
                <c:pt idx="841" c:formatCode="yyyy/m/d">
                  <c:v>42172</c:v>
                </c:pt>
                <c:pt idx="842" c:formatCode="yyyy/m/d">
                  <c:v>42173</c:v>
                </c:pt>
                <c:pt idx="843" c:formatCode="yyyy/m/d">
                  <c:v>42174</c:v>
                </c:pt>
                <c:pt idx="844" c:formatCode="yyyy/m/d">
                  <c:v>42177</c:v>
                </c:pt>
                <c:pt idx="845" c:formatCode="yyyy/m/d">
                  <c:v>42178</c:v>
                </c:pt>
                <c:pt idx="846" c:formatCode="yyyy/m/d">
                  <c:v>42179</c:v>
                </c:pt>
                <c:pt idx="847" c:formatCode="yyyy/m/d">
                  <c:v>42180</c:v>
                </c:pt>
                <c:pt idx="848" c:formatCode="yyyy/m/d">
                  <c:v>42181</c:v>
                </c:pt>
                <c:pt idx="849" c:formatCode="yyyy/m/d">
                  <c:v>42184</c:v>
                </c:pt>
                <c:pt idx="850" c:formatCode="yyyy/m/d">
                  <c:v>42185</c:v>
                </c:pt>
                <c:pt idx="851" c:formatCode="yyyy/m/d">
                  <c:v>42186</c:v>
                </c:pt>
                <c:pt idx="852" c:formatCode="yyyy/m/d">
                  <c:v>42191</c:v>
                </c:pt>
                <c:pt idx="853" c:formatCode="yyyy/m/d">
                  <c:v>42192</c:v>
                </c:pt>
                <c:pt idx="854" c:formatCode="yyyy/m/d">
                  <c:v>42193</c:v>
                </c:pt>
                <c:pt idx="855" c:formatCode="yyyy/m/d">
                  <c:v>42194</c:v>
                </c:pt>
                <c:pt idx="856" c:formatCode="yyyy/m/d">
                  <c:v>42195</c:v>
                </c:pt>
                <c:pt idx="857" c:formatCode="yyyy/m/d">
                  <c:v>42198</c:v>
                </c:pt>
                <c:pt idx="858" c:formatCode="yyyy/m/d">
                  <c:v>42199</c:v>
                </c:pt>
                <c:pt idx="859" c:formatCode="yyyy/m/d">
                  <c:v>42200</c:v>
                </c:pt>
                <c:pt idx="860" c:formatCode="yyyy/m/d">
                  <c:v>42201</c:v>
                </c:pt>
                <c:pt idx="861" c:formatCode="yyyy/m/d">
                  <c:v>42202</c:v>
                </c:pt>
                <c:pt idx="862" c:formatCode="yyyy/m/d">
                  <c:v>42205</c:v>
                </c:pt>
                <c:pt idx="863" c:formatCode="yyyy/m/d">
                  <c:v>42206</c:v>
                </c:pt>
                <c:pt idx="864" c:formatCode="yyyy/m/d">
                  <c:v>42207</c:v>
                </c:pt>
                <c:pt idx="865" c:formatCode="yyyy/m/d">
                  <c:v>42208</c:v>
                </c:pt>
                <c:pt idx="866" c:formatCode="yyyy/m/d">
                  <c:v>42209</c:v>
                </c:pt>
                <c:pt idx="867" c:formatCode="yyyy/m/d">
                  <c:v>42212</c:v>
                </c:pt>
                <c:pt idx="868" c:formatCode="yyyy/m/d">
                  <c:v>42213</c:v>
                </c:pt>
                <c:pt idx="869" c:formatCode="yyyy/m/d">
                  <c:v>42214</c:v>
                </c:pt>
                <c:pt idx="870" c:formatCode="yyyy/m/d">
                  <c:v>42215</c:v>
                </c:pt>
                <c:pt idx="871" c:formatCode="yyyy/m/d">
                  <c:v>42216</c:v>
                </c:pt>
                <c:pt idx="872" c:formatCode="yyyy/m/d">
                  <c:v>42219</c:v>
                </c:pt>
                <c:pt idx="873" c:formatCode="yyyy/m/d">
                  <c:v>42220</c:v>
                </c:pt>
                <c:pt idx="874" c:formatCode="yyyy/m/d">
                  <c:v>42221</c:v>
                </c:pt>
                <c:pt idx="875" c:formatCode="yyyy/m/d">
                  <c:v>42222</c:v>
                </c:pt>
                <c:pt idx="876" c:formatCode="yyyy/m/d">
                  <c:v>42223</c:v>
                </c:pt>
                <c:pt idx="877" c:formatCode="yyyy/m/d">
                  <c:v>42226</c:v>
                </c:pt>
                <c:pt idx="878" c:formatCode="yyyy/m/d">
                  <c:v>42227</c:v>
                </c:pt>
                <c:pt idx="879" c:formatCode="yyyy/m/d">
                  <c:v>42228</c:v>
                </c:pt>
                <c:pt idx="880" c:formatCode="yyyy/m/d">
                  <c:v>42229</c:v>
                </c:pt>
                <c:pt idx="881" c:formatCode="yyyy/m/d">
                  <c:v>42230</c:v>
                </c:pt>
                <c:pt idx="882" c:formatCode="yyyy/m/d">
                  <c:v>42233</c:v>
                </c:pt>
                <c:pt idx="883" c:formatCode="yyyy/m/d">
                  <c:v>42234</c:v>
                </c:pt>
                <c:pt idx="884" c:formatCode="yyyy/m/d">
                  <c:v>42235</c:v>
                </c:pt>
                <c:pt idx="885" c:formatCode="yyyy/m/d">
                  <c:v>42236</c:v>
                </c:pt>
                <c:pt idx="886" c:formatCode="yyyy/m/d">
                  <c:v>42237</c:v>
                </c:pt>
                <c:pt idx="887" c:formatCode="yyyy/m/d">
                  <c:v>42240</c:v>
                </c:pt>
                <c:pt idx="888" c:formatCode="yyyy/m/d">
                  <c:v>42241</c:v>
                </c:pt>
                <c:pt idx="889" c:formatCode="yyyy/m/d">
                  <c:v>42242</c:v>
                </c:pt>
                <c:pt idx="890" c:formatCode="yyyy/m/d">
                  <c:v>42243</c:v>
                </c:pt>
                <c:pt idx="891" c:formatCode="yyyy/m/d">
                  <c:v>42244</c:v>
                </c:pt>
                <c:pt idx="892" c:formatCode="yyyy/m/d">
                  <c:v>42247</c:v>
                </c:pt>
                <c:pt idx="893" c:formatCode="yyyy/m/d">
                  <c:v>42248</c:v>
                </c:pt>
                <c:pt idx="894" c:formatCode="yyyy/m/d">
                  <c:v>42249</c:v>
                </c:pt>
                <c:pt idx="895" c:formatCode="yyyy/m/d">
                  <c:v>42250</c:v>
                </c:pt>
                <c:pt idx="896" c:formatCode="yyyy/m/d">
                  <c:v>42251</c:v>
                </c:pt>
                <c:pt idx="897" c:formatCode="yyyy/m/d">
                  <c:v>42255</c:v>
                </c:pt>
                <c:pt idx="898" c:formatCode="yyyy/m/d">
                  <c:v>42256</c:v>
                </c:pt>
                <c:pt idx="899" c:formatCode="yyyy/m/d">
                  <c:v>42257</c:v>
                </c:pt>
                <c:pt idx="900" c:formatCode="yyyy/m/d">
                  <c:v>42258</c:v>
                </c:pt>
                <c:pt idx="901" c:formatCode="yyyy/m/d">
                  <c:v>42261</c:v>
                </c:pt>
                <c:pt idx="902" c:formatCode="yyyy/m/d">
                  <c:v>42262</c:v>
                </c:pt>
                <c:pt idx="903" c:formatCode="yyyy/m/d">
                  <c:v>42263</c:v>
                </c:pt>
                <c:pt idx="904" c:formatCode="yyyy/m/d">
                  <c:v>42264</c:v>
                </c:pt>
                <c:pt idx="905" c:formatCode="yyyy/m/d">
                  <c:v>42265</c:v>
                </c:pt>
                <c:pt idx="906" c:formatCode="yyyy/m/d">
                  <c:v>42268</c:v>
                </c:pt>
                <c:pt idx="907" c:formatCode="yyyy/m/d">
                  <c:v>42269</c:v>
                </c:pt>
                <c:pt idx="908" c:formatCode="yyyy/m/d">
                  <c:v>42270</c:v>
                </c:pt>
                <c:pt idx="909" c:formatCode="yyyy/m/d">
                  <c:v>42271</c:v>
                </c:pt>
                <c:pt idx="910" c:formatCode="yyyy/m/d">
                  <c:v>42272</c:v>
                </c:pt>
                <c:pt idx="911" c:formatCode="yyyy/m/d">
                  <c:v>42275</c:v>
                </c:pt>
                <c:pt idx="912" c:formatCode="yyyy/m/d">
                  <c:v>42276</c:v>
                </c:pt>
                <c:pt idx="913" c:formatCode="yyyy/m/d">
                  <c:v>42277</c:v>
                </c:pt>
                <c:pt idx="914" c:formatCode="yyyy/m/d">
                  <c:v>42278</c:v>
                </c:pt>
                <c:pt idx="915" c:formatCode="yyyy/m/d">
                  <c:v>42279</c:v>
                </c:pt>
                <c:pt idx="916" c:formatCode="yyyy/m/d">
                  <c:v>42282</c:v>
                </c:pt>
                <c:pt idx="917" c:formatCode="yyyy/m/d">
                  <c:v>42283</c:v>
                </c:pt>
                <c:pt idx="918" c:formatCode="yyyy/m/d">
                  <c:v>42284</c:v>
                </c:pt>
                <c:pt idx="919" c:formatCode="yyyy/m/d">
                  <c:v>42285</c:v>
                </c:pt>
                <c:pt idx="920" c:formatCode="yyyy/m/d">
                  <c:v>42286</c:v>
                </c:pt>
                <c:pt idx="921" c:formatCode="yyyy/m/d">
                  <c:v>42289</c:v>
                </c:pt>
                <c:pt idx="922" c:formatCode="yyyy/m/d">
                  <c:v>42290</c:v>
                </c:pt>
                <c:pt idx="923" c:formatCode="yyyy/m/d">
                  <c:v>42291</c:v>
                </c:pt>
                <c:pt idx="924" c:formatCode="yyyy/m/d">
                  <c:v>42292</c:v>
                </c:pt>
                <c:pt idx="925" c:formatCode="yyyy/m/d">
                  <c:v>42293</c:v>
                </c:pt>
                <c:pt idx="926" c:formatCode="yyyy/m/d">
                  <c:v>42296</c:v>
                </c:pt>
                <c:pt idx="927" c:formatCode="yyyy/m/d">
                  <c:v>42297</c:v>
                </c:pt>
                <c:pt idx="928" c:formatCode="yyyy/m/d">
                  <c:v>42298</c:v>
                </c:pt>
                <c:pt idx="929" c:formatCode="yyyy/m/d">
                  <c:v>42299</c:v>
                </c:pt>
                <c:pt idx="930" c:formatCode="yyyy/m/d">
                  <c:v>42300</c:v>
                </c:pt>
                <c:pt idx="931" c:formatCode="yyyy/m/d">
                  <c:v>42303</c:v>
                </c:pt>
                <c:pt idx="932" c:formatCode="yyyy/m/d">
                  <c:v>42304</c:v>
                </c:pt>
                <c:pt idx="933" c:formatCode="yyyy/m/d">
                  <c:v>42305</c:v>
                </c:pt>
                <c:pt idx="934" c:formatCode="yyyy/m/d">
                  <c:v>42306</c:v>
                </c:pt>
                <c:pt idx="935" c:formatCode="yyyy/m/d">
                  <c:v>42307</c:v>
                </c:pt>
                <c:pt idx="936" c:formatCode="yyyy/m/d">
                  <c:v>42310</c:v>
                </c:pt>
                <c:pt idx="937" c:formatCode="yyyy/m/d">
                  <c:v>42311</c:v>
                </c:pt>
                <c:pt idx="938" c:formatCode="yyyy/m/d">
                  <c:v>42312</c:v>
                </c:pt>
                <c:pt idx="939" c:formatCode="yyyy/m/d">
                  <c:v>42313</c:v>
                </c:pt>
                <c:pt idx="940" c:formatCode="yyyy/m/d">
                  <c:v>42314</c:v>
                </c:pt>
                <c:pt idx="941" c:formatCode="yyyy/m/d">
                  <c:v>42317</c:v>
                </c:pt>
                <c:pt idx="942" c:formatCode="yyyy/m/d">
                  <c:v>42318</c:v>
                </c:pt>
                <c:pt idx="943" c:formatCode="yyyy/m/d">
                  <c:v>42319</c:v>
                </c:pt>
                <c:pt idx="944" c:formatCode="yyyy/m/d">
                  <c:v>42320</c:v>
                </c:pt>
                <c:pt idx="945" c:formatCode="yyyy/m/d">
                  <c:v>42321</c:v>
                </c:pt>
                <c:pt idx="946" c:formatCode="yyyy/m/d">
                  <c:v>42324</c:v>
                </c:pt>
                <c:pt idx="947" c:formatCode="yyyy/m/d">
                  <c:v>42325</c:v>
                </c:pt>
                <c:pt idx="948" c:formatCode="yyyy/m/d">
                  <c:v>42326</c:v>
                </c:pt>
                <c:pt idx="949" c:formatCode="yyyy/m/d">
                  <c:v>42327</c:v>
                </c:pt>
                <c:pt idx="950" c:formatCode="yyyy/m/d">
                  <c:v>42328</c:v>
                </c:pt>
                <c:pt idx="951" c:formatCode="yyyy/m/d">
                  <c:v>42331</c:v>
                </c:pt>
                <c:pt idx="952" c:formatCode="yyyy/m/d">
                  <c:v>42332</c:v>
                </c:pt>
                <c:pt idx="953" c:formatCode="yyyy/m/d">
                  <c:v>42333</c:v>
                </c:pt>
                <c:pt idx="954" c:formatCode="yyyy/m/d">
                  <c:v>42338</c:v>
                </c:pt>
                <c:pt idx="955" c:formatCode="yyyy/m/d">
                  <c:v>42339</c:v>
                </c:pt>
                <c:pt idx="956" c:formatCode="yyyy/m/d">
                  <c:v>42340</c:v>
                </c:pt>
                <c:pt idx="957" c:formatCode="yyyy/m/d">
                  <c:v>42341</c:v>
                </c:pt>
                <c:pt idx="958" c:formatCode="yyyy/m/d">
                  <c:v>42342</c:v>
                </c:pt>
                <c:pt idx="959" c:formatCode="yyyy/m/d">
                  <c:v>42345</c:v>
                </c:pt>
                <c:pt idx="960" c:formatCode="yyyy/m/d">
                  <c:v>42346</c:v>
                </c:pt>
                <c:pt idx="961" c:formatCode="yyyy/m/d">
                  <c:v>42347</c:v>
                </c:pt>
                <c:pt idx="962" c:formatCode="yyyy/m/d">
                  <c:v>42348</c:v>
                </c:pt>
                <c:pt idx="963" c:formatCode="yyyy/m/d">
                  <c:v>42349</c:v>
                </c:pt>
                <c:pt idx="964" c:formatCode="yyyy/m/d">
                  <c:v>42352</c:v>
                </c:pt>
                <c:pt idx="965" c:formatCode="yyyy/m/d">
                  <c:v>42353</c:v>
                </c:pt>
                <c:pt idx="966" c:formatCode="yyyy/m/d">
                  <c:v>42354</c:v>
                </c:pt>
                <c:pt idx="967" c:formatCode="yyyy/m/d">
                  <c:v>42355</c:v>
                </c:pt>
                <c:pt idx="968" c:formatCode="yyyy/m/d">
                  <c:v>42356</c:v>
                </c:pt>
                <c:pt idx="969" c:formatCode="yyyy/m/d">
                  <c:v>42359</c:v>
                </c:pt>
                <c:pt idx="970" c:formatCode="yyyy/m/d">
                  <c:v>42360</c:v>
                </c:pt>
                <c:pt idx="971" c:formatCode="yyyy/m/d">
                  <c:v>42361</c:v>
                </c:pt>
                <c:pt idx="972" c:formatCode="yyyy/m/d">
                  <c:v>42366</c:v>
                </c:pt>
                <c:pt idx="973" c:formatCode="yyyy/m/d">
                  <c:v>42367</c:v>
                </c:pt>
                <c:pt idx="974" c:formatCode="yyyy/m/d">
                  <c:v>42368</c:v>
                </c:pt>
                <c:pt idx="975" c:formatCode="yyyy/m/d">
                  <c:v>42369</c:v>
                </c:pt>
                <c:pt idx="976" c:formatCode="yyyy/m/d">
                  <c:v>42373</c:v>
                </c:pt>
                <c:pt idx="977" c:formatCode="yyyy/m/d">
                  <c:v>42374</c:v>
                </c:pt>
                <c:pt idx="978" c:formatCode="yyyy/m/d">
                  <c:v>42375</c:v>
                </c:pt>
                <c:pt idx="979" c:formatCode="yyyy/m/d">
                  <c:v>42376</c:v>
                </c:pt>
                <c:pt idx="980" c:formatCode="yyyy/m/d">
                  <c:v>42377</c:v>
                </c:pt>
                <c:pt idx="981" c:formatCode="yyyy/m/d">
                  <c:v>42380</c:v>
                </c:pt>
                <c:pt idx="982" c:formatCode="yyyy/m/d">
                  <c:v>42381</c:v>
                </c:pt>
                <c:pt idx="983" c:formatCode="yyyy/m/d">
                  <c:v>42382</c:v>
                </c:pt>
                <c:pt idx="984" c:formatCode="yyyy/m/d">
                  <c:v>42383</c:v>
                </c:pt>
                <c:pt idx="985" c:formatCode="yyyy/m/d">
                  <c:v>42384</c:v>
                </c:pt>
                <c:pt idx="986" c:formatCode="yyyy/m/d">
                  <c:v>42388</c:v>
                </c:pt>
                <c:pt idx="987" c:formatCode="yyyy/m/d">
                  <c:v>42389</c:v>
                </c:pt>
                <c:pt idx="988" c:formatCode="yyyy/m/d">
                  <c:v>42390</c:v>
                </c:pt>
                <c:pt idx="989" c:formatCode="yyyy/m/d">
                  <c:v>42391</c:v>
                </c:pt>
                <c:pt idx="990" c:formatCode="yyyy/m/d">
                  <c:v>42394</c:v>
                </c:pt>
                <c:pt idx="991" c:formatCode="yyyy/m/d">
                  <c:v>42395</c:v>
                </c:pt>
                <c:pt idx="992" c:formatCode="yyyy/m/d">
                  <c:v>42396</c:v>
                </c:pt>
                <c:pt idx="993" c:formatCode="yyyy/m/d">
                  <c:v>42397</c:v>
                </c:pt>
                <c:pt idx="994" c:formatCode="yyyy/m/d">
                  <c:v>42398</c:v>
                </c:pt>
                <c:pt idx="995" c:formatCode="yyyy/m/d">
                  <c:v>42401</c:v>
                </c:pt>
                <c:pt idx="996" c:formatCode="yyyy/m/d">
                  <c:v>42402</c:v>
                </c:pt>
                <c:pt idx="997" c:formatCode="yyyy/m/d">
                  <c:v>42403</c:v>
                </c:pt>
                <c:pt idx="998" c:formatCode="yyyy/m/d">
                  <c:v>42404</c:v>
                </c:pt>
                <c:pt idx="999" c:formatCode="yyyy/m/d">
                  <c:v>42405</c:v>
                </c:pt>
                <c:pt idx="1000" c:formatCode="yyyy/m/d">
                  <c:v>42408</c:v>
                </c:pt>
                <c:pt idx="1001" c:formatCode="yyyy/m/d">
                  <c:v>42409</c:v>
                </c:pt>
                <c:pt idx="1002" c:formatCode="yyyy/m/d">
                  <c:v>42410</c:v>
                </c:pt>
                <c:pt idx="1003" c:formatCode="yyyy/m/d">
                  <c:v>42411</c:v>
                </c:pt>
                <c:pt idx="1004" c:formatCode="yyyy/m/d">
                  <c:v>42412</c:v>
                </c:pt>
                <c:pt idx="1005" c:formatCode="yyyy/m/d">
                  <c:v>42416</c:v>
                </c:pt>
                <c:pt idx="1006" c:formatCode="yyyy/m/d">
                  <c:v>42417</c:v>
                </c:pt>
                <c:pt idx="1007" c:formatCode="yyyy/m/d">
                  <c:v>42418</c:v>
                </c:pt>
                <c:pt idx="1008" c:formatCode="yyyy/m/d">
                  <c:v>42419</c:v>
                </c:pt>
                <c:pt idx="1009" c:formatCode="yyyy/m/d">
                  <c:v>42422</c:v>
                </c:pt>
                <c:pt idx="1010" c:formatCode="yyyy/m/d">
                  <c:v>42423</c:v>
                </c:pt>
                <c:pt idx="1011" c:formatCode="yyyy/m/d">
                  <c:v>42424</c:v>
                </c:pt>
                <c:pt idx="1012" c:formatCode="yyyy/m/d">
                  <c:v>42425</c:v>
                </c:pt>
                <c:pt idx="1013" c:formatCode="yyyy/m/d">
                  <c:v>42426</c:v>
                </c:pt>
                <c:pt idx="1014" c:formatCode="yyyy/m/d">
                  <c:v>42429</c:v>
                </c:pt>
                <c:pt idx="1015" c:formatCode="yyyy/m/d">
                  <c:v>42430</c:v>
                </c:pt>
                <c:pt idx="1016" c:formatCode="yyyy/m/d">
                  <c:v>42431</c:v>
                </c:pt>
                <c:pt idx="1017" c:formatCode="yyyy/m/d">
                  <c:v>42432</c:v>
                </c:pt>
                <c:pt idx="1018" c:formatCode="yyyy/m/d">
                  <c:v>42433</c:v>
                </c:pt>
                <c:pt idx="1019" c:formatCode="yyyy/m/d">
                  <c:v>42436</c:v>
                </c:pt>
                <c:pt idx="1020" c:formatCode="yyyy/m/d">
                  <c:v>42437</c:v>
                </c:pt>
                <c:pt idx="1021" c:formatCode="yyyy/m/d">
                  <c:v>42438</c:v>
                </c:pt>
                <c:pt idx="1022" c:formatCode="yyyy/m/d">
                  <c:v>42439</c:v>
                </c:pt>
                <c:pt idx="1023" c:formatCode="yyyy/m/d">
                  <c:v>42440</c:v>
                </c:pt>
                <c:pt idx="1024" c:formatCode="yyyy/m/d">
                  <c:v>42443</c:v>
                </c:pt>
                <c:pt idx="1025" c:formatCode="yyyy/m/d">
                  <c:v>42444</c:v>
                </c:pt>
                <c:pt idx="1026" c:formatCode="yyyy/m/d">
                  <c:v>42445</c:v>
                </c:pt>
                <c:pt idx="1027" c:formatCode="yyyy/m/d">
                  <c:v>42446</c:v>
                </c:pt>
                <c:pt idx="1028" c:formatCode="yyyy/m/d">
                  <c:v>42447</c:v>
                </c:pt>
                <c:pt idx="1029" c:formatCode="yyyy/m/d">
                  <c:v>42450</c:v>
                </c:pt>
                <c:pt idx="1030" c:formatCode="yyyy/m/d">
                  <c:v>42451</c:v>
                </c:pt>
                <c:pt idx="1031" c:formatCode="yyyy/m/d">
                  <c:v>42452</c:v>
                </c:pt>
                <c:pt idx="1032" c:formatCode="yyyy/m/d">
                  <c:v>42457</c:v>
                </c:pt>
                <c:pt idx="1033" c:formatCode="yyyy/m/d">
                  <c:v>42458</c:v>
                </c:pt>
                <c:pt idx="1034" c:formatCode="yyyy/m/d">
                  <c:v>42459</c:v>
                </c:pt>
                <c:pt idx="1035" c:formatCode="yyyy/m/d">
                  <c:v>42460</c:v>
                </c:pt>
                <c:pt idx="1036" c:formatCode="yyyy/m/d">
                  <c:v>42461</c:v>
                </c:pt>
                <c:pt idx="1037" c:formatCode="yyyy/m/d">
                  <c:v>42464</c:v>
                </c:pt>
                <c:pt idx="1038" c:formatCode="yyyy/m/d">
                  <c:v>42465</c:v>
                </c:pt>
                <c:pt idx="1039" c:formatCode="yyyy/m/d">
                  <c:v>42466</c:v>
                </c:pt>
                <c:pt idx="1040" c:formatCode="yyyy/m/d">
                  <c:v>42467</c:v>
                </c:pt>
                <c:pt idx="1041" c:formatCode="yyyy/m/d">
                  <c:v>42468</c:v>
                </c:pt>
                <c:pt idx="1042" c:formatCode="yyyy/m/d">
                  <c:v>42471</c:v>
                </c:pt>
                <c:pt idx="1043" c:formatCode="yyyy/m/d">
                  <c:v>42472</c:v>
                </c:pt>
                <c:pt idx="1044" c:formatCode="yyyy/m/d">
                  <c:v>42473</c:v>
                </c:pt>
                <c:pt idx="1045" c:formatCode="yyyy/m/d">
                  <c:v>42474</c:v>
                </c:pt>
                <c:pt idx="1046" c:formatCode="yyyy/m/d">
                  <c:v>42475</c:v>
                </c:pt>
                <c:pt idx="1047" c:formatCode="yyyy/m/d">
                  <c:v>42478</c:v>
                </c:pt>
                <c:pt idx="1048" c:formatCode="yyyy/m/d">
                  <c:v>42479</c:v>
                </c:pt>
                <c:pt idx="1049" c:formatCode="yyyy/m/d">
                  <c:v>42480</c:v>
                </c:pt>
                <c:pt idx="1050" c:formatCode="yyyy/m/d">
                  <c:v>42481</c:v>
                </c:pt>
                <c:pt idx="1051" c:formatCode="yyyy/m/d">
                  <c:v>42482</c:v>
                </c:pt>
                <c:pt idx="1052" c:formatCode="yyyy/m/d">
                  <c:v>42485</c:v>
                </c:pt>
                <c:pt idx="1053" c:formatCode="yyyy/m/d">
                  <c:v>42486</c:v>
                </c:pt>
                <c:pt idx="1054" c:formatCode="yyyy/m/d">
                  <c:v>42487</c:v>
                </c:pt>
                <c:pt idx="1055" c:formatCode="yyyy/m/d">
                  <c:v>42488</c:v>
                </c:pt>
                <c:pt idx="1056" c:formatCode="yyyy/m/d">
                  <c:v>42489</c:v>
                </c:pt>
                <c:pt idx="1057" c:formatCode="yyyy/m/d">
                  <c:v>42492</c:v>
                </c:pt>
                <c:pt idx="1058" c:formatCode="yyyy/m/d">
                  <c:v>42493</c:v>
                </c:pt>
                <c:pt idx="1059" c:formatCode="yyyy/m/d">
                  <c:v>42494</c:v>
                </c:pt>
                <c:pt idx="1060" c:formatCode="yyyy/m/d">
                  <c:v>42495</c:v>
                </c:pt>
                <c:pt idx="1061" c:formatCode="yyyy/m/d">
                  <c:v>42496</c:v>
                </c:pt>
                <c:pt idx="1062" c:formatCode="yyyy/m/d">
                  <c:v>42499</c:v>
                </c:pt>
                <c:pt idx="1063" c:formatCode="yyyy/m/d">
                  <c:v>42500</c:v>
                </c:pt>
                <c:pt idx="1064" c:formatCode="yyyy/m/d">
                  <c:v>42501</c:v>
                </c:pt>
                <c:pt idx="1065" c:formatCode="yyyy/m/d">
                  <c:v>42502</c:v>
                </c:pt>
                <c:pt idx="1066" c:formatCode="yyyy/m/d">
                  <c:v>42503</c:v>
                </c:pt>
                <c:pt idx="1067" c:formatCode="yyyy/m/d">
                  <c:v>42506</c:v>
                </c:pt>
                <c:pt idx="1068" c:formatCode="yyyy/m/d">
                  <c:v>42507</c:v>
                </c:pt>
                <c:pt idx="1069" c:formatCode="yyyy/m/d">
                  <c:v>42508</c:v>
                </c:pt>
                <c:pt idx="1070" c:formatCode="yyyy/m/d">
                  <c:v>42509</c:v>
                </c:pt>
                <c:pt idx="1071" c:formatCode="yyyy/m/d">
                  <c:v>42510</c:v>
                </c:pt>
                <c:pt idx="1072" c:formatCode="yyyy/m/d">
                  <c:v>42513</c:v>
                </c:pt>
                <c:pt idx="1073" c:formatCode="yyyy/m/d">
                  <c:v>42514</c:v>
                </c:pt>
                <c:pt idx="1074" c:formatCode="yyyy/m/d">
                  <c:v>42515</c:v>
                </c:pt>
                <c:pt idx="1075" c:formatCode="yyyy/m/d">
                  <c:v>42516</c:v>
                </c:pt>
                <c:pt idx="1076" c:formatCode="yyyy/m/d">
                  <c:v>42517</c:v>
                </c:pt>
                <c:pt idx="1077" c:formatCode="yyyy/m/d">
                  <c:v>42521</c:v>
                </c:pt>
                <c:pt idx="1078" c:formatCode="yyyy/m/d">
                  <c:v>42522</c:v>
                </c:pt>
                <c:pt idx="1079" c:formatCode="yyyy/m/d">
                  <c:v>42523</c:v>
                </c:pt>
                <c:pt idx="1080" c:formatCode="yyyy/m/d">
                  <c:v>42524</c:v>
                </c:pt>
                <c:pt idx="1081" c:formatCode="yyyy/m/d">
                  <c:v>42527</c:v>
                </c:pt>
                <c:pt idx="1082" c:formatCode="yyyy/m/d">
                  <c:v>42528</c:v>
                </c:pt>
                <c:pt idx="1083" c:formatCode="yyyy/m/d">
                  <c:v>42529</c:v>
                </c:pt>
                <c:pt idx="1084" c:formatCode="yyyy/m/d">
                  <c:v>42530</c:v>
                </c:pt>
                <c:pt idx="1085" c:formatCode="yyyy/m/d">
                  <c:v>42531</c:v>
                </c:pt>
                <c:pt idx="1086" c:formatCode="yyyy/m/d">
                  <c:v>42534</c:v>
                </c:pt>
                <c:pt idx="1087" c:formatCode="yyyy/m/d">
                  <c:v>42535</c:v>
                </c:pt>
                <c:pt idx="1088" c:formatCode="yyyy/m/d">
                  <c:v>42536</c:v>
                </c:pt>
                <c:pt idx="1089" c:formatCode="yyyy/m/d">
                  <c:v>42537</c:v>
                </c:pt>
                <c:pt idx="1090" c:formatCode="yyyy/m/d">
                  <c:v>42538</c:v>
                </c:pt>
                <c:pt idx="1091" c:formatCode="yyyy/m/d">
                  <c:v>42541</c:v>
                </c:pt>
                <c:pt idx="1092" c:formatCode="yyyy/m/d">
                  <c:v>42542</c:v>
                </c:pt>
                <c:pt idx="1093" c:formatCode="yyyy/m/d">
                  <c:v>42543</c:v>
                </c:pt>
                <c:pt idx="1094" c:formatCode="yyyy/m/d">
                  <c:v>42544</c:v>
                </c:pt>
                <c:pt idx="1095" c:formatCode="yyyy/m/d">
                  <c:v>42545</c:v>
                </c:pt>
                <c:pt idx="1096" c:formatCode="yyyy/m/d">
                  <c:v>42548</c:v>
                </c:pt>
                <c:pt idx="1097" c:formatCode="yyyy/m/d">
                  <c:v>42549</c:v>
                </c:pt>
                <c:pt idx="1098" c:formatCode="yyyy/m/d">
                  <c:v>42550</c:v>
                </c:pt>
                <c:pt idx="1099" c:formatCode="yyyy/m/d">
                  <c:v>42551</c:v>
                </c:pt>
                <c:pt idx="1100" c:formatCode="yyyy/m/d">
                  <c:v>42552</c:v>
                </c:pt>
                <c:pt idx="1101" c:formatCode="yyyy/m/d">
                  <c:v>42556</c:v>
                </c:pt>
                <c:pt idx="1102" c:formatCode="yyyy/m/d">
                  <c:v>42557</c:v>
                </c:pt>
                <c:pt idx="1103" c:formatCode="yyyy/m/d">
                  <c:v>42558</c:v>
                </c:pt>
                <c:pt idx="1104" c:formatCode="yyyy/m/d">
                  <c:v>42559</c:v>
                </c:pt>
                <c:pt idx="1105" c:formatCode="yyyy/m/d">
                  <c:v>42562</c:v>
                </c:pt>
                <c:pt idx="1106" c:formatCode="yyyy/m/d">
                  <c:v>42563</c:v>
                </c:pt>
                <c:pt idx="1107" c:formatCode="yyyy/m/d">
                  <c:v>42564</c:v>
                </c:pt>
                <c:pt idx="1108" c:formatCode="yyyy/m/d">
                  <c:v>42565</c:v>
                </c:pt>
                <c:pt idx="1109" c:formatCode="yyyy/m/d">
                  <c:v>42566</c:v>
                </c:pt>
                <c:pt idx="1110" c:formatCode="yyyy/m/d">
                  <c:v>42569</c:v>
                </c:pt>
                <c:pt idx="1111" c:formatCode="yyyy/m/d">
                  <c:v>42570</c:v>
                </c:pt>
                <c:pt idx="1112" c:formatCode="yyyy/m/d">
                  <c:v>42571</c:v>
                </c:pt>
                <c:pt idx="1113" c:formatCode="yyyy/m/d">
                  <c:v>42572</c:v>
                </c:pt>
                <c:pt idx="1114" c:formatCode="yyyy/m/d">
                  <c:v>42573</c:v>
                </c:pt>
                <c:pt idx="1115" c:formatCode="yyyy/m/d">
                  <c:v>42576</c:v>
                </c:pt>
                <c:pt idx="1116" c:formatCode="yyyy/m/d">
                  <c:v>42577</c:v>
                </c:pt>
                <c:pt idx="1117" c:formatCode="yyyy/m/d">
                  <c:v>42578</c:v>
                </c:pt>
                <c:pt idx="1118" c:formatCode="yyyy/m/d">
                  <c:v>42579</c:v>
                </c:pt>
                <c:pt idx="1119" c:formatCode="yyyy/m/d">
                  <c:v>42580</c:v>
                </c:pt>
                <c:pt idx="1120" c:formatCode="yyyy/m/d">
                  <c:v>42583</c:v>
                </c:pt>
                <c:pt idx="1121" c:formatCode="yyyy/m/d">
                  <c:v>42584</c:v>
                </c:pt>
                <c:pt idx="1122" c:formatCode="yyyy/m/d">
                  <c:v>42585</c:v>
                </c:pt>
                <c:pt idx="1123" c:formatCode="yyyy/m/d">
                  <c:v>42586</c:v>
                </c:pt>
                <c:pt idx="1124" c:formatCode="yyyy/m/d">
                  <c:v>42587</c:v>
                </c:pt>
                <c:pt idx="1125" c:formatCode="yyyy/m/d">
                  <c:v>42590</c:v>
                </c:pt>
                <c:pt idx="1126" c:formatCode="yyyy/m/d">
                  <c:v>42591</c:v>
                </c:pt>
                <c:pt idx="1127" c:formatCode="yyyy/m/d">
                  <c:v>42592</c:v>
                </c:pt>
                <c:pt idx="1128" c:formatCode="yyyy/m/d">
                  <c:v>42593</c:v>
                </c:pt>
                <c:pt idx="1129" c:formatCode="yyyy/m/d">
                  <c:v>42594</c:v>
                </c:pt>
                <c:pt idx="1130" c:formatCode="yyyy/m/d">
                  <c:v>42597</c:v>
                </c:pt>
                <c:pt idx="1131" c:formatCode="yyyy/m/d">
                  <c:v>42598</c:v>
                </c:pt>
                <c:pt idx="1132" c:formatCode="yyyy/m/d">
                  <c:v>42599</c:v>
                </c:pt>
                <c:pt idx="1133" c:formatCode="yyyy/m/d">
                  <c:v>42600</c:v>
                </c:pt>
                <c:pt idx="1134" c:formatCode="yyyy/m/d">
                  <c:v>42601</c:v>
                </c:pt>
                <c:pt idx="1135" c:formatCode="yyyy/m/d">
                  <c:v>42604</c:v>
                </c:pt>
                <c:pt idx="1136" c:formatCode="yyyy/m/d">
                  <c:v>42605</c:v>
                </c:pt>
                <c:pt idx="1137" c:formatCode="yyyy/m/d">
                  <c:v>42606</c:v>
                </c:pt>
                <c:pt idx="1138" c:formatCode="yyyy/m/d">
                  <c:v>42607</c:v>
                </c:pt>
                <c:pt idx="1139" c:formatCode="yyyy/m/d">
                  <c:v>42608</c:v>
                </c:pt>
                <c:pt idx="1140" c:formatCode="yyyy/m/d">
                  <c:v>42611</c:v>
                </c:pt>
                <c:pt idx="1141" c:formatCode="yyyy/m/d">
                  <c:v>42612</c:v>
                </c:pt>
                <c:pt idx="1142" c:formatCode="yyyy/m/d">
                  <c:v>42613</c:v>
                </c:pt>
                <c:pt idx="1143" c:formatCode="yyyy/m/d">
                  <c:v>42614</c:v>
                </c:pt>
                <c:pt idx="1144" c:formatCode="yyyy/m/d">
                  <c:v>42615</c:v>
                </c:pt>
                <c:pt idx="1145" c:formatCode="yyyy/m/d">
                  <c:v>42619</c:v>
                </c:pt>
                <c:pt idx="1146" c:formatCode="yyyy/m/d">
                  <c:v>42620</c:v>
                </c:pt>
                <c:pt idx="1147" c:formatCode="yyyy/m/d">
                  <c:v>42621</c:v>
                </c:pt>
                <c:pt idx="1148" c:formatCode="yyyy/m/d">
                  <c:v>42622</c:v>
                </c:pt>
                <c:pt idx="1149" c:formatCode="yyyy/m/d">
                  <c:v>42625</c:v>
                </c:pt>
                <c:pt idx="1150" c:formatCode="yyyy/m/d">
                  <c:v>42626</c:v>
                </c:pt>
                <c:pt idx="1151" c:formatCode="yyyy/m/d">
                  <c:v>42627</c:v>
                </c:pt>
                <c:pt idx="1152" c:formatCode="yyyy/m/d">
                  <c:v>42628</c:v>
                </c:pt>
                <c:pt idx="1153" c:formatCode="yyyy/m/d">
                  <c:v>42629</c:v>
                </c:pt>
                <c:pt idx="1154" c:formatCode="yyyy/m/d">
                  <c:v>42632</c:v>
                </c:pt>
                <c:pt idx="1155" c:formatCode="yyyy/m/d">
                  <c:v>42633</c:v>
                </c:pt>
                <c:pt idx="1156" c:formatCode="yyyy/m/d">
                  <c:v>42634</c:v>
                </c:pt>
                <c:pt idx="1157" c:formatCode="yyyy/m/d">
                  <c:v>42635</c:v>
                </c:pt>
                <c:pt idx="1158" c:formatCode="yyyy/m/d">
                  <c:v>42636</c:v>
                </c:pt>
                <c:pt idx="1159" c:formatCode="yyyy/m/d">
                  <c:v>42639</c:v>
                </c:pt>
                <c:pt idx="1160" c:formatCode="yyyy/m/d">
                  <c:v>42640</c:v>
                </c:pt>
                <c:pt idx="1161" c:formatCode="yyyy/m/d">
                  <c:v>42641</c:v>
                </c:pt>
                <c:pt idx="1162" c:formatCode="yyyy/m/d">
                  <c:v>42642</c:v>
                </c:pt>
                <c:pt idx="1163" c:formatCode="yyyy/m/d">
                  <c:v>42643</c:v>
                </c:pt>
                <c:pt idx="1164" c:formatCode="yyyy/m/d">
                  <c:v>42646</c:v>
                </c:pt>
                <c:pt idx="1165" c:formatCode="yyyy/m/d">
                  <c:v>42647</c:v>
                </c:pt>
                <c:pt idx="1166" c:formatCode="yyyy/m/d">
                  <c:v>42648</c:v>
                </c:pt>
                <c:pt idx="1167" c:formatCode="yyyy/m/d">
                  <c:v>42649</c:v>
                </c:pt>
                <c:pt idx="1168" c:formatCode="yyyy/m/d">
                  <c:v>42650</c:v>
                </c:pt>
                <c:pt idx="1169" c:formatCode="yyyy/m/d">
                  <c:v>42653</c:v>
                </c:pt>
                <c:pt idx="1170" c:formatCode="yyyy/m/d">
                  <c:v>42654</c:v>
                </c:pt>
                <c:pt idx="1171" c:formatCode="yyyy/m/d">
                  <c:v>42655</c:v>
                </c:pt>
                <c:pt idx="1172" c:formatCode="yyyy/m/d">
                  <c:v>42656</c:v>
                </c:pt>
                <c:pt idx="1173" c:formatCode="yyyy/m/d">
                  <c:v>42657</c:v>
                </c:pt>
                <c:pt idx="1174" c:formatCode="yyyy/m/d">
                  <c:v>42660</c:v>
                </c:pt>
                <c:pt idx="1175" c:formatCode="yyyy/m/d">
                  <c:v>42661</c:v>
                </c:pt>
                <c:pt idx="1176" c:formatCode="yyyy/m/d">
                  <c:v>42662</c:v>
                </c:pt>
                <c:pt idx="1177" c:formatCode="yyyy/m/d">
                  <c:v>42663</c:v>
                </c:pt>
                <c:pt idx="1178" c:formatCode="yyyy/m/d">
                  <c:v>42664</c:v>
                </c:pt>
                <c:pt idx="1179" c:formatCode="yyyy/m/d">
                  <c:v>42667</c:v>
                </c:pt>
                <c:pt idx="1180" c:formatCode="yyyy/m/d">
                  <c:v>42668</c:v>
                </c:pt>
                <c:pt idx="1181" c:formatCode="yyyy/m/d">
                  <c:v>42669</c:v>
                </c:pt>
                <c:pt idx="1182" c:formatCode="yyyy/m/d">
                  <c:v>42670</c:v>
                </c:pt>
                <c:pt idx="1183" c:formatCode="yyyy/m/d">
                  <c:v>42671</c:v>
                </c:pt>
                <c:pt idx="1184" c:formatCode="yyyy/m/d">
                  <c:v>42674</c:v>
                </c:pt>
                <c:pt idx="1185" c:formatCode="yyyy/m/d">
                  <c:v>42675</c:v>
                </c:pt>
                <c:pt idx="1186" c:formatCode="yyyy/m/d">
                  <c:v>42676</c:v>
                </c:pt>
                <c:pt idx="1187" c:formatCode="yyyy/m/d">
                  <c:v>42677</c:v>
                </c:pt>
                <c:pt idx="1188" c:formatCode="yyyy/m/d">
                  <c:v>42678</c:v>
                </c:pt>
                <c:pt idx="1189" c:formatCode="yyyy/m/d">
                  <c:v>42681</c:v>
                </c:pt>
                <c:pt idx="1190" c:formatCode="yyyy/m/d">
                  <c:v>42682</c:v>
                </c:pt>
                <c:pt idx="1191" c:formatCode="yyyy/m/d">
                  <c:v>42683</c:v>
                </c:pt>
                <c:pt idx="1192" c:formatCode="yyyy/m/d">
                  <c:v>42684</c:v>
                </c:pt>
                <c:pt idx="1193" c:formatCode="yyyy/m/d">
                  <c:v>42685</c:v>
                </c:pt>
                <c:pt idx="1194" c:formatCode="yyyy/m/d">
                  <c:v>42688</c:v>
                </c:pt>
                <c:pt idx="1195" c:formatCode="yyyy/m/d">
                  <c:v>42689</c:v>
                </c:pt>
                <c:pt idx="1196" c:formatCode="yyyy/m/d">
                  <c:v>42690</c:v>
                </c:pt>
                <c:pt idx="1197" c:formatCode="yyyy/m/d">
                  <c:v>42691</c:v>
                </c:pt>
                <c:pt idx="1198" c:formatCode="yyyy/m/d">
                  <c:v>42692</c:v>
                </c:pt>
                <c:pt idx="1199" c:formatCode="yyyy/m/d">
                  <c:v>42695</c:v>
                </c:pt>
                <c:pt idx="1200" c:formatCode="yyyy/m/d">
                  <c:v>42696</c:v>
                </c:pt>
                <c:pt idx="1201" c:formatCode="yyyy/m/d">
                  <c:v>42697</c:v>
                </c:pt>
                <c:pt idx="1202" c:formatCode="yyyy/m/d">
                  <c:v>42702</c:v>
                </c:pt>
                <c:pt idx="1203" c:formatCode="yyyy/m/d">
                  <c:v>42703</c:v>
                </c:pt>
                <c:pt idx="1204" c:formatCode="yyyy/m/d">
                  <c:v>42704</c:v>
                </c:pt>
                <c:pt idx="1205" c:formatCode="yyyy/m/d">
                  <c:v>42705</c:v>
                </c:pt>
                <c:pt idx="1206" c:formatCode="yyyy/m/d">
                  <c:v>42706</c:v>
                </c:pt>
                <c:pt idx="1207" c:formatCode="yyyy/m/d">
                  <c:v>42709</c:v>
                </c:pt>
                <c:pt idx="1208" c:formatCode="yyyy/m/d">
                  <c:v>42710</c:v>
                </c:pt>
                <c:pt idx="1209" c:formatCode="yyyy/m/d">
                  <c:v>42711</c:v>
                </c:pt>
                <c:pt idx="1210" c:formatCode="yyyy/m/d">
                  <c:v>42712</c:v>
                </c:pt>
                <c:pt idx="1211" c:formatCode="yyyy/m/d">
                  <c:v>42713</c:v>
                </c:pt>
                <c:pt idx="1212" c:formatCode="yyyy/m/d">
                  <c:v>42716</c:v>
                </c:pt>
                <c:pt idx="1213" c:formatCode="yyyy/m/d">
                  <c:v>42717</c:v>
                </c:pt>
                <c:pt idx="1214" c:formatCode="yyyy/m/d">
                  <c:v>42718</c:v>
                </c:pt>
                <c:pt idx="1215" c:formatCode="yyyy/m/d">
                  <c:v>42719</c:v>
                </c:pt>
                <c:pt idx="1216" c:formatCode="yyyy/m/d">
                  <c:v>42720</c:v>
                </c:pt>
                <c:pt idx="1217" c:formatCode="yyyy/m/d">
                  <c:v>42723</c:v>
                </c:pt>
                <c:pt idx="1218" c:formatCode="yyyy/m/d">
                  <c:v>42724</c:v>
                </c:pt>
                <c:pt idx="1219" c:formatCode="yyyy/m/d">
                  <c:v>42725</c:v>
                </c:pt>
                <c:pt idx="1220" c:formatCode="yyyy/m/d">
                  <c:v>42726</c:v>
                </c:pt>
                <c:pt idx="1221" c:formatCode="yyyy/m/d">
                  <c:v>42727</c:v>
                </c:pt>
                <c:pt idx="1222" c:formatCode="yyyy/m/d">
                  <c:v>42731</c:v>
                </c:pt>
                <c:pt idx="1223" c:formatCode="yyyy/m/d">
                  <c:v>42732</c:v>
                </c:pt>
                <c:pt idx="1224" c:formatCode="yyyy/m/d">
                  <c:v>42733</c:v>
                </c:pt>
                <c:pt idx="1225" c:formatCode="yyyy/m/d">
                  <c:v>42734</c:v>
                </c:pt>
                <c:pt idx="1226" c:formatCode="yyyy/m/d">
                  <c:v>42738</c:v>
                </c:pt>
                <c:pt idx="1227" c:formatCode="yyyy/m/d">
                  <c:v>42739</c:v>
                </c:pt>
                <c:pt idx="1228" c:formatCode="yyyy/m/d">
                  <c:v>42740</c:v>
                </c:pt>
                <c:pt idx="1229" c:formatCode="yyyy/m/d">
                  <c:v>42741</c:v>
                </c:pt>
                <c:pt idx="1230" c:formatCode="yyyy/m/d">
                  <c:v>42744</c:v>
                </c:pt>
                <c:pt idx="1231" c:formatCode="yyyy/m/d">
                  <c:v>42745</c:v>
                </c:pt>
                <c:pt idx="1232" c:formatCode="yyyy/m/d">
                  <c:v>42746</c:v>
                </c:pt>
                <c:pt idx="1233" c:formatCode="yyyy/m/d">
                  <c:v>42747</c:v>
                </c:pt>
                <c:pt idx="1234" c:formatCode="yyyy/m/d">
                  <c:v>42748</c:v>
                </c:pt>
                <c:pt idx="1235" c:formatCode="yyyy/m/d">
                  <c:v>42752</c:v>
                </c:pt>
                <c:pt idx="1236" c:formatCode="yyyy/m/d">
                  <c:v>42753</c:v>
                </c:pt>
                <c:pt idx="1237" c:formatCode="yyyy/m/d">
                  <c:v>42754</c:v>
                </c:pt>
                <c:pt idx="1238" c:formatCode="yyyy/m/d">
                  <c:v>42755</c:v>
                </c:pt>
                <c:pt idx="1239" c:formatCode="yyyy/m/d">
                  <c:v>42758</c:v>
                </c:pt>
                <c:pt idx="1240" c:formatCode="yyyy/m/d">
                  <c:v>42759</c:v>
                </c:pt>
                <c:pt idx="1241" c:formatCode="yyyy/m/d">
                  <c:v>42760</c:v>
                </c:pt>
                <c:pt idx="1242" c:formatCode="yyyy/m/d">
                  <c:v>42761</c:v>
                </c:pt>
                <c:pt idx="1243" c:formatCode="yyyy/m/d">
                  <c:v>42762</c:v>
                </c:pt>
                <c:pt idx="1244" c:formatCode="yyyy/m/d">
                  <c:v>42765</c:v>
                </c:pt>
                <c:pt idx="1245" c:formatCode="yyyy/m/d">
                  <c:v>42766</c:v>
                </c:pt>
                <c:pt idx="1246" c:formatCode="yyyy/m/d">
                  <c:v>42767</c:v>
                </c:pt>
                <c:pt idx="1247" c:formatCode="yyyy/m/d">
                  <c:v>42768</c:v>
                </c:pt>
                <c:pt idx="1248" c:formatCode="yyyy/m/d">
                  <c:v>42769</c:v>
                </c:pt>
                <c:pt idx="1249" c:formatCode="yyyy/m/d">
                  <c:v>42772</c:v>
                </c:pt>
                <c:pt idx="1250" c:formatCode="yyyy/m/d">
                  <c:v>42773</c:v>
                </c:pt>
                <c:pt idx="1251" c:formatCode="yyyy/m/d">
                  <c:v>42774</c:v>
                </c:pt>
                <c:pt idx="1252" c:formatCode="yyyy/m/d">
                  <c:v>42775</c:v>
                </c:pt>
                <c:pt idx="1253" c:formatCode="yyyy/m/d">
                  <c:v>42776</c:v>
                </c:pt>
                <c:pt idx="1254" c:formatCode="yyyy/m/d">
                  <c:v>42779</c:v>
                </c:pt>
                <c:pt idx="1255" c:formatCode="yyyy/m/d">
                  <c:v>42780</c:v>
                </c:pt>
                <c:pt idx="1256" c:formatCode="yyyy/m/d">
                  <c:v>42781</c:v>
                </c:pt>
                <c:pt idx="1257" c:formatCode="yyyy/m/d">
                  <c:v>42782</c:v>
                </c:pt>
                <c:pt idx="1258" c:formatCode="yyyy/m/d">
                  <c:v>42783</c:v>
                </c:pt>
                <c:pt idx="1259" c:formatCode="yyyy/m/d">
                  <c:v>42787</c:v>
                </c:pt>
                <c:pt idx="1260" c:formatCode="yyyy/m/d">
                  <c:v>42788</c:v>
                </c:pt>
                <c:pt idx="1261" c:formatCode="yyyy/m/d">
                  <c:v>42789</c:v>
                </c:pt>
                <c:pt idx="1262" c:formatCode="yyyy/m/d">
                  <c:v>42790</c:v>
                </c:pt>
                <c:pt idx="1263" c:formatCode="yyyy/m/d">
                  <c:v>42793</c:v>
                </c:pt>
                <c:pt idx="1264" c:formatCode="yyyy/m/d">
                  <c:v>42794</c:v>
                </c:pt>
                <c:pt idx="1265" c:formatCode="yyyy/m/d">
                  <c:v>42795</c:v>
                </c:pt>
                <c:pt idx="1266" c:formatCode="yyyy/m/d">
                  <c:v>42796</c:v>
                </c:pt>
                <c:pt idx="1267" c:formatCode="yyyy/m/d">
                  <c:v>42797</c:v>
                </c:pt>
                <c:pt idx="1268" c:formatCode="yyyy/m/d">
                  <c:v>42800</c:v>
                </c:pt>
                <c:pt idx="1269" c:formatCode="yyyy/m/d">
                  <c:v>42801</c:v>
                </c:pt>
                <c:pt idx="1270" c:formatCode="yyyy/m/d">
                  <c:v>42802</c:v>
                </c:pt>
                <c:pt idx="1271" c:formatCode="yyyy/m/d">
                  <c:v>42803</c:v>
                </c:pt>
                <c:pt idx="1272" c:formatCode="yyyy/m/d">
                  <c:v>42804</c:v>
                </c:pt>
                <c:pt idx="1273" c:formatCode="yyyy/m/d">
                  <c:v>42807</c:v>
                </c:pt>
                <c:pt idx="1274" c:formatCode="yyyy/m/d">
                  <c:v>42808</c:v>
                </c:pt>
                <c:pt idx="1275" c:formatCode="yyyy/m/d">
                  <c:v>42809</c:v>
                </c:pt>
                <c:pt idx="1276" c:formatCode="yyyy/m/d">
                  <c:v>42810</c:v>
                </c:pt>
                <c:pt idx="1277" c:formatCode="yyyy/m/d">
                  <c:v>42811</c:v>
                </c:pt>
                <c:pt idx="1278" c:formatCode="yyyy/m/d">
                  <c:v>42814</c:v>
                </c:pt>
                <c:pt idx="1279" c:formatCode="yyyy/m/d">
                  <c:v>42815</c:v>
                </c:pt>
                <c:pt idx="1280" c:formatCode="yyyy/m/d">
                  <c:v>42816</c:v>
                </c:pt>
                <c:pt idx="1281" c:formatCode="yyyy/m/d">
                  <c:v>42817</c:v>
                </c:pt>
                <c:pt idx="1282" c:formatCode="yyyy/m/d">
                  <c:v>42818</c:v>
                </c:pt>
                <c:pt idx="1283" c:formatCode="yyyy/m/d">
                  <c:v>42821</c:v>
                </c:pt>
                <c:pt idx="1284" c:formatCode="yyyy/m/d">
                  <c:v>42822</c:v>
                </c:pt>
                <c:pt idx="1285" c:formatCode="yyyy/m/d">
                  <c:v>42823</c:v>
                </c:pt>
                <c:pt idx="1286" c:formatCode="yyyy/m/d">
                  <c:v>42824</c:v>
                </c:pt>
                <c:pt idx="1287" c:formatCode="yyyy/m/d">
                  <c:v>42825</c:v>
                </c:pt>
                <c:pt idx="1288" c:formatCode="yyyy/m/d">
                  <c:v>42828</c:v>
                </c:pt>
                <c:pt idx="1289" c:formatCode="yyyy/m/d">
                  <c:v>42829</c:v>
                </c:pt>
                <c:pt idx="1290" c:formatCode="yyyy/m/d">
                  <c:v>42830</c:v>
                </c:pt>
                <c:pt idx="1291" c:formatCode="yyyy/m/d">
                  <c:v>42831</c:v>
                </c:pt>
                <c:pt idx="1292" c:formatCode="yyyy/m/d">
                  <c:v>42832</c:v>
                </c:pt>
                <c:pt idx="1293" c:formatCode="yyyy/m/d">
                  <c:v>42835</c:v>
                </c:pt>
                <c:pt idx="1294" c:formatCode="yyyy/m/d">
                  <c:v>42836</c:v>
                </c:pt>
                <c:pt idx="1295" c:formatCode="yyyy/m/d">
                  <c:v>42837</c:v>
                </c:pt>
                <c:pt idx="1296" c:formatCode="yyyy/m/d">
                  <c:v>42838</c:v>
                </c:pt>
                <c:pt idx="1297" c:formatCode="yyyy/m/d">
                  <c:v>42842</c:v>
                </c:pt>
                <c:pt idx="1298" c:formatCode="yyyy/m/d">
                  <c:v>42843</c:v>
                </c:pt>
                <c:pt idx="1299" c:formatCode="yyyy/m/d">
                  <c:v>42844</c:v>
                </c:pt>
                <c:pt idx="1300" c:formatCode="yyyy/m/d">
                  <c:v>42845</c:v>
                </c:pt>
                <c:pt idx="1301" c:formatCode="yyyy/m/d">
                  <c:v>42846</c:v>
                </c:pt>
                <c:pt idx="1302" c:formatCode="yyyy/m/d">
                  <c:v>42849</c:v>
                </c:pt>
                <c:pt idx="1303" c:formatCode="yyyy/m/d">
                  <c:v>42850</c:v>
                </c:pt>
                <c:pt idx="1304" c:formatCode="yyyy/m/d">
                  <c:v>42851</c:v>
                </c:pt>
                <c:pt idx="1305" c:formatCode="yyyy/m/d">
                  <c:v>42852</c:v>
                </c:pt>
                <c:pt idx="1306" c:formatCode="yyyy/m/d">
                  <c:v>42853</c:v>
                </c:pt>
                <c:pt idx="1307" c:formatCode="yyyy/m/d">
                  <c:v>42856</c:v>
                </c:pt>
                <c:pt idx="1308" c:formatCode="yyyy/m/d">
                  <c:v>42857</c:v>
                </c:pt>
                <c:pt idx="1309" c:formatCode="yyyy/m/d">
                  <c:v>42858</c:v>
                </c:pt>
                <c:pt idx="1310" c:formatCode="yyyy/m/d">
                  <c:v>42859</c:v>
                </c:pt>
                <c:pt idx="1311" c:formatCode="yyyy/m/d">
                  <c:v>42860</c:v>
                </c:pt>
                <c:pt idx="1312" c:formatCode="yyyy/m/d">
                  <c:v>42863</c:v>
                </c:pt>
                <c:pt idx="1313" c:formatCode="yyyy/m/d">
                  <c:v>42864</c:v>
                </c:pt>
                <c:pt idx="1314" c:formatCode="yyyy/m/d">
                  <c:v>42865</c:v>
                </c:pt>
                <c:pt idx="1315" c:formatCode="yyyy/m/d">
                  <c:v>42866</c:v>
                </c:pt>
                <c:pt idx="1316" c:formatCode="yyyy/m/d">
                  <c:v>42867</c:v>
                </c:pt>
                <c:pt idx="1317" c:formatCode="yyyy/m/d">
                  <c:v>42870</c:v>
                </c:pt>
                <c:pt idx="1318" c:formatCode="yyyy/m/d">
                  <c:v>42871</c:v>
                </c:pt>
                <c:pt idx="1319" c:formatCode="yyyy/m/d">
                  <c:v>42872</c:v>
                </c:pt>
                <c:pt idx="1320" c:formatCode="yyyy/m/d">
                  <c:v>42873</c:v>
                </c:pt>
                <c:pt idx="1321" c:formatCode="yyyy/m/d">
                  <c:v>42874</c:v>
                </c:pt>
                <c:pt idx="1322" c:formatCode="yyyy/m/d">
                  <c:v>42877</c:v>
                </c:pt>
                <c:pt idx="1323" c:formatCode="yyyy/m/d">
                  <c:v>42878</c:v>
                </c:pt>
                <c:pt idx="1324" c:formatCode="yyyy/m/d">
                  <c:v>42879</c:v>
                </c:pt>
                <c:pt idx="1325" c:formatCode="yyyy/m/d">
                  <c:v>42880</c:v>
                </c:pt>
                <c:pt idx="1326" c:formatCode="yyyy/m/d">
                  <c:v>42881</c:v>
                </c:pt>
                <c:pt idx="1327" c:formatCode="yyyy/m/d">
                  <c:v>42885</c:v>
                </c:pt>
                <c:pt idx="1328" c:formatCode="yyyy/m/d">
                  <c:v>42886</c:v>
                </c:pt>
                <c:pt idx="1329" c:formatCode="yyyy/m/d">
                  <c:v>42887</c:v>
                </c:pt>
                <c:pt idx="1330" c:formatCode="yyyy/m/d">
                  <c:v>42888</c:v>
                </c:pt>
                <c:pt idx="1331" c:formatCode="yyyy/m/d">
                  <c:v>42891</c:v>
                </c:pt>
                <c:pt idx="1332" c:formatCode="yyyy/m/d">
                  <c:v>42892</c:v>
                </c:pt>
                <c:pt idx="1333" c:formatCode="yyyy/m/d">
                  <c:v>42893</c:v>
                </c:pt>
                <c:pt idx="1334" c:formatCode="yyyy/m/d">
                  <c:v>42894</c:v>
                </c:pt>
                <c:pt idx="1335" c:formatCode="yyyy/m/d">
                  <c:v>42895</c:v>
                </c:pt>
                <c:pt idx="1336" c:formatCode="yyyy/m/d">
                  <c:v>42898</c:v>
                </c:pt>
                <c:pt idx="1337" c:formatCode="yyyy/m/d">
                  <c:v>42899</c:v>
                </c:pt>
                <c:pt idx="1338" c:formatCode="yyyy/m/d">
                  <c:v>42900</c:v>
                </c:pt>
                <c:pt idx="1339" c:formatCode="yyyy/m/d">
                  <c:v>42901</c:v>
                </c:pt>
                <c:pt idx="1340" c:formatCode="yyyy/m/d">
                  <c:v>42902</c:v>
                </c:pt>
                <c:pt idx="1341" c:formatCode="yyyy/m/d">
                  <c:v>42905</c:v>
                </c:pt>
                <c:pt idx="1342" c:formatCode="yyyy/m/d">
                  <c:v>42906</c:v>
                </c:pt>
                <c:pt idx="1343" c:formatCode="yyyy/m/d">
                  <c:v>42907</c:v>
                </c:pt>
                <c:pt idx="1344" c:formatCode="yyyy/m/d">
                  <c:v>42908</c:v>
                </c:pt>
                <c:pt idx="1345" c:formatCode="yyyy/m/d">
                  <c:v>42909</c:v>
                </c:pt>
                <c:pt idx="1346" c:formatCode="yyyy/m/d">
                  <c:v>42912</c:v>
                </c:pt>
                <c:pt idx="1347" c:formatCode="yyyy/m/d">
                  <c:v>42913</c:v>
                </c:pt>
                <c:pt idx="1348" c:formatCode="yyyy/m/d">
                  <c:v>42914</c:v>
                </c:pt>
                <c:pt idx="1349" c:formatCode="yyyy/m/d">
                  <c:v>42915</c:v>
                </c:pt>
                <c:pt idx="1350" c:formatCode="yyyy/m/d">
                  <c:v>42916</c:v>
                </c:pt>
                <c:pt idx="1351" c:formatCode="yyyy/m/d">
                  <c:v>42921</c:v>
                </c:pt>
                <c:pt idx="1352" c:formatCode="yyyy/m/d">
                  <c:v>42922</c:v>
                </c:pt>
                <c:pt idx="1353" c:formatCode="yyyy/m/d">
                  <c:v>42923</c:v>
                </c:pt>
                <c:pt idx="1354" c:formatCode="yyyy/m/d">
                  <c:v>42926</c:v>
                </c:pt>
                <c:pt idx="1355" c:formatCode="yyyy/m/d">
                  <c:v>42927</c:v>
                </c:pt>
                <c:pt idx="1356" c:formatCode="yyyy/m/d">
                  <c:v>42928</c:v>
                </c:pt>
                <c:pt idx="1357" c:formatCode="yyyy/m/d">
                  <c:v>42929</c:v>
                </c:pt>
                <c:pt idx="1358" c:formatCode="yyyy/m/d">
                  <c:v>42930</c:v>
                </c:pt>
                <c:pt idx="1359" c:formatCode="yyyy/m/d">
                  <c:v>42933</c:v>
                </c:pt>
                <c:pt idx="1360" c:formatCode="yyyy/m/d">
                  <c:v>42934</c:v>
                </c:pt>
                <c:pt idx="1361" c:formatCode="yyyy/m/d">
                  <c:v>42935</c:v>
                </c:pt>
                <c:pt idx="1362" c:formatCode="yyyy/m/d">
                  <c:v>42936</c:v>
                </c:pt>
                <c:pt idx="1363" c:formatCode="yyyy/m/d">
                  <c:v>42937</c:v>
                </c:pt>
                <c:pt idx="1364" c:formatCode="yyyy/m/d">
                  <c:v>42940</c:v>
                </c:pt>
                <c:pt idx="1365" c:formatCode="yyyy/m/d">
                  <c:v>42941</c:v>
                </c:pt>
                <c:pt idx="1366" c:formatCode="yyyy/m/d">
                  <c:v>42942</c:v>
                </c:pt>
                <c:pt idx="1367" c:formatCode="yyyy/m/d">
                  <c:v>42943</c:v>
                </c:pt>
                <c:pt idx="1368" c:formatCode="yyyy/m/d">
                  <c:v>42944</c:v>
                </c:pt>
                <c:pt idx="1369" c:formatCode="yyyy/m/d">
                  <c:v>42947</c:v>
                </c:pt>
                <c:pt idx="1370" c:formatCode="yyyy/m/d">
                  <c:v>42948</c:v>
                </c:pt>
                <c:pt idx="1371" c:formatCode="yyyy/m/d">
                  <c:v>42949</c:v>
                </c:pt>
                <c:pt idx="1372" c:formatCode="yyyy/m/d">
                  <c:v>42950</c:v>
                </c:pt>
                <c:pt idx="1373" c:formatCode="yyyy/m/d">
                  <c:v>42951</c:v>
                </c:pt>
                <c:pt idx="1374" c:formatCode="yyyy/m/d">
                  <c:v>42954</c:v>
                </c:pt>
                <c:pt idx="1375" c:formatCode="yyyy/m/d">
                  <c:v>42955</c:v>
                </c:pt>
                <c:pt idx="1376" c:formatCode="yyyy/m/d">
                  <c:v>42956</c:v>
                </c:pt>
                <c:pt idx="1377" c:formatCode="yyyy/m/d">
                  <c:v>42957</c:v>
                </c:pt>
                <c:pt idx="1378" c:formatCode="yyyy/m/d">
                  <c:v>42958</c:v>
                </c:pt>
                <c:pt idx="1379" c:formatCode="yyyy/m/d">
                  <c:v>42961</c:v>
                </c:pt>
                <c:pt idx="1380" c:formatCode="yyyy/m/d">
                  <c:v>42962</c:v>
                </c:pt>
                <c:pt idx="1381" c:formatCode="yyyy/m/d">
                  <c:v>42963</c:v>
                </c:pt>
                <c:pt idx="1382" c:formatCode="yyyy/m/d">
                  <c:v>42964</c:v>
                </c:pt>
                <c:pt idx="1383" c:formatCode="yyyy/m/d">
                  <c:v>42965</c:v>
                </c:pt>
                <c:pt idx="1384" c:formatCode="yyyy/m/d">
                  <c:v>42968</c:v>
                </c:pt>
                <c:pt idx="1385" c:formatCode="yyyy/m/d">
                  <c:v>42969</c:v>
                </c:pt>
                <c:pt idx="1386" c:formatCode="yyyy/m/d">
                  <c:v>42970</c:v>
                </c:pt>
                <c:pt idx="1387" c:formatCode="yyyy/m/d">
                  <c:v>42971</c:v>
                </c:pt>
                <c:pt idx="1388" c:formatCode="yyyy/m/d">
                  <c:v>42972</c:v>
                </c:pt>
                <c:pt idx="1389" c:formatCode="yyyy/m/d">
                  <c:v>42975</c:v>
                </c:pt>
                <c:pt idx="1390" c:formatCode="yyyy/m/d">
                  <c:v>42976</c:v>
                </c:pt>
                <c:pt idx="1391" c:formatCode="yyyy/m/d">
                  <c:v>42977</c:v>
                </c:pt>
                <c:pt idx="1392" c:formatCode="yyyy/m/d">
                  <c:v>42978</c:v>
                </c:pt>
                <c:pt idx="1393" c:formatCode="yyyy/m/d">
                  <c:v>42979</c:v>
                </c:pt>
                <c:pt idx="1394" c:formatCode="yyyy/m/d">
                  <c:v>42983</c:v>
                </c:pt>
                <c:pt idx="1395" c:formatCode="yyyy/m/d">
                  <c:v>42984</c:v>
                </c:pt>
                <c:pt idx="1396" c:formatCode="yyyy/m/d">
                  <c:v>42985</c:v>
                </c:pt>
                <c:pt idx="1397" c:formatCode="yyyy/m/d">
                  <c:v>42986</c:v>
                </c:pt>
                <c:pt idx="1398" c:formatCode="yyyy/m/d">
                  <c:v>42989</c:v>
                </c:pt>
                <c:pt idx="1399" c:formatCode="yyyy/m/d">
                  <c:v>42990</c:v>
                </c:pt>
                <c:pt idx="1400" c:formatCode="yyyy/m/d">
                  <c:v>42991</c:v>
                </c:pt>
                <c:pt idx="1401" c:formatCode="yyyy/m/d">
                  <c:v>42992</c:v>
                </c:pt>
                <c:pt idx="1402" c:formatCode="yyyy/m/d">
                  <c:v>42993</c:v>
                </c:pt>
                <c:pt idx="1403" c:formatCode="yyyy/m/d">
                  <c:v>42996</c:v>
                </c:pt>
                <c:pt idx="1404" c:formatCode="yyyy/m/d">
                  <c:v>42997</c:v>
                </c:pt>
                <c:pt idx="1405" c:formatCode="yyyy/m/d">
                  <c:v>42998</c:v>
                </c:pt>
                <c:pt idx="1406" c:formatCode="yyyy/m/d">
                  <c:v>42999</c:v>
                </c:pt>
                <c:pt idx="1407" c:formatCode="yyyy/m/d">
                  <c:v>43000</c:v>
                </c:pt>
                <c:pt idx="1408" c:formatCode="yyyy/m/d">
                  <c:v>43003</c:v>
                </c:pt>
                <c:pt idx="1409" c:formatCode="yyyy/m/d">
                  <c:v>43004</c:v>
                </c:pt>
                <c:pt idx="1410" c:formatCode="yyyy/m/d">
                  <c:v>43005</c:v>
                </c:pt>
                <c:pt idx="1411" c:formatCode="yyyy/m/d">
                  <c:v>43006</c:v>
                </c:pt>
                <c:pt idx="1412" c:formatCode="yyyy/m/d">
                  <c:v>43007</c:v>
                </c:pt>
                <c:pt idx="1413" c:formatCode="yyyy/m/d">
                  <c:v>43010</c:v>
                </c:pt>
                <c:pt idx="1414" c:formatCode="yyyy/m/d">
                  <c:v>43011</c:v>
                </c:pt>
                <c:pt idx="1415" c:formatCode="yyyy/m/d">
                  <c:v>43012</c:v>
                </c:pt>
                <c:pt idx="1416" c:formatCode="yyyy/m/d">
                  <c:v>43013</c:v>
                </c:pt>
                <c:pt idx="1417" c:formatCode="yyyy/m/d">
                  <c:v>43014</c:v>
                </c:pt>
                <c:pt idx="1418" c:formatCode="yyyy/m/d">
                  <c:v>43017</c:v>
                </c:pt>
                <c:pt idx="1419" c:formatCode="yyyy/m/d">
                  <c:v>43018</c:v>
                </c:pt>
                <c:pt idx="1420" c:formatCode="yyyy/m/d">
                  <c:v>43019</c:v>
                </c:pt>
                <c:pt idx="1421" c:formatCode="yyyy/m/d">
                  <c:v>43020</c:v>
                </c:pt>
                <c:pt idx="1422" c:formatCode="yyyy/m/d">
                  <c:v>43021</c:v>
                </c:pt>
                <c:pt idx="1423" c:formatCode="yyyy/m/d">
                  <c:v>43024</c:v>
                </c:pt>
                <c:pt idx="1424" c:formatCode="yyyy/m/d">
                  <c:v>43025</c:v>
                </c:pt>
                <c:pt idx="1425" c:formatCode="yyyy/m/d">
                  <c:v>43026</c:v>
                </c:pt>
                <c:pt idx="1426" c:formatCode="yyyy/m/d">
                  <c:v>43027</c:v>
                </c:pt>
                <c:pt idx="1427" c:formatCode="yyyy/m/d">
                  <c:v>43028</c:v>
                </c:pt>
                <c:pt idx="1428" c:formatCode="yyyy/m/d">
                  <c:v>43031</c:v>
                </c:pt>
                <c:pt idx="1429" c:formatCode="yyyy/m/d">
                  <c:v>43032</c:v>
                </c:pt>
                <c:pt idx="1430" c:formatCode="yyyy/m/d">
                  <c:v>43033</c:v>
                </c:pt>
                <c:pt idx="1431" c:formatCode="yyyy/m/d">
                  <c:v>43034</c:v>
                </c:pt>
                <c:pt idx="1432" c:formatCode="yyyy/m/d">
                  <c:v>43035</c:v>
                </c:pt>
                <c:pt idx="1433" c:formatCode="yyyy/m/d">
                  <c:v>43038</c:v>
                </c:pt>
                <c:pt idx="1434" c:formatCode="yyyy/m/d">
                  <c:v>43039</c:v>
                </c:pt>
                <c:pt idx="1435" c:formatCode="yyyy/m/d">
                  <c:v>43040</c:v>
                </c:pt>
                <c:pt idx="1436" c:formatCode="yyyy/m/d">
                  <c:v>43041</c:v>
                </c:pt>
                <c:pt idx="1437" c:formatCode="yyyy/m/d">
                  <c:v>43042</c:v>
                </c:pt>
                <c:pt idx="1438" c:formatCode="yyyy/m/d">
                  <c:v>43045</c:v>
                </c:pt>
                <c:pt idx="1439" c:formatCode="yyyy/m/d">
                  <c:v>43046</c:v>
                </c:pt>
                <c:pt idx="1440" c:formatCode="yyyy/m/d">
                  <c:v>43047</c:v>
                </c:pt>
                <c:pt idx="1441" c:formatCode="yyyy/m/d">
                  <c:v>43048</c:v>
                </c:pt>
                <c:pt idx="1442" c:formatCode="yyyy/m/d">
                  <c:v>43049</c:v>
                </c:pt>
                <c:pt idx="1443" c:formatCode="yyyy/m/d">
                  <c:v>43052</c:v>
                </c:pt>
                <c:pt idx="1444" c:formatCode="yyyy/m/d">
                  <c:v>43053</c:v>
                </c:pt>
                <c:pt idx="1445" c:formatCode="yyyy/m/d">
                  <c:v>43054</c:v>
                </c:pt>
                <c:pt idx="1446" c:formatCode="yyyy/m/d">
                  <c:v>43055</c:v>
                </c:pt>
                <c:pt idx="1447" c:formatCode="yyyy/m/d">
                  <c:v>43056</c:v>
                </c:pt>
                <c:pt idx="1448" c:formatCode="yyyy/m/d">
                  <c:v>43059</c:v>
                </c:pt>
                <c:pt idx="1449" c:formatCode="yyyy/m/d">
                  <c:v>43060</c:v>
                </c:pt>
                <c:pt idx="1450" c:formatCode="yyyy/m/d">
                  <c:v>43061</c:v>
                </c:pt>
                <c:pt idx="1451" c:formatCode="yyyy/m/d">
                  <c:v>43066</c:v>
                </c:pt>
                <c:pt idx="1452" c:formatCode="yyyy/m/d">
                  <c:v>43067</c:v>
                </c:pt>
                <c:pt idx="1453" c:formatCode="yyyy/m/d">
                  <c:v>43068</c:v>
                </c:pt>
                <c:pt idx="1454" c:formatCode="yyyy/m/d">
                  <c:v>43069</c:v>
                </c:pt>
                <c:pt idx="1455" c:formatCode="yyyy/m/d">
                  <c:v>43070</c:v>
                </c:pt>
                <c:pt idx="1456" c:formatCode="yyyy/m/d">
                  <c:v>43073</c:v>
                </c:pt>
                <c:pt idx="1457" c:formatCode="yyyy/m/d">
                  <c:v>43074</c:v>
                </c:pt>
                <c:pt idx="1458" c:formatCode="yyyy/m/d">
                  <c:v>43075</c:v>
                </c:pt>
                <c:pt idx="1459" c:formatCode="yyyy/m/d">
                  <c:v>43076</c:v>
                </c:pt>
                <c:pt idx="1460" c:formatCode="yyyy/m/d">
                  <c:v>43077</c:v>
                </c:pt>
                <c:pt idx="1461" c:formatCode="yyyy/m/d">
                  <c:v>43080</c:v>
                </c:pt>
                <c:pt idx="1462" c:formatCode="yyyy/m/d">
                  <c:v>43081</c:v>
                </c:pt>
                <c:pt idx="1463" c:formatCode="yyyy/m/d">
                  <c:v>43082</c:v>
                </c:pt>
                <c:pt idx="1464" c:formatCode="yyyy/m/d">
                  <c:v>43083</c:v>
                </c:pt>
                <c:pt idx="1465" c:formatCode="yyyy/m/d">
                  <c:v>43084</c:v>
                </c:pt>
                <c:pt idx="1466" c:formatCode="yyyy/m/d">
                  <c:v>43087</c:v>
                </c:pt>
                <c:pt idx="1467" c:formatCode="yyyy/m/d">
                  <c:v>43088</c:v>
                </c:pt>
                <c:pt idx="1468" c:formatCode="yyyy/m/d">
                  <c:v>43089</c:v>
                </c:pt>
                <c:pt idx="1469" c:formatCode="yyyy/m/d">
                  <c:v>43090</c:v>
                </c:pt>
                <c:pt idx="1470" c:formatCode="yyyy/m/d">
                  <c:v>43091</c:v>
                </c:pt>
                <c:pt idx="1471" c:formatCode="yyyy/m/d">
                  <c:v>43095</c:v>
                </c:pt>
                <c:pt idx="1472" c:formatCode="yyyy/m/d">
                  <c:v>43096</c:v>
                </c:pt>
                <c:pt idx="1473" c:formatCode="yyyy/m/d">
                  <c:v>43097</c:v>
                </c:pt>
                <c:pt idx="1474" c:formatCode="yyyy/m/d">
                  <c:v>43098</c:v>
                </c:pt>
                <c:pt idx="1475" c:formatCode="yyyy/m/d">
                  <c:v>43102</c:v>
                </c:pt>
                <c:pt idx="1476" c:formatCode="yyyy/m/d">
                  <c:v>43103</c:v>
                </c:pt>
                <c:pt idx="1477" c:formatCode="yyyy/m/d">
                  <c:v>43104</c:v>
                </c:pt>
                <c:pt idx="1478" c:formatCode="yyyy/m/d">
                  <c:v>43105</c:v>
                </c:pt>
                <c:pt idx="1479" c:formatCode="yyyy/m/d">
                  <c:v>43108</c:v>
                </c:pt>
                <c:pt idx="1480" c:formatCode="yyyy/m/d">
                  <c:v>43109</c:v>
                </c:pt>
                <c:pt idx="1481" c:formatCode="yyyy/m/d">
                  <c:v>43110</c:v>
                </c:pt>
                <c:pt idx="1482" c:formatCode="yyyy/m/d">
                  <c:v>43111</c:v>
                </c:pt>
                <c:pt idx="1483" c:formatCode="yyyy/m/d">
                  <c:v>43112</c:v>
                </c:pt>
                <c:pt idx="1484" c:formatCode="yyyy/m/d">
                  <c:v>43116</c:v>
                </c:pt>
                <c:pt idx="1485" c:formatCode="yyyy/m/d">
                  <c:v>43117</c:v>
                </c:pt>
                <c:pt idx="1486" c:formatCode="yyyy/m/d">
                  <c:v>43118</c:v>
                </c:pt>
                <c:pt idx="1487" c:formatCode="yyyy/m/d">
                  <c:v>43119</c:v>
                </c:pt>
                <c:pt idx="1488" c:formatCode="yyyy/m/d">
                  <c:v>43122</c:v>
                </c:pt>
                <c:pt idx="1489" c:formatCode="yyyy/m/d">
                  <c:v>43123</c:v>
                </c:pt>
                <c:pt idx="1490" c:formatCode="yyyy/m/d">
                  <c:v>43124</c:v>
                </c:pt>
                <c:pt idx="1491" c:formatCode="yyyy/m/d">
                  <c:v>43125</c:v>
                </c:pt>
                <c:pt idx="1492" c:formatCode="yyyy/m/d">
                  <c:v>43126</c:v>
                </c:pt>
                <c:pt idx="1493" c:formatCode="yyyy/m/d">
                  <c:v>43129</c:v>
                </c:pt>
                <c:pt idx="1494" c:formatCode="yyyy/m/d">
                  <c:v>43130</c:v>
                </c:pt>
                <c:pt idx="1495" c:formatCode="yyyy/m/d">
                  <c:v>43131</c:v>
                </c:pt>
                <c:pt idx="1496" c:formatCode="yyyy/m/d">
                  <c:v>43132</c:v>
                </c:pt>
                <c:pt idx="1497" c:formatCode="yyyy/m/d">
                  <c:v>43133</c:v>
                </c:pt>
                <c:pt idx="1498" c:formatCode="yyyy/m/d">
                  <c:v>43136</c:v>
                </c:pt>
                <c:pt idx="1499" c:formatCode="yyyy/m/d">
                  <c:v>43137</c:v>
                </c:pt>
                <c:pt idx="1500" c:formatCode="yyyy/m/d">
                  <c:v>43138</c:v>
                </c:pt>
                <c:pt idx="1501" c:formatCode="yyyy/m/d">
                  <c:v>43139</c:v>
                </c:pt>
                <c:pt idx="1502" c:formatCode="yyyy/m/d">
                  <c:v>43140</c:v>
                </c:pt>
                <c:pt idx="1503" c:formatCode="yyyy/m/d">
                  <c:v>43143</c:v>
                </c:pt>
                <c:pt idx="1504" c:formatCode="yyyy/m/d">
                  <c:v>43144</c:v>
                </c:pt>
                <c:pt idx="1505" c:formatCode="yyyy/m/d">
                  <c:v>43145</c:v>
                </c:pt>
                <c:pt idx="1506" c:formatCode="yyyy/m/d">
                  <c:v>43146</c:v>
                </c:pt>
                <c:pt idx="1507" c:formatCode="yyyy/m/d">
                  <c:v>43147</c:v>
                </c:pt>
                <c:pt idx="1508" c:formatCode="yyyy/m/d">
                  <c:v>43151</c:v>
                </c:pt>
                <c:pt idx="1509" c:formatCode="yyyy/m/d">
                  <c:v>43152</c:v>
                </c:pt>
                <c:pt idx="1510" c:formatCode="yyyy/m/d">
                  <c:v>43153</c:v>
                </c:pt>
                <c:pt idx="1511" c:formatCode="yyyy/m/d">
                  <c:v>43154</c:v>
                </c:pt>
                <c:pt idx="1512" c:formatCode="yyyy/m/d">
                  <c:v>43157</c:v>
                </c:pt>
                <c:pt idx="1513" c:formatCode="yyyy/m/d">
                  <c:v>43158</c:v>
                </c:pt>
                <c:pt idx="1514" c:formatCode="yyyy/m/d">
                  <c:v>43159</c:v>
                </c:pt>
                <c:pt idx="1515" c:formatCode="yyyy/m/d">
                  <c:v>43160</c:v>
                </c:pt>
                <c:pt idx="1516" c:formatCode="yyyy/m/d">
                  <c:v>43161</c:v>
                </c:pt>
                <c:pt idx="1517" c:formatCode="yyyy/m/d">
                  <c:v>43164</c:v>
                </c:pt>
                <c:pt idx="1518" c:formatCode="yyyy/m/d">
                  <c:v>43165</c:v>
                </c:pt>
                <c:pt idx="1519" c:formatCode="yyyy/m/d">
                  <c:v>43166</c:v>
                </c:pt>
                <c:pt idx="1520" c:formatCode="yyyy/m/d">
                  <c:v>43167</c:v>
                </c:pt>
                <c:pt idx="1521" c:formatCode="yyyy/m/d">
                  <c:v>43168</c:v>
                </c:pt>
                <c:pt idx="1522" c:formatCode="yyyy/m/d">
                  <c:v>43171</c:v>
                </c:pt>
                <c:pt idx="1523" c:formatCode="yyyy/m/d">
                  <c:v>43172</c:v>
                </c:pt>
                <c:pt idx="1524" c:formatCode="yyyy/m/d">
                  <c:v>43173</c:v>
                </c:pt>
                <c:pt idx="1525" c:formatCode="yyyy/m/d">
                  <c:v>43174</c:v>
                </c:pt>
                <c:pt idx="1526" c:formatCode="yyyy/m/d">
                  <c:v>43175</c:v>
                </c:pt>
                <c:pt idx="1527" c:formatCode="yyyy/m/d">
                  <c:v>43178</c:v>
                </c:pt>
                <c:pt idx="1528" c:formatCode="yyyy/m/d">
                  <c:v>43179</c:v>
                </c:pt>
                <c:pt idx="1529" c:formatCode="yyyy/m/d">
                  <c:v>43180</c:v>
                </c:pt>
                <c:pt idx="1530" c:formatCode="yyyy/m/d">
                  <c:v>43181</c:v>
                </c:pt>
                <c:pt idx="1531" c:formatCode="yyyy/m/d">
                  <c:v>43182</c:v>
                </c:pt>
                <c:pt idx="1532" c:formatCode="yyyy/m/d">
                  <c:v>43185</c:v>
                </c:pt>
                <c:pt idx="1533" c:formatCode="yyyy/m/d">
                  <c:v>43186</c:v>
                </c:pt>
                <c:pt idx="1534" c:formatCode="yyyy/m/d">
                  <c:v>43187</c:v>
                </c:pt>
                <c:pt idx="1535" c:formatCode="yyyy/m/d">
                  <c:v>43188</c:v>
                </c:pt>
                <c:pt idx="1536" c:formatCode="yyyy/m/d">
                  <c:v>43192</c:v>
                </c:pt>
                <c:pt idx="1537" c:formatCode="yyyy/m/d">
                  <c:v>43193</c:v>
                </c:pt>
                <c:pt idx="1538" c:formatCode="yyyy/m/d">
                  <c:v>43194</c:v>
                </c:pt>
                <c:pt idx="1539" c:formatCode="yyyy/m/d">
                  <c:v>43195</c:v>
                </c:pt>
                <c:pt idx="1540" c:formatCode="yyyy/m/d">
                  <c:v>43196</c:v>
                </c:pt>
                <c:pt idx="1541" c:formatCode="yyyy/m/d">
                  <c:v>43199</c:v>
                </c:pt>
                <c:pt idx="1542" c:formatCode="yyyy/m/d">
                  <c:v>43200</c:v>
                </c:pt>
                <c:pt idx="1543" c:formatCode="yyyy/m/d">
                  <c:v>43201</c:v>
                </c:pt>
                <c:pt idx="1544" c:formatCode="yyyy/m/d">
                  <c:v>43202</c:v>
                </c:pt>
                <c:pt idx="1545" c:formatCode="yyyy/m/d">
                  <c:v>43203</c:v>
                </c:pt>
                <c:pt idx="1546" c:formatCode="yyyy/m/d">
                  <c:v>43206</c:v>
                </c:pt>
                <c:pt idx="1547" c:formatCode="yyyy/m/d">
                  <c:v>43207</c:v>
                </c:pt>
                <c:pt idx="1548" c:formatCode="yyyy/m/d">
                  <c:v>43208</c:v>
                </c:pt>
                <c:pt idx="1549" c:formatCode="yyyy/m/d">
                  <c:v>43209</c:v>
                </c:pt>
                <c:pt idx="1550" c:formatCode="yyyy/m/d">
                  <c:v>43210</c:v>
                </c:pt>
                <c:pt idx="1551" c:formatCode="yyyy/m/d">
                  <c:v>43213</c:v>
                </c:pt>
                <c:pt idx="1552" c:formatCode="yyyy/m/d">
                  <c:v>43214</c:v>
                </c:pt>
                <c:pt idx="1553" c:formatCode="yyyy/m/d">
                  <c:v>43215</c:v>
                </c:pt>
                <c:pt idx="1554" c:formatCode="yyyy/m/d">
                  <c:v>43216</c:v>
                </c:pt>
                <c:pt idx="1555" c:formatCode="yyyy/m/d">
                  <c:v>43217</c:v>
                </c:pt>
                <c:pt idx="1556" c:formatCode="yyyy/m/d">
                  <c:v>43220</c:v>
                </c:pt>
                <c:pt idx="1557" c:formatCode="yyyy/m/d">
                  <c:v>43221</c:v>
                </c:pt>
                <c:pt idx="1558" c:formatCode="yyyy/m/d">
                  <c:v>43222</c:v>
                </c:pt>
                <c:pt idx="1559" c:formatCode="yyyy/m/d">
                  <c:v>43223</c:v>
                </c:pt>
                <c:pt idx="1560" c:formatCode="yyyy/m/d">
                  <c:v>43224</c:v>
                </c:pt>
                <c:pt idx="1561" c:formatCode="yyyy/m/d">
                  <c:v>43227</c:v>
                </c:pt>
                <c:pt idx="1562" c:formatCode="yyyy/m/d">
                  <c:v>43228</c:v>
                </c:pt>
                <c:pt idx="1563" c:formatCode="yyyy/m/d">
                  <c:v>43229</c:v>
                </c:pt>
                <c:pt idx="1564" c:formatCode="yyyy/m/d">
                  <c:v>43230</c:v>
                </c:pt>
                <c:pt idx="1565" c:formatCode="yyyy/m/d">
                  <c:v>43231</c:v>
                </c:pt>
                <c:pt idx="1566" c:formatCode="yyyy/m/d">
                  <c:v>43234</c:v>
                </c:pt>
                <c:pt idx="1567" c:formatCode="yyyy/m/d">
                  <c:v>43235</c:v>
                </c:pt>
                <c:pt idx="1568" c:formatCode="yyyy/m/d">
                  <c:v>43236</c:v>
                </c:pt>
                <c:pt idx="1569" c:formatCode="yyyy/m/d">
                  <c:v>43237</c:v>
                </c:pt>
                <c:pt idx="1570" c:formatCode="yyyy/m/d">
                  <c:v>43238</c:v>
                </c:pt>
                <c:pt idx="1571" c:formatCode="yyyy/m/d">
                  <c:v>43241</c:v>
                </c:pt>
                <c:pt idx="1572" c:formatCode="yyyy/m/d">
                  <c:v>43242</c:v>
                </c:pt>
                <c:pt idx="1573" c:formatCode="yyyy/m/d">
                  <c:v>43243</c:v>
                </c:pt>
                <c:pt idx="1574" c:formatCode="yyyy/m/d">
                  <c:v>43244</c:v>
                </c:pt>
                <c:pt idx="1575" c:formatCode="yyyy/m/d">
                  <c:v>43245</c:v>
                </c:pt>
                <c:pt idx="1576" c:formatCode="yyyy/m/d">
                  <c:v>43249</c:v>
                </c:pt>
                <c:pt idx="1577" c:formatCode="yyyy/m/d">
                  <c:v>43250</c:v>
                </c:pt>
                <c:pt idx="1578" c:formatCode="yyyy/m/d">
                  <c:v>43251</c:v>
                </c:pt>
                <c:pt idx="1579" c:formatCode="yyyy/m/d">
                  <c:v>43252</c:v>
                </c:pt>
                <c:pt idx="1580" c:formatCode="yyyy/m/d">
                  <c:v>43255</c:v>
                </c:pt>
                <c:pt idx="1581" c:formatCode="yyyy/m/d">
                  <c:v>43256</c:v>
                </c:pt>
                <c:pt idx="1582" c:formatCode="yyyy/m/d">
                  <c:v>43257</c:v>
                </c:pt>
                <c:pt idx="1583" c:formatCode="yyyy/m/d">
                  <c:v>43258</c:v>
                </c:pt>
                <c:pt idx="1584" c:formatCode="yyyy/m/d">
                  <c:v>43259</c:v>
                </c:pt>
                <c:pt idx="1585" c:formatCode="yyyy/m/d">
                  <c:v>43262</c:v>
                </c:pt>
                <c:pt idx="1586" c:formatCode="yyyy/m/d">
                  <c:v>43263</c:v>
                </c:pt>
                <c:pt idx="1587" c:formatCode="yyyy/m/d">
                  <c:v>43264</c:v>
                </c:pt>
                <c:pt idx="1588" c:formatCode="yyyy/m/d">
                  <c:v>43265</c:v>
                </c:pt>
                <c:pt idx="1589" c:formatCode="yyyy/m/d">
                  <c:v>43266</c:v>
                </c:pt>
                <c:pt idx="1590" c:formatCode="yyyy/m/d">
                  <c:v>43269</c:v>
                </c:pt>
                <c:pt idx="1591" c:formatCode="yyyy/m/d">
                  <c:v>43270</c:v>
                </c:pt>
                <c:pt idx="1592" c:formatCode="yyyy/m/d">
                  <c:v>43271</c:v>
                </c:pt>
                <c:pt idx="1593" c:formatCode="yyyy/m/d">
                  <c:v>43272</c:v>
                </c:pt>
                <c:pt idx="1594" c:formatCode="yyyy/m/d">
                  <c:v>43273</c:v>
                </c:pt>
                <c:pt idx="1595" c:formatCode="yyyy/m/d">
                  <c:v>43276</c:v>
                </c:pt>
                <c:pt idx="1596" c:formatCode="yyyy/m/d">
                  <c:v>43277</c:v>
                </c:pt>
                <c:pt idx="1597" c:formatCode="yyyy/m/d">
                  <c:v>43278</c:v>
                </c:pt>
                <c:pt idx="1598" c:formatCode="yyyy/m/d">
                  <c:v>43279</c:v>
                </c:pt>
                <c:pt idx="1599" c:formatCode="yyyy/m/d">
                  <c:v>43280</c:v>
                </c:pt>
                <c:pt idx="1600" c:formatCode="yyyy/m/d">
                  <c:v>43283</c:v>
                </c:pt>
                <c:pt idx="1601" c:formatCode="yyyy/m/d">
                  <c:v>43286</c:v>
                </c:pt>
                <c:pt idx="1602" c:formatCode="yyyy/m/d">
                  <c:v>43287</c:v>
                </c:pt>
                <c:pt idx="1603" c:formatCode="yyyy/m/d">
                  <c:v>43290</c:v>
                </c:pt>
                <c:pt idx="1604" c:formatCode="yyyy/m/d">
                  <c:v>43291</c:v>
                </c:pt>
                <c:pt idx="1605" c:formatCode="yyyy/m/d">
                  <c:v>43292</c:v>
                </c:pt>
                <c:pt idx="1606" c:formatCode="yyyy/m/d">
                  <c:v>43293</c:v>
                </c:pt>
                <c:pt idx="1607" c:formatCode="yyyy/m/d">
                  <c:v>43294</c:v>
                </c:pt>
                <c:pt idx="1608" c:formatCode="yyyy/m/d">
                  <c:v>43297</c:v>
                </c:pt>
                <c:pt idx="1609" c:formatCode="yyyy/m/d">
                  <c:v>43298</c:v>
                </c:pt>
                <c:pt idx="1610" c:formatCode="yyyy/m/d">
                  <c:v>43299</c:v>
                </c:pt>
                <c:pt idx="1611" c:formatCode="yyyy/m/d">
                  <c:v>43300</c:v>
                </c:pt>
                <c:pt idx="1612" c:formatCode="yyyy/m/d">
                  <c:v>43301</c:v>
                </c:pt>
                <c:pt idx="1613" c:formatCode="yyyy/m/d">
                  <c:v>43304</c:v>
                </c:pt>
                <c:pt idx="1614" c:formatCode="yyyy/m/d">
                  <c:v>43305</c:v>
                </c:pt>
                <c:pt idx="1615" c:formatCode="yyyy/m/d">
                  <c:v>43306</c:v>
                </c:pt>
                <c:pt idx="1616" c:formatCode="yyyy/m/d">
                  <c:v>43307</c:v>
                </c:pt>
                <c:pt idx="1617" c:formatCode="yyyy/m/d">
                  <c:v>43308</c:v>
                </c:pt>
                <c:pt idx="1618" c:formatCode="yyyy/m/d">
                  <c:v>43311</c:v>
                </c:pt>
                <c:pt idx="1619" c:formatCode="yyyy/m/d">
                  <c:v>43312</c:v>
                </c:pt>
                <c:pt idx="1620" c:formatCode="yyyy/m/d">
                  <c:v>43313</c:v>
                </c:pt>
                <c:pt idx="1621" c:formatCode="yyyy/m/d">
                  <c:v>43314</c:v>
                </c:pt>
                <c:pt idx="1622" c:formatCode="yyyy/m/d">
                  <c:v>43315</c:v>
                </c:pt>
                <c:pt idx="1623" c:formatCode="yyyy/m/d">
                  <c:v>43318</c:v>
                </c:pt>
                <c:pt idx="1624" c:formatCode="yyyy/m/d">
                  <c:v>43319</c:v>
                </c:pt>
                <c:pt idx="1625" c:formatCode="yyyy/m/d">
                  <c:v>43320</c:v>
                </c:pt>
                <c:pt idx="1626" c:formatCode="yyyy/m/d">
                  <c:v>43321</c:v>
                </c:pt>
                <c:pt idx="1627" c:formatCode="yyyy/m/d">
                  <c:v>43322</c:v>
                </c:pt>
                <c:pt idx="1628" c:formatCode="yyyy/m/d">
                  <c:v>43325</c:v>
                </c:pt>
                <c:pt idx="1629" c:formatCode="yyyy/m/d">
                  <c:v>43326</c:v>
                </c:pt>
                <c:pt idx="1630" c:formatCode="yyyy/m/d">
                  <c:v>43327</c:v>
                </c:pt>
                <c:pt idx="1631" c:formatCode="yyyy/m/d">
                  <c:v>43328</c:v>
                </c:pt>
                <c:pt idx="1632" c:formatCode="yyyy/m/d">
                  <c:v>43329</c:v>
                </c:pt>
                <c:pt idx="1633" c:formatCode="yyyy/m/d">
                  <c:v>43332</c:v>
                </c:pt>
                <c:pt idx="1634" c:formatCode="yyyy/m/d">
                  <c:v>43333</c:v>
                </c:pt>
                <c:pt idx="1635" c:formatCode="yyyy/m/d">
                  <c:v>43334</c:v>
                </c:pt>
                <c:pt idx="1636" c:formatCode="yyyy/m/d">
                  <c:v>43335</c:v>
                </c:pt>
                <c:pt idx="1637" c:formatCode="yyyy/m/d">
                  <c:v>43336</c:v>
                </c:pt>
                <c:pt idx="1638" c:formatCode="yyyy/m/d">
                  <c:v>43339</c:v>
                </c:pt>
                <c:pt idx="1639" c:formatCode="yyyy/m/d">
                  <c:v>43340</c:v>
                </c:pt>
                <c:pt idx="1640" c:formatCode="yyyy/m/d">
                  <c:v>43341</c:v>
                </c:pt>
                <c:pt idx="1641" c:formatCode="yyyy/m/d">
                  <c:v>43342</c:v>
                </c:pt>
                <c:pt idx="1642" c:formatCode="yyyy/m/d">
                  <c:v>43343</c:v>
                </c:pt>
                <c:pt idx="1643" c:formatCode="yyyy/m/d">
                  <c:v>43347</c:v>
                </c:pt>
                <c:pt idx="1644" c:formatCode="yyyy/m/d">
                  <c:v>43348</c:v>
                </c:pt>
                <c:pt idx="1645" c:formatCode="yyyy/m/d">
                  <c:v>43349</c:v>
                </c:pt>
                <c:pt idx="1646" c:formatCode="yyyy/m/d">
                  <c:v>43350</c:v>
                </c:pt>
                <c:pt idx="1647" c:formatCode="yyyy/m/d">
                  <c:v>43353</c:v>
                </c:pt>
                <c:pt idx="1648" c:formatCode="yyyy/m/d">
                  <c:v>43354</c:v>
                </c:pt>
                <c:pt idx="1649" c:formatCode="yyyy/m/d">
                  <c:v>43355</c:v>
                </c:pt>
                <c:pt idx="1650" c:formatCode="yyyy/m/d">
                  <c:v>43356</c:v>
                </c:pt>
                <c:pt idx="1651" c:formatCode="yyyy/m/d">
                  <c:v>43357</c:v>
                </c:pt>
                <c:pt idx="1652" c:formatCode="yyyy/m/d">
                  <c:v>43360</c:v>
                </c:pt>
                <c:pt idx="1653" c:formatCode="yyyy/m/d">
                  <c:v>43361</c:v>
                </c:pt>
                <c:pt idx="1654" c:formatCode="yyyy/m/d">
                  <c:v>43362</c:v>
                </c:pt>
                <c:pt idx="1655" c:formatCode="yyyy/m/d">
                  <c:v>43363</c:v>
                </c:pt>
                <c:pt idx="1656" c:formatCode="yyyy/m/d">
                  <c:v>43364</c:v>
                </c:pt>
                <c:pt idx="1657" c:formatCode="yyyy/m/d">
                  <c:v>43367</c:v>
                </c:pt>
                <c:pt idx="1658" c:formatCode="yyyy/m/d">
                  <c:v>43368</c:v>
                </c:pt>
                <c:pt idx="1659" c:formatCode="yyyy/m/d">
                  <c:v>43369</c:v>
                </c:pt>
                <c:pt idx="1660" c:formatCode="yyyy/m/d">
                  <c:v>43370</c:v>
                </c:pt>
                <c:pt idx="1661" c:formatCode="yyyy/m/d">
                  <c:v>43371</c:v>
                </c:pt>
                <c:pt idx="1662" c:formatCode="yyyy/m/d">
                  <c:v>43374</c:v>
                </c:pt>
                <c:pt idx="1663" c:formatCode="yyyy/m/d">
                  <c:v>43375</c:v>
                </c:pt>
                <c:pt idx="1664" c:formatCode="yyyy/m/d">
                  <c:v>43376</c:v>
                </c:pt>
                <c:pt idx="1665" c:formatCode="yyyy/m/d">
                  <c:v>43377</c:v>
                </c:pt>
                <c:pt idx="1666" c:formatCode="yyyy/m/d">
                  <c:v>43378</c:v>
                </c:pt>
                <c:pt idx="1667" c:formatCode="yyyy/m/d">
                  <c:v>43381</c:v>
                </c:pt>
                <c:pt idx="1668" c:formatCode="yyyy/m/d">
                  <c:v>43382</c:v>
                </c:pt>
                <c:pt idx="1669" c:formatCode="yyyy/m/d">
                  <c:v>43383</c:v>
                </c:pt>
                <c:pt idx="1670" c:formatCode="yyyy/m/d">
                  <c:v>43384</c:v>
                </c:pt>
                <c:pt idx="1671" c:formatCode="yyyy/m/d">
                  <c:v>43385</c:v>
                </c:pt>
                <c:pt idx="1672" c:formatCode="yyyy/m/d">
                  <c:v>43388</c:v>
                </c:pt>
                <c:pt idx="1673" c:formatCode="yyyy/m/d">
                  <c:v>43389</c:v>
                </c:pt>
                <c:pt idx="1674" c:formatCode="yyyy/m/d">
                  <c:v>43390</c:v>
                </c:pt>
                <c:pt idx="1675" c:formatCode="yyyy/m/d">
                  <c:v>43391</c:v>
                </c:pt>
                <c:pt idx="1676" c:formatCode="yyyy/m/d">
                  <c:v>43392</c:v>
                </c:pt>
                <c:pt idx="1677" c:formatCode="yyyy/m/d">
                  <c:v>43395</c:v>
                </c:pt>
                <c:pt idx="1678" c:formatCode="yyyy/m/d">
                  <c:v>43396</c:v>
                </c:pt>
                <c:pt idx="1679" c:formatCode="yyyy/m/d">
                  <c:v>43397</c:v>
                </c:pt>
                <c:pt idx="1680" c:formatCode="yyyy/m/d">
                  <c:v>43398</c:v>
                </c:pt>
                <c:pt idx="1681" c:formatCode="yyyy/m/d">
                  <c:v>43399</c:v>
                </c:pt>
                <c:pt idx="1682" c:formatCode="yyyy/m/d">
                  <c:v>43402</c:v>
                </c:pt>
                <c:pt idx="1683" c:formatCode="yyyy/m/d">
                  <c:v>43403</c:v>
                </c:pt>
                <c:pt idx="1684" c:formatCode="yyyy/m/d">
                  <c:v>43404</c:v>
                </c:pt>
                <c:pt idx="1685" c:formatCode="yyyy/m/d">
                  <c:v>43405</c:v>
                </c:pt>
                <c:pt idx="1686" c:formatCode="yyyy/m/d">
                  <c:v>43406</c:v>
                </c:pt>
                <c:pt idx="1687" c:formatCode="yyyy/m/d">
                  <c:v>43409</c:v>
                </c:pt>
                <c:pt idx="1688" c:formatCode="yyyy/m/d">
                  <c:v>43410</c:v>
                </c:pt>
                <c:pt idx="1689" c:formatCode="yyyy/m/d">
                  <c:v>43411</c:v>
                </c:pt>
                <c:pt idx="1690" c:formatCode="yyyy/m/d">
                  <c:v>43412</c:v>
                </c:pt>
                <c:pt idx="1691" c:formatCode="yyyy/m/d">
                  <c:v>43413</c:v>
                </c:pt>
                <c:pt idx="1692" c:formatCode="yyyy/m/d">
                  <c:v>43416</c:v>
                </c:pt>
                <c:pt idx="1693" c:formatCode="yyyy/m/d">
                  <c:v>43417</c:v>
                </c:pt>
                <c:pt idx="1694" c:formatCode="yyyy/m/d">
                  <c:v>43418</c:v>
                </c:pt>
                <c:pt idx="1695" c:formatCode="yyyy/m/d">
                  <c:v>43419</c:v>
                </c:pt>
                <c:pt idx="1696" c:formatCode="yyyy/m/d">
                  <c:v>43420</c:v>
                </c:pt>
                <c:pt idx="1697" c:formatCode="yyyy/m/d">
                  <c:v>43423</c:v>
                </c:pt>
                <c:pt idx="1698" c:formatCode="yyyy/m/d">
                  <c:v>43424</c:v>
                </c:pt>
                <c:pt idx="1699" c:formatCode="yyyy/m/d">
                  <c:v>43425</c:v>
                </c:pt>
                <c:pt idx="1700" c:formatCode="yyyy/m/d">
                  <c:v>43430</c:v>
                </c:pt>
                <c:pt idx="1701" c:formatCode="yyyy/m/d">
                  <c:v>43431</c:v>
                </c:pt>
                <c:pt idx="1702" c:formatCode="yyyy/m/d">
                  <c:v>43432</c:v>
                </c:pt>
                <c:pt idx="1703" c:formatCode="yyyy/m/d">
                  <c:v>43433</c:v>
                </c:pt>
                <c:pt idx="1704" c:formatCode="yyyy/m/d">
                  <c:v>43434</c:v>
                </c:pt>
                <c:pt idx="1705" c:formatCode="yyyy/m/d">
                  <c:v>43437</c:v>
                </c:pt>
                <c:pt idx="1706" c:formatCode="yyyy/m/d">
                  <c:v>43438</c:v>
                </c:pt>
                <c:pt idx="1707" c:formatCode="yyyy/m/d">
                  <c:v>43440</c:v>
                </c:pt>
                <c:pt idx="1708" c:formatCode="yyyy/m/d">
                  <c:v>43441</c:v>
                </c:pt>
                <c:pt idx="1709" c:formatCode="yyyy/m/d">
                  <c:v>43444</c:v>
                </c:pt>
                <c:pt idx="1710" c:formatCode="yyyy/m/d">
                  <c:v>43445</c:v>
                </c:pt>
                <c:pt idx="1711" c:formatCode="yyyy/m/d">
                  <c:v>43446</c:v>
                </c:pt>
                <c:pt idx="1712" c:formatCode="yyyy/m/d">
                  <c:v>43447</c:v>
                </c:pt>
                <c:pt idx="1713" c:formatCode="yyyy/m/d">
                  <c:v>43448</c:v>
                </c:pt>
                <c:pt idx="1714" c:formatCode="yyyy/m/d">
                  <c:v>43451</c:v>
                </c:pt>
                <c:pt idx="1715" c:formatCode="yyyy/m/d">
                  <c:v>43452</c:v>
                </c:pt>
                <c:pt idx="1716" c:formatCode="yyyy/m/d">
                  <c:v>43453</c:v>
                </c:pt>
                <c:pt idx="1717" c:formatCode="yyyy/m/d">
                  <c:v>43454</c:v>
                </c:pt>
                <c:pt idx="1718" c:formatCode="yyyy/m/d">
                  <c:v>43455</c:v>
                </c:pt>
                <c:pt idx="1719" c:formatCode="yyyy/m/d">
                  <c:v>43460</c:v>
                </c:pt>
                <c:pt idx="1720" c:formatCode="yyyy/m/d">
                  <c:v>43461</c:v>
                </c:pt>
                <c:pt idx="1721" c:formatCode="yyyy/m/d">
                  <c:v>43462</c:v>
                </c:pt>
                <c:pt idx="1722" c:formatCode="yyyy/m/d">
                  <c:v>43465</c:v>
                </c:pt>
                <c:pt idx="1723" c:formatCode="yyyy/m/d">
                  <c:v>43467</c:v>
                </c:pt>
                <c:pt idx="1724" c:formatCode="yyyy/m/d">
                  <c:v>43468</c:v>
                </c:pt>
                <c:pt idx="1725" c:formatCode="yyyy/m/d">
                  <c:v>43469</c:v>
                </c:pt>
                <c:pt idx="1726" c:formatCode="yyyy/m/d">
                  <c:v>43472</c:v>
                </c:pt>
                <c:pt idx="1727" c:formatCode="yyyy/m/d">
                  <c:v>43473</c:v>
                </c:pt>
                <c:pt idx="1728" c:formatCode="yyyy/m/d">
                  <c:v>43474</c:v>
                </c:pt>
                <c:pt idx="1729" c:formatCode="yyyy/m/d">
                  <c:v>43475</c:v>
                </c:pt>
                <c:pt idx="1730" c:formatCode="yyyy/m/d">
                  <c:v>43476</c:v>
                </c:pt>
                <c:pt idx="1731" c:formatCode="yyyy/m/d">
                  <c:v>43479</c:v>
                </c:pt>
                <c:pt idx="1732" c:formatCode="yyyy/m/d">
                  <c:v>43480</c:v>
                </c:pt>
                <c:pt idx="1733" c:formatCode="yyyy/m/d">
                  <c:v>43481</c:v>
                </c:pt>
                <c:pt idx="1734" c:formatCode="yyyy/m/d">
                  <c:v>43482</c:v>
                </c:pt>
                <c:pt idx="1735" c:formatCode="yyyy/m/d">
                  <c:v>43483</c:v>
                </c:pt>
                <c:pt idx="1736" c:formatCode="yyyy/m/d">
                  <c:v>43487</c:v>
                </c:pt>
                <c:pt idx="1737" c:formatCode="yyyy/m/d">
                  <c:v>43488</c:v>
                </c:pt>
                <c:pt idx="1738" c:formatCode="yyyy/m/d">
                  <c:v>43489</c:v>
                </c:pt>
                <c:pt idx="1739" c:formatCode="yyyy/m/d">
                  <c:v>43490</c:v>
                </c:pt>
                <c:pt idx="1740" c:formatCode="yyyy/m/d">
                  <c:v>43493</c:v>
                </c:pt>
                <c:pt idx="1741" c:formatCode="yyyy/m/d">
                  <c:v>43494</c:v>
                </c:pt>
                <c:pt idx="1742" c:formatCode="yyyy/m/d">
                  <c:v>43495</c:v>
                </c:pt>
                <c:pt idx="1743" c:formatCode="yyyy/m/d">
                  <c:v>43496</c:v>
                </c:pt>
                <c:pt idx="1744" c:formatCode="yyyy/m/d">
                  <c:v>43497</c:v>
                </c:pt>
                <c:pt idx="1745" c:formatCode="yyyy/m/d">
                  <c:v>43500</c:v>
                </c:pt>
                <c:pt idx="1746" c:formatCode="yyyy/m/d">
                  <c:v>43501</c:v>
                </c:pt>
                <c:pt idx="1747" c:formatCode="yyyy/m/d">
                  <c:v>43502</c:v>
                </c:pt>
                <c:pt idx="1748" c:formatCode="yyyy/m/d">
                  <c:v>43503</c:v>
                </c:pt>
                <c:pt idx="1749" c:formatCode="yyyy/m/d">
                  <c:v>43504</c:v>
                </c:pt>
                <c:pt idx="1750" c:formatCode="yyyy/m/d">
                  <c:v>43507</c:v>
                </c:pt>
                <c:pt idx="1751" c:formatCode="yyyy/m/d">
                  <c:v>43508</c:v>
                </c:pt>
                <c:pt idx="1752" c:formatCode="yyyy/m/d">
                  <c:v>43509</c:v>
                </c:pt>
                <c:pt idx="1753" c:formatCode="yyyy/m/d">
                  <c:v>43510</c:v>
                </c:pt>
                <c:pt idx="1754" c:formatCode="yyyy/m/d">
                  <c:v>43511</c:v>
                </c:pt>
                <c:pt idx="1755" c:formatCode="yyyy/m/d">
                  <c:v>43515</c:v>
                </c:pt>
                <c:pt idx="1756" c:formatCode="yyyy/m/d">
                  <c:v>43516</c:v>
                </c:pt>
                <c:pt idx="1757" c:formatCode="yyyy/m/d">
                  <c:v>43517</c:v>
                </c:pt>
                <c:pt idx="1758" c:formatCode="yyyy/m/d">
                  <c:v>43518</c:v>
                </c:pt>
                <c:pt idx="1759" c:formatCode="yyyy/m/d">
                  <c:v>43521</c:v>
                </c:pt>
                <c:pt idx="1760" c:formatCode="yyyy/m/d">
                  <c:v>43522</c:v>
                </c:pt>
                <c:pt idx="1761" c:formatCode="yyyy/m/d">
                  <c:v>43523</c:v>
                </c:pt>
                <c:pt idx="1762" c:formatCode="yyyy/m/d">
                  <c:v>43524</c:v>
                </c:pt>
                <c:pt idx="1763" c:formatCode="yyyy/m/d">
                  <c:v>43525</c:v>
                </c:pt>
                <c:pt idx="1764" c:formatCode="yyyy/m/d">
                  <c:v>43528</c:v>
                </c:pt>
                <c:pt idx="1765" c:formatCode="yyyy/m/d">
                  <c:v>43529</c:v>
                </c:pt>
                <c:pt idx="1766" c:formatCode="yyyy/m/d">
                  <c:v>43530</c:v>
                </c:pt>
                <c:pt idx="1767" c:formatCode="yyyy/m/d">
                  <c:v>43531</c:v>
                </c:pt>
                <c:pt idx="1768" c:formatCode="yyyy/m/d">
                  <c:v>43532</c:v>
                </c:pt>
                <c:pt idx="1769" c:formatCode="yyyy/m/d">
                  <c:v>43535</c:v>
                </c:pt>
                <c:pt idx="1770" c:formatCode="yyyy/m/d">
                  <c:v>43536</c:v>
                </c:pt>
                <c:pt idx="1771" c:formatCode="yyyy/m/d">
                  <c:v>43537</c:v>
                </c:pt>
                <c:pt idx="1772" c:formatCode="yyyy/m/d">
                  <c:v>43538</c:v>
                </c:pt>
                <c:pt idx="1773" c:formatCode="yyyy/m/d">
                  <c:v>43539</c:v>
                </c:pt>
                <c:pt idx="1774" c:formatCode="yyyy/m/d">
                  <c:v>43542</c:v>
                </c:pt>
                <c:pt idx="1775" c:formatCode="yyyy/m/d">
                  <c:v>43543</c:v>
                </c:pt>
                <c:pt idx="1776" c:formatCode="yyyy/m/d">
                  <c:v>43544</c:v>
                </c:pt>
                <c:pt idx="1777" c:formatCode="yyyy/m/d">
                  <c:v>43545</c:v>
                </c:pt>
                <c:pt idx="1778" c:formatCode="yyyy/m/d">
                  <c:v>43546</c:v>
                </c:pt>
                <c:pt idx="1779" c:formatCode="yyyy/m/d">
                  <c:v>43549</c:v>
                </c:pt>
                <c:pt idx="1780" c:formatCode="yyyy/m/d">
                  <c:v>43550</c:v>
                </c:pt>
                <c:pt idx="1781" c:formatCode="yyyy/m/d">
                  <c:v>43551</c:v>
                </c:pt>
                <c:pt idx="1782" c:formatCode="yyyy/m/d">
                  <c:v>43552</c:v>
                </c:pt>
                <c:pt idx="1783" c:formatCode="yyyy/m/d">
                  <c:v>43553</c:v>
                </c:pt>
                <c:pt idx="1784" c:formatCode="yyyy/m/d">
                  <c:v>43556</c:v>
                </c:pt>
                <c:pt idx="1785" c:formatCode="yyyy/m/d">
                  <c:v>43557</c:v>
                </c:pt>
                <c:pt idx="1786" c:formatCode="yyyy/m/d">
                  <c:v>43558</c:v>
                </c:pt>
                <c:pt idx="1787" c:formatCode="yyyy/m/d">
                  <c:v>43559</c:v>
                </c:pt>
                <c:pt idx="1788" c:formatCode="yyyy/m/d">
                  <c:v>43560</c:v>
                </c:pt>
                <c:pt idx="1789" c:formatCode="yyyy/m/d">
                  <c:v>43563</c:v>
                </c:pt>
                <c:pt idx="1790" c:formatCode="yyyy/m/d">
                  <c:v>43564</c:v>
                </c:pt>
                <c:pt idx="1791" c:formatCode="yyyy/m/d">
                  <c:v>43565</c:v>
                </c:pt>
                <c:pt idx="1792" c:formatCode="yyyy/m/d">
                  <c:v>43566</c:v>
                </c:pt>
                <c:pt idx="1793" c:formatCode="yyyy/m/d">
                  <c:v>43567</c:v>
                </c:pt>
                <c:pt idx="1794" c:formatCode="yyyy/m/d">
                  <c:v>43570</c:v>
                </c:pt>
                <c:pt idx="1795" c:formatCode="yyyy/m/d">
                  <c:v>43571</c:v>
                </c:pt>
                <c:pt idx="1796" c:formatCode="yyyy/m/d">
                  <c:v>43572</c:v>
                </c:pt>
                <c:pt idx="1797" c:formatCode="yyyy/m/d">
                  <c:v>43573</c:v>
                </c:pt>
                <c:pt idx="1798" c:formatCode="yyyy/m/d">
                  <c:v>43577</c:v>
                </c:pt>
                <c:pt idx="1799" c:formatCode="yyyy/m/d">
                  <c:v>43578</c:v>
                </c:pt>
                <c:pt idx="1800" c:formatCode="yyyy/m/d">
                  <c:v>43579</c:v>
                </c:pt>
                <c:pt idx="1801" c:formatCode="yyyy/m/d">
                  <c:v>43580</c:v>
                </c:pt>
                <c:pt idx="1802" c:formatCode="yyyy/m/d">
                  <c:v>43581</c:v>
                </c:pt>
                <c:pt idx="1803" c:formatCode="yyyy/m/d">
                  <c:v>43584</c:v>
                </c:pt>
                <c:pt idx="1804" c:formatCode="yyyy/m/d">
                  <c:v>43585</c:v>
                </c:pt>
                <c:pt idx="1805" c:formatCode="yyyy/m/d">
                  <c:v>43586</c:v>
                </c:pt>
                <c:pt idx="1806" c:formatCode="yyyy/m/d">
                  <c:v>43587</c:v>
                </c:pt>
                <c:pt idx="1807" c:formatCode="yyyy/m/d">
                  <c:v>43588</c:v>
                </c:pt>
                <c:pt idx="1808" c:formatCode="yyyy/m/d">
                  <c:v>43591</c:v>
                </c:pt>
                <c:pt idx="1809" c:formatCode="yyyy/m/d">
                  <c:v>43592</c:v>
                </c:pt>
                <c:pt idx="1810" c:formatCode="yyyy/m/d">
                  <c:v>43593</c:v>
                </c:pt>
                <c:pt idx="1811" c:formatCode="yyyy/m/d">
                  <c:v>43594</c:v>
                </c:pt>
                <c:pt idx="1812" c:formatCode="yyyy/m/d">
                  <c:v>43595</c:v>
                </c:pt>
                <c:pt idx="1813" c:formatCode="yyyy/m/d">
                  <c:v>43598</c:v>
                </c:pt>
                <c:pt idx="1814" c:formatCode="yyyy/m/d">
                  <c:v>43599</c:v>
                </c:pt>
                <c:pt idx="1815" c:formatCode="yyyy/m/d">
                  <c:v>43600</c:v>
                </c:pt>
                <c:pt idx="1816" c:formatCode="yyyy/m/d">
                  <c:v>43601</c:v>
                </c:pt>
                <c:pt idx="1817" c:formatCode="yyyy/m/d">
                  <c:v>43602</c:v>
                </c:pt>
                <c:pt idx="1818" c:formatCode="yyyy/m/d">
                  <c:v>43605</c:v>
                </c:pt>
                <c:pt idx="1819" c:formatCode="yyyy/m/d">
                  <c:v>43606</c:v>
                </c:pt>
                <c:pt idx="1820" c:formatCode="yyyy/m/d">
                  <c:v>43607</c:v>
                </c:pt>
                <c:pt idx="1821" c:formatCode="yyyy/m/d">
                  <c:v>43608</c:v>
                </c:pt>
                <c:pt idx="1822" c:formatCode="yyyy/m/d">
                  <c:v>43609</c:v>
                </c:pt>
                <c:pt idx="1823" c:formatCode="yyyy/m/d">
                  <c:v>43613</c:v>
                </c:pt>
                <c:pt idx="1824" c:formatCode="yyyy/m/d">
                  <c:v>43614</c:v>
                </c:pt>
                <c:pt idx="1825" c:formatCode="yyyy/m/d">
                  <c:v>43615</c:v>
                </c:pt>
                <c:pt idx="1826" c:formatCode="yyyy/m/d">
                  <c:v>43616</c:v>
                </c:pt>
                <c:pt idx="1827" c:formatCode="yyyy/m/d">
                  <c:v>43619</c:v>
                </c:pt>
                <c:pt idx="1828" c:formatCode="yyyy/m/d">
                  <c:v>43620</c:v>
                </c:pt>
                <c:pt idx="1829" c:formatCode="yyyy/m/d">
                  <c:v>43621</c:v>
                </c:pt>
                <c:pt idx="1830" c:formatCode="yyyy/m/d">
                  <c:v>43622</c:v>
                </c:pt>
                <c:pt idx="1831" c:formatCode="yyyy/m/d">
                  <c:v>43623</c:v>
                </c:pt>
                <c:pt idx="1832" c:formatCode="yyyy/m/d">
                  <c:v>43626</c:v>
                </c:pt>
                <c:pt idx="1833" c:formatCode="yyyy/m/d">
                  <c:v>43627</c:v>
                </c:pt>
                <c:pt idx="1834" c:formatCode="yyyy/m/d">
                  <c:v>43628</c:v>
                </c:pt>
                <c:pt idx="1835" c:formatCode="yyyy/m/d">
                  <c:v>43629</c:v>
                </c:pt>
                <c:pt idx="1836" c:formatCode="yyyy/m/d">
                  <c:v>43630</c:v>
                </c:pt>
                <c:pt idx="1837" c:formatCode="yyyy/m/d">
                  <c:v>43633</c:v>
                </c:pt>
                <c:pt idx="1838" c:formatCode="yyyy/m/d">
                  <c:v>43634</c:v>
                </c:pt>
                <c:pt idx="1839" c:formatCode="yyyy/m/d">
                  <c:v>43635</c:v>
                </c:pt>
                <c:pt idx="1840" c:formatCode="yyyy/m/d">
                  <c:v>43636</c:v>
                </c:pt>
                <c:pt idx="1841" c:formatCode="yyyy/m/d">
                  <c:v>43637</c:v>
                </c:pt>
                <c:pt idx="1842" c:formatCode="yyyy/m/d">
                  <c:v>43640</c:v>
                </c:pt>
                <c:pt idx="1843" c:formatCode="yyyy/m/d">
                  <c:v>43641</c:v>
                </c:pt>
                <c:pt idx="1844" c:formatCode="yyyy/m/d">
                  <c:v>43642</c:v>
                </c:pt>
                <c:pt idx="1845" c:formatCode="yyyy/m/d">
                  <c:v>43643</c:v>
                </c:pt>
                <c:pt idx="1846" c:formatCode="yyyy/m/d">
                  <c:v>43644</c:v>
                </c:pt>
                <c:pt idx="1847" c:formatCode="yyyy/m/d">
                  <c:v>43647</c:v>
                </c:pt>
                <c:pt idx="1848" c:formatCode="yyyy/m/d">
                  <c:v>43648</c:v>
                </c:pt>
                <c:pt idx="1849" c:formatCode="yyyy/m/d">
                  <c:v>43651</c:v>
                </c:pt>
                <c:pt idx="1850" c:formatCode="yyyy/m/d">
                  <c:v>43654</c:v>
                </c:pt>
                <c:pt idx="1851" c:formatCode="yyyy/m/d">
                  <c:v>43655</c:v>
                </c:pt>
                <c:pt idx="1852" c:formatCode="yyyy/m/d">
                  <c:v>43656</c:v>
                </c:pt>
                <c:pt idx="1853" c:formatCode="yyyy/m/d">
                  <c:v>43657</c:v>
                </c:pt>
                <c:pt idx="1854" c:formatCode="yyyy/m/d">
                  <c:v>43658</c:v>
                </c:pt>
                <c:pt idx="1855" c:formatCode="yyyy/m/d">
                  <c:v>43661</c:v>
                </c:pt>
                <c:pt idx="1856" c:formatCode="yyyy/m/d">
                  <c:v>43662</c:v>
                </c:pt>
                <c:pt idx="1857" c:formatCode="yyyy/m/d">
                  <c:v>43663</c:v>
                </c:pt>
                <c:pt idx="1858" c:formatCode="yyyy/m/d">
                  <c:v>43664</c:v>
                </c:pt>
                <c:pt idx="1859" c:formatCode="yyyy/m/d">
                  <c:v>43665</c:v>
                </c:pt>
                <c:pt idx="1860" c:formatCode="yyyy/m/d">
                  <c:v>43668</c:v>
                </c:pt>
                <c:pt idx="1861" c:formatCode="yyyy/m/d">
                  <c:v>43669</c:v>
                </c:pt>
                <c:pt idx="1862" c:formatCode="yyyy/m/d">
                  <c:v>43670</c:v>
                </c:pt>
                <c:pt idx="1863" c:formatCode="yyyy/m/d">
                  <c:v>43671</c:v>
                </c:pt>
                <c:pt idx="1864" c:formatCode="yyyy/m/d">
                  <c:v>43672</c:v>
                </c:pt>
                <c:pt idx="1865" c:formatCode="yyyy/m/d">
                  <c:v>43675</c:v>
                </c:pt>
                <c:pt idx="1866" c:formatCode="yyyy/m/d">
                  <c:v>43676</c:v>
                </c:pt>
                <c:pt idx="1867" c:formatCode="yyyy/m/d">
                  <c:v>43677</c:v>
                </c:pt>
                <c:pt idx="1868" c:formatCode="yyyy/m/d">
                  <c:v>43678</c:v>
                </c:pt>
                <c:pt idx="1869" c:formatCode="yyyy/m/d">
                  <c:v>43679</c:v>
                </c:pt>
                <c:pt idx="1870" c:formatCode="yyyy/m/d">
                  <c:v>43682</c:v>
                </c:pt>
                <c:pt idx="1871" c:formatCode="yyyy/m/d">
                  <c:v>43683</c:v>
                </c:pt>
                <c:pt idx="1872" c:formatCode="yyyy/m/d">
                  <c:v>43684</c:v>
                </c:pt>
                <c:pt idx="1873" c:formatCode="yyyy/m/d">
                  <c:v>43685</c:v>
                </c:pt>
                <c:pt idx="1874" c:formatCode="yyyy/m/d">
                  <c:v>43686</c:v>
                </c:pt>
                <c:pt idx="1875" c:formatCode="yyyy/m/d">
                  <c:v>43689</c:v>
                </c:pt>
                <c:pt idx="1876" c:formatCode="yyyy/m/d">
                  <c:v>43690</c:v>
                </c:pt>
                <c:pt idx="1877" c:formatCode="yyyy/m/d">
                  <c:v>43691</c:v>
                </c:pt>
                <c:pt idx="1878" c:formatCode="yyyy/m/d">
                  <c:v>43692</c:v>
                </c:pt>
                <c:pt idx="1879" c:formatCode="yyyy/m/d">
                  <c:v>43693</c:v>
                </c:pt>
                <c:pt idx="1880" c:formatCode="yyyy/m/d">
                  <c:v>43696</c:v>
                </c:pt>
                <c:pt idx="1881" c:formatCode="yyyy/m/d">
                  <c:v>43697</c:v>
                </c:pt>
                <c:pt idx="1882" c:formatCode="yyyy/m/d">
                  <c:v>43698</c:v>
                </c:pt>
                <c:pt idx="1883" c:formatCode="yyyy/m/d">
                  <c:v>43699</c:v>
                </c:pt>
                <c:pt idx="1884" c:formatCode="yyyy/m/d">
                  <c:v>43700</c:v>
                </c:pt>
                <c:pt idx="1885" c:formatCode="yyyy/m/d">
                  <c:v>43703</c:v>
                </c:pt>
                <c:pt idx="1886" c:formatCode="yyyy/m/d">
                  <c:v>43704</c:v>
                </c:pt>
                <c:pt idx="1887" c:formatCode="yyyy/m/d">
                  <c:v>43705</c:v>
                </c:pt>
                <c:pt idx="1888" c:formatCode="yyyy/m/d">
                  <c:v>43706</c:v>
                </c:pt>
                <c:pt idx="1889" c:formatCode="yyyy/m/d">
                  <c:v>43707</c:v>
                </c:pt>
                <c:pt idx="1890" c:formatCode="yyyy/m/d">
                  <c:v>43711</c:v>
                </c:pt>
                <c:pt idx="1891" c:formatCode="yyyy/m/d">
                  <c:v>43712</c:v>
                </c:pt>
                <c:pt idx="1892" c:formatCode="yyyy/m/d">
                  <c:v>43713</c:v>
                </c:pt>
                <c:pt idx="1893" c:formatCode="yyyy/m/d">
                  <c:v>43714</c:v>
                </c:pt>
                <c:pt idx="1894" c:formatCode="yyyy/m/d">
                  <c:v>43717</c:v>
                </c:pt>
                <c:pt idx="1895" c:formatCode="yyyy/m/d">
                  <c:v>43718</c:v>
                </c:pt>
                <c:pt idx="1896" c:formatCode="yyyy/m/d">
                  <c:v>43719</c:v>
                </c:pt>
                <c:pt idx="1897" c:formatCode="yyyy/m/d">
                  <c:v>43720</c:v>
                </c:pt>
                <c:pt idx="1898" c:formatCode="yyyy/m/d">
                  <c:v>43721</c:v>
                </c:pt>
                <c:pt idx="1899" c:formatCode="yyyy/m/d">
                  <c:v>43724</c:v>
                </c:pt>
                <c:pt idx="1900" c:formatCode="yyyy/m/d">
                  <c:v>43725</c:v>
                </c:pt>
                <c:pt idx="1901" c:formatCode="yyyy/m/d">
                  <c:v>43726</c:v>
                </c:pt>
                <c:pt idx="1902" c:formatCode="yyyy/m/d">
                  <c:v>43727</c:v>
                </c:pt>
                <c:pt idx="1903" c:formatCode="yyyy/m/d">
                  <c:v>43728</c:v>
                </c:pt>
                <c:pt idx="1904" c:formatCode="yyyy/m/d">
                  <c:v>43731</c:v>
                </c:pt>
                <c:pt idx="1905" c:formatCode="yyyy/m/d">
                  <c:v>43732</c:v>
                </c:pt>
                <c:pt idx="1906" c:formatCode="yyyy/m/d">
                  <c:v>43733</c:v>
                </c:pt>
                <c:pt idx="1907" c:formatCode="yyyy/m/d">
                  <c:v>43734</c:v>
                </c:pt>
                <c:pt idx="1908" c:formatCode="yyyy/m/d">
                  <c:v>43735</c:v>
                </c:pt>
                <c:pt idx="1909" c:formatCode="yyyy/m/d">
                  <c:v>43738</c:v>
                </c:pt>
                <c:pt idx="1910" c:formatCode="yyyy/m/d">
                  <c:v>43739</c:v>
                </c:pt>
                <c:pt idx="1911" c:formatCode="yyyy/m/d">
                  <c:v>43740</c:v>
                </c:pt>
                <c:pt idx="1912" c:formatCode="yyyy/m/d">
                  <c:v>43741</c:v>
                </c:pt>
                <c:pt idx="1913" c:formatCode="yyyy/m/d">
                  <c:v>43742</c:v>
                </c:pt>
                <c:pt idx="1914" c:formatCode="yyyy/m/d">
                  <c:v>43745</c:v>
                </c:pt>
                <c:pt idx="1915" c:formatCode="yyyy/m/d">
                  <c:v>43746</c:v>
                </c:pt>
                <c:pt idx="1916" c:formatCode="yyyy/m/d">
                  <c:v>43747</c:v>
                </c:pt>
                <c:pt idx="1917" c:formatCode="yyyy/m/d">
                  <c:v>43748</c:v>
                </c:pt>
                <c:pt idx="1918" c:formatCode="yyyy/m/d">
                  <c:v>43749</c:v>
                </c:pt>
                <c:pt idx="1919" c:formatCode="yyyy/m/d">
                  <c:v>43752</c:v>
                </c:pt>
                <c:pt idx="1920" c:formatCode="yyyy/m/d">
                  <c:v>43753</c:v>
                </c:pt>
                <c:pt idx="1921" c:formatCode="yyyy/m/d">
                  <c:v>43754</c:v>
                </c:pt>
                <c:pt idx="1922" c:formatCode="yyyy/m/d">
                  <c:v>43755</c:v>
                </c:pt>
                <c:pt idx="1923" c:formatCode="yyyy/m/d">
                  <c:v>43756</c:v>
                </c:pt>
                <c:pt idx="1924" c:formatCode="yyyy/m/d">
                  <c:v>43759</c:v>
                </c:pt>
                <c:pt idx="1925" c:formatCode="yyyy/m/d">
                  <c:v>43760</c:v>
                </c:pt>
                <c:pt idx="1926" c:formatCode="yyyy/m/d">
                  <c:v>43761</c:v>
                </c:pt>
                <c:pt idx="1927" c:formatCode="yyyy/m/d">
                  <c:v>43762</c:v>
                </c:pt>
                <c:pt idx="1928" c:formatCode="yyyy/m/d">
                  <c:v>43763</c:v>
                </c:pt>
                <c:pt idx="1929" c:formatCode="yyyy/m/d">
                  <c:v>43766</c:v>
                </c:pt>
                <c:pt idx="1930" c:formatCode="yyyy/m/d">
                  <c:v>43767</c:v>
                </c:pt>
                <c:pt idx="1931" c:formatCode="yyyy/m/d">
                  <c:v>43768</c:v>
                </c:pt>
                <c:pt idx="1932" c:formatCode="yyyy/m/d">
                  <c:v>43769</c:v>
                </c:pt>
                <c:pt idx="1933" c:formatCode="yyyy/m/d">
                  <c:v>43770</c:v>
                </c:pt>
                <c:pt idx="1934" c:formatCode="yyyy/m/d">
                  <c:v>43773</c:v>
                </c:pt>
                <c:pt idx="1935" c:formatCode="yyyy/m/d">
                  <c:v>43774</c:v>
                </c:pt>
                <c:pt idx="1936" c:formatCode="yyyy/m/d">
                  <c:v>43775</c:v>
                </c:pt>
                <c:pt idx="1937" c:formatCode="yyyy/m/d">
                  <c:v>43776</c:v>
                </c:pt>
                <c:pt idx="1938" c:formatCode="yyyy/m/d">
                  <c:v>43777</c:v>
                </c:pt>
                <c:pt idx="1939" c:formatCode="yyyy/m/d">
                  <c:v>43780</c:v>
                </c:pt>
                <c:pt idx="1940" c:formatCode="yyyy/m/d">
                  <c:v>43781</c:v>
                </c:pt>
                <c:pt idx="1941" c:formatCode="yyyy/m/d">
                  <c:v>43782</c:v>
                </c:pt>
                <c:pt idx="1942" c:formatCode="yyyy/m/d">
                  <c:v>43783</c:v>
                </c:pt>
                <c:pt idx="1943" c:formatCode="yyyy/m/d">
                  <c:v>43784</c:v>
                </c:pt>
                <c:pt idx="1944" c:formatCode="yyyy/m/d">
                  <c:v>43787</c:v>
                </c:pt>
                <c:pt idx="1945" c:formatCode="yyyy/m/d">
                  <c:v>43788</c:v>
                </c:pt>
                <c:pt idx="1946" c:formatCode="yyyy/m/d">
                  <c:v>43789</c:v>
                </c:pt>
                <c:pt idx="1947" c:formatCode="yyyy/m/d">
                  <c:v>43790</c:v>
                </c:pt>
                <c:pt idx="1948" c:formatCode="yyyy/m/d">
                  <c:v>43791</c:v>
                </c:pt>
                <c:pt idx="1949" c:formatCode="yyyy/m/d">
                  <c:v>43794</c:v>
                </c:pt>
                <c:pt idx="1950" c:formatCode="yyyy/m/d">
                  <c:v>43795</c:v>
                </c:pt>
                <c:pt idx="1951" c:formatCode="yyyy/m/d">
                  <c:v>43796</c:v>
                </c:pt>
                <c:pt idx="1952" c:formatCode="yyyy/m/d">
                  <c:v>43801</c:v>
                </c:pt>
                <c:pt idx="1953" c:formatCode="yyyy/m/d">
                  <c:v>43802</c:v>
                </c:pt>
                <c:pt idx="1954" c:formatCode="yyyy/m/d">
                  <c:v>43803</c:v>
                </c:pt>
                <c:pt idx="1955" c:formatCode="yyyy/m/d">
                  <c:v>43804</c:v>
                </c:pt>
                <c:pt idx="1956" c:formatCode="yyyy/m/d">
                  <c:v>43805</c:v>
                </c:pt>
                <c:pt idx="1957" c:formatCode="yyyy/m/d">
                  <c:v>43808</c:v>
                </c:pt>
                <c:pt idx="1958" c:formatCode="yyyy/m/d">
                  <c:v>43809</c:v>
                </c:pt>
                <c:pt idx="1959" c:formatCode="yyyy/m/d">
                  <c:v>43810</c:v>
                </c:pt>
                <c:pt idx="1960" c:formatCode="yyyy/m/d">
                  <c:v>43811</c:v>
                </c:pt>
                <c:pt idx="1961" c:formatCode="yyyy/m/d">
                  <c:v>43812</c:v>
                </c:pt>
                <c:pt idx="1962" c:formatCode="yyyy/m/d">
                  <c:v>43815</c:v>
                </c:pt>
                <c:pt idx="1963" c:formatCode="yyyy/m/d">
                  <c:v>43816</c:v>
                </c:pt>
                <c:pt idx="1964" c:formatCode="yyyy/m/d">
                  <c:v>43817</c:v>
                </c:pt>
                <c:pt idx="1965" c:formatCode="yyyy/m/d">
                  <c:v>43818</c:v>
                </c:pt>
                <c:pt idx="1966" c:formatCode="yyyy/m/d">
                  <c:v>43819</c:v>
                </c:pt>
                <c:pt idx="1967" c:formatCode="yyyy/m/d">
                  <c:v>43822</c:v>
                </c:pt>
                <c:pt idx="1968" c:formatCode="yyyy/m/d">
                  <c:v>43825</c:v>
                </c:pt>
                <c:pt idx="1969" c:formatCode="yyyy/m/d">
                  <c:v>43826</c:v>
                </c:pt>
                <c:pt idx="1970" c:formatCode="yyyy/m/d">
                  <c:v>43829</c:v>
                </c:pt>
                <c:pt idx="1971" c:formatCode="yyyy/m/d">
                  <c:v>43830</c:v>
                </c:pt>
                <c:pt idx="1972" c:formatCode="yyyy/m/d">
                  <c:v>43832</c:v>
                </c:pt>
                <c:pt idx="1973" c:formatCode="yyyy/m/d">
                  <c:v>43833</c:v>
                </c:pt>
                <c:pt idx="1974" c:formatCode="yyyy/m/d">
                  <c:v>43836</c:v>
                </c:pt>
                <c:pt idx="1975" c:formatCode="yyyy/m/d">
                  <c:v>43837</c:v>
                </c:pt>
                <c:pt idx="1976" c:formatCode="yyyy/m/d">
                  <c:v>43838</c:v>
                </c:pt>
                <c:pt idx="1977" c:formatCode="yyyy/m/d">
                  <c:v>43839</c:v>
                </c:pt>
                <c:pt idx="1978" c:formatCode="yyyy/m/d">
                  <c:v>43840</c:v>
                </c:pt>
                <c:pt idx="1979" c:formatCode="yyyy/m/d">
                  <c:v>43843</c:v>
                </c:pt>
                <c:pt idx="1980" c:formatCode="yyyy/m/d">
                  <c:v>43844</c:v>
                </c:pt>
                <c:pt idx="1981" c:formatCode="yyyy/m/d">
                  <c:v>43845</c:v>
                </c:pt>
                <c:pt idx="1982" c:formatCode="yyyy/m/d">
                  <c:v>43846</c:v>
                </c:pt>
                <c:pt idx="1983" c:formatCode="yyyy/m/d">
                  <c:v>43847</c:v>
                </c:pt>
                <c:pt idx="1984" c:formatCode="yyyy/m/d">
                  <c:v>43851</c:v>
                </c:pt>
                <c:pt idx="1985" c:formatCode="yyyy/m/d">
                  <c:v>43852</c:v>
                </c:pt>
                <c:pt idx="1986" c:formatCode="yyyy/m/d">
                  <c:v>43853</c:v>
                </c:pt>
                <c:pt idx="1987" c:formatCode="yyyy/m/d">
                  <c:v>43854</c:v>
                </c:pt>
                <c:pt idx="1988" c:formatCode="yyyy/m/d">
                  <c:v>43857</c:v>
                </c:pt>
                <c:pt idx="1989" c:formatCode="yyyy/m/d">
                  <c:v>43858</c:v>
                </c:pt>
                <c:pt idx="1990" c:formatCode="yyyy/m/d">
                  <c:v>43859</c:v>
                </c:pt>
                <c:pt idx="1991" c:formatCode="yyyy/m/d">
                  <c:v>43860</c:v>
                </c:pt>
                <c:pt idx="1992" c:formatCode="yyyy/m/d">
                  <c:v>43861</c:v>
                </c:pt>
                <c:pt idx="1993" c:formatCode="yyyy/m/d">
                  <c:v>43864</c:v>
                </c:pt>
                <c:pt idx="1994" c:formatCode="yyyy/m/d">
                  <c:v>43865</c:v>
                </c:pt>
                <c:pt idx="1995" c:formatCode="yyyy/m/d">
                  <c:v>43866</c:v>
                </c:pt>
                <c:pt idx="1996" c:formatCode="yyyy/m/d">
                  <c:v>43867</c:v>
                </c:pt>
                <c:pt idx="1997" c:formatCode="yyyy/m/d">
                  <c:v>43868</c:v>
                </c:pt>
                <c:pt idx="1998" c:formatCode="yyyy/m/d">
                  <c:v>43871</c:v>
                </c:pt>
                <c:pt idx="1999" c:formatCode="yyyy/m/d">
                  <c:v>43872</c:v>
                </c:pt>
                <c:pt idx="2000" c:formatCode="yyyy/m/d">
                  <c:v>43873</c:v>
                </c:pt>
                <c:pt idx="2001" c:formatCode="yyyy/m/d">
                  <c:v>43874</c:v>
                </c:pt>
                <c:pt idx="2002" c:formatCode="yyyy/m/d">
                  <c:v>43875</c:v>
                </c:pt>
                <c:pt idx="2003" c:formatCode="yyyy/m/d">
                  <c:v>43879</c:v>
                </c:pt>
                <c:pt idx="2004" c:formatCode="yyyy/m/d">
                  <c:v>43880</c:v>
                </c:pt>
                <c:pt idx="2005" c:formatCode="yyyy/m/d">
                  <c:v>43881</c:v>
                </c:pt>
                <c:pt idx="2006" c:formatCode="yyyy/m/d">
                  <c:v>43882</c:v>
                </c:pt>
                <c:pt idx="2007" c:formatCode="yyyy/m/d">
                  <c:v>43885</c:v>
                </c:pt>
                <c:pt idx="2008" c:formatCode="yyyy/m/d">
                  <c:v>43886</c:v>
                </c:pt>
                <c:pt idx="2009" c:formatCode="yyyy/m/d">
                  <c:v>43887</c:v>
                </c:pt>
                <c:pt idx="2010" c:formatCode="yyyy/m/d">
                  <c:v>43888</c:v>
                </c:pt>
                <c:pt idx="2011" c:formatCode="yyyy/m/d">
                  <c:v>43889</c:v>
                </c:pt>
                <c:pt idx="2012" c:formatCode="yyyy/m/d">
                  <c:v>43892</c:v>
                </c:pt>
                <c:pt idx="2013" c:formatCode="yyyy/m/d">
                  <c:v>43893</c:v>
                </c:pt>
                <c:pt idx="2014" c:formatCode="yyyy/m/d">
                  <c:v>43894</c:v>
                </c:pt>
                <c:pt idx="2015" c:formatCode="yyyy/m/d">
                  <c:v>43895</c:v>
                </c:pt>
                <c:pt idx="2016" c:formatCode="yyyy/m/d">
                  <c:v>43896</c:v>
                </c:pt>
                <c:pt idx="2017" c:formatCode="yyyy/m/d">
                  <c:v>43899</c:v>
                </c:pt>
                <c:pt idx="2018" c:formatCode="yyyy/m/d">
                  <c:v>43900</c:v>
                </c:pt>
                <c:pt idx="2019" c:formatCode="yyyy/m/d">
                  <c:v>43901</c:v>
                </c:pt>
                <c:pt idx="2020" c:formatCode="yyyy/m/d">
                  <c:v>43902</c:v>
                </c:pt>
                <c:pt idx="2021" c:formatCode="yyyy/m/d">
                  <c:v>43903</c:v>
                </c:pt>
                <c:pt idx="2022" c:formatCode="yyyy/m/d">
                  <c:v>43906</c:v>
                </c:pt>
                <c:pt idx="2023" c:formatCode="yyyy/m/d">
                  <c:v>43907</c:v>
                </c:pt>
                <c:pt idx="2024" c:formatCode="yyyy/m/d">
                  <c:v>43908</c:v>
                </c:pt>
                <c:pt idx="2025" c:formatCode="yyyy/m/d">
                  <c:v>43909</c:v>
                </c:pt>
                <c:pt idx="2026" c:formatCode="yyyy/m/d">
                  <c:v>43910</c:v>
                </c:pt>
                <c:pt idx="2027" c:formatCode="yyyy/m/d">
                  <c:v>43913</c:v>
                </c:pt>
                <c:pt idx="2028" c:formatCode="yyyy/m/d">
                  <c:v>43914</c:v>
                </c:pt>
                <c:pt idx="2029" c:formatCode="yyyy/m/d">
                  <c:v>43915</c:v>
                </c:pt>
                <c:pt idx="2030" c:formatCode="yyyy/m/d">
                  <c:v>43916</c:v>
                </c:pt>
                <c:pt idx="2031" c:formatCode="yyyy/m/d">
                  <c:v>43917</c:v>
                </c:pt>
                <c:pt idx="2032" c:formatCode="yyyy/m/d">
                  <c:v>43920</c:v>
                </c:pt>
                <c:pt idx="2033" c:formatCode="yyyy/m/d">
                  <c:v>43921</c:v>
                </c:pt>
                <c:pt idx="2034" c:formatCode="yyyy/m/d">
                  <c:v>43922</c:v>
                </c:pt>
                <c:pt idx="2035" c:formatCode="yyyy/m/d">
                  <c:v>43923</c:v>
                </c:pt>
                <c:pt idx="2036" c:formatCode="yyyy/m/d">
                  <c:v>43924</c:v>
                </c:pt>
                <c:pt idx="2037" c:formatCode="yyyy/m/d">
                  <c:v>43927</c:v>
                </c:pt>
                <c:pt idx="2038" c:formatCode="yyyy/m/d">
                  <c:v>43928</c:v>
                </c:pt>
                <c:pt idx="2039" c:formatCode="yyyy/m/d">
                  <c:v>43929</c:v>
                </c:pt>
                <c:pt idx="2040" c:formatCode="yyyy/m/d">
                  <c:v>43930</c:v>
                </c:pt>
                <c:pt idx="2041" c:formatCode="yyyy/m/d">
                  <c:v>43934</c:v>
                </c:pt>
                <c:pt idx="2042" c:formatCode="yyyy/m/d">
                  <c:v>43935</c:v>
                </c:pt>
                <c:pt idx="2043" c:formatCode="yyyy/m/d">
                  <c:v>43936</c:v>
                </c:pt>
                <c:pt idx="2044" c:formatCode="yyyy/m/d">
                  <c:v>43937</c:v>
                </c:pt>
                <c:pt idx="2045" c:formatCode="yyyy/m/d">
                  <c:v>43938</c:v>
                </c:pt>
                <c:pt idx="2046" c:formatCode="yyyy/m/d">
                  <c:v>43941</c:v>
                </c:pt>
                <c:pt idx="2047" c:formatCode="yyyy/m/d">
                  <c:v>43942</c:v>
                </c:pt>
                <c:pt idx="2048" c:formatCode="yyyy/m/d">
                  <c:v>43943</c:v>
                </c:pt>
                <c:pt idx="2049" c:formatCode="yyyy/m/d">
                  <c:v>43944</c:v>
                </c:pt>
                <c:pt idx="2050" c:formatCode="yyyy/m/d">
                  <c:v>43945</c:v>
                </c:pt>
                <c:pt idx="2051" c:formatCode="yyyy/m/d">
                  <c:v>43948</c:v>
                </c:pt>
                <c:pt idx="2052" c:formatCode="yyyy/m/d">
                  <c:v>43949</c:v>
                </c:pt>
                <c:pt idx="2053" c:formatCode="yyyy/m/d">
                  <c:v>43950</c:v>
                </c:pt>
                <c:pt idx="2054" c:formatCode="yyyy/m/d">
                  <c:v>43951</c:v>
                </c:pt>
                <c:pt idx="2055" c:formatCode="yyyy/m/d">
                  <c:v>43952</c:v>
                </c:pt>
                <c:pt idx="2056" c:formatCode="yyyy/m/d">
                  <c:v>43955</c:v>
                </c:pt>
                <c:pt idx="2057" c:formatCode="yyyy/m/d">
                  <c:v>43956</c:v>
                </c:pt>
                <c:pt idx="2058" c:formatCode="yyyy/m/d">
                  <c:v>43957</c:v>
                </c:pt>
                <c:pt idx="2059" c:formatCode="yyyy/m/d">
                  <c:v>43958</c:v>
                </c:pt>
                <c:pt idx="2060" c:formatCode="yyyy/m/d">
                  <c:v>43959</c:v>
                </c:pt>
                <c:pt idx="2061" c:formatCode="yyyy/m/d">
                  <c:v>43962</c:v>
                </c:pt>
                <c:pt idx="2062" c:formatCode="yyyy/m/d">
                  <c:v>43963</c:v>
                </c:pt>
                <c:pt idx="2063" c:formatCode="yyyy/m/d">
                  <c:v>43964</c:v>
                </c:pt>
                <c:pt idx="2064" c:formatCode="yyyy/m/d">
                  <c:v>43965</c:v>
                </c:pt>
                <c:pt idx="2065" c:formatCode="yyyy/m/d">
                  <c:v>43966</c:v>
                </c:pt>
                <c:pt idx="2066" c:formatCode="yyyy/m/d">
                  <c:v>43969</c:v>
                </c:pt>
                <c:pt idx="2067" c:formatCode="yyyy/m/d">
                  <c:v>43970</c:v>
                </c:pt>
                <c:pt idx="2068" c:formatCode="yyyy/m/d">
                  <c:v>43971</c:v>
                </c:pt>
                <c:pt idx="2069" c:formatCode="yyyy/m/d">
                  <c:v>43972</c:v>
                </c:pt>
                <c:pt idx="2070" c:formatCode="yyyy/m/d">
                  <c:v>43973</c:v>
                </c:pt>
                <c:pt idx="2071" c:formatCode="yyyy/m/d">
                  <c:v>43977</c:v>
                </c:pt>
                <c:pt idx="2072" c:formatCode="yyyy/m/d">
                  <c:v>43978</c:v>
                </c:pt>
                <c:pt idx="2073" c:formatCode="yyyy/m/d">
                  <c:v>43979</c:v>
                </c:pt>
                <c:pt idx="2074" c:formatCode="yyyy/m/d">
                  <c:v>43980</c:v>
                </c:pt>
                <c:pt idx="2075" c:formatCode="yyyy/m/d">
                  <c:v>43983</c:v>
                </c:pt>
                <c:pt idx="2076" c:formatCode="yyyy/m/d">
                  <c:v>43984</c:v>
                </c:pt>
                <c:pt idx="2077" c:formatCode="yyyy/m/d">
                  <c:v>43985</c:v>
                </c:pt>
                <c:pt idx="2078" c:formatCode="yyyy/m/d">
                  <c:v>43986</c:v>
                </c:pt>
                <c:pt idx="2079" c:formatCode="yyyy/m/d">
                  <c:v>43987</c:v>
                </c:pt>
                <c:pt idx="2080" c:formatCode="yyyy/m/d">
                  <c:v>43990</c:v>
                </c:pt>
                <c:pt idx="2081" c:formatCode="yyyy/m/d">
                  <c:v>43991</c:v>
                </c:pt>
                <c:pt idx="2082" c:formatCode="yyyy/m/d">
                  <c:v>43992</c:v>
                </c:pt>
                <c:pt idx="2083" c:formatCode="yyyy/m/d">
                  <c:v>43993</c:v>
                </c:pt>
                <c:pt idx="2084" c:formatCode="yyyy/m/d">
                  <c:v>43994</c:v>
                </c:pt>
                <c:pt idx="2085" c:formatCode="yyyy/m/d">
                  <c:v>43997</c:v>
                </c:pt>
                <c:pt idx="2086" c:formatCode="yyyy/m/d">
                  <c:v>43998</c:v>
                </c:pt>
                <c:pt idx="2087" c:formatCode="yyyy/m/d">
                  <c:v>43999</c:v>
                </c:pt>
                <c:pt idx="2088" c:formatCode="yyyy/m/d">
                  <c:v>44000</c:v>
                </c:pt>
                <c:pt idx="2089" c:formatCode="yyyy/m/d">
                  <c:v>44001</c:v>
                </c:pt>
                <c:pt idx="2090" c:formatCode="yyyy/m/d">
                  <c:v>44004</c:v>
                </c:pt>
                <c:pt idx="2091" c:formatCode="yyyy/m/d">
                  <c:v>44005</c:v>
                </c:pt>
                <c:pt idx="2092" c:formatCode="yyyy/m/d">
                  <c:v>44006</c:v>
                </c:pt>
                <c:pt idx="2093" c:formatCode="yyyy/m/d">
                  <c:v>44007</c:v>
                </c:pt>
                <c:pt idx="2094" c:formatCode="yyyy/m/d">
                  <c:v>44008</c:v>
                </c:pt>
                <c:pt idx="2095" c:formatCode="yyyy/m/d">
                  <c:v>44011</c:v>
                </c:pt>
                <c:pt idx="2096" c:formatCode="yyyy/m/d">
                  <c:v>44012</c:v>
                </c:pt>
                <c:pt idx="2097" c:formatCode="yyyy/m/d">
                  <c:v>44013</c:v>
                </c:pt>
                <c:pt idx="2098" c:formatCode="yyyy/m/d">
                  <c:v>44014</c:v>
                </c:pt>
                <c:pt idx="2099" c:formatCode="yyyy/m/d">
                  <c:v>44018</c:v>
                </c:pt>
                <c:pt idx="2100" c:formatCode="yyyy/m/d">
                  <c:v>44019</c:v>
                </c:pt>
                <c:pt idx="2101" c:formatCode="yyyy/m/d">
                  <c:v>44020</c:v>
                </c:pt>
                <c:pt idx="2102" c:formatCode="yyyy/m/d">
                  <c:v>44021</c:v>
                </c:pt>
                <c:pt idx="2103" c:formatCode="yyyy/m/d">
                  <c:v>44022</c:v>
                </c:pt>
                <c:pt idx="2104" c:formatCode="yyyy/m/d">
                  <c:v>44025</c:v>
                </c:pt>
                <c:pt idx="2105" c:formatCode="yyyy/m/d">
                  <c:v>44026</c:v>
                </c:pt>
                <c:pt idx="2106" c:formatCode="yyyy/m/d">
                  <c:v>44027</c:v>
                </c:pt>
                <c:pt idx="2107" c:formatCode="yyyy/m/d">
                  <c:v>44028</c:v>
                </c:pt>
                <c:pt idx="2108" c:formatCode="yyyy/m/d">
                  <c:v>44029</c:v>
                </c:pt>
                <c:pt idx="2109" c:formatCode="yyyy/m/d">
                  <c:v>44032</c:v>
                </c:pt>
                <c:pt idx="2110" c:formatCode="yyyy/m/d">
                  <c:v>44033</c:v>
                </c:pt>
                <c:pt idx="2111" c:formatCode="yyyy/m/d">
                  <c:v>44034</c:v>
                </c:pt>
                <c:pt idx="2112" c:formatCode="yyyy/m/d">
                  <c:v>44035</c:v>
                </c:pt>
                <c:pt idx="2113" c:formatCode="yyyy/m/d">
                  <c:v>44036</c:v>
                </c:pt>
                <c:pt idx="2114" c:formatCode="yyyy/m/d">
                  <c:v>44039</c:v>
                </c:pt>
                <c:pt idx="2115" c:formatCode="yyyy/m/d">
                  <c:v>44040</c:v>
                </c:pt>
                <c:pt idx="2116" c:formatCode="yyyy/m/d">
                  <c:v>44041</c:v>
                </c:pt>
                <c:pt idx="2117" c:formatCode="yyyy/m/d">
                  <c:v>44042</c:v>
                </c:pt>
                <c:pt idx="2118" c:formatCode="yyyy/m/d">
                  <c:v>44043</c:v>
                </c:pt>
                <c:pt idx="2119" c:formatCode="yyyy/m/d">
                  <c:v>44046</c:v>
                </c:pt>
                <c:pt idx="2120" c:formatCode="yyyy/m/d">
                  <c:v>44047</c:v>
                </c:pt>
                <c:pt idx="2121" c:formatCode="yyyy/m/d">
                  <c:v>44048</c:v>
                </c:pt>
                <c:pt idx="2122" c:formatCode="yyyy/m/d">
                  <c:v>44049</c:v>
                </c:pt>
                <c:pt idx="2123" c:formatCode="yyyy/m/d">
                  <c:v>44050</c:v>
                </c:pt>
                <c:pt idx="2124" c:formatCode="yyyy/m/d">
                  <c:v>44053</c:v>
                </c:pt>
                <c:pt idx="2125" c:formatCode="yyyy/m/d">
                  <c:v>44054</c:v>
                </c:pt>
                <c:pt idx="2126" c:formatCode="yyyy/m/d">
                  <c:v>44055</c:v>
                </c:pt>
                <c:pt idx="2127" c:formatCode="yyyy/m/d">
                  <c:v>44056</c:v>
                </c:pt>
                <c:pt idx="2128" c:formatCode="yyyy/m/d">
                  <c:v>44057</c:v>
                </c:pt>
                <c:pt idx="2129" c:formatCode="yyyy/m/d">
                  <c:v>44060</c:v>
                </c:pt>
                <c:pt idx="2130" c:formatCode="yyyy/m/d">
                  <c:v>44061</c:v>
                </c:pt>
                <c:pt idx="2131" c:formatCode="yyyy/m/d">
                  <c:v>44062</c:v>
                </c:pt>
                <c:pt idx="2132" c:formatCode="yyyy/m/d">
                  <c:v>44063</c:v>
                </c:pt>
                <c:pt idx="2133" c:formatCode="yyyy/m/d">
                  <c:v>44064</c:v>
                </c:pt>
                <c:pt idx="2134" c:formatCode="yyyy/m/d">
                  <c:v>44067</c:v>
                </c:pt>
                <c:pt idx="2135" c:formatCode="yyyy/m/d">
                  <c:v>44068</c:v>
                </c:pt>
                <c:pt idx="2136" c:formatCode="yyyy/m/d">
                  <c:v>44069</c:v>
                </c:pt>
                <c:pt idx="2137" c:formatCode="yyyy/m/d">
                  <c:v>44070</c:v>
                </c:pt>
                <c:pt idx="2138" c:formatCode="yyyy/m/d">
                  <c:v>44071</c:v>
                </c:pt>
                <c:pt idx="2139" c:formatCode="yyyy/m/d">
                  <c:v>44074</c:v>
                </c:pt>
                <c:pt idx="2140" c:formatCode="yyyy/m/d">
                  <c:v>44075</c:v>
                </c:pt>
                <c:pt idx="2141" c:formatCode="yyyy/m/d">
                  <c:v>44076</c:v>
                </c:pt>
                <c:pt idx="2142" c:formatCode="yyyy/m/d">
                  <c:v>44077</c:v>
                </c:pt>
                <c:pt idx="2143" c:formatCode="yyyy/m/d">
                  <c:v>44078</c:v>
                </c:pt>
                <c:pt idx="2144" c:formatCode="yyyy/m/d">
                  <c:v>44082</c:v>
                </c:pt>
                <c:pt idx="2145" c:formatCode="yyyy/m/d">
                  <c:v>44083</c:v>
                </c:pt>
                <c:pt idx="2146" c:formatCode="yyyy/m/d">
                  <c:v>44084</c:v>
                </c:pt>
                <c:pt idx="2147" c:formatCode="yyyy/m/d">
                  <c:v>44085</c:v>
                </c:pt>
                <c:pt idx="2148" c:formatCode="yyyy/m/d">
                  <c:v>44088</c:v>
                </c:pt>
                <c:pt idx="2149" c:formatCode="yyyy/m/d">
                  <c:v>44089</c:v>
                </c:pt>
                <c:pt idx="2150" c:formatCode="yyyy/m/d">
                  <c:v>44090</c:v>
                </c:pt>
                <c:pt idx="2151" c:formatCode="yyyy/m/d">
                  <c:v>44091</c:v>
                </c:pt>
                <c:pt idx="2152" c:formatCode="yyyy/m/d">
                  <c:v>44092</c:v>
                </c:pt>
                <c:pt idx="2153" c:formatCode="yyyy/m/d">
                  <c:v>44095</c:v>
                </c:pt>
                <c:pt idx="2154" c:formatCode="yyyy/m/d">
                  <c:v>44096</c:v>
                </c:pt>
                <c:pt idx="2155" c:formatCode="yyyy/m/d">
                  <c:v>44097</c:v>
                </c:pt>
                <c:pt idx="2156" c:formatCode="yyyy/m/d">
                  <c:v>44098</c:v>
                </c:pt>
                <c:pt idx="2157" c:formatCode="yyyy/m/d">
                  <c:v>44099</c:v>
                </c:pt>
                <c:pt idx="2158" c:formatCode="yyyy/m/d">
                  <c:v>44102</c:v>
                </c:pt>
                <c:pt idx="2159" c:formatCode="yyyy/m/d">
                  <c:v>44103</c:v>
                </c:pt>
                <c:pt idx="2160" c:formatCode="yyyy/m/d">
                  <c:v>44104</c:v>
                </c:pt>
                <c:pt idx="2161" c:formatCode="yyyy/m/d">
                  <c:v>44105</c:v>
                </c:pt>
                <c:pt idx="2162" c:formatCode="yyyy/m/d">
                  <c:v>44106</c:v>
                </c:pt>
                <c:pt idx="2163" c:formatCode="yyyy/m/d">
                  <c:v>44109</c:v>
                </c:pt>
                <c:pt idx="2164" c:formatCode="yyyy/m/d">
                  <c:v>44110</c:v>
                </c:pt>
                <c:pt idx="2165" c:formatCode="yyyy/m/d">
                  <c:v>44111</c:v>
                </c:pt>
                <c:pt idx="2166" c:formatCode="yyyy/m/d">
                  <c:v>44112</c:v>
                </c:pt>
                <c:pt idx="2167" c:formatCode="yyyy/m/d">
                  <c:v>44113</c:v>
                </c:pt>
                <c:pt idx="2168" c:formatCode="yyyy/m/d">
                  <c:v>44116</c:v>
                </c:pt>
                <c:pt idx="2169" c:formatCode="yyyy/m/d">
                  <c:v>44117</c:v>
                </c:pt>
                <c:pt idx="2170" c:formatCode="yyyy/m/d">
                  <c:v>44118</c:v>
                </c:pt>
                <c:pt idx="2171" c:formatCode="yyyy/m/d">
                  <c:v>44119</c:v>
                </c:pt>
                <c:pt idx="2172" c:formatCode="yyyy/m/d">
                  <c:v>44120</c:v>
                </c:pt>
                <c:pt idx="2173" c:formatCode="yyyy/m/d">
                  <c:v>44123</c:v>
                </c:pt>
                <c:pt idx="2174" c:formatCode="yyyy/m/d">
                  <c:v>44124</c:v>
                </c:pt>
                <c:pt idx="2175" c:formatCode="yyyy/m/d">
                  <c:v>44125</c:v>
                </c:pt>
                <c:pt idx="2176" c:formatCode="yyyy/m/d">
                  <c:v>44126</c:v>
                </c:pt>
                <c:pt idx="2177" c:formatCode="yyyy/m/d">
                  <c:v>44127</c:v>
                </c:pt>
                <c:pt idx="2178" c:formatCode="yyyy/m/d">
                  <c:v>44130</c:v>
                </c:pt>
                <c:pt idx="2179" c:formatCode="yyyy/m/d">
                  <c:v>44131</c:v>
                </c:pt>
                <c:pt idx="2180" c:formatCode="yyyy/m/d">
                  <c:v>44132</c:v>
                </c:pt>
                <c:pt idx="2181" c:formatCode="yyyy/m/d">
                  <c:v>44133</c:v>
                </c:pt>
                <c:pt idx="2182" c:formatCode="yyyy/m/d">
                  <c:v>44134</c:v>
                </c:pt>
                <c:pt idx="2183" c:formatCode="yyyy/m/d">
                  <c:v>44137</c:v>
                </c:pt>
                <c:pt idx="2184" c:formatCode="yyyy/m/d">
                  <c:v>44138</c:v>
                </c:pt>
                <c:pt idx="2185" c:formatCode="yyyy/m/d">
                  <c:v>44139</c:v>
                </c:pt>
                <c:pt idx="2186" c:formatCode="yyyy/m/d">
                  <c:v>44140</c:v>
                </c:pt>
                <c:pt idx="2187" c:formatCode="yyyy/m/d">
                  <c:v>44141</c:v>
                </c:pt>
                <c:pt idx="2188" c:formatCode="yyyy/m/d">
                  <c:v>44144</c:v>
                </c:pt>
                <c:pt idx="2189" c:formatCode="yyyy/m/d">
                  <c:v>44145</c:v>
                </c:pt>
                <c:pt idx="2190" c:formatCode="yyyy/m/d">
                  <c:v>44146</c:v>
                </c:pt>
                <c:pt idx="2191" c:formatCode="yyyy/m/d">
                  <c:v>44147</c:v>
                </c:pt>
                <c:pt idx="2192" c:formatCode="yyyy/m/d">
                  <c:v>44148</c:v>
                </c:pt>
                <c:pt idx="2193" c:formatCode="yyyy/m/d">
                  <c:v>44151</c:v>
                </c:pt>
                <c:pt idx="2194" c:formatCode="yyyy/m/d">
                  <c:v>44152</c:v>
                </c:pt>
                <c:pt idx="2195" c:formatCode="yyyy/m/d">
                  <c:v>44153</c:v>
                </c:pt>
                <c:pt idx="2196" c:formatCode="yyyy/m/d">
                  <c:v>44154</c:v>
                </c:pt>
                <c:pt idx="2197" c:formatCode="yyyy/m/d">
                  <c:v>44155</c:v>
                </c:pt>
                <c:pt idx="2198" c:formatCode="yyyy/m/d">
                  <c:v>44158</c:v>
                </c:pt>
                <c:pt idx="2199" c:formatCode="yyyy/m/d">
                  <c:v>44159</c:v>
                </c:pt>
                <c:pt idx="2200" c:formatCode="yyyy/m/d">
                  <c:v>44160</c:v>
                </c:pt>
                <c:pt idx="2201" c:formatCode="yyyy/m/d">
                  <c:v>44165</c:v>
                </c:pt>
                <c:pt idx="2202" c:formatCode="yyyy/m/d">
                  <c:v>44166</c:v>
                </c:pt>
                <c:pt idx="2203" c:formatCode="yyyy/m/d">
                  <c:v>44167</c:v>
                </c:pt>
                <c:pt idx="2204" c:formatCode="yyyy/m/d">
                  <c:v>44168</c:v>
                </c:pt>
                <c:pt idx="2205" c:formatCode="yyyy/m/d">
                  <c:v>44169</c:v>
                </c:pt>
                <c:pt idx="2206" c:formatCode="yyyy/m/d">
                  <c:v>44172</c:v>
                </c:pt>
                <c:pt idx="2207" c:formatCode="yyyy/m/d">
                  <c:v>44173</c:v>
                </c:pt>
                <c:pt idx="2208" c:formatCode="yyyy/m/d">
                  <c:v>44174</c:v>
                </c:pt>
                <c:pt idx="2209" c:formatCode="yyyy/m/d">
                  <c:v>44175</c:v>
                </c:pt>
                <c:pt idx="2210" c:formatCode="yyyy/m/d">
                  <c:v>44176</c:v>
                </c:pt>
                <c:pt idx="2211" c:formatCode="yyyy/m/d">
                  <c:v>44179</c:v>
                </c:pt>
                <c:pt idx="2212" c:formatCode="yyyy/m/d">
                  <c:v>44180</c:v>
                </c:pt>
                <c:pt idx="2213" c:formatCode="yyyy/m/d">
                  <c:v>44181</c:v>
                </c:pt>
                <c:pt idx="2214" c:formatCode="yyyy/m/d">
                  <c:v>44182</c:v>
                </c:pt>
                <c:pt idx="2215" c:formatCode="yyyy/m/d">
                  <c:v>44183</c:v>
                </c:pt>
                <c:pt idx="2216" c:formatCode="yyyy/m/d">
                  <c:v>44186</c:v>
                </c:pt>
                <c:pt idx="2217" c:formatCode="yyyy/m/d">
                  <c:v>44187</c:v>
                </c:pt>
                <c:pt idx="2218" c:formatCode="yyyy/m/d">
                  <c:v>44188</c:v>
                </c:pt>
                <c:pt idx="2219" c:formatCode="yyyy/m/d">
                  <c:v>44193</c:v>
                </c:pt>
                <c:pt idx="2220" c:formatCode="yyyy/m/d">
                  <c:v>44194</c:v>
                </c:pt>
                <c:pt idx="2221" c:formatCode="yyyy/m/d">
                  <c:v>44195</c:v>
                </c:pt>
                <c:pt idx="2222" c:formatCode="yyyy/m/d">
                  <c:v>44196</c:v>
                </c:pt>
                <c:pt idx="2223" c:formatCode="yyyy/m/d">
                  <c:v>44200</c:v>
                </c:pt>
                <c:pt idx="2224" c:formatCode="yyyy/m/d">
                  <c:v>44201</c:v>
                </c:pt>
                <c:pt idx="2225" c:formatCode="yyyy/m/d">
                  <c:v>44202</c:v>
                </c:pt>
                <c:pt idx="2226" c:formatCode="yyyy/m/d">
                  <c:v>44203</c:v>
                </c:pt>
                <c:pt idx="2227" c:formatCode="yyyy/m/d">
                  <c:v>44204</c:v>
                </c:pt>
                <c:pt idx="2228" c:formatCode="yyyy/m/d">
                  <c:v>44207</c:v>
                </c:pt>
                <c:pt idx="2229" c:formatCode="yyyy/m/d">
                  <c:v>44208</c:v>
                </c:pt>
                <c:pt idx="2230" c:formatCode="yyyy/m/d">
                  <c:v>44209</c:v>
                </c:pt>
                <c:pt idx="2231" c:formatCode="yyyy/m/d">
                  <c:v>44210</c:v>
                </c:pt>
                <c:pt idx="2232" c:formatCode="yyyy/m/d">
                  <c:v>44211</c:v>
                </c:pt>
                <c:pt idx="2233" c:formatCode="yyyy/m/d">
                  <c:v>44215</c:v>
                </c:pt>
                <c:pt idx="2234" c:formatCode="yyyy/m/d">
                  <c:v>44216</c:v>
                </c:pt>
                <c:pt idx="2235" c:formatCode="yyyy/m/d">
                  <c:v>44217</c:v>
                </c:pt>
                <c:pt idx="2236" c:formatCode="yyyy/m/d">
                  <c:v>44218</c:v>
                </c:pt>
                <c:pt idx="2237" c:formatCode="yyyy/m/d">
                  <c:v>44221</c:v>
                </c:pt>
                <c:pt idx="2238" c:formatCode="yyyy/m/d">
                  <c:v>44222</c:v>
                </c:pt>
                <c:pt idx="2239" c:formatCode="yyyy/m/d">
                  <c:v>44223</c:v>
                </c:pt>
                <c:pt idx="2240" c:formatCode="yyyy/m/d">
                  <c:v>44224</c:v>
                </c:pt>
                <c:pt idx="2241" c:formatCode="yyyy/m/d">
                  <c:v>44225</c:v>
                </c:pt>
                <c:pt idx="2242" c:formatCode="yyyy/m/d">
                  <c:v>44228</c:v>
                </c:pt>
                <c:pt idx="2243" c:formatCode="yyyy/m/d">
                  <c:v>44229</c:v>
                </c:pt>
                <c:pt idx="2244" c:formatCode="yyyy/m/d">
                  <c:v>44230</c:v>
                </c:pt>
                <c:pt idx="2245" c:formatCode="yyyy/m/d">
                  <c:v>44231</c:v>
                </c:pt>
                <c:pt idx="2246" c:formatCode="yyyy/m/d">
                  <c:v>44232</c:v>
                </c:pt>
                <c:pt idx="2247" c:formatCode="yyyy/m/d">
                  <c:v>44235</c:v>
                </c:pt>
                <c:pt idx="2248" c:formatCode="yyyy/m/d">
                  <c:v>44236</c:v>
                </c:pt>
                <c:pt idx="2249" c:formatCode="yyyy/m/d">
                  <c:v>44237</c:v>
                </c:pt>
                <c:pt idx="2250" c:formatCode="yyyy/m/d">
                  <c:v>44238</c:v>
                </c:pt>
                <c:pt idx="2251" c:formatCode="yyyy/m/d">
                  <c:v>44239</c:v>
                </c:pt>
                <c:pt idx="2252" c:formatCode="yyyy/m/d">
                  <c:v>44243</c:v>
                </c:pt>
                <c:pt idx="2253" c:formatCode="yyyy/m/d">
                  <c:v>44244</c:v>
                </c:pt>
                <c:pt idx="2254" c:formatCode="yyyy/m/d">
                  <c:v>44245</c:v>
                </c:pt>
                <c:pt idx="2255" c:formatCode="yyyy/m/d">
                  <c:v>44246</c:v>
                </c:pt>
                <c:pt idx="2256" c:formatCode="yyyy/m/d">
                  <c:v>44249</c:v>
                </c:pt>
                <c:pt idx="2257" c:formatCode="yyyy/m/d">
                  <c:v>44250</c:v>
                </c:pt>
                <c:pt idx="2258" c:formatCode="yyyy/m/d">
                  <c:v>44251</c:v>
                </c:pt>
                <c:pt idx="2259" c:formatCode="yyyy/m/d">
                  <c:v>44252</c:v>
                </c:pt>
                <c:pt idx="2260" c:formatCode="yyyy/m/d">
                  <c:v>44253</c:v>
                </c:pt>
                <c:pt idx="2261" c:formatCode="yyyy/m/d">
                  <c:v>44256</c:v>
                </c:pt>
                <c:pt idx="2262" c:formatCode="yyyy/m/d">
                  <c:v>44257</c:v>
                </c:pt>
                <c:pt idx="2263" c:formatCode="yyyy/m/d">
                  <c:v>44258</c:v>
                </c:pt>
                <c:pt idx="2264" c:formatCode="yyyy/m/d">
                  <c:v>44259</c:v>
                </c:pt>
                <c:pt idx="2265" c:formatCode="yyyy/m/d">
                  <c:v>44260</c:v>
                </c:pt>
                <c:pt idx="2266" c:formatCode="yyyy/m/d">
                  <c:v>44263</c:v>
                </c:pt>
                <c:pt idx="2267" c:formatCode="yyyy/m/d">
                  <c:v>44264</c:v>
                </c:pt>
                <c:pt idx="2268" c:formatCode="yyyy/m/d">
                  <c:v>44265</c:v>
                </c:pt>
                <c:pt idx="2269" c:formatCode="yyyy/m/d">
                  <c:v>44266</c:v>
                </c:pt>
                <c:pt idx="2270" c:formatCode="yyyy/m/d">
                  <c:v>44267</c:v>
                </c:pt>
                <c:pt idx="2271" c:formatCode="yyyy/m/d">
                  <c:v>44270</c:v>
                </c:pt>
                <c:pt idx="2272" c:formatCode="yyyy/m/d">
                  <c:v>44271</c:v>
                </c:pt>
                <c:pt idx="2273" c:formatCode="yyyy/m/d">
                  <c:v>44272</c:v>
                </c:pt>
                <c:pt idx="2274" c:formatCode="yyyy/m/d">
                  <c:v>44273</c:v>
                </c:pt>
                <c:pt idx="2275" c:formatCode="yyyy/m/d">
                  <c:v>44274</c:v>
                </c:pt>
                <c:pt idx="2276" c:formatCode="yyyy/m/d">
                  <c:v>44277</c:v>
                </c:pt>
                <c:pt idx="2277" c:formatCode="yyyy/m/d">
                  <c:v>44278</c:v>
                </c:pt>
                <c:pt idx="2278" c:formatCode="yyyy/m/d">
                  <c:v>44279</c:v>
                </c:pt>
                <c:pt idx="2279" c:formatCode="yyyy/m/d">
                  <c:v>44280</c:v>
                </c:pt>
                <c:pt idx="2280" c:formatCode="yyyy/m/d">
                  <c:v>44281</c:v>
                </c:pt>
                <c:pt idx="2281" c:formatCode="yyyy/m/d">
                  <c:v>44284</c:v>
                </c:pt>
                <c:pt idx="2282" c:formatCode="yyyy/m/d">
                  <c:v>44285</c:v>
                </c:pt>
                <c:pt idx="2283" c:formatCode="yyyy/m/d">
                  <c:v>44286</c:v>
                </c:pt>
                <c:pt idx="2284" c:formatCode="yyyy/m/d">
                  <c:v>44287</c:v>
                </c:pt>
                <c:pt idx="2285" c:formatCode="yyyy/m/d">
                  <c:v>44291</c:v>
                </c:pt>
                <c:pt idx="2286" c:formatCode="yyyy/m/d">
                  <c:v>44292</c:v>
                </c:pt>
                <c:pt idx="2287" c:formatCode="yyyy/m/d">
                  <c:v>44293</c:v>
                </c:pt>
                <c:pt idx="2288" c:formatCode="yyyy/m/d">
                  <c:v>44294</c:v>
                </c:pt>
                <c:pt idx="2289" c:formatCode="yyyy/m/d">
                  <c:v>44295</c:v>
                </c:pt>
                <c:pt idx="2290" c:formatCode="yyyy/m/d">
                  <c:v>44298</c:v>
                </c:pt>
                <c:pt idx="2291" c:formatCode="yyyy/m/d">
                  <c:v>44299</c:v>
                </c:pt>
                <c:pt idx="2292" c:formatCode="yyyy/m/d">
                  <c:v>44300</c:v>
                </c:pt>
                <c:pt idx="2293" c:formatCode="yyyy/m/d">
                  <c:v>44301</c:v>
                </c:pt>
                <c:pt idx="2294" c:formatCode="yyyy/m/d">
                  <c:v>44302</c:v>
                </c:pt>
                <c:pt idx="2295" c:formatCode="yyyy/m/d">
                  <c:v>44305</c:v>
                </c:pt>
                <c:pt idx="2296" c:formatCode="yyyy/m/d">
                  <c:v>44306</c:v>
                </c:pt>
                <c:pt idx="2297" c:formatCode="yyyy/m/d">
                  <c:v>44307</c:v>
                </c:pt>
                <c:pt idx="2298" c:formatCode="yyyy/m/d">
                  <c:v>44308</c:v>
                </c:pt>
                <c:pt idx="2299" c:formatCode="yyyy/m/d">
                  <c:v>44309</c:v>
                </c:pt>
                <c:pt idx="2300" c:formatCode="yyyy/m/d">
                  <c:v>44312</c:v>
                </c:pt>
                <c:pt idx="2301" c:formatCode="yyyy/m/d">
                  <c:v>44313</c:v>
                </c:pt>
                <c:pt idx="2302" c:formatCode="yyyy/m/d">
                  <c:v>44314</c:v>
                </c:pt>
                <c:pt idx="2303" c:formatCode="yyyy/m/d">
                  <c:v>44315</c:v>
                </c:pt>
                <c:pt idx="2304" c:formatCode="yyyy/m/d">
                  <c:v>44316</c:v>
                </c:pt>
                <c:pt idx="2305" c:formatCode="yyyy/m/d">
                  <c:v>44319</c:v>
                </c:pt>
                <c:pt idx="2306" c:formatCode="yyyy/m/d">
                  <c:v>44320</c:v>
                </c:pt>
                <c:pt idx="2307" c:formatCode="yyyy/m/d">
                  <c:v>44321</c:v>
                </c:pt>
                <c:pt idx="2308" c:formatCode="yyyy/m/d">
                  <c:v>44322</c:v>
                </c:pt>
                <c:pt idx="2309" c:formatCode="yyyy/m/d">
                  <c:v>44323</c:v>
                </c:pt>
                <c:pt idx="2310" c:formatCode="yyyy/m/d">
                  <c:v>44326</c:v>
                </c:pt>
                <c:pt idx="2311" c:formatCode="yyyy/m/d">
                  <c:v>44327</c:v>
                </c:pt>
                <c:pt idx="2312" c:formatCode="yyyy/m/d">
                  <c:v>44328</c:v>
                </c:pt>
                <c:pt idx="2313" c:formatCode="yyyy/m/d">
                  <c:v>44329</c:v>
                </c:pt>
                <c:pt idx="2314" c:formatCode="yyyy/m/d">
                  <c:v>44330</c:v>
                </c:pt>
                <c:pt idx="2315" c:formatCode="yyyy/m/d">
                  <c:v>44333</c:v>
                </c:pt>
                <c:pt idx="2316" c:formatCode="yyyy/m/d">
                  <c:v>44334</c:v>
                </c:pt>
                <c:pt idx="2317" c:formatCode="yyyy/m/d">
                  <c:v>44335</c:v>
                </c:pt>
                <c:pt idx="2318" c:formatCode="yyyy/m/d">
                  <c:v>44336</c:v>
                </c:pt>
                <c:pt idx="2319" c:formatCode="yyyy/m/d">
                  <c:v>44337</c:v>
                </c:pt>
                <c:pt idx="2320" c:formatCode="yyyy/m/d">
                  <c:v>44340</c:v>
                </c:pt>
                <c:pt idx="2321" c:formatCode="yyyy/m/d">
                  <c:v>44341</c:v>
                </c:pt>
                <c:pt idx="2322" c:formatCode="yyyy/m/d">
                  <c:v>44342</c:v>
                </c:pt>
                <c:pt idx="2323" c:formatCode="yyyy/m/d">
                  <c:v>44343</c:v>
                </c:pt>
                <c:pt idx="2324" c:formatCode="yyyy/m/d">
                  <c:v>44344</c:v>
                </c:pt>
                <c:pt idx="2325" c:formatCode="yyyy/m/d">
                  <c:v>44348</c:v>
                </c:pt>
                <c:pt idx="2326" c:formatCode="yyyy/m/d">
                  <c:v>44349</c:v>
                </c:pt>
                <c:pt idx="2327" c:formatCode="yyyy/m/d">
                  <c:v>44350</c:v>
                </c:pt>
                <c:pt idx="2328" c:formatCode="yyyy/m/d">
                  <c:v>44351</c:v>
                </c:pt>
                <c:pt idx="2329" c:formatCode="yyyy/m/d">
                  <c:v>44354</c:v>
                </c:pt>
                <c:pt idx="2330" c:formatCode="yyyy/m/d">
                  <c:v>44355</c:v>
                </c:pt>
                <c:pt idx="2331" c:formatCode="yyyy/m/d">
                  <c:v>44356</c:v>
                </c:pt>
                <c:pt idx="2332" c:formatCode="yyyy/m/d">
                  <c:v>44357</c:v>
                </c:pt>
                <c:pt idx="2333" c:formatCode="yyyy/m/d">
                  <c:v>44358</c:v>
                </c:pt>
                <c:pt idx="2334" c:formatCode="yyyy/m/d">
                  <c:v>44361</c:v>
                </c:pt>
                <c:pt idx="2335" c:formatCode="yyyy/m/d">
                  <c:v>44362</c:v>
                </c:pt>
                <c:pt idx="2336" c:formatCode="yyyy/m/d">
                  <c:v>44363</c:v>
                </c:pt>
                <c:pt idx="2337" c:formatCode="yyyy/m/d">
                  <c:v>44364</c:v>
                </c:pt>
                <c:pt idx="2338" c:formatCode="yyyy/m/d">
                  <c:v>44365</c:v>
                </c:pt>
                <c:pt idx="2339" c:formatCode="yyyy/m/d">
                  <c:v>44368</c:v>
                </c:pt>
                <c:pt idx="2340" c:formatCode="yyyy/m/d">
                  <c:v>44369</c:v>
                </c:pt>
                <c:pt idx="2341" c:formatCode="yyyy/m/d">
                  <c:v>44370</c:v>
                </c:pt>
                <c:pt idx="2342" c:formatCode="yyyy/m/d">
                  <c:v>44371</c:v>
                </c:pt>
                <c:pt idx="2343" c:formatCode="yyyy/m/d">
                  <c:v>44372</c:v>
                </c:pt>
                <c:pt idx="2344" c:formatCode="yyyy/m/d">
                  <c:v>44375</c:v>
                </c:pt>
                <c:pt idx="2345" c:formatCode="yyyy/m/d">
                  <c:v>44376</c:v>
                </c:pt>
                <c:pt idx="2346" c:formatCode="yyyy/m/d">
                  <c:v>44377</c:v>
                </c:pt>
                <c:pt idx="2347" c:formatCode="yyyy/m/d">
                  <c:v>44378</c:v>
                </c:pt>
                <c:pt idx="2348" c:formatCode="yyyy/m/d">
                  <c:v>44379</c:v>
                </c:pt>
                <c:pt idx="2349" c:formatCode="yyyy/m/d">
                  <c:v>44383</c:v>
                </c:pt>
                <c:pt idx="2350" c:formatCode="yyyy/m/d">
                  <c:v>44384</c:v>
                </c:pt>
                <c:pt idx="2351" c:formatCode="yyyy/m/d">
                  <c:v>44385</c:v>
                </c:pt>
                <c:pt idx="2352" c:formatCode="yyyy/m/d">
                  <c:v>44386</c:v>
                </c:pt>
                <c:pt idx="2353" c:formatCode="yyyy/m/d">
                  <c:v>44389</c:v>
                </c:pt>
                <c:pt idx="2354" c:formatCode="yyyy/m/d">
                  <c:v>44390</c:v>
                </c:pt>
                <c:pt idx="2355" c:formatCode="yyyy/m/d">
                  <c:v>44391</c:v>
                </c:pt>
                <c:pt idx="2356" c:formatCode="yyyy/m/d">
                  <c:v>44392</c:v>
                </c:pt>
                <c:pt idx="2357" c:formatCode="yyyy/m/d">
                  <c:v>44393</c:v>
                </c:pt>
                <c:pt idx="2358" c:formatCode="yyyy/m/d">
                  <c:v>44396</c:v>
                </c:pt>
                <c:pt idx="2359" c:formatCode="yyyy/m/d">
                  <c:v>44397</c:v>
                </c:pt>
                <c:pt idx="2360" c:formatCode="yyyy/m/d">
                  <c:v>44398</c:v>
                </c:pt>
                <c:pt idx="2361" c:formatCode="yyyy/m/d">
                  <c:v>44399</c:v>
                </c:pt>
                <c:pt idx="2362" c:formatCode="yyyy/m/d">
                  <c:v>44400</c:v>
                </c:pt>
                <c:pt idx="2363" c:formatCode="yyyy/m/d">
                  <c:v>44403</c:v>
                </c:pt>
                <c:pt idx="2364" c:formatCode="yyyy/m/d">
                  <c:v>44404</c:v>
                </c:pt>
                <c:pt idx="2365" c:formatCode="yyyy/m/d">
                  <c:v>44405</c:v>
                </c:pt>
                <c:pt idx="2366" c:formatCode="yyyy/m/d">
                  <c:v>44406</c:v>
                </c:pt>
                <c:pt idx="2367" c:formatCode="yyyy/m/d">
                  <c:v>44407</c:v>
                </c:pt>
                <c:pt idx="2368" c:formatCode="yyyy/m/d">
                  <c:v>44410</c:v>
                </c:pt>
                <c:pt idx="2369" c:formatCode="yyyy/m/d">
                  <c:v>44411</c:v>
                </c:pt>
                <c:pt idx="2370" c:formatCode="yyyy/m/d">
                  <c:v>44412</c:v>
                </c:pt>
                <c:pt idx="2371" c:formatCode="yyyy/m/d">
                  <c:v>44413</c:v>
                </c:pt>
                <c:pt idx="2372" c:formatCode="yyyy/m/d">
                  <c:v>44414</c:v>
                </c:pt>
                <c:pt idx="2373" c:formatCode="yyyy/m/d">
                  <c:v>44417</c:v>
                </c:pt>
                <c:pt idx="2374" c:formatCode="yyyy/m/d">
                  <c:v>44418</c:v>
                </c:pt>
                <c:pt idx="2375" c:formatCode="yyyy/m/d">
                  <c:v>44419</c:v>
                </c:pt>
                <c:pt idx="2376" c:formatCode="yyyy/m/d">
                  <c:v>44420</c:v>
                </c:pt>
                <c:pt idx="2377" c:formatCode="yyyy/m/d">
                  <c:v>44421</c:v>
                </c:pt>
                <c:pt idx="2378" c:formatCode="yyyy/m/d">
                  <c:v>44424</c:v>
                </c:pt>
                <c:pt idx="2379" c:formatCode="yyyy/m/d">
                  <c:v>44425</c:v>
                </c:pt>
                <c:pt idx="2380" c:formatCode="yyyy/m/d">
                  <c:v>44426</c:v>
                </c:pt>
                <c:pt idx="2381" c:formatCode="yyyy/m/d">
                  <c:v>44427</c:v>
                </c:pt>
                <c:pt idx="2382" c:formatCode="yyyy/m/d">
                  <c:v>44428</c:v>
                </c:pt>
                <c:pt idx="2383" c:formatCode="yyyy/m/d">
                  <c:v>44431</c:v>
                </c:pt>
                <c:pt idx="2384" c:formatCode="yyyy/m/d">
                  <c:v>44432</c:v>
                </c:pt>
                <c:pt idx="2385" c:formatCode="yyyy/m/d">
                  <c:v>44433</c:v>
                </c:pt>
                <c:pt idx="2386" c:formatCode="yyyy/m/d">
                  <c:v>44434</c:v>
                </c:pt>
                <c:pt idx="2387" c:formatCode="yyyy/m/d">
                  <c:v>44435</c:v>
                </c:pt>
                <c:pt idx="2388" c:formatCode="yyyy/m/d">
                  <c:v>44438</c:v>
                </c:pt>
                <c:pt idx="2389" c:formatCode="yyyy/m/d">
                  <c:v>44439</c:v>
                </c:pt>
                <c:pt idx="2390" c:formatCode="yyyy/m/d">
                  <c:v>44440</c:v>
                </c:pt>
                <c:pt idx="2391" c:formatCode="yyyy/m/d">
                  <c:v>44441</c:v>
                </c:pt>
                <c:pt idx="2392" c:formatCode="yyyy/m/d">
                  <c:v>44442</c:v>
                </c:pt>
                <c:pt idx="2393" c:formatCode="yyyy/m/d">
                  <c:v>44446</c:v>
                </c:pt>
                <c:pt idx="2394" c:formatCode="yyyy/m/d">
                  <c:v>44447</c:v>
                </c:pt>
                <c:pt idx="2395" c:formatCode="yyyy/m/d">
                  <c:v>44448</c:v>
                </c:pt>
                <c:pt idx="2396" c:formatCode="yyyy/m/d">
                  <c:v>44449</c:v>
                </c:pt>
                <c:pt idx="2397" c:formatCode="yyyy/m/d">
                  <c:v>44452</c:v>
                </c:pt>
                <c:pt idx="2398" c:formatCode="yyyy/m/d">
                  <c:v>44453</c:v>
                </c:pt>
                <c:pt idx="2399" c:formatCode="yyyy/m/d">
                  <c:v>44454</c:v>
                </c:pt>
                <c:pt idx="2400" c:formatCode="yyyy/m/d">
                  <c:v>44455</c:v>
                </c:pt>
                <c:pt idx="2401" c:formatCode="yyyy/m/d">
                  <c:v>44456</c:v>
                </c:pt>
                <c:pt idx="2402" c:formatCode="yyyy/m/d">
                  <c:v>44459</c:v>
                </c:pt>
                <c:pt idx="2403" c:formatCode="yyyy/m/d">
                  <c:v>44460</c:v>
                </c:pt>
                <c:pt idx="2404" c:formatCode="yyyy/m/d">
                  <c:v>44461</c:v>
                </c:pt>
                <c:pt idx="2405" c:formatCode="yyyy/m/d">
                  <c:v>44462</c:v>
                </c:pt>
                <c:pt idx="2406" c:formatCode="yyyy/m/d">
                  <c:v>44463</c:v>
                </c:pt>
                <c:pt idx="2407" c:formatCode="yyyy/m/d">
                  <c:v>44466</c:v>
                </c:pt>
                <c:pt idx="2408" c:formatCode="yyyy/m/d">
                  <c:v>44467</c:v>
                </c:pt>
                <c:pt idx="2409" c:formatCode="yyyy/m/d">
                  <c:v>44468</c:v>
                </c:pt>
                <c:pt idx="2410" c:formatCode="yyyy/m/d">
                  <c:v>44469</c:v>
                </c:pt>
                <c:pt idx="2411" c:formatCode="yyyy/m/d">
                  <c:v>44470</c:v>
                </c:pt>
                <c:pt idx="2412" c:formatCode="yyyy/m/d">
                  <c:v>44473</c:v>
                </c:pt>
                <c:pt idx="2413" c:formatCode="yyyy/m/d">
                  <c:v>44474</c:v>
                </c:pt>
                <c:pt idx="2414" c:formatCode="yyyy/m/d">
                  <c:v>44475</c:v>
                </c:pt>
                <c:pt idx="2415" c:formatCode="yyyy/m/d">
                  <c:v>44476</c:v>
                </c:pt>
                <c:pt idx="2416" c:formatCode="yyyy/m/d">
                  <c:v>44477</c:v>
                </c:pt>
                <c:pt idx="2417" c:formatCode="yyyy/m/d">
                  <c:v>44480</c:v>
                </c:pt>
                <c:pt idx="2418" c:formatCode="yyyy/m/d">
                  <c:v>44481</c:v>
                </c:pt>
                <c:pt idx="2419" c:formatCode="yyyy/m/d">
                  <c:v>44482</c:v>
                </c:pt>
                <c:pt idx="2420" c:formatCode="yyyy/m/d">
                  <c:v>44483</c:v>
                </c:pt>
                <c:pt idx="2421" c:formatCode="yyyy/m/d">
                  <c:v>44484</c:v>
                </c:pt>
                <c:pt idx="2422" c:formatCode="yyyy/m/d">
                  <c:v>44487</c:v>
                </c:pt>
                <c:pt idx="2423" c:formatCode="yyyy/m/d">
                  <c:v>44488</c:v>
                </c:pt>
                <c:pt idx="2424" c:formatCode="yyyy/m/d">
                  <c:v>44489</c:v>
                </c:pt>
                <c:pt idx="2425" c:formatCode="yyyy/m/d">
                  <c:v>44490</c:v>
                </c:pt>
                <c:pt idx="2426" c:formatCode="yyyy/m/d">
                  <c:v>44491</c:v>
                </c:pt>
                <c:pt idx="2427" c:formatCode="yyyy/m/d">
                  <c:v>44494</c:v>
                </c:pt>
                <c:pt idx="2428" c:formatCode="yyyy/m/d">
                  <c:v>44495</c:v>
                </c:pt>
                <c:pt idx="2429" c:formatCode="yyyy/m/d">
                  <c:v>44496</c:v>
                </c:pt>
                <c:pt idx="2430" c:formatCode="yyyy/m/d">
                  <c:v>44497</c:v>
                </c:pt>
                <c:pt idx="2431" c:formatCode="yyyy/m/d">
                  <c:v>44498</c:v>
                </c:pt>
                <c:pt idx="2432" c:formatCode="yyyy/m/d">
                  <c:v>44501</c:v>
                </c:pt>
                <c:pt idx="2433" c:formatCode="yyyy/m/d">
                  <c:v>44502</c:v>
                </c:pt>
                <c:pt idx="2434" c:formatCode="yyyy/m/d">
                  <c:v>44503</c:v>
                </c:pt>
                <c:pt idx="2435" c:formatCode="yyyy/m/d">
                  <c:v>44504</c:v>
                </c:pt>
                <c:pt idx="2436" c:formatCode="yyyy/m/d">
                  <c:v>44505</c:v>
                </c:pt>
                <c:pt idx="2437" c:formatCode="yyyy/m/d">
                  <c:v>44508</c:v>
                </c:pt>
                <c:pt idx="2438" c:formatCode="yyyy/m/d">
                  <c:v>44509</c:v>
                </c:pt>
                <c:pt idx="2439" c:formatCode="yyyy/m/d">
                  <c:v>44510</c:v>
                </c:pt>
                <c:pt idx="2440" c:formatCode="yyyy/m/d">
                  <c:v>44511</c:v>
                </c:pt>
                <c:pt idx="2441" c:formatCode="yyyy/m/d">
                  <c:v>44512</c:v>
                </c:pt>
                <c:pt idx="2442" c:formatCode="yyyy/m/d">
                  <c:v>44515</c:v>
                </c:pt>
                <c:pt idx="2443" c:formatCode="yyyy/m/d">
                  <c:v>44516</c:v>
                </c:pt>
                <c:pt idx="2444" c:formatCode="yyyy/m/d">
                  <c:v>44517</c:v>
                </c:pt>
                <c:pt idx="2445" c:formatCode="yyyy/m/d">
                  <c:v>44518</c:v>
                </c:pt>
                <c:pt idx="2446" c:formatCode="yyyy/m/d">
                  <c:v>44519</c:v>
                </c:pt>
                <c:pt idx="2447" c:formatCode="yyyy/m/d">
                  <c:v>44522</c:v>
                </c:pt>
                <c:pt idx="2448" c:formatCode="yyyy/m/d">
                  <c:v>44523</c:v>
                </c:pt>
                <c:pt idx="2449" c:formatCode="yyyy/m/d">
                  <c:v>44524</c:v>
                </c:pt>
                <c:pt idx="2450" c:formatCode="yyyy/m/d">
                  <c:v>44529</c:v>
                </c:pt>
                <c:pt idx="2451" c:formatCode="yyyy/m/d">
                  <c:v>44530</c:v>
                </c:pt>
                <c:pt idx="2452" c:formatCode="yyyy/m/d">
                  <c:v>44531</c:v>
                </c:pt>
                <c:pt idx="2453" c:formatCode="yyyy/m/d">
                  <c:v>44532</c:v>
                </c:pt>
                <c:pt idx="2454" c:formatCode="yyyy/m/d">
                  <c:v>44533</c:v>
                </c:pt>
                <c:pt idx="2455" c:formatCode="yyyy/m/d">
                  <c:v>44536</c:v>
                </c:pt>
                <c:pt idx="2456" c:formatCode="yyyy/m/d">
                  <c:v>44537</c:v>
                </c:pt>
                <c:pt idx="2457" c:formatCode="yyyy/m/d">
                  <c:v>44538</c:v>
                </c:pt>
                <c:pt idx="2458" c:formatCode="yyyy/m/d">
                  <c:v>44539</c:v>
                </c:pt>
                <c:pt idx="2459" c:formatCode="yyyy/m/d">
                  <c:v>44540</c:v>
                </c:pt>
                <c:pt idx="2460" c:formatCode="yyyy/m/d">
                  <c:v>44543</c:v>
                </c:pt>
                <c:pt idx="2461" c:formatCode="yyyy/m/d">
                  <c:v>44544</c:v>
                </c:pt>
                <c:pt idx="2462" c:formatCode="yyyy/m/d">
                  <c:v>44545</c:v>
                </c:pt>
                <c:pt idx="2463" c:formatCode="yyyy/m/d">
                  <c:v>44546</c:v>
                </c:pt>
                <c:pt idx="2464" c:formatCode="yyyy/m/d">
                  <c:v>44547</c:v>
                </c:pt>
                <c:pt idx="2465" c:formatCode="yyyy/m/d">
                  <c:v>44550</c:v>
                </c:pt>
                <c:pt idx="2466" c:formatCode="yyyy/m/d">
                  <c:v>44551</c:v>
                </c:pt>
                <c:pt idx="2467" c:formatCode="yyyy/m/d">
                  <c:v>44552</c:v>
                </c:pt>
                <c:pt idx="2468" c:formatCode="yyyy/m/d">
                  <c:v>44553</c:v>
                </c:pt>
                <c:pt idx="2469" c:formatCode="yyyy/m/d">
                  <c:v>44557</c:v>
                </c:pt>
                <c:pt idx="2470" c:formatCode="yyyy/m/d">
                  <c:v>44558</c:v>
                </c:pt>
                <c:pt idx="2471" c:formatCode="yyyy/m/d">
                  <c:v>44559</c:v>
                </c:pt>
                <c:pt idx="2472" c:formatCode="yyyy/m/d">
                  <c:v>44560</c:v>
                </c:pt>
                <c:pt idx="2473" c:formatCode="yyyy/m/d">
                  <c:v>44561</c:v>
                </c:pt>
                <c:pt idx="2474" c:formatCode="yyyy/m/d">
                  <c:v>44564</c:v>
                </c:pt>
                <c:pt idx="2475" c:formatCode="yyyy/m/d">
                  <c:v>44565</c:v>
                </c:pt>
                <c:pt idx="2476" c:formatCode="yyyy/m/d">
                  <c:v>44566</c:v>
                </c:pt>
                <c:pt idx="2477" c:formatCode="yyyy/m/d">
                  <c:v>44567</c:v>
                </c:pt>
                <c:pt idx="2478" c:formatCode="yyyy/m/d">
                  <c:v>44568</c:v>
                </c:pt>
                <c:pt idx="2479" c:formatCode="yyyy/m/d">
                  <c:v>44571</c:v>
                </c:pt>
                <c:pt idx="2480" c:formatCode="yyyy/m/d">
                  <c:v>44572</c:v>
                </c:pt>
                <c:pt idx="2481" c:formatCode="yyyy/m/d">
                  <c:v>44573</c:v>
                </c:pt>
                <c:pt idx="2482" c:formatCode="yyyy/m/d">
                  <c:v>44574</c:v>
                </c:pt>
                <c:pt idx="2483" c:formatCode="yyyy/m/d">
                  <c:v>44575</c:v>
                </c:pt>
                <c:pt idx="2484" c:formatCode="yyyy/m/d">
                  <c:v>44579</c:v>
                </c:pt>
                <c:pt idx="2485" c:formatCode="yyyy/m/d">
                  <c:v>44580</c:v>
                </c:pt>
                <c:pt idx="2486" c:formatCode="yyyy/m/d">
                  <c:v>44581</c:v>
                </c:pt>
                <c:pt idx="2487" c:formatCode="yyyy/m/d">
                  <c:v>44582</c:v>
                </c:pt>
                <c:pt idx="2488" c:formatCode="yyyy/m/d">
                  <c:v>44585</c:v>
                </c:pt>
                <c:pt idx="2489" c:formatCode="yyyy/m/d">
                  <c:v>44586</c:v>
                </c:pt>
                <c:pt idx="2490" c:formatCode="yyyy/m/d">
                  <c:v>44587</c:v>
                </c:pt>
                <c:pt idx="2491" c:formatCode="yyyy/m/d">
                  <c:v>44588</c:v>
                </c:pt>
                <c:pt idx="2492" c:formatCode="yyyy/m/d">
                  <c:v>44589</c:v>
                </c:pt>
                <c:pt idx="2493" c:formatCode="yyyy/m/d">
                  <c:v>44592</c:v>
                </c:pt>
                <c:pt idx="2494" c:formatCode="yyyy/m/d">
                  <c:v>44593</c:v>
                </c:pt>
                <c:pt idx="2495" c:formatCode="yyyy/m/d">
                  <c:v>44594</c:v>
                </c:pt>
                <c:pt idx="2496" c:formatCode="yyyy/m/d">
                  <c:v>44595</c:v>
                </c:pt>
                <c:pt idx="2497" c:formatCode="yyyy/m/d">
                  <c:v>44596</c:v>
                </c:pt>
                <c:pt idx="2498" c:formatCode="yyyy/m/d">
                  <c:v>44599</c:v>
                </c:pt>
                <c:pt idx="2499" c:formatCode="yyyy/m/d">
                  <c:v>44600</c:v>
                </c:pt>
                <c:pt idx="2500" c:formatCode="yyyy/m/d">
                  <c:v>44601</c:v>
                </c:pt>
                <c:pt idx="2501" c:formatCode="yyyy/m/d">
                  <c:v>44602</c:v>
                </c:pt>
                <c:pt idx="2502" c:formatCode="yyyy/m/d">
                  <c:v>44603</c:v>
                </c:pt>
                <c:pt idx="2503" c:formatCode="yyyy/m/d">
                  <c:v>44606</c:v>
                </c:pt>
                <c:pt idx="2504" c:formatCode="yyyy/m/d">
                  <c:v>44607</c:v>
                </c:pt>
                <c:pt idx="2505" c:formatCode="yyyy/m/d">
                  <c:v>44608</c:v>
                </c:pt>
                <c:pt idx="2506" c:formatCode="yyyy/m/d">
                  <c:v>44609</c:v>
                </c:pt>
                <c:pt idx="2507" c:formatCode="yyyy/m/d">
                  <c:v>44610</c:v>
                </c:pt>
                <c:pt idx="2508" c:formatCode="yyyy/m/d">
                  <c:v>44614</c:v>
                </c:pt>
                <c:pt idx="2509" c:formatCode="yyyy/m/d">
                  <c:v>44615</c:v>
                </c:pt>
                <c:pt idx="2510" c:formatCode="yyyy/m/d">
                  <c:v>44616</c:v>
                </c:pt>
                <c:pt idx="2511" c:formatCode="yyyy/m/d">
                  <c:v>44617</c:v>
                </c:pt>
                <c:pt idx="2512" c:formatCode="yyyy/m/d">
                  <c:v>44620</c:v>
                </c:pt>
                <c:pt idx="2513" c:formatCode="yyyy/m/d">
                  <c:v>44621</c:v>
                </c:pt>
                <c:pt idx="2514" c:formatCode="yyyy/m/d">
                  <c:v>44622</c:v>
                </c:pt>
                <c:pt idx="2515" c:formatCode="yyyy/m/d">
                  <c:v>44623</c:v>
                </c:pt>
                <c:pt idx="2516" c:formatCode="yyyy/m/d">
                  <c:v>44624</c:v>
                </c:pt>
                <c:pt idx="2517" c:formatCode="yyyy/m/d">
                  <c:v>44627</c:v>
                </c:pt>
                <c:pt idx="2518" c:formatCode="yyyy/m/d">
                  <c:v>44628</c:v>
                </c:pt>
                <c:pt idx="2519" c:formatCode="yyyy/m/d">
                  <c:v>44629</c:v>
                </c:pt>
                <c:pt idx="2520" c:formatCode="yyyy/m/d">
                  <c:v>44630</c:v>
                </c:pt>
                <c:pt idx="2521" c:formatCode="yyyy/m/d">
                  <c:v>44631</c:v>
                </c:pt>
                <c:pt idx="2522" c:formatCode="yyyy/m/d">
                  <c:v>44634</c:v>
                </c:pt>
                <c:pt idx="2523" c:formatCode="yyyy/m/d">
                  <c:v>44635</c:v>
                </c:pt>
                <c:pt idx="2524" c:formatCode="yyyy/m/d">
                  <c:v>44636</c:v>
                </c:pt>
                <c:pt idx="2525" c:formatCode="yyyy/m/d">
                  <c:v>44637</c:v>
                </c:pt>
                <c:pt idx="2526" c:formatCode="yyyy/m/d">
                  <c:v>44638</c:v>
                </c:pt>
                <c:pt idx="2527" c:formatCode="yyyy/m/d">
                  <c:v>44641</c:v>
                </c:pt>
                <c:pt idx="2528" c:formatCode="yyyy/m/d">
                  <c:v>44642</c:v>
                </c:pt>
                <c:pt idx="2529" c:formatCode="yyyy/m/d">
                  <c:v>44643</c:v>
                </c:pt>
                <c:pt idx="2530" c:formatCode="yyyy/m/d">
                  <c:v>44644</c:v>
                </c:pt>
                <c:pt idx="2531" c:formatCode="yyyy/m/d">
                  <c:v>44645</c:v>
                </c:pt>
                <c:pt idx="2532" c:formatCode="yyyy/m/d">
                  <c:v>44648</c:v>
                </c:pt>
                <c:pt idx="2533" c:formatCode="yyyy/m/d">
                  <c:v>44649</c:v>
                </c:pt>
                <c:pt idx="2534" c:formatCode="yyyy/m/d">
                  <c:v>44650</c:v>
                </c:pt>
                <c:pt idx="2535" c:formatCode="yyyy/m/d">
                  <c:v>44651</c:v>
                </c:pt>
                <c:pt idx="2536" c:formatCode="yyyy/m/d">
                  <c:v>44652</c:v>
                </c:pt>
                <c:pt idx="2537" c:formatCode="yyyy/m/d">
                  <c:v>44655</c:v>
                </c:pt>
                <c:pt idx="2538" c:formatCode="yyyy/m/d">
                  <c:v>44656</c:v>
                </c:pt>
                <c:pt idx="2539" c:formatCode="yyyy/m/d">
                  <c:v>44657</c:v>
                </c:pt>
                <c:pt idx="2540" c:formatCode="yyyy/m/d">
                  <c:v>44658</c:v>
                </c:pt>
                <c:pt idx="2541" c:formatCode="yyyy/m/d">
                  <c:v>44659</c:v>
                </c:pt>
                <c:pt idx="2542" c:formatCode="yyyy/m/d">
                  <c:v>44662</c:v>
                </c:pt>
                <c:pt idx="2543" c:formatCode="yyyy/m/d">
                  <c:v>44663</c:v>
                </c:pt>
                <c:pt idx="2544" c:formatCode="yyyy/m/d">
                  <c:v>44664</c:v>
                </c:pt>
                <c:pt idx="2545" c:formatCode="yyyy/m/d">
                  <c:v>44665</c:v>
                </c:pt>
                <c:pt idx="2546" c:formatCode="yyyy/m/d">
                  <c:v>44669</c:v>
                </c:pt>
                <c:pt idx="2547" c:formatCode="yyyy/m/d">
                  <c:v>44670</c:v>
                </c:pt>
                <c:pt idx="2548" c:formatCode="yyyy/m/d">
                  <c:v>44671</c:v>
                </c:pt>
                <c:pt idx="2549" c:formatCode="yyyy/m/d">
                  <c:v>44672</c:v>
                </c:pt>
                <c:pt idx="2550" c:formatCode="yyyy/m/d">
                  <c:v>44673</c:v>
                </c:pt>
                <c:pt idx="2551" c:formatCode="yyyy/m/d">
                  <c:v>44676</c:v>
                </c:pt>
                <c:pt idx="2552" c:formatCode="yyyy/m/d">
                  <c:v>44677</c:v>
                </c:pt>
                <c:pt idx="2553" c:formatCode="yyyy/m/d">
                  <c:v>44678</c:v>
                </c:pt>
                <c:pt idx="2554" c:formatCode="yyyy/m/d">
                  <c:v>44679</c:v>
                </c:pt>
                <c:pt idx="2555" c:formatCode="yyyy/m/d">
                  <c:v>44680</c:v>
                </c:pt>
                <c:pt idx="2556" c:formatCode="yyyy/m/d">
                  <c:v>44683</c:v>
                </c:pt>
                <c:pt idx="2557" c:formatCode="yyyy/m/d">
                  <c:v>44684</c:v>
                </c:pt>
                <c:pt idx="2558" c:formatCode="yyyy/m/d">
                  <c:v>44685</c:v>
                </c:pt>
                <c:pt idx="2559" c:formatCode="yyyy/m/d">
                  <c:v>44686</c:v>
                </c:pt>
                <c:pt idx="2560" c:formatCode="yyyy/m/d">
                  <c:v>44687</c:v>
                </c:pt>
                <c:pt idx="2561" c:formatCode="yyyy/m/d">
                  <c:v>44690</c:v>
                </c:pt>
                <c:pt idx="2562" c:formatCode="yyyy/m/d">
                  <c:v>44691</c:v>
                </c:pt>
                <c:pt idx="2563" c:formatCode="yyyy/m/d">
                  <c:v>44692</c:v>
                </c:pt>
                <c:pt idx="2564" c:formatCode="yyyy/m/d">
                  <c:v>44693</c:v>
                </c:pt>
                <c:pt idx="2565" c:formatCode="yyyy/m/d">
                  <c:v>44694</c:v>
                </c:pt>
                <c:pt idx="2566" c:formatCode="yyyy/m/d">
                  <c:v>44697</c:v>
                </c:pt>
                <c:pt idx="2567" c:formatCode="yyyy/m/d">
                  <c:v>44698</c:v>
                </c:pt>
                <c:pt idx="2568" c:formatCode="yyyy/m/d">
                  <c:v>44699</c:v>
                </c:pt>
                <c:pt idx="2569" c:formatCode="yyyy/m/d">
                  <c:v>44700</c:v>
                </c:pt>
                <c:pt idx="2570" c:formatCode="yyyy/m/d">
                  <c:v>44701</c:v>
                </c:pt>
                <c:pt idx="2571" c:formatCode="yyyy/m/d">
                  <c:v>44704</c:v>
                </c:pt>
                <c:pt idx="2572" c:formatCode="yyyy/m/d">
                  <c:v>44705</c:v>
                </c:pt>
                <c:pt idx="2573" c:formatCode="yyyy/m/d">
                  <c:v>44706</c:v>
                </c:pt>
                <c:pt idx="2574" c:formatCode="yyyy/m/d">
                  <c:v>44707</c:v>
                </c:pt>
                <c:pt idx="2575" c:formatCode="yyyy/m/d">
                  <c:v>44708</c:v>
                </c:pt>
                <c:pt idx="2576" c:formatCode="yyyy/m/d">
                  <c:v>44712</c:v>
                </c:pt>
                <c:pt idx="2577" c:formatCode="yyyy/m/d">
                  <c:v>44713</c:v>
                </c:pt>
                <c:pt idx="2578" c:formatCode="yyyy/m/d">
                  <c:v>44714</c:v>
                </c:pt>
                <c:pt idx="2579" c:formatCode="yyyy/m/d">
                  <c:v>44715</c:v>
                </c:pt>
                <c:pt idx="2580" c:formatCode="yyyy/m/d">
                  <c:v>44718</c:v>
                </c:pt>
                <c:pt idx="2581" c:formatCode="yyyy/m/d">
                  <c:v>44719</c:v>
                </c:pt>
                <c:pt idx="2582" c:formatCode="yyyy/m/d">
                  <c:v>44720</c:v>
                </c:pt>
                <c:pt idx="2583" c:formatCode="yyyy/m/d">
                  <c:v>44721</c:v>
                </c:pt>
                <c:pt idx="2584" c:formatCode="yyyy/m/d">
                  <c:v>44722</c:v>
                </c:pt>
                <c:pt idx="2585" c:formatCode="yyyy/m/d">
                  <c:v>44725</c:v>
                </c:pt>
                <c:pt idx="2586" c:formatCode="yyyy/m/d">
                  <c:v>44726</c:v>
                </c:pt>
                <c:pt idx="2587" c:formatCode="yyyy/m/d">
                  <c:v>44727</c:v>
                </c:pt>
                <c:pt idx="2588" c:formatCode="yyyy/m/d">
                  <c:v>44728</c:v>
                </c:pt>
                <c:pt idx="2589" c:formatCode="yyyy/m/d">
                  <c:v>44729</c:v>
                </c:pt>
                <c:pt idx="2590" c:formatCode="yyyy/m/d">
                  <c:v>44733</c:v>
                </c:pt>
                <c:pt idx="2591" c:formatCode="yyyy/m/d">
                  <c:v>44734</c:v>
                </c:pt>
                <c:pt idx="2592" c:formatCode="yyyy/m/d">
                  <c:v>44735</c:v>
                </c:pt>
                <c:pt idx="2593" c:formatCode="yyyy/m/d">
                  <c:v>44736</c:v>
                </c:pt>
                <c:pt idx="2594" c:formatCode="yyyy/m/d">
                  <c:v>44739</c:v>
                </c:pt>
                <c:pt idx="2595" c:formatCode="yyyy/m/d">
                  <c:v>44740</c:v>
                </c:pt>
                <c:pt idx="2596" c:formatCode="yyyy/m/d">
                  <c:v>44741</c:v>
                </c:pt>
                <c:pt idx="2597" c:formatCode="yyyy/m/d">
                  <c:v>44742</c:v>
                </c:pt>
                <c:pt idx="2598" c:formatCode="yyyy/m/d">
                  <c:v>44743</c:v>
                </c:pt>
                <c:pt idx="2599" c:formatCode="yyyy/m/d">
                  <c:v>44747</c:v>
                </c:pt>
                <c:pt idx="2600" c:formatCode="yyyy/m/d">
                  <c:v>44748</c:v>
                </c:pt>
                <c:pt idx="2601" c:formatCode="yyyy/m/d">
                  <c:v>44749</c:v>
                </c:pt>
                <c:pt idx="2602" c:formatCode="yyyy/m/d">
                  <c:v>44750</c:v>
                </c:pt>
                <c:pt idx="2603" c:formatCode="yyyy/m/d">
                  <c:v>44753</c:v>
                </c:pt>
                <c:pt idx="2604" c:formatCode="yyyy/m/d">
                  <c:v>44754</c:v>
                </c:pt>
                <c:pt idx="2605" c:formatCode="yyyy/m/d">
                  <c:v>44755</c:v>
                </c:pt>
                <c:pt idx="2606" c:formatCode="yyyy/m/d">
                  <c:v>44756</c:v>
                </c:pt>
                <c:pt idx="2607" c:formatCode="yyyy/m/d">
                  <c:v>44757</c:v>
                </c:pt>
                <c:pt idx="2608" c:formatCode="yyyy/m/d">
                  <c:v>44760</c:v>
                </c:pt>
                <c:pt idx="2609" c:formatCode="yyyy/m/d">
                  <c:v>44761</c:v>
                </c:pt>
                <c:pt idx="2610" c:formatCode="yyyy/m/d">
                  <c:v>44762</c:v>
                </c:pt>
                <c:pt idx="2611" c:formatCode="yyyy/m/d">
                  <c:v>44763</c:v>
                </c:pt>
                <c:pt idx="2612" c:formatCode="yyyy/m/d">
                  <c:v>44764</c:v>
                </c:pt>
                <c:pt idx="2613" c:formatCode="yyyy/m/d">
                  <c:v>44767</c:v>
                </c:pt>
                <c:pt idx="2614" c:formatCode="yyyy/m/d">
                  <c:v>44768</c:v>
                </c:pt>
                <c:pt idx="2615" c:formatCode="yyyy/m/d">
                  <c:v>44769</c:v>
                </c:pt>
                <c:pt idx="2616" c:formatCode="yyyy/m/d">
                  <c:v>44770</c:v>
                </c:pt>
                <c:pt idx="2617" c:formatCode="yyyy/m/d">
                  <c:v>44771</c:v>
                </c:pt>
                <c:pt idx="2618" c:formatCode="yyyy/m/d">
                  <c:v>44774</c:v>
                </c:pt>
                <c:pt idx="2619" c:formatCode="yyyy/m/d">
                  <c:v>44775</c:v>
                </c:pt>
                <c:pt idx="2620" c:formatCode="yyyy/m/d">
                  <c:v>44776</c:v>
                </c:pt>
                <c:pt idx="2621" c:formatCode="yyyy/m/d">
                  <c:v>44777</c:v>
                </c:pt>
                <c:pt idx="2622" c:formatCode="yyyy/m/d">
                  <c:v>44778</c:v>
                </c:pt>
                <c:pt idx="2623" c:formatCode="yyyy/m/d">
                  <c:v>44781</c:v>
                </c:pt>
                <c:pt idx="2624" c:formatCode="yyyy/m/d">
                  <c:v>44782</c:v>
                </c:pt>
                <c:pt idx="2625" c:formatCode="yyyy/m/d">
                  <c:v>44783</c:v>
                </c:pt>
                <c:pt idx="2626" c:formatCode="yyyy/m/d">
                  <c:v>44784</c:v>
                </c:pt>
                <c:pt idx="2627" c:formatCode="yyyy/m/d">
                  <c:v>44785</c:v>
                </c:pt>
                <c:pt idx="2628" c:formatCode="yyyy/m/d">
                  <c:v>44788</c:v>
                </c:pt>
                <c:pt idx="2629" c:formatCode="yyyy/m/d">
                  <c:v>44789</c:v>
                </c:pt>
                <c:pt idx="2630" c:formatCode="yyyy/m/d">
                  <c:v>44790</c:v>
                </c:pt>
                <c:pt idx="2631" c:formatCode="yyyy/m/d">
                  <c:v>44791</c:v>
                </c:pt>
                <c:pt idx="2632" c:formatCode="yyyy/m/d">
                  <c:v>44792</c:v>
                </c:pt>
                <c:pt idx="2633" c:formatCode="yyyy/m/d">
                  <c:v>44795</c:v>
                </c:pt>
                <c:pt idx="2634" c:formatCode="yyyy/m/d">
                  <c:v>44796</c:v>
                </c:pt>
                <c:pt idx="2635" c:formatCode="yyyy/m/d">
                  <c:v>44797</c:v>
                </c:pt>
                <c:pt idx="2636" c:formatCode="yyyy/m/d">
                  <c:v>44798</c:v>
                </c:pt>
                <c:pt idx="2637" c:formatCode="yyyy/m/d">
                  <c:v>44799</c:v>
                </c:pt>
                <c:pt idx="2638" c:formatCode="yyyy/m/d">
                  <c:v>44802</c:v>
                </c:pt>
                <c:pt idx="2639" c:formatCode="yyyy/m/d">
                  <c:v>44803</c:v>
                </c:pt>
                <c:pt idx="2640" c:formatCode="yyyy/m/d">
                  <c:v>44804</c:v>
                </c:pt>
                <c:pt idx="2641" c:formatCode="yyyy/m/d">
                  <c:v>44805</c:v>
                </c:pt>
                <c:pt idx="2642" c:formatCode="yyyy/m/d">
                  <c:v>44806</c:v>
                </c:pt>
                <c:pt idx="2643" c:formatCode="yyyy/m/d">
                  <c:v>44810</c:v>
                </c:pt>
                <c:pt idx="2644" c:formatCode="yyyy/m/d">
                  <c:v>44811</c:v>
                </c:pt>
                <c:pt idx="2645" c:formatCode="yyyy/m/d">
                  <c:v>44812</c:v>
                </c:pt>
                <c:pt idx="2646" c:formatCode="yyyy/m/d">
                  <c:v>44813</c:v>
                </c:pt>
                <c:pt idx="2647" c:formatCode="yyyy/m/d">
                  <c:v>44816</c:v>
                </c:pt>
                <c:pt idx="2648" c:formatCode="yyyy/m/d">
                  <c:v>44817</c:v>
                </c:pt>
                <c:pt idx="2649" c:formatCode="yyyy/m/d">
                  <c:v>44818</c:v>
                </c:pt>
                <c:pt idx="2650" c:formatCode="yyyy/m/d">
                  <c:v>44819</c:v>
                </c:pt>
                <c:pt idx="2651" c:formatCode="yyyy/m/d">
                  <c:v>44820</c:v>
                </c:pt>
                <c:pt idx="2652" c:formatCode="yyyy/m/d">
                  <c:v>44823</c:v>
                </c:pt>
                <c:pt idx="2653" c:formatCode="yyyy/m/d">
                  <c:v>44824</c:v>
                </c:pt>
                <c:pt idx="2654" c:formatCode="yyyy/m/d">
                  <c:v>44825</c:v>
                </c:pt>
                <c:pt idx="2655" c:formatCode="yyyy/m/d">
                  <c:v>44826</c:v>
                </c:pt>
                <c:pt idx="2656" c:formatCode="yyyy/m/d">
                  <c:v>44827</c:v>
                </c:pt>
                <c:pt idx="2657" c:formatCode="yyyy/m/d">
                  <c:v>44830</c:v>
                </c:pt>
                <c:pt idx="2658" c:formatCode="yyyy/m/d">
                  <c:v>44831</c:v>
                </c:pt>
                <c:pt idx="2659" c:formatCode="yyyy/m/d">
                  <c:v>44832</c:v>
                </c:pt>
                <c:pt idx="2660" c:formatCode="yyyy/m/d">
                  <c:v>44833</c:v>
                </c:pt>
                <c:pt idx="2661" c:formatCode="yyyy/m/d">
                  <c:v>44834</c:v>
                </c:pt>
                <c:pt idx="2662" c:formatCode="yyyy/m/d">
                  <c:v>44837</c:v>
                </c:pt>
                <c:pt idx="2663" c:formatCode="yyyy/m/d">
                  <c:v>44838</c:v>
                </c:pt>
                <c:pt idx="2664" c:formatCode="yyyy/m/d">
                  <c:v>44839</c:v>
                </c:pt>
                <c:pt idx="2665" c:formatCode="yyyy/m/d">
                  <c:v>44840</c:v>
                </c:pt>
                <c:pt idx="2666" c:formatCode="yyyy/m/d">
                  <c:v>44841</c:v>
                </c:pt>
                <c:pt idx="2667" c:formatCode="yyyy/m/d">
                  <c:v>44844</c:v>
                </c:pt>
                <c:pt idx="2668" c:formatCode="yyyy/m/d">
                  <c:v>44845</c:v>
                </c:pt>
                <c:pt idx="2669" c:formatCode="yyyy/m/d">
                  <c:v>44846</c:v>
                </c:pt>
                <c:pt idx="2670" c:formatCode="yyyy/m/d">
                  <c:v>44847</c:v>
                </c:pt>
                <c:pt idx="2671" c:formatCode="yyyy/m/d">
                  <c:v>44848</c:v>
                </c:pt>
                <c:pt idx="2672" c:formatCode="yyyy/m/d">
                  <c:v>44851</c:v>
                </c:pt>
                <c:pt idx="2673" c:formatCode="yyyy/m/d">
                  <c:v>44852</c:v>
                </c:pt>
                <c:pt idx="2674" c:formatCode="yyyy/m/d">
                  <c:v>44853</c:v>
                </c:pt>
                <c:pt idx="2675" c:formatCode="yyyy/m/d">
                  <c:v>44854</c:v>
                </c:pt>
                <c:pt idx="2676" c:formatCode="yyyy/m/d">
                  <c:v>44855</c:v>
                </c:pt>
                <c:pt idx="2677" c:formatCode="yyyy/m/d">
                  <c:v>44858</c:v>
                </c:pt>
                <c:pt idx="2678" c:formatCode="yyyy/m/d">
                  <c:v>44859</c:v>
                </c:pt>
                <c:pt idx="2679" c:formatCode="yyyy/m/d">
                  <c:v>44860</c:v>
                </c:pt>
                <c:pt idx="2680" c:formatCode="yyyy/m/d">
                  <c:v>44861</c:v>
                </c:pt>
                <c:pt idx="2681" c:formatCode="yyyy/m/d">
                  <c:v>44862</c:v>
                </c:pt>
                <c:pt idx="2682" c:formatCode="yyyy/m/d">
                  <c:v>44865</c:v>
                </c:pt>
                <c:pt idx="2683" c:formatCode="yyyy/m/d">
                  <c:v>44866</c:v>
                </c:pt>
                <c:pt idx="2684" c:formatCode="yyyy/m/d">
                  <c:v>44867</c:v>
                </c:pt>
                <c:pt idx="2685" c:formatCode="yyyy/m/d">
                  <c:v>44868</c:v>
                </c:pt>
                <c:pt idx="2686" c:formatCode="yyyy/m/d">
                  <c:v>44869</c:v>
                </c:pt>
                <c:pt idx="2687" c:formatCode="yyyy/m/d">
                  <c:v>44872</c:v>
                </c:pt>
                <c:pt idx="2688" c:formatCode="yyyy/m/d">
                  <c:v>44873</c:v>
                </c:pt>
                <c:pt idx="2689" c:formatCode="yyyy/m/d">
                  <c:v>44874</c:v>
                </c:pt>
                <c:pt idx="2690" c:formatCode="yyyy/m/d">
                  <c:v>44875</c:v>
                </c:pt>
                <c:pt idx="2691" c:formatCode="yyyy/m/d">
                  <c:v>44876</c:v>
                </c:pt>
                <c:pt idx="2692" c:formatCode="yyyy/m/d">
                  <c:v>44879</c:v>
                </c:pt>
                <c:pt idx="2693" c:formatCode="yyyy/m/d">
                  <c:v>44880</c:v>
                </c:pt>
                <c:pt idx="2694" c:formatCode="yyyy/m/d">
                  <c:v>44881</c:v>
                </c:pt>
                <c:pt idx="2695" c:formatCode="yyyy/m/d">
                  <c:v>44882</c:v>
                </c:pt>
                <c:pt idx="2696" c:formatCode="yyyy/m/d">
                  <c:v>44883</c:v>
                </c:pt>
                <c:pt idx="2697" c:formatCode="yyyy/m/d">
                  <c:v>44886</c:v>
                </c:pt>
                <c:pt idx="2698" c:formatCode="yyyy/m/d">
                  <c:v>44887</c:v>
                </c:pt>
                <c:pt idx="2699" c:formatCode="yyyy/m/d">
                  <c:v>44888</c:v>
                </c:pt>
                <c:pt idx="2700" c:formatCode="yyyy/m/d">
                  <c:v>44893</c:v>
                </c:pt>
                <c:pt idx="2701" c:formatCode="yyyy/m/d">
                  <c:v>44894</c:v>
                </c:pt>
                <c:pt idx="2702" c:formatCode="yyyy/m/d">
                  <c:v>44895</c:v>
                </c:pt>
                <c:pt idx="2703" c:formatCode="yyyy/m/d">
                  <c:v>44896</c:v>
                </c:pt>
                <c:pt idx="2704" c:formatCode="yyyy/m/d">
                  <c:v>44897</c:v>
                </c:pt>
                <c:pt idx="2705" c:formatCode="yyyy/m/d">
                  <c:v>44900</c:v>
                </c:pt>
                <c:pt idx="2706" c:formatCode="yyyy/m/d">
                  <c:v>44901</c:v>
                </c:pt>
                <c:pt idx="2707" c:formatCode="yyyy/m/d">
                  <c:v>44902</c:v>
                </c:pt>
                <c:pt idx="2708" c:formatCode="yyyy/m/d">
                  <c:v>44903</c:v>
                </c:pt>
                <c:pt idx="2709" c:formatCode="yyyy/m/d">
                  <c:v>44904</c:v>
                </c:pt>
                <c:pt idx="2710" c:formatCode="yyyy/m/d">
                  <c:v>44907</c:v>
                </c:pt>
                <c:pt idx="2711" c:formatCode="yyyy/m/d">
                  <c:v>44908</c:v>
                </c:pt>
                <c:pt idx="2712" c:formatCode="yyyy/m/d">
                  <c:v>44909</c:v>
                </c:pt>
                <c:pt idx="2713" c:formatCode="yyyy/m/d">
                  <c:v>44910</c:v>
                </c:pt>
                <c:pt idx="2714" c:formatCode="yyyy/m/d">
                  <c:v>44911</c:v>
                </c:pt>
                <c:pt idx="2715" c:formatCode="yyyy/m/d">
                  <c:v>44914</c:v>
                </c:pt>
                <c:pt idx="2716" c:formatCode="yyyy/m/d">
                  <c:v>44915</c:v>
                </c:pt>
                <c:pt idx="2717" c:formatCode="yyyy/m/d">
                  <c:v>44916</c:v>
                </c:pt>
                <c:pt idx="2718" c:formatCode="yyyy/m/d">
                  <c:v>44917</c:v>
                </c:pt>
                <c:pt idx="2719" c:formatCode="yyyy/m/d">
                  <c:v>44918</c:v>
                </c:pt>
                <c:pt idx="2720" c:formatCode="yyyy/m/d">
                  <c:v>44922</c:v>
                </c:pt>
                <c:pt idx="2721" c:formatCode="yyyy/m/d">
                  <c:v>44923</c:v>
                </c:pt>
                <c:pt idx="2722" c:formatCode="yyyy/m/d">
                  <c:v>44924</c:v>
                </c:pt>
                <c:pt idx="2723" c:formatCode="yyyy/m/d">
                  <c:v>44925</c:v>
                </c:pt>
                <c:pt idx="2724" c:formatCode="yyyy/m/d">
                  <c:v>44929</c:v>
                </c:pt>
                <c:pt idx="2725" c:formatCode="yyyy/m/d">
                  <c:v>44930</c:v>
                </c:pt>
                <c:pt idx="2726" c:formatCode="yyyy/m/d">
                  <c:v>44931</c:v>
                </c:pt>
                <c:pt idx="2727" c:formatCode="yyyy/m/d">
                  <c:v>44932</c:v>
                </c:pt>
                <c:pt idx="2728" c:formatCode="yyyy/m/d">
                  <c:v>44935</c:v>
                </c:pt>
                <c:pt idx="2729" c:formatCode="yyyy/m/d">
                  <c:v>44936</c:v>
                </c:pt>
                <c:pt idx="2730" c:formatCode="yyyy/m/d">
                  <c:v>44937</c:v>
                </c:pt>
                <c:pt idx="2731" c:formatCode="yyyy/m/d">
                  <c:v>44938</c:v>
                </c:pt>
                <c:pt idx="2732" c:formatCode="yyyy/m/d">
                  <c:v>44939</c:v>
                </c:pt>
                <c:pt idx="2733" c:formatCode="yyyy/m/d">
                  <c:v>44943</c:v>
                </c:pt>
                <c:pt idx="2734" c:formatCode="yyyy/m/d">
                  <c:v>44944</c:v>
                </c:pt>
                <c:pt idx="2735" c:formatCode="yyyy/m/d">
                  <c:v>44945</c:v>
                </c:pt>
                <c:pt idx="2736" c:formatCode="yyyy/m/d">
                  <c:v>44946</c:v>
                </c:pt>
                <c:pt idx="2737" c:formatCode="yyyy/m/d">
                  <c:v>44949</c:v>
                </c:pt>
                <c:pt idx="2738" c:formatCode="yyyy/m/d">
                  <c:v>44950</c:v>
                </c:pt>
                <c:pt idx="2739" c:formatCode="yyyy/m/d">
                  <c:v>44951</c:v>
                </c:pt>
                <c:pt idx="2740" c:formatCode="yyyy/m/d">
                  <c:v>44952</c:v>
                </c:pt>
                <c:pt idx="2741" c:formatCode="yyyy/m/d">
                  <c:v>44953</c:v>
                </c:pt>
                <c:pt idx="2742" c:formatCode="yyyy/m/d">
                  <c:v>44956</c:v>
                </c:pt>
                <c:pt idx="2743" c:formatCode="yyyy/m/d">
                  <c:v>44957</c:v>
                </c:pt>
                <c:pt idx="2744" c:formatCode="yyyy/m/d">
                  <c:v>44958</c:v>
                </c:pt>
                <c:pt idx="2745" c:formatCode="yyyy/m/d">
                  <c:v>44959</c:v>
                </c:pt>
                <c:pt idx="2746" c:formatCode="yyyy/m/d">
                  <c:v>44960</c:v>
                </c:pt>
                <c:pt idx="2747" c:formatCode="yyyy/m/d">
                  <c:v>44963</c:v>
                </c:pt>
                <c:pt idx="2748" c:formatCode="yyyy/m/d">
                  <c:v>44964</c:v>
                </c:pt>
                <c:pt idx="2749" c:formatCode="yyyy/m/d">
                  <c:v>44965</c:v>
                </c:pt>
                <c:pt idx="2750" c:formatCode="yyyy/m/d">
                  <c:v>44966</c:v>
                </c:pt>
                <c:pt idx="2751" c:formatCode="yyyy/m/d">
                  <c:v>44967</c:v>
                </c:pt>
                <c:pt idx="2752" c:formatCode="yyyy/m/d">
                  <c:v>44970</c:v>
                </c:pt>
                <c:pt idx="2753" c:formatCode="yyyy/m/d">
                  <c:v>44971</c:v>
                </c:pt>
                <c:pt idx="2754" c:formatCode="yyyy/m/d">
                  <c:v>44972</c:v>
                </c:pt>
                <c:pt idx="2755" c:formatCode="yyyy/m/d">
                  <c:v>44973</c:v>
                </c:pt>
                <c:pt idx="2756" c:formatCode="yyyy/m/d">
                  <c:v>44974</c:v>
                </c:pt>
                <c:pt idx="2757" c:formatCode="yyyy/m/d">
                  <c:v>44978</c:v>
                </c:pt>
                <c:pt idx="2758" c:formatCode="yyyy/m/d">
                  <c:v>44979</c:v>
                </c:pt>
                <c:pt idx="2759" c:formatCode="yyyy/m/d">
                  <c:v>44980</c:v>
                </c:pt>
                <c:pt idx="2760" c:formatCode="yyyy/m/d">
                  <c:v>44981</c:v>
                </c:pt>
                <c:pt idx="2761" c:formatCode="yyyy/m/d">
                  <c:v>44984</c:v>
                </c:pt>
                <c:pt idx="2762" c:formatCode="yyyy/m/d">
                  <c:v>44985</c:v>
                </c:pt>
                <c:pt idx="2763" c:formatCode="yyyy/m/d">
                  <c:v>44986</c:v>
                </c:pt>
                <c:pt idx="2764" c:formatCode="yyyy/m/d">
                  <c:v>44987</c:v>
                </c:pt>
                <c:pt idx="2765" c:formatCode="yyyy/m/d">
                  <c:v>44988</c:v>
                </c:pt>
                <c:pt idx="2766" c:formatCode="yyyy/m/d">
                  <c:v>44991</c:v>
                </c:pt>
                <c:pt idx="2767" c:formatCode="yyyy/m/d">
                  <c:v>44992</c:v>
                </c:pt>
                <c:pt idx="2768" c:formatCode="yyyy/m/d">
                  <c:v>44993</c:v>
                </c:pt>
                <c:pt idx="2769" c:formatCode="yyyy/m/d">
                  <c:v>44994</c:v>
                </c:pt>
                <c:pt idx="2770" c:formatCode="yyyy/m/d">
                  <c:v>44995</c:v>
                </c:pt>
                <c:pt idx="2771" c:formatCode="yyyy/m/d">
                  <c:v>44998</c:v>
                </c:pt>
                <c:pt idx="2772" c:formatCode="yyyy/m/d">
                  <c:v>44999</c:v>
                </c:pt>
                <c:pt idx="2773" c:formatCode="yyyy/m/d">
                  <c:v>45000</c:v>
                </c:pt>
                <c:pt idx="2774" c:formatCode="yyyy/m/d">
                  <c:v>45001</c:v>
                </c:pt>
                <c:pt idx="2775" c:formatCode="yyyy/m/d">
                  <c:v>45002</c:v>
                </c:pt>
                <c:pt idx="2776" c:formatCode="yyyy/m/d">
                  <c:v>45005</c:v>
                </c:pt>
                <c:pt idx="2777" c:formatCode="yyyy/m/d">
                  <c:v>45006</c:v>
                </c:pt>
                <c:pt idx="2778" c:formatCode="yyyy/m/d">
                  <c:v>45007</c:v>
                </c:pt>
                <c:pt idx="2779" c:formatCode="yyyy/m/d">
                  <c:v>45008</c:v>
                </c:pt>
                <c:pt idx="2780" c:formatCode="yyyy/m/d">
                  <c:v>45009</c:v>
                </c:pt>
                <c:pt idx="2781" c:formatCode="yyyy/m/d">
                  <c:v>45012</c:v>
                </c:pt>
                <c:pt idx="2782" c:formatCode="yyyy/m/d">
                  <c:v>45013</c:v>
                </c:pt>
                <c:pt idx="2783" c:formatCode="yyyy/m/d">
                  <c:v>45014</c:v>
                </c:pt>
                <c:pt idx="2784" c:formatCode="yyyy/m/d">
                  <c:v>45015</c:v>
                </c:pt>
                <c:pt idx="2785" c:formatCode="yyyy/m/d">
                  <c:v>45016</c:v>
                </c:pt>
                <c:pt idx="2786" c:formatCode="yyyy/m/d">
                  <c:v>45019</c:v>
                </c:pt>
                <c:pt idx="2787" c:formatCode="yyyy/m/d">
                  <c:v>45020</c:v>
                </c:pt>
                <c:pt idx="2788" c:formatCode="yyyy/m/d">
                  <c:v>45021</c:v>
                </c:pt>
                <c:pt idx="2789" c:formatCode="yyyy/m/d">
                  <c:v>45022</c:v>
                </c:pt>
                <c:pt idx="2790" c:formatCode="yyyy/m/d">
                  <c:v>45026</c:v>
                </c:pt>
                <c:pt idx="2791" c:formatCode="yyyy/m/d">
                  <c:v>45027</c:v>
                </c:pt>
                <c:pt idx="2792" c:formatCode="yyyy/m/d">
                  <c:v>45028</c:v>
                </c:pt>
                <c:pt idx="2793" c:formatCode="yyyy/m/d">
                  <c:v>45029</c:v>
                </c:pt>
                <c:pt idx="2794" c:formatCode="yyyy/m/d">
                  <c:v>45030</c:v>
                </c:pt>
                <c:pt idx="2795" c:formatCode="yyyy/m/d">
                  <c:v>45033</c:v>
                </c:pt>
                <c:pt idx="2796" c:formatCode="yyyy/m/d">
                  <c:v>45034</c:v>
                </c:pt>
                <c:pt idx="2797" c:formatCode="yyyy/m/d">
                  <c:v>45035</c:v>
                </c:pt>
                <c:pt idx="2798" c:formatCode="yyyy/m/d">
                  <c:v>45036</c:v>
                </c:pt>
                <c:pt idx="2799" c:formatCode="yyyy/m/d">
                  <c:v>45037</c:v>
                </c:pt>
                <c:pt idx="2800" c:formatCode="yyyy/m/d">
                  <c:v>45040</c:v>
                </c:pt>
                <c:pt idx="2801" c:formatCode="yyyy/m/d">
                  <c:v>45041</c:v>
                </c:pt>
                <c:pt idx="2802" c:formatCode="yyyy/m/d">
                  <c:v>45042</c:v>
                </c:pt>
                <c:pt idx="2803" c:formatCode="yyyy/m/d">
                  <c:v>45043</c:v>
                </c:pt>
                <c:pt idx="2804" c:formatCode="yyyy/m/d">
                  <c:v>45044</c:v>
                </c:pt>
                <c:pt idx="2805" c:formatCode="yyyy/m/d">
                  <c:v>45047</c:v>
                </c:pt>
                <c:pt idx="2806" c:formatCode="yyyy/m/d">
                  <c:v>45048</c:v>
                </c:pt>
                <c:pt idx="2807" c:formatCode="yyyy/m/d">
                  <c:v>45049</c:v>
                </c:pt>
                <c:pt idx="2808" c:formatCode="yyyy/m/d">
                  <c:v>45050</c:v>
                </c:pt>
                <c:pt idx="2809" c:formatCode="yyyy/m/d">
                  <c:v>45051</c:v>
                </c:pt>
                <c:pt idx="2810" c:formatCode="yyyy/m/d">
                  <c:v>45054</c:v>
                </c:pt>
                <c:pt idx="2811" c:formatCode="yyyy/m/d">
                  <c:v>45055</c:v>
                </c:pt>
                <c:pt idx="2812" c:formatCode="yyyy/m/d">
                  <c:v>45056</c:v>
                </c:pt>
                <c:pt idx="2813" c:formatCode="yyyy/m/d">
                  <c:v>45057</c:v>
                </c:pt>
                <c:pt idx="2814" c:formatCode="yyyy/m/d">
                  <c:v>45058</c:v>
                </c:pt>
                <c:pt idx="2815" c:formatCode="yyyy/m/d">
                  <c:v>45061</c:v>
                </c:pt>
                <c:pt idx="2816" c:formatCode="yyyy/m/d">
                  <c:v>45062</c:v>
                </c:pt>
                <c:pt idx="2817" c:formatCode="yyyy/m/d">
                  <c:v>45063</c:v>
                </c:pt>
                <c:pt idx="2818" c:formatCode="yyyy/m/d">
                  <c:v>45064</c:v>
                </c:pt>
                <c:pt idx="2819" c:formatCode="yyyy/m/d">
                  <c:v>45065</c:v>
                </c:pt>
                <c:pt idx="2820" c:formatCode="yyyy/m/d">
                  <c:v>45068</c:v>
                </c:pt>
                <c:pt idx="2821" c:formatCode="yyyy/m/d">
                  <c:v>45069</c:v>
                </c:pt>
                <c:pt idx="2822" c:formatCode="yyyy/m/d">
                  <c:v>45070</c:v>
                </c:pt>
                <c:pt idx="2823" c:formatCode="yyyy/m/d">
                  <c:v>45071</c:v>
                </c:pt>
                <c:pt idx="2824" c:formatCode="yyyy/m/d">
                  <c:v>45072</c:v>
                </c:pt>
                <c:pt idx="2825" c:formatCode="yyyy/m/d">
                  <c:v>45076</c:v>
                </c:pt>
                <c:pt idx="2826" c:formatCode="yyyy/m/d">
                  <c:v>45077</c:v>
                </c:pt>
                <c:pt idx="2827" c:formatCode="yyyy/m/d">
                  <c:v>45078</c:v>
                </c:pt>
                <c:pt idx="2828" c:formatCode="yyyy/m/d">
                  <c:v>45079</c:v>
                </c:pt>
                <c:pt idx="2829" c:formatCode="yyyy/m/d">
                  <c:v>45082</c:v>
                </c:pt>
                <c:pt idx="2830" c:formatCode="yyyy/m/d">
                  <c:v>45083</c:v>
                </c:pt>
                <c:pt idx="2831" c:formatCode="yyyy/m/d">
                  <c:v>45084</c:v>
                </c:pt>
                <c:pt idx="2832" c:formatCode="yyyy/m/d">
                  <c:v>45085</c:v>
                </c:pt>
                <c:pt idx="2833" c:formatCode="yyyy/m/d">
                  <c:v>45086</c:v>
                </c:pt>
                <c:pt idx="2834" c:formatCode="yyyy/m/d">
                  <c:v>45089</c:v>
                </c:pt>
                <c:pt idx="2835" c:formatCode="yyyy/m/d">
                  <c:v>45090</c:v>
                </c:pt>
                <c:pt idx="2836" c:formatCode="yyyy/m/d">
                  <c:v>45091</c:v>
                </c:pt>
                <c:pt idx="2837" c:formatCode="yyyy/m/d">
                  <c:v>45092</c:v>
                </c:pt>
                <c:pt idx="2838" c:formatCode="yyyy/m/d">
                  <c:v>45093</c:v>
                </c:pt>
                <c:pt idx="2839" c:formatCode="yyyy/m/d">
                  <c:v>45097</c:v>
                </c:pt>
                <c:pt idx="2840" c:formatCode="yyyy/m/d">
                  <c:v>45098</c:v>
                </c:pt>
                <c:pt idx="2841" c:formatCode="yyyy/m/d">
                  <c:v>45099</c:v>
                </c:pt>
                <c:pt idx="2842" c:formatCode="yyyy/m/d">
                  <c:v>45100</c:v>
                </c:pt>
                <c:pt idx="2843" c:formatCode="yyyy/m/d">
                  <c:v>45103</c:v>
                </c:pt>
                <c:pt idx="2844" c:formatCode="yyyy/m/d">
                  <c:v>45104</c:v>
                </c:pt>
                <c:pt idx="2845" c:formatCode="yyyy/m/d">
                  <c:v>45105</c:v>
                </c:pt>
                <c:pt idx="2846" c:formatCode="yyyy/m/d">
                  <c:v>45106</c:v>
                </c:pt>
                <c:pt idx="2847" c:formatCode="yyyy/m/d">
                  <c:v>45107</c:v>
                </c:pt>
                <c:pt idx="2848" c:formatCode="yyyy/m/d">
                  <c:v>45112</c:v>
                </c:pt>
                <c:pt idx="2849" c:formatCode="yyyy/m/d">
                  <c:v>45113</c:v>
                </c:pt>
                <c:pt idx="2850" c:formatCode="yyyy/m/d">
                  <c:v>45114</c:v>
                </c:pt>
                <c:pt idx="2851" c:formatCode="yyyy/m/d">
                  <c:v>45117</c:v>
                </c:pt>
                <c:pt idx="2852" c:formatCode="yyyy/m/d">
                  <c:v>45118</c:v>
                </c:pt>
                <c:pt idx="2853" c:formatCode="yyyy/m/d">
                  <c:v>45119</c:v>
                </c:pt>
                <c:pt idx="2854" c:formatCode="yyyy/m/d">
                  <c:v>45120</c:v>
                </c:pt>
                <c:pt idx="2855" c:formatCode="yyyy/m/d">
                  <c:v>45121</c:v>
                </c:pt>
                <c:pt idx="2856" c:formatCode="yyyy/m/d">
                  <c:v>45124</c:v>
                </c:pt>
                <c:pt idx="2857" c:formatCode="yyyy/m/d">
                  <c:v>45125</c:v>
                </c:pt>
                <c:pt idx="2858" c:formatCode="yyyy/m/d">
                  <c:v>45126</c:v>
                </c:pt>
                <c:pt idx="2859" c:formatCode="yyyy/m/d">
                  <c:v>45127</c:v>
                </c:pt>
                <c:pt idx="2860" c:formatCode="yyyy/m/d">
                  <c:v>45128</c:v>
                </c:pt>
                <c:pt idx="2861" c:formatCode="yyyy/m/d">
                  <c:v>45131</c:v>
                </c:pt>
                <c:pt idx="2862" c:formatCode="yyyy/m/d">
                  <c:v>45132</c:v>
                </c:pt>
                <c:pt idx="2863" c:formatCode="yyyy/m/d">
                  <c:v>45133</c:v>
                </c:pt>
                <c:pt idx="2864" c:formatCode="yyyy/m/d">
                  <c:v>45134</c:v>
                </c:pt>
                <c:pt idx="2865" c:formatCode="yyyy/m/d">
                  <c:v>45135</c:v>
                </c:pt>
                <c:pt idx="2866" c:formatCode="yyyy/m/d">
                  <c:v>45138</c:v>
                </c:pt>
                <c:pt idx="2867" c:formatCode="yyyy/m/d">
                  <c:v>45139</c:v>
                </c:pt>
                <c:pt idx="2868" c:formatCode="yyyy/m/d">
                  <c:v>45140</c:v>
                </c:pt>
                <c:pt idx="2869" c:formatCode="yyyy/m/d">
                  <c:v>45141</c:v>
                </c:pt>
                <c:pt idx="2870" c:formatCode="yyyy/m/d">
                  <c:v>45142</c:v>
                </c:pt>
                <c:pt idx="2871" c:formatCode="yyyy/m/d">
                  <c:v>45145</c:v>
                </c:pt>
                <c:pt idx="2872" c:formatCode="yyyy/m/d">
                  <c:v>45146</c:v>
                </c:pt>
                <c:pt idx="2873" c:formatCode="yyyy/m/d">
                  <c:v>45147</c:v>
                </c:pt>
                <c:pt idx="2874" c:formatCode="yyyy/m/d">
                  <c:v>45148</c:v>
                </c:pt>
                <c:pt idx="2875" c:formatCode="yyyy/m/d">
                  <c:v>45149</c:v>
                </c:pt>
                <c:pt idx="2876" c:formatCode="yyyy/m/d">
                  <c:v>45152</c:v>
                </c:pt>
                <c:pt idx="2877" c:formatCode="yyyy/m/d">
                  <c:v>45153</c:v>
                </c:pt>
                <c:pt idx="2878" c:formatCode="yyyy/m/d">
                  <c:v>45154</c:v>
                </c:pt>
                <c:pt idx="2879" c:formatCode="yyyy/m/d">
                  <c:v>45155</c:v>
                </c:pt>
                <c:pt idx="2880" c:formatCode="yyyy/m/d">
                  <c:v>45156</c:v>
                </c:pt>
                <c:pt idx="2881" c:formatCode="yyyy/m/d">
                  <c:v>45159</c:v>
                </c:pt>
                <c:pt idx="2882" c:formatCode="yyyy/m/d">
                  <c:v>45160</c:v>
                </c:pt>
                <c:pt idx="2883" c:formatCode="yyyy/m/d">
                  <c:v>45161</c:v>
                </c:pt>
                <c:pt idx="2884" c:formatCode="yyyy/m/d">
                  <c:v>45162</c:v>
                </c:pt>
                <c:pt idx="2885" c:formatCode="yyyy/m/d">
                  <c:v>45163</c:v>
                </c:pt>
                <c:pt idx="2886" c:formatCode="yyyy/m/d">
                  <c:v>45166</c:v>
                </c:pt>
                <c:pt idx="2887" c:formatCode="yyyy/m/d">
                  <c:v>45167</c:v>
                </c:pt>
                <c:pt idx="2888" c:formatCode="yyyy/m/d">
                  <c:v>45168</c:v>
                </c:pt>
                <c:pt idx="2889" c:formatCode="yyyy/m/d">
                  <c:v>45169</c:v>
                </c:pt>
                <c:pt idx="2890" c:formatCode="yyyy/m/d">
                  <c:v>45170</c:v>
                </c:pt>
                <c:pt idx="2891" c:formatCode="yyyy/m/d">
                  <c:v>45174</c:v>
                </c:pt>
                <c:pt idx="2892" c:formatCode="yyyy/m/d">
                  <c:v>45175</c:v>
                </c:pt>
                <c:pt idx="2893" c:formatCode="yyyy/m/d">
                  <c:v>45176</c:v>
                </c:pt>
                <c:pt idx="2894" c:formatCode="yyyy/m/d">
                  <c:v>45177</c:v>
                </c:pt>
                <c:pt idx="2895" c:formatCode="yyyy/m/d">
                  <c:v>45180</c:v>
                </c:pt>
                <c:pt idx="2896" c:formatCode="yyyy/m/d">
                  <c:v>45181</c:v>
                </c:pt>
                <c:pt idx="2897" c:formatCode="yyyy/m/d">
                  <c:v>45182</c:v>
                </c:pt>
                <c:pt idx="2898" c:formatCode="yyyy/m/d">
                  <c:v>45183</c:v>
                </c:pt>
                <c:pt idx="2899" c:formatCode="yyyy/m/d">
                  <c:v>45184</c:v>
                </c:pt>
                <c:pt idx="2900" c:formatCode="yyyy/m/d">
                  <c:v>45187</c:v>
                </c:pt>
                <c:pt idx="2901" c:formatCode="yyyy/m/d">
                  <c:v>45188</c:v>
                </c:pt>
                <c:pt idx="2902" c:formatCode="yyyy/m/d">
                  <c:v>45189</c:v>
                </c:pt>
                <c:pt idx="2903" c:formatCode="yyyy/m/d">
                  <c:v>45190</c:v>
                </c:pt>
                <c:pt idx="2904" c:formatCode="yyyy/m/d">
                  <c:v>45191</c:v>
                </c:pt>
                <c:pt idx="2905" c:formatCode="yyyy/m/d">
                  <c:v>45194</c:v>
                </c:pt>
                <c:pt idx="2906" c:formatCode="yyyy/m/d">
                  <c:v>45195</c:v>
                </c:pt>
                <c:pt idx="2907" c:formatCode="yyyy/m/d">
                  <c:v>45196</c:v>
                </c:pt>
                <c:pt idx="2908" c:formatCode="yyyy/m/d">
                  <c:v>45197</c:v>
                </c:pt>
                <c:pt idx="2909" c:formatCode="yyyy/m/d">
                  <c:v>45198</c:v>
                </c:pt>
                <c:pt idx="2910" c:formatCode="yyyy/m/d">
                  <c:v>45201</c:v>
                </c:pt>
                <c:pt idx="2911" c:formatCode="yyyy/m/d">
                  <c:v>45202</c:v>
                </c:pt>
                <c:pt idx="2912" c:formatCode="yyyy/m/d">
                  <c:v>45203</c:v>
                </c:pt>
                <c:pt idx="2913" c:formatCode="yyyy/m/d">
                  <c:v>45204</c:v>
                </c:pt>
                <c:pt idx="2914" c:formatCode="yyyy/m/d">
                  <c:v>45205</c:v>
                </c:pt>
                <c:pt idx="2915" c:formatCode="yyyy/m/d">
                  <c:v>45208</c:v>
                </c:pt>
                <c:pt idx="2916" c:formatCode="yyyy/m/d">
                  <c:v>45209</c:v>
                </c:pt>
                <c:pt idx="2917" c:formatCode="yyyy/m/d">
                  <c:v>45210</c:v>
                </c:pt>
                <c:pt idx="2918" c:formatCode="yyyy/m/d">
                  <c:v>45211</c:v>
                </c:pt>
                <c:pt idx="2919" c:formatCode="yyyy/m/d">
                  <c:v>45212</c:v>
                </c:pt>
                <c:pt idx="2920" c:formatCode="yyyy/m/d">
                  <c:v>45215</c:v>
                </c:pt>
                <c:pt idx="2921" c:formatCode="yyyy/m/d">
                  <c:v>45216</c:v>
                </c:pt>
                <c:pt idx="2922" c:formatCode="yyyy/m/d">
                  <c:v>45217</c:v>
                </c:pt>
                <c:pt idx="2923" c:formatCode="yyyy/m/d">
                  <c:v>45218</c:v>
                </c:pt>
                <c:pt idx="2924" c:formatCode="yyyy/m/d">
                  <c:v>45219</c:v>
                </c:pt>
                <c:pt idx="2925" c:formatCode="yyyy/m/d">
                  <c:v>45222</c:v>
                </c:pt>
                <c:pt idx="2926" c:formatCode="yyyy/m/d">
                  <c:v>45223</c:v>
                </c:pt>
                <c:pt idx="2927" c:formatCode="yyyy/m/d">
                  <c:v>45224</c:v>
                </c:pt>
                <c:pt idx="2928" c:formatCode="yyyy/m/d">
                  <c:v>45225</c:v>
                </c:pt>
                <c:pt idx="2929" c:formatCode="yyyy/m/d">
                  <c:v>45226</c:v>
                </c:pt>
                <c:pt idx="2930" c:formatCode="yyyy/m/d">
                  <c:v>45229</c:v>
                </c:pt>
                <c:pt idx="2931" c:formatCode="yyyy/m/d">
                  <c:v>45230</c:v>
                </c:pt>
                <c:pt idx="2932" c:formatCode="yyyy/m/d">
                  <c:v>45231</c:v>
                </c:pt>
                <c:pt idx="2933" c:formatCode="yyyy/m/d">
                  <c:v>45232</c:v>
                </c:pt>
                <c:pt idx="2934" c:formatCode="yyyy/m/d">
                  <c:v>45233</c:v>
                </c:pt>
                <c:pt idx="2935" c:formatCode="yyyy/m/d">
                  <c:v>45236</c:v>
                </c:pt>
                <c:pt idx="2936" c:formatCode="yyyy/m/d">
                  <c:v>45237</c:v>
                </c:pt>
                <c:pt idx="2937" c:formatCode="yyyy/m/d">
                  <c:v>45238</c:v>
                </c:pt>
                <c:pt idx="2938" c:formatCode="yyyy/m/d">
                  <c:v>45239</c:v>
                </c:pt>
                <c:pt idx="2939" c:formatCode="yyyy/m/d">
                  <c:v>45240</c:v>
                </c:pt>
                <c:pt idx="2940" c:formatCode="yyyy/m/d">
                  <c:v>45243</c:v>
                </c:pt>
                <c:pt idx="2941" c:formatCode="yyyy/m/d">
                  <c:v>45244</c:v>
                </c:pt>
                <c:pt idx="2942" c:formatCode="yyyy/m/d">
                  <c:v>45245</c:v>
                </c:pt>
                <c:pt idx="2943" c:formatCode="yyyy/m/d">
                  <c:v>45246</c:v>
                </c:pt>
                <c:pt idx="2944" c:formatCode="yyyy/m/d">
                  <c:v>45247</c:v>
                </c:pt>
                <c:pt idx="2945" c:formatCode="yyyy/m/d">
                  <c:v>45250</c:v>
                </c:pt>
                <c:pt idx="2946" c:formatCode="yyyy/m/d">
                  <c:v>45251</c:v>
                </c:pt>
                <c:pt idx="2947" c:formatCode="yyyy/m/d">
                  <c:v>45252</c:v>
                </c:pt>
                <c:pt idx="2948" c:formatCode="yyyy/m/d">
                  <c:v>45257</c:v>
                </c:pt>
                <c:pt idx="2949" c:formatCode="yyyy/m/d">
                  <c:v>45258</c:v>
                </c:pt>
                <c:pt idx="2950" c:formatCode="yyyy/m/d">
                  <c:v>45259</c:v>
                </c:pt>
                <c:pt idx="2951" c:formatCode="yyyy/m/d">
                  <c:v>45260</c:v>
                </c:pt>
                <c:pt idx="2952" c:formatCode="yyyy/m/d">
                  <c:v>45261</c:v>
                </c:pt>
                <c:pt idx="2953" c:formatCode="yyyy/m/d">
                  <c:v>45264</c:v>
                </c:pt>
                <c:pt idx="2954" c:formatCode="yyyy/m/d">
                  <c:v>45265</c:v>
                </c:pt>
                <c:pt idx="2955" c:formatCode="yyyy/m/d">
                  <c:v>45266</c:v>
                </c:pt>
                <c:pt idx="2956" c:formatCode="yyyy/m/d">
                  <c:v>45267</c:v>
                </c:pt>
                <c:pt idx="2957" c:formatCode="yyyy/m/d">
                  <c:v>45268</c:v>
                </c:pt>
                <c:pt idx="2958" c:formatCode="yyyy/m/d">
                  <c:v>45271</c:v>
                </c:pt>
                <c:pt idx="2959" c:formatCode="yyyy/m/d">
                  <c:v>45272</c:v>
                </c:pt>
                <c:pt idx="2960" c:formatCode="yyyy/m/d">
                  <c:v>45273</c:v>
                </c:pt>
                <c:pt idx="2961" c:formatCode="yyyy/m/d">
                  <c:v>45274</c:v>
                </c:pt>
                <c:pt idx="2962" c:formatCode="yyyy/m/d">
                  <c:v>45275</c:v>
                </c:pt>
                <c:pt idx="2963" c:formatCode="yyyy/m/d">
                  <c:v>45278</c:v>
                </c:pt>
                <c:pt idx="2964" c:formatCode="yyyy/m/d">
                  <c:v>45279</c:v>
                </c:pt>
                <c:pt idx="2965" c:formatCode="yyyy/m/d">
                  <c:v>45280</c:v>
                </c:pt>
                <c:pt idx="2966" c:formatCode="yyyy/m/d">
                  <c:v>45281</c:v>
                </c:pt>
                <c:pt idx="2967" c:formatCode="yyyy/m/d">
                  <c:v>45282</c:v>
                </c:pt>
                <c:pt idx="2968" c:formatCode="yyyy/m/d">
                  <c:v>45286</c:v>
                </c:pt>
                <c:pt idx="2969" c:formatCode="yyyy/m/d">
                  <c:v>45287</c:v>
                </c:pt>
                <c:pt idx="2970" c:formatCode="yyyy/m/d">
                  <c:v>45288</c:v>
                </c:pt>
                <c:pt idx="2971" c:formatCode="yyyy/m/d">
                  <c:v>45289</c:v>
                </c:pt>
                <c:pt idx="2972" c:formatCode="yyyy/m/d">
                  <c:v>45293</c:v>
                </c:pt>
                <c:pt idx="2973" c:formatCode="yyyy/m/d">
                  <c:v>45294</c:v>
                </c:pt>
                <c:pt idx="2974" c:formatCode="yyyy/m/d">
                  <c:v>45295</c:v>
                </c:pt>
                <c:pt idx="2975" c:formatCode="yyyy/m/d">
                  <c:v>45296</c:v>
                </c:pt>
                <c:pt idx="2976" c:formatCode="yyyy/m/d">
                  <c:v>45299</c:v>
                </c:pt>
                <c:pt idx="2977" c:formatCode="yyyy/m/d">
                  <c:v>45300</c:v>
                </c:pt>
                <c:pt idx="2978" c:formatCode="yyyy/m/d">
                  <c:v>45301</c:v>
                </c:pt>
                <c:pt idx="2979" c:formatCode="yyyy/m/d">
                  <c:v>45302</c:v>
                </c:pt>
                <c:pt idx="2980" c:formatCode="yyyy/m/d">
                  <c:v>45303</c:v>
                </c:pt>
                <c:pt idx="2981" c:formatCode="yyyy/m/d">
                  <c:v>45307</c:v>
                </c:pt>
                <c:pt idx="2982" c:formatCode="yyyy/m/d">
                  <c:v>45308</c:v>
                </c:pt>
                <c:pt idx="2983" c:formatCode="yyyy/m/d">
                  <c:v>45309</c:v>
                </c:pt>
                <c:pt idx="2984" c:formatCode="yyyy/m/d">
                  <c:v>45310</c:v>
                </c:pt>
                <c:pt idx="2985" c:formatCode="yyyy/m/d">
                  <c:v>45313</c:v>
                </c:pt>
                <c:pt idx="2986" c:formatCode="yyyy/m/d">
                  <c:v>45314</c:v>
                </c:pt>
                <c:pt idx="2987" c:formatCode="yyyy/m/d">
                  <c:v>45315</c:v>
                </c:pt>
                <c:pt idx="2988" c:formatCode="yyyy/m/d">
                  <c:v>45316</c:v>
                </c:pt>
                <c:pt idx="2989" c:formatCode="yyyy/m/d">
                  <c:v>45317</c:v>
                </c:pt>
                <c:pt idx="2990" c:formatCode="yyyy/m/d">
                  <c:v>45320</c:v>
                </c:pt>
                <c:pt idx="2991" c:formatCode="yyyy/m/d">
                  <c:v>45321</c:v>
                </c:pt>
                <c:pt idx="2992" c:formatCode="yyyy/m/d">
                  <c:v>45322</c:v>
                </c:pt>
                <c:pt idx="2993" c:formatCode="yyyy/m/d">
                  <c:v>45323</c:v>
                </c:pt>
                <c:pt idx="2994" c:formatCode="yyyy/m/d">
                  <c:v>45324</c:v>
                </c:pt>
                <c:pt idx="2995" c:formatCode="yyyy/m/d">
                  <c:v>45327</c:v>
                </c:pt>
                <c:pt idx="2996" c:formatCode="yyyy/m/d">
                  <c:v>45328</c:v>
                </c:pt>
                <c:pt idx="2997" c:formatCode="yyyy/m/d">
                  <c:v>45329</c:v>
                </c:pt>
                <c:pt idx="2998" c:formatCode="yyyy/m/d">
                  <c:v>45330</c:v>
                </c:pt>
                <c:pt idx="2999" c:formatCode="yyyy/m/d">
                  <c:v>45331</c:v>
                </c:pt>
                <c:pt idx="3000" c:formatCode="yyyy/m/d">
                  <c:v>45334</c:v>
                </c:pt>
                <c:pt idx="3001" c:formatCode="yyyy/m/d">
                  <c:v>45335</c:v>
                </c:pt>
                <c:pt idx="3002" c:formatCode="yyyy/m/d">
                  <c:v>45336</c:v>
                </c:pt>
                <c:pt idx="3003" c:formatCode="yyyy/m/d">
                  <c:v>45337</c:v>
                </c:pt>
                <c:pt idx="3004" c:formatCode="yyyy/m/d">
                  <c:v>45338</c:v>
                </c:pt>
                <c:pt idx="3005" c:formatCode="yyyy/m/d">
                  <c:v>45342</c:v>
                </c:pt>
                <c:pt idx="3006" c:formatCode="yyyy/m/d">
                  <c:v>45343</c:v>
                </c:pt>
                <c:pt idx="3007" c:formatCode="yyyy/m/d">
                  <c:v>45344</c:v>
                </c:pt>
                <c:pt idx="3008" c:formatCode="yyyy/m/d">
                  <c:v>45345</c:v>
                </c:pt>
                <c:pt idx="3009" c:formatCode="yyyy/m/d">
                  <c:v>45348</c:v>
                </c:pt>
                <c:pt idx="3010" c:formatCode="yyyy/m/d">
                  <c:v>45349</c:v>
                </c:pt>
                <c:pt idx="3011" c:formatCode="yyyy/m/d">
                  <c:v>45350</c:v>
                </c:pt>
                <c:pt idx="3012" c:formatCode="yyyy/m/d">
                  <c:v>45351</c:v>
                </c:pt>
                <c:pt idx="3013" c:formatCode="yyyy/m/d">
                  <c:v>45352</c:v>
                </c:pt>
                <c:pt idx="3014" c:formatCode="yyyy/m/d">
                  <c:v>45355</c:v>
                </c:pt>
                <c:pt idx="3015" c:formatCode="yyyy/m/d">
                  <c:v>45356</c:v>
                </c:pt>
                <c:pt idx="3016" c:formatCode="yyyy/m/d">
                  <c:v>45357</c:v>
                </c:pt>
                <c:pt idx="3017" c:formatCode="yyyy/m/d">
                  <c:v>45358</c:v>
                </c:pt>
                <c:pt idx="3018" c:formatCode="yyyy/m/d">
                  <c:v>45359</c:v>
                </c:pt>
                <c:pt idx="3019" c:formatCode="yyyy/m/d">
                  <c:v>45362</c:v>
                </c:pt>
                <c:pt idx="3020" c:formatCode="yyyy/m/d">
                  <c:v>45363</c:v>
                </c:pt>
                <c:pt idx="3021" c:formatCode="yyyy/m/d">
                  <c:v>45364</c:v>
                </c:pt>
                <c:pt idx="3022" c:formatCode="yyyy/m/d">
                  <c:v>45365</c:v>
                </c:pt>
                <c:pt idx="3023" c:formatCode="yyyy/m/d">
                  <c:v>45366</c:v>
                </c:pt>
                <c:pt idx="3024" c:formatCode="yyyy/m/d">
                  <c:v>45369</c:v>
                </c:pt>
                <c:pt idx="3025" c:formatCode="yyyy/m/d">
                  <c:v>45370</c:v>
                </c:pt>
                <c:pt idx="3026" c:formatCode="yyyy/m/d">
                  <c:v>45371</c:v>
                </c:pt>
                <c:pt idx="3027" c:formatCode="yyyy/m/d">
                  <c:v>45372</c:v>
                </c:pt>
                <c:pt idx="3028" c:formatCode="yyyy/m/d">
                  <c:v>45373</c:v>
                </c:pt>
                <c:pt idx="3029" c:formatCode="yyyy/m/d">
                  <c:v>45376</c:v>
                </c:pt>
                <c:pt idx="3030" c:formatCode="yyyy/m/d">
                  <c:v>45377</c:v>
                </c:pt>
                <c:pt idx="3031" c:formatCode="yyyy/m/d">
                  <c:v>45378</c:v>
                </c:pt>
                <c:pt idx="3032" c:formatCode="yyyy/m/d">
                  <c:v>45379</c:v>
                </c:pt>
                <c:pt idx="3033" c:formatCode="yyyy/m/d">
                  <c:v>45383</c:v>
                </c:pt>
                <c:pt idx="3034" c:formatCode="yyyy/m/d">
                  <c:v>45384</c:v>
                </c:pt>
                <c:pt idx="3035" c:formatCode="yyyy/m/d">
                  <c:v>45385</c:v>
                </c:pt>
                <c:pt idx="3036" c:formatCode="yyyy/m/d">
                  <c:v>45386</c:v>
                </c:pt>
                <c:pt idx="3037" c:formatCode="yyyy/m/d">
                  <c:v>45387</c:v>
                </c:pt>
                <c:pt idx="3038" c:formatCode="yyyy/m/d">
                  <c:v>45390</c:v>
                </c:pt>
                <c:pt idx="3039" c:formatCode="yyyy/m/d">
                  <c:v>45391</c:v>
                </c:pt>
                <c:pt idx="3040" c:formatCode="yyyy/m/d">
                  <c:v>45392</c:v>
                </c:pt>
                <c:pt idx="3041" c:formatCode="yyyy/m/d">
                  <c:v>45393</c:v>
                </c:pt>
                <c:pt idx="3042" c:formatCode="yyyy/m/d">
                  <c:v>45394</c:v>
                </c:pt>
                <c:pt idx="3043" c:formatCode="yyyy/m/d">
                  <c:v>45397</c:v>
                </c:pt>
                <c:pt idx="3044" c:formatCode="yyyy/m/d">
                  <c:v>45398</c:v>
                </c:pt>
                <c:pt idx="3045" c:formatCode="yyyy/m/d">
                  <c:v>45399</c:v>
                </c:pt>
                <c:pt idx="3046" c:formatCode="yyyy/m/d">
                  <c:v>45400</c:v>
                </c:pt>
                <c:pt idx="3047" c:formatCode="yyyy/m/d">
                  <c:v>45401</c:v>
                </c:pt>
                <c:pt idx="3048" c:formatCode="yyyy/m/d">
                  <c:v>45404</c:v>
                </c:pt>
                <c:pt idx="3049" c:formatCode="yyyy/m/d">
                  <c:v>45405</c:v>
                </c:pt>
                <c:pt idx="3050" c:formatCode="yyyy/m/d">
                  <c:v>45406</c:v>
                </c:pt>
                <c:pt idx="3051" c:formatCode="yyyy/m/d">
                  <c:v>45407</c:v>
                </c:pt>
                <c:pt idx="3052" c:formatCode="yyyy/m/d">
                  <c:v>45408</c:v>
                </c:pt>
                <c:pt idx="3053" c:formatCode="yyyy/m/d">
                  <c:v>45411</c:v>
                </c:pt>
                <c:pt idx="3054" c:formatCode="yyyy/m/d">
                  <c:v>45412</c:v>
                </c:pt>
                <c:pt idx="3055" c:formatCode="yyyy/m/d">
                  <c:v>45413</c:v>
                </c:pt>
                <c:pt idx="3056" c:formatCode="yyyy/m/d">
                  <c:v>45414</c:v>
                </c:pt>
                <c:pt idx="3057" c:formatCode="yyyy/m/d">
                  <c:v>45415</c:v>
                </c:pt>
                <c:pt idx="3058" c:formatCode="yyyy/m/d">
                  <c:v>45418</c:v>
                </c:pt>
                <c:pt idx="3059" c:formatCode="yyyy/m/d">
                  <c:v>45419</c:v>
                </c:pt>
                <c:pt idx="3060" c:formatCode="yyyy/m/d">
                  <c:v>45420</c:v>
                </c:pt>
                <c:pt idx="3061" c:formatCode="yyyy/m/d">
                  <c:v>45421</c:v>
                </c:pt>
                <c:pt idx="3062" c:formatCode="yyyy/m/d">
                  <c:v>45422</c:v>
                </c:pt>
                <c:pt idx="3063" c:formatCode="yyyy/m/d">
                  <c:v>45425</c:v>
                </c:pt>
                <c:pt idx="3064" c:formatCode="yyyy/m/d">
                  <c:v>45426</c:v>
                </c:pt>
                <c:pt idx="3065" c:formatCode="yyyy/m/d">
                  <c:v>45427</c:v>
                </c:pt>
                <c:pt idx="3066" c:formatCode="yyyy/m/d">
                  <c:v>45428</c:v>
                </c:pt>
                <c:pt idx="3067" c:formatCode="yyyy/m/d">
                  <c:v>45429</c:v>
                </c:pt>
                <c:pt idx="3068" c:formatCode="yyyy/m/d">
                  <c:v>45432</c:v>
                </c:pt>
                <c:pt idx="3069" c:formatCode="yyyy/m/d">
                  <c:v>45433</c:v>
                </c:pt>
                <c:pt idx="3070" c:formatCode="yyyy/m/d">
                  <c:v>45434</c:v>
                </c:pt>
                <c:pt idx="3071" c:formatCode="yyyy/m/d">
                  <c:v>45435</c:v>
                </c:pt>
                <c:pt idx="3072" c:formatCode="yyyy/m/d">
                  <c:v>45436</c:v>
                </c:pt>
                <c:pt idx="3073" c:formatCode="yyyy/m/d">
                  <c:v>45440</c:v>
                </c:pt>
                <c:pt idx="3074" c:formatCode="yyyy/m/d">
                  <c:v>45441</c:v>
                </c:pt>
                <c:pt idx="3075" c:formatCode="yyyy/m/d">
                  <c:v>45442</c:v>
                </c:pt>
                <c:pt idx="3076" c:formatCode="yyyy/m/d">
                  <c:v>45443</c:v>
                </c:pt>
                <c:pt idx="3077" c:formatCode="yyyy/m/d">
                  <c:v>45446</c:v>
                </c:pt>
                <c:pt idx="3078" c:formatCode="yyyy/m/d">
                  <c:v>45447</c:v>
                </c:pt>
                <c:pt idx="3079" c:formatCode="yyyy/m/d">
                  <c:v>45448</c:v>
                </c:pt>
                <c:pt idx="3080" c:formatCode="yyyy/m/d">
                  <c:v>45449</c:v>
                </c:pt>
                <c:pt idx="3081" c:formatCode="yyyy/m/d">
                  <c:v>45450</c:v>
                </c:pt>
                <c:pt idx="3082" c:formatCode="yyyy/m/d">
                  <c:v>45453</c:v>
                </c:pt>
                <c:pt idx="3083" c:formatCode="yyyy/m/d">
                  <c:v>45454</c:v>
                </c:pt>
                <c:pt idx="3084" c:formatCode="yyyy/m/d">
                  <c:v>45455</c:v>
                </c:pt>
                <c:pt idx="3085" c:formatCode="yyyy/m/d">
                  <c:v>45456</c:v>
                </c:pt>
                <c:pt idx="3086" c:formatCode="yyyy/m/d">
                  <c:v>45457</c:v>
                </c:pt>
                <c:pt idx="3087" c:formatCode="yyyy/m/d">
                  <c:v>45460</c:v>
                </c:pt>
                <c:pt idx="3088" c:formatCode="yyyy/m/d">
                  <c:v>45461</c:v>
                </c:pt>
                <c:pt idx="3089" c:formatCode="yyyy/m/d">
                  <c:v>45463</c:v>
                </c:pt>
                <c:pt idx="3090" c:formatCode="yyyy/m/d">
                  <c:v>45464</c:v>
                </c:pt>
                <c:pt idx="3091" c:formatCode="yyyy/m/d">
                  <c:v>45467</c:v>
                </c:pt>
                <c:pt idx="3092" c:formatCode="yyyy/m/d">
                  <c:v>45468</c:v>
                </c:pt>
                <c:pt idx="3093" c:formatCode="yyyy/m/d">
                  <c:v>45469</c:v>
                </c:pt>
                <c:pt idx="3094" c:formatCode="yyyy/m/d">
                  <c:v>45470</c:v>
                </c:pt>
                <c:pt idx="3095" c:formatCode="yyyy/m/d">
                  <c:v>45471</c:v>
                </c:pt>
                <c:pt idx="3096" c:formatCode="yyyy/m/d">
                  <c:v>45474</c:v>
                </c:pt>
                <c:pt idx="3097" c:formatCode="yyyy/m/d">
                  <c:v>45475</c:v>
                </c:pt>
                <c:pt idx="3098" c:formatCode="yyyy/m/d">
                  <c:v>45478</c:v>
                </c:pt>
                <c:pt idx="3099" c:formatCode="yyyy/m/d">
                  <c:v>45481</c:v>
                </c:pt>
                <c:pt idx="3100" c:formatCode="yyyy/m/d">
                  <c:v>45482</c:v>
                </c:pt>
                <c:pt idx="3101" c:formatCode="yyyy/m/d">
                  <c:v>45483</c:v>
                </c:pt>
                <c:pt idx="3102" c:formatCode="yyyy/m/d">
                  <c:v>45484</c:v>
                </c:pt>
                <c:pt idx="3103" c:formatCode="yyyy/m/d">
                  <c:v>45485</c:v>
                </c:pt>
              </c:numCache>
            </c:numRef>
          </c:cat>
          <c:val>
            <c:numRef>
              <c:f>spx_vol_stats.csv!$D$2:$D$3105</c:f>
              <c:numCache>
                <c:formatCode>General</c:formatCode>
                <c:ptCount val="3104"/>
                <c:pt idx="0">
                  <c:v>0.1244500959233</c:v>
                </c:pt>
                <c:pt idx="1">
                  <c:v>0.115941728868675</c:v>
                </c:pt>
                <c:pt idx="2">
                  <c:v>0.105140452988976</c:v>
                </c:pt>
                <c:pt idx="3">
                  <c:v>0.103133164423812</c:v>
                </c:pt>
                <c:pt idx="4">
                  <c:v>0.106831613552921</c:v>
                </c:pt>
                <c:pt idx="5">
                  <c:v>0.0978324202347876</c:v>
                </c:pt>
                <c:pt idx="6">
                  <c:v>0.116070016493141</c:v>
                </c:pt>
                <c:pt idx="7">
                  <c:v>0.121490673100457</c:v>
                </c:pt>
                <c:pt idx="8">
                  <c:v>0.162127569293944</c:v>
                </c:pt>
                <c:pt idx="9">
                  <c:v>0.152361053671995</c:v>
                </c:pt>
                <c:pt idx="10">
                  <c:v>0.147926065486155</c:v>
                </c:pt>
                <c:pt idx="11">
                  <c:v>0.0296020949261636</c:v>
                </c:pt>
                <c:pt idx="12">
                  <c:v>0.129803992770318</c:v>
                </c:pt>
                <c:pt idx="13">
                  <c:v>0.144125804562673</c:v>
                </c:pt>
                <c:pt idx="14">
                  <c:v>0.133731120598863</c:v>
                </c:pt>
                <c:pt idx="15">
                  <c:v>0.140505168706124</c:v>
                </c:pt>
                <c:pt idx="16">
                  <c:v>0.0534505189169797</c:v>
                </c:pt>
                <c:pt idx="17">
                  <c:v>0.146931233098902</c:v>
                </c:pt>
                <c:pt idx="18">
                  <c:v>0.148622748880011</c:v>
                </c:pt>
                <c:pt idx="19">
                  <c:v>0.13654140440054</c:v>
                </c:pt>
                <c:pt idx="20">
                  <c:v>0.141174223194332</c:v>
                </c:pt>
                <c:pt idx="21">
                  <c:v>0.07131849389266</c:v>
                </c:pt>
                <c:pt idx="22">
                  <c:v>0.146432985961448</c:v>
                </c:pt>
                <c:pt idx="23">
                  <c:v>0.144639383665634</c:v>
                </c:pt>
                <c:pt idx="24">
                  <c:v>0.153126579294276</c:v>
                </c:pt>
                <c:pt idx="25">
                  <c:v>0.161620176494312</c:v>
                </c:pt>
                <c:pt idx="26">
                  <c:v>0.206098218974703</c:v>
                </c:pt>
                <c:pt idx="27">
                  <c:v>0.19287677370362</c:v>
                </c:pt>
                <c:pt idx="28">
                  <c:v>0.195043462623951</c:v>
                </c:pt>
                <c:pt idx="29">
                  <c:v>0.224009753423477</c:v>
                </c:pt>
                <c:pt idx="30">
                  <c:v>0.212009650940541</c:v>
                </c:pt>
                <c:pt idx="31">
                  <c:v>0.183333462939458</c:v>
                </c:pt>
                <c:pt idx="32">
                  <c:v>0.16892923350024</c:v>
                </c:pt>
                <c:pt idx="33">
                  <c:v>0.148957159081834</c:v>
                </c:pt>
                <c:pt idx="34">
                  <c:v>0.0952791049574765</c:v>
                </c:pt>
                <c:pt idx="35">
                  <c:v>0.146217290282487</c:v>
                </c:pt>
                <c:pt idx="36">
                  <c:v>0.145695035559864</c:v>
                </c:pt>
                <c:pt idx="37">
                  <c:v>0.151142852724386</c:v>
                </c:pt>
                <c:pt idx="38">
                  <c:v>0.145676964757016</c:v>
                </c:pt>
                <c:pt idx="39">
                  <c:v>0.104431095388558</c:v>
                </c:pt>
                <c:pt idx="40">
                  <c:v>0.138468878286106</c:v>
                </c:pt>
                <c:pt idx="41">
                  <c:v>0.164196331978508</c:v>
                </c:pt>
                <c:pt idx="42">
                  <c:v>0.150898099938971</c:v>
                </c:pt>
                <c:pt idx="43">
                  <c:v>0.124049628236851</c:v>
                </c:pt>
                <c:pt idx="44">
                  <c:v>0.114612504321421</c:v>
                </c:pt>
                <c:pt idx="45">
                  <c:v>0.10522915504936</c:v>
                </c:pt>
                <c:pt idx="46">
                  <c:v>0.0742720026118699</c:v>
                </c:pt>
                <c:pt idx="47">
                  <c:v>0.0901612231975712</c:v>
                </c:pt>
                <c:pt idx="48">
                  <c:v>0.0863759911271947</c:v>
                </c:pt>
                <c:pt idx="49">
                  <c:v>0.0544905156258544</c:v>
                </c:pt>
                <c:pt idx="50">
                  <c:v>0.0745387326292935</c:v>
                </c:pt>
                <c:pt idx="51">
                  <c:v>0.082203251520494</c:v>
                </c:pt>
                <c:pt idx="52">
                  <c:v>0.0879538882592232</c:v>
                </c:pt>
                <c:pt idx="53">
                  <c:v>0.100756599696837</c:v>
                </c:pt>
                <c:pt idx="54">
                  <c:v>0.0866304141526876</c:v>
                </c:pt>
                <c:pt idx="55">
                  <c:v>0.1423783153293</c:v>
                </c:pt>
                <c:pt idx="56">
                  <c:v>0.149217545668902</c:v>
                </c:pt>
                <c:pt idx="57">
                  <c:v>0.153732160868784</c:v>
                </c:pt>
                <c:pt idx="58">
                  <c:v>0.155966115299119</c:v>
                </c:pt>
                <c:pt idx="59">
                  <c:v>0.157848366090179</c:v>
                </c:pt>
                <c:pt idx="60">
                  <c:v>0.14623293451545</c:v>
                </c:pt>
                <c:pt idx="61">
                  <c:v>0.158000123171895</c:v>
                </c:pt>
                <c:pt idx="62">
                  <c:v>0.157624231451786</c:v>
                </c:pt>
                <c:pt idx="63">
                  <c:v>0.159523070698387</c:v>
                </c:pt>
                <c:pt idx="64">
                  <c:v>0.162948216972576</c:v>
                </c:pt>
                <c:pt idx="65">
                  <c:v>0.177221124103283</c:v>
                </c:pt>
                <c:pt idx="66">
                  <c:v>0.176685054804027</c:v>
                </c:pt>
                <c:pt idx="67">
                  <c:v>0.151319617398196</c:v>
                </c:pt>
                <c:pt idx="68">
                  <c:v>0.152372815571505</c:v>
                </c:pt>
                <c:pt idx="69">
                  <c:v>0.151834570891572</c:v>
                </c:pt>
                <c:pt idx="70">
                  <c:v>0.13299769085904</c:v>
                </c:pt>
                <c:pt idx="71">
                  <c:v>0.139540985473689</c:v>
                </c:pt>
                <c:pt idx="72">
                  <c:v>0.148375103280792</c:v>
                </c:pt>
                <c:pt idx="73">
                  <c:v>0.0822431844723066</c:v>
                </c:pt>
                <c:pt idx="74">
                  <c:v>0.149819618439269</c:v>
                </c:pt>
                <c:pt idx="75">
                  <c:v>0.135780572873977</c:v>
                </c:pt>
                <c:pt idx="76">
                  <c:v>0.126314528234363</c:v>
                </c:pt>
                <c:pt idx="77">
                  <c:v>0.11058452552384</c:v>
                </c:pt>
                <c:pt idx="78">
                  <c:v>0.0390072071434458</c:v>
                </c:pt>
                <c:pt idx="79">
                  <c:v>0.113067781924787</c:v>
                </c:pt>
                <c:pt idx="80">
                  <c:v>0.113359728279568</c:v>
                </c:pt>
                <c:pt idx="81">
                  <c:v>0.117223424744658</c:v>
                </c:pt>
                <c:pt idx="82">
                  <c:v>0.117252658112468</c:v>
                </c:pt>
                <c:pt idx="83">
                  <c:v>0.0759174523161328</c:v>
                </c:pt>
                <c:pt idx="84">
                  <c:v>0.119952303350399</c:v>
                </c:pt>
                <c:pt idx="85">
                  <c:v>0.134683028994192</c:v>
                </c:pt>
                <c:pt idx="86">
                  <c:v>0.141572847964093</c:v>
                </c:pt>
                <c:pt idx="87">
                  <c:v>0.128810277321168</c:v>
                </c:pt>
                <c:pt idx="88">
                  <c:v>0.134781706427075</c:v>
                </c:pt>
                <c:pt idx="89">
                  <c:v>0.153276968370631</c:v>
                </c:pt>
                <c:pt idx="90">
                  <c:v>0.170232141402373</c:v>
                </c:pt>
                <c:pt idx="91">
                  <c:v>0.180215916259784</c:v>
                </c:pt>
                <c:pt idx="92">
                  <c:v>0.198181904543924</c:v>
                </c:pt>
                <c:pt idx="93">
                  <c:v>0.217785299042686</c:v>
                </c:pt>
                <c:pt idx="94">
                  <c:v>0.175993739332529</c:v>
                </c:pt>
                <c:pt idx="95">
                  <c:v>0.175340232503087</c:v>
                </c:pt>
                <c:pt idx="96">
                  <c:v>0.178970038012345</c:v>
                </c:pt>
                <c:pt idx="97">
                  <c:v>0.17779744985285</c:v>
                </c:pt>
                <c:pt idx="98">
                  <c:v>0.1632740222656</c:v>
                </c:pt>
                <c:pt idx="99">
                  <c:v>0.193017359093012</c:v>
                </c:pt>
                <c:pt idx="100">
                  <c:v>0.18012056774201</c:v>
                </c:pt>
                <c:pt idx="101">
                  <c:v>0.173075255295711</c:v>
                </c:pt>
                <c:pt idx="102">
                  <c:v>0.173123612191195</c:v>
                </c:pt>
                <c:pt idx="103">
                  <c:v>0.146224166075855</c:v>
                </c:pt>
                <c:pt idx="104">
                  <c:v>0.100502416457971</c:v>
                </c:pt>
                <c:pt idx="105">
                  <c:v>0.123246443054494</c:v>
                </c:pt>
                <c:pt idx="106">
                  <c:v>0.110434731941979</c:v>
                </c:pt>
                <c:pt idx="107">
                  <c:v>0.140493431674745</c:v>
                </c:pt>
                <c:pt idx="108">
                  <c:v>0.127364383160489</c:v>
                </c:pt>
                <c:pt idx="109">
                  <c:v>0.148082046087801</c:v>
                </c:pt>
                <c:pt idx="110">
                  <c:v>0.147998276666763</c:v>
                </c:pt>
                <c:pt idx="111">
                  <c:v>0.147591136092262</c:v>
                </c:pt>
                <c:pt idx="112">
                  <c:v>0.090288893069609</c:v>
                </c:pt>
                <c:pt idx="113">
                  <c:v>0.0649711517152957</c:v>
                </c:pt>
                <c:pt idx="114">
                  <c:v>0.0605571538996851</c:v>
                </c:pt>
                <c:pt idx="115">
                  <c:v>0.0906981966322763</c:v>
                </c:pt>
                <c:pt idx="116">
                  <c:v>0.0546662590134655</c:v>
                </c:pt>
                <c:pt idx="117">
                  <c:v>0.0723989685811675</c:v>
                </c:pt>
                <c:pt idx="118">
                  <c:v>0.0620848781539139</c:v>
                </c:pt>
                <c:pt idx="119">
                  <c:v>0.0517641559700872</c:v>
                </c:pt>
                <c:pt idx="120">
                  <c:v>0.064222353020048</c:v>
                </c:pt>
                <c:pt idx="121">
                  <c:v>0.0251961693048342</c:v>
                </c:pt>
                <c:pt idx="122">
                  <c:v>0.0152532185622311</c:v>
                </c:pt>
                <c:pt idx="123">
                  <c:v>0.0048573069722384</c:v>
                </c:pt>
                <c:pt idx="124">
                  <c:v>-0.00298952313440348</c:v>
                </c:pt>
                <c:pt idx="125">
                  <c:v>0.0250719957314072</c:v>
                </c:pt>
                <c:pt idx="126">
                  <c:v>0.0349485262343235</c:v>
                </c:pt>
                <c:pt idx="127">
                  <c:v>0.0350216395883176</c:v>
                </c:pt>
                <c:pt idx="128">
                  <c:v>0.0420729444592818</c:v>
                </c:pt>
                <c:pt idx="129">
                  <c:v>0.012169036502706</c:v>
                </c:pt>
                <c:pt idx="130">
                  <c:v>0.0187761818446924</c:v>
                </c:pt>
                <c:pt idx="131">
                  <c:v>0.00924001706244989</c:v>
                </c:pt>
                <c:pt idx="132">
                  <c:v>0.00574313068469184</c:v>
                </c:pt>
                <c:pt idx="133">
                  <c:v>0.0103108601329177</c:v>
                </c:pt>
                <c:pt idx="134">
                  <c:v>0.028343839480683</c:v>
                </c:pt>
                <c:pt idx="135">
                  <c:v>0.0600547957831958</c:v>
                </c:pt>
                <c:pt idx="136">
                  <c:v>0.0865252976324386</c:v>
                </c:pt>
                <c:pt idx="137">
                  <c:v>0.0833526972815233</c:v>
                </c:pt>
                <c:pt idx="138">
                  <c:v>0.0528001720947387</c:v>
                </c:pt>
                <c:pt idx="139">
                  <c:v>0.023871719281396</c:v>
                </c:pt>
                <c:pt idx="140">
                  <c:v>0.0428377214805094</c:v>
                </c:pt>
                <c:pt idx="141">
                  <c:v>0.0504170977757067</c:v>
                </c:pt>
                <c:pt idx="142">
                  <c:v>0.0571834236673494</c:v>
                </c:pt>
                <c:pt idx="143">
                  <c:v>0.0395109048026623</c:v>
                </c:pt>
                <c:pt idx="144">
                  <c:v>-0.000248274283476734</c:v>
                </c:pt>
                <c:pt idx="145">
                  <c:v>0.01381872569778</c:v>
                </c:pt>
                <c:pt idx="146">
                  <c:v>0.021960562262263</c:v>
                </c:pt>
                <c:pt idx="147">
                  <c:v>0.0144018993853899</c:v>
                </c:pt>
                <c:pt idx="148">
                  <c:v>0.0100086313957099</c:v>
                </c:pt>
                <c:pt idx="149">
                  <c:v>0.00450026954300758</c:v>
                </c:pt>
                <c:pt idx="150">
                  <c:v>0.0195570844564653</c:v>
                </c:pt>
                <c:pt idx="151">
                  <c:v>0.0163520806544766</c:v>
                </c:pt>
                <c:pt idx="152">
                  <c:v>0.00901307219595665</c:v>
                </c:pt>
                <c:pt idx="153">
                  <c:v>0.00665624279885737</c:v>
                </c:pt>
                <c:pt idx="154">
                  <c:v>0.00840686021804568</c:v>
                </c:pt>
                <c:pt idx="155">
                  <c:v>0.0365169181547252</c:v>
                </c:pt>
                <c:pt idx="156">
                  <c:v>0.0505692438783332</c:v>
                </c:pt>
                <c:pt idx="157">
                  <c:v>0.0543019016838558</c:v>
                </c:pt>
                <c:pt idx="158">
                  <c:v>0.0605666452880093</c:v>
                </c:pt>
                <c:pt idx="159">
                  <c:v>0.0615370134248244</c:v>
                </c:pt>
                <c:pt idx="160">
                  <c:v>0.0630761490540636</c:v>
                </c:pt>
                <c:pt idx="161">
                  <c:v>0.070214127128996</c:v>
                </c:pt>
                <c:pt idx="162">
                  <c:v>0.0803364576651014</c:v>
                </c:pt>
                <c:pt idx="163">
                  <c:v>0.104011227418433</c:v>
                </c:pt>
                <c:pt idx="164">
                  <c:v>0.104427971802599</c:v>
                </c:pt>
                <c:pt idx="165">
                  <c:v>0.103030408405298</c:v>
                </c:pt>
                <c:pt idx="166">
                  <c:v>0.0648078081486768</c:v>
                </c:pt>
                <c:pt idx="167">
                  <c:v>0.0608574194739472</c:v>
                </c:pt>
                <c:pt idx="168">
                  <c:v>0.0926043041413308</c:v>
                </c:pt>
                <c:pt idx="169">
                  <c:v>0.0982934442321937</c:v>
                </c:pt>
                <c:pt idx="170">
                  <c:v>0.0999756579551279</c:v>
                </c:pt>
                <c:pt idx="171">
                  <c:v>0.0635051723717839</c:v>
                </c:pt>
                <c:pt idx="172">
                  <c:v>0.0648776354060965</c:v>
                </c:pt>
                <c:pt idx="173">
                  <c:v>0.0719324185327737</c:v>
                </c:pt>
                <c:pt idx="174">
                  <c:v>0.0636290911336611</c:v>
                </c:pt>
                <c:pt idx="175">
                  <c:v>0.0520170922616823</c:v>
                </c:pt>
                <c:pt idx="176">
                  <c:v>0.0510009904301211</c:v>
                </c:pt>
                <c:pt idx="177">
                  <c:v>0.0667634707749554</c:v>
                </c:pt>
                <c:pt idx="178">
                  <c:v>0.0756376875053333</c:v>
                </c:pt>
                <c:pt idx="179">
                  <c:v>0.0904907443136757</c:v>
                </c:pt>
                <c:pt idx="180">
                  <c:v>0.102206578958915</c:v>
                </c:pt>
                <c:pt idx="181">
                  <c:v>0.0782431713558889</c:v>
                </c:pt>
                <c:pt idx="182">
                  <c:v>0.0889186673350649</c:v>
                </c:pt>
                <c:pt idx="183">
                  <c:v>0.0825471715001442</c:v>
                </c:pt>
                <c:pt idx="184">
                  <c:v>0.0759210728409375</c:v>
                </c:pt>
                <c:pt idx="185">
                  <c:v>0.0573823689881131</c:v>
                </c:pt>
                <c:pt idx="186">
                  <c:v>0.0471513136815765</c:v>
                </c:pt>
                <c:pt idx="187">
                  <c:v>0.0703367533188879</c:v>
                </c:pt>
                <c:pt idx="188">
                  <c:v>0.0812078175491231</c:v>
                </c:pt>
                <c:pt idx="189">
                  <c:v>0.0861485955088743</c:v>
                </c:pt>
                <c:pt idx="190">
                  <c:v>0.076078949464174</c:v>
                </c:pt>
                <c:pt idx="191">
                  <c:v>0.0832938285948134</c:v>
                </c:pt>
                <c:pt idx="192">
                  <c:v>0.0588823808749368</c:v>
                </c:pt>
                <c:pt idx="193">
                  <c:v>0.0404838009095663</c:v>
                </c:pt>
                <c:pt idx="194">
                  <c:v>0.0425389081807439</c:v>
                </c:pt>
                <c:pt idx="195">
                  <c:v>0.0711227146445278</c:v>
                </c:pt>
                <c:pt idx="196">
                  <c:v>0.118032130702037</c:v>
                </c:pt>
                <c:pt idx="197">
                  <c:v>0.124231245983298</c:v>
                </c:pt>
                <c:pt idx="198">
                  <c:v>0.153975887519902</c:v>
                </c:pt>
                <c:pt idx="199">
                  <c:v>0.147661608025929</c:v>
                </c:pt>
                <c:pt idx="200">
                  <c:v>0.149971201773942</c:v>
                </c:pt>
                <c:pt idx="201">
                  <c:v>0.137510501926771</c:v>
                </c:pt>
                <c:pt idx="202">
                  <c:v>0.118280638993469</c:v>
                </c:pt>
                <c:pt idx="203">
                  <c:v>0.0924936938236815</c:v>
                </c:pt>
                <c:pt idx="204">
                  <c:v>0.107903626001681</c:v>
                </c:pt>
                <c:pt idx="205">
                  <c:v>0.11346073866238</c:v>
                </c:pt>
                <c:pt idx="206">
                  <c:v>0.106137328000601</c:v>
                </c:pt>
                <c:pt idx="207">
                  <c:v>0.111976814754641</c:v>
                </c:pt>
                <c:pt idx="208">
                  <c:v>0.106201631409999</c:v>
                </c:pt>
                <c:pt idx="209">
                  <c:v>0.109273144978913</c:v>
                </c:pt>
                <c:pt idx="210">
                  <c:v>0.0918326336668561</c:v>
                </c:pt>
                <c:pt idx="211">
                  <c:v>0.0907570548481488</c:v>
                </c:pt>
                <c:pt idx="212">
                  <c:v>0.108333280712928</c:v>
                </c:pt>
                <c:pt idx="213">
                  <c:v>0.119929207968721</c:v>
                </c:pt>
                <c:pt idx="214">
                  <c:v>0.114966648458602</c:v>
                </c:pt>
                <c:pt idx="215">
                  <c:v>0.0588970672842632</c:v>
                </c:pt>
                <c:pt idx="216">
                  <c:v>0.0595242079389635</c:v>
                </c:pt>
                <c:pt idx="217">
                  <c:v>0.0636247075142671</c:v>
                </c:pt>
                <c:pt idx="218">
                  <c:v>0.0397083959668224</c:v>
                </c:pt>
                <c:pt idx="219">
                  <c:v>0.0382257818954492</c:v>
                </c:pt>
                <c:pt idx="220">
                  <c:v>0.0296376300794375</c:v>
                </c:pt>
                <c:pt idx="221">
                  <c:v>0.0283284037889027</c:v>
                </c:pt>
                <c:pt idx="222">
                  <c:v>0.0427410139913099</c:v>
                </c:pt>
                <c:pt idx="223">
                  <c:v>0.0557632529562782</c:v>
                </c:pt>
                <c:pt idx="224">
                  <c:v>0.0578068716115003</c:v>
                </c:pt>
                <c:pt idx="225">
                  <c:v>0.0554148233831268</c:v>
                </c:pt>
                <c:pt idx="226">
                  <c:v>0.0519247265653866</c:v>
                </c:pt>
                <c:pt idx="227">
                  <c:v>0.0479340344017455</c:v>
                </c:pt>
                <c:pt idx="228">
                  <c:v>0.077619136446698</c:v>
                </c:pt>
                <c:pt idx="229">
                  <c:v>0.0749933286497857</c:v>
                </c:pt>
                <c:pt idx="230">
                  <c:v>0.0806539104565244</c:v>
                </c:pt>
                <c:pt idx="231">
                  <c:v>0.0908564691857853</c:v>
                </c:pt>
                <c:pt idx="232">
                  <c:v>0.112254185010418</c:v>
                </c:pt>
                <c:pt idx="233">
                  <c:v>0.0976174191127815</c:v>
                </c:pt>
                <c:pt idx="234">
                  <c:v>0.0733899726023958</c:v>
                </c:pt>
                <c:pt idx="235">
                  <c:v>0.127306327748307</c:v>
                </c:pt>
                <c:pt idx="236">
                  <c:v>0.169708073468553</c:v>
                </c:pt>
                <c:pt idx="237">
                  <c:v>0.226889744048139</c:v>
                </c:pt>
                <c:pt idx="238">
                  <c:v>0.176440713072283</c:v>
                </c:pt>
                <c:pt idx="239">
                  <c:v>0.204564351999604</c:v>
                </c:pt>
                <c:pt idx="240">
                  <c:v>0.151806054950223</c:v>
                </c:pt>
                <c:pt idx="241">
                  <c:v>0.0612957669902227</c:v>
                </c:pt>
                <c:pt idx="242">
                  <c:v>-0.000118962090413426</c:v>
                </c:pt>
                <c:pt idx="243">
                  <c:v>0.0171567690975424</c:v>
                </c:pt>
                <c:pt idx="244">
                  <c:v>0.0173681902148094</c:v>
                </c:pt>
                <c:pt idx="245">
                  <c:v>0.0174582241676886</c:v>
                </c:pt>
                <c:pt idx="246">
                  <c:v>0.0161619226137046</c:v>
                </c:pt>
                <c:pt idx="247">
                  <c:v>0.021974773749995</c:v>
                </c:pt>
                <c:pt idx="248">
                  <c:v>0.0280877798685025</c:v>
                </c:pt>
                <c:pt idx="249">
                  <c:v>0.0217165234509558</c:v>
                </c:pt>
                <c:pt idx="250">
                  <c:v>0.0254450146067652</c:v>
                </c:pt>
                <c:pt idx="251">
                  <c:v>0.0354168524634897</c:v>
                </c:pt>
                <c:pt idx="252">
                  <c:v>0.0137972279365687</c:v>
                </c:pt>
                <c:pt idx="253">
                  <c:v>0.0187459206545477</c:v>
                </c:pt>
                <c:pt idx="254">
                  <c:v>0.00836278333744676</c:v>
                </c:pt>
                <c:pt idx="255">
                  <c:v>0.00777376068207739</c:v>
                </c:pt>
                <c:pt idx="256">
                  <c:v>0.0385524892855274</c:v>
                </c:pt>
                <c:pt idx="257">
                  <c:v>0.0289812033351861</c:v>
                </c:pt>
                <c:pt idx="258">
                  <c:v>0.0497131515323435</c:v>
                </c:pt>
                <c:pt idx="259">
                  <c:v>0.0571437763985514</c:v>
                </c:pt>
                <c:pt idx="260">
                  <c:v>0.0134769776502947</c:v>
                </c:pt>
                <c:pt idx="261">
                  <c:v>0.0597748253460157</c:v>
                </c:pt>
                <c:pt idx="262">
                  <c:v>0.0365405352825908</c:v>
                </c:pt>
                <c:pt idx="263">
                  <c:v>0.0416303460833161</c:v>
                </c:pt>
                <c:pt idx="264">
                  <c:v>0.0499943305796508</c:v>
                </c:pt>
                <c:pt idx="265">
                  <c:v>0.0462070205731086</c:v>
                </c:pt>
                <c:pt idx="266">
                  <c:v>0.0463964400547671</c:v>
                </c:pt>
                <c:pt idx="267">
                  <c:v>0.0351062624121853</c:v>
                </c:pt>
                <c:pt idx="268">
                  <c:v>0.0433865232865621</c:v>
                </c:pt>
                <c:pt idx="269">
                  <c:v>0.0911262443062008</c:v>
                </c:pt>
                <c:pt idx="270">
                  <c:v>0.0694915293718517</c:v>
                </c:pt>
                <c:pt idx="271">
                  <c:v>0.106274700885797</c:v>
                </c:pt>
                <c:pt idx="272">
                  <c:v>0.123955170496297</c:v>
                </c:pt>
                <c:pt idx="273">
                  <c:v>0.114311051571911</c:v>
                </c:pt>
                <c:pt idx="274">
                  <c:v>0.160620013397545</c:v>
                </c:pt>
                <c:pt idx="275">
                  <c:v>0.128757828378199</c:v>
                </c:pt>
                <c:pt idx="276">
                  <c:v>0.080188618503094</c:v>
                </c:pt>
                <c:pt idx="277">
                  <c:v>0.0877228439284007</c:v>
                </c:pt>
                <c:pt idx="278">
                  <c:v>0.0937744457722625</c:v>
                </c:pt>
                <c:pt idx="279">
                  <c:v>0.0754036626588893</c:v>
                </c:pt>
                <c:pt idx="280">
                  <c:v>0.0475582262028029</c:v>
                </c:pt>
                <c:pt idx="281">
                  <c:v>0.0483283487447374</c:v>
                </c:pt>
                <c:pt idx="282">
                  <c:v>0.041398585366191</c:v>
                </c:pt>
                <c:pt idx="283">
                  <c:v>0.0271158671738168</c:v>
                </c:pt>
                <c:pt idx="284">
                  <c:v>0.0233516318823178</c:v>
                </c:pt>
                <c:pt idx="285">
                  <c:v>0.0346181821051855</c:v>
                </c:pt>
                <c:pt idx="286">
                  <c:v>0.0332050205643691</c:v>
                </c:pt>
                <c:pt idx="287">
                  <c:v>0.0216391205983268</c:v>
                </c:pt>
                <c:pt idx="288">
                  <c:v>0.0261157415328194</c:v>
                </c:pt>
                <c:pt idx="289">
                  <c:v>0.0620065586782202</c:v>
                </c:pt>
                <c:pt idx="290">
                  <c:v>0.0921430176192959</c:v>
                </c:pt>
                <c:pt idx="291">
                  <c:v>0.080423334300452</c:v>
                </c:pt>
                <c:pt idx="292">
                  <c:v>0.102521952815796</c:v>
                </c:pt>
                <c:pt idx="293">
                  <c:v>0.108921309800332</c:v>
                </c:pt>
                <c:pt idx="294">
                  <c:v>0.103724418570028</c:v>
                </c:pt>
                <c:pt idx="295">
                  <c:v>0.059515964173486</c:v>
                </c:pt>
                <c:pt idx="296">
                  <c:v>0.0619770719543649</c:v>
                </c:pt>
                <c:pt idx="297">
                  <c:v>0.0494968649636387</c:v>
                </c:pt>
                <c:pt idx="298">
                  <c:v>0.0582344142471403</c:v>
                </c:pt>
                <c:pt idx="299">
                  <c:v>0.0332621262265027</c:v>
                </c:pt>
                <c:pt idx="300">
                  <c:v>0.0596869992746119</c:v>
                </c:pt>
                <c:pt idx="301">
                  <c:v>0.0680587650447167</c:v>
                </c:pt>
                <c:pt idx="302">
                  <c:v>0.0680351901027676</c:v>
                </c:pt>
                <c:pt idx="303">
                  <c:v>0.0664885790523799</c:v>
                </c:pt>
                <c:pt idx="304">
                  <c:v>0.0710905117807507</c:v>
                </c:pt>
                <c:pt idx="305">
                  <c:v>0.0575777552495871</c:v>
                </c:pt>
                <c:pt idx="306">
                  <c:v>0.0619381382324233</c:v>
                </c:pt>
                <c:pt idx="307">
                  <c:v>0.0631884096084859</c:v>
                </c:pt>
                <c:pt idx="308">
                  <c:v>0.116400269578457</c:v>
                </c:pt>
                <c:pt idx="309">
                  <c:v>0.0692216922732618</c:v>
                </c:pt>
                <c:pt idx="310">
                  <c:v>0.104310879590796</c:v>
                </c:pt>
                <c:pt idx="311">
                  <c:v>0.134447566358934</c:v>
                </c:pt>
                <c:pt idx="312">
                  <c:v>0.0822870243689142</c:v>
                </c:pt>
                <c:pt idx="313">
                  <c:v>0.0570183458670614</c:v>
                </c:pt>
                <c:pt idx="314">
                  <c:v>0.0292809876724362</c:v>
                </c:pt>
                <c:pt idx="315">
                  <c:v>0.0315029706665861</c:v>
                </c:pt>
                <c:pt idx="316">
                  <c:v>0.0334143253326711</c:v>
                </c:pt>
                <c:pt idx="317">
                  <c:v>0.0334068719569725</c:v>
                </c:pt>
                <c:pt idx="318">
                  <c:v>0.0264373282491605</c:v>
                </c:pt>
                <c:pt idx="319">
                  <c:v>0.0324866395331943</c:v>
                </c:pt>
                <c:pt idx="320">
                  <c:v>0.0530486245257919</c:v>
                </c:pt>
                <c:pt idx="321">
                  <c:v>0.0288561971533158</c:v>
                </c:pt>
                <c:pt idx="322">
                  <c:v>0.00592978565827123</c:v>
                </c:pt>
                <c:pt idx="323">
                  <c:v>0.0223391039209096</c:v>
                </c:pt>
                <c:pt idx="324">
                  <c:v>0.0182368686245676</c:v>
                </c:pt>
                <c:pt idx="325">
                  <c:v>0.0170648050419242</c:v>
                </c:pt>
                <c:pt idx="326">
                  <c:v>0.0277828741306895</c:v>
                </c:pt>
                <c:pt idx="327">
                  <c:v>0.0223441943362932</c:v>
                </c:pt>
                <c:pt idx="328">
                  <c:v>0.0240475709256904</c:v>
                </c:pt>
                <c:pt idx="329">
                  <c:v>0.01852783151272</c:v>
                </c:pt>
                <c:pt idx="330">
                  <c:v>0.0329442340627813</c:v>
                </c:pt>
                <c:pt idx="331">
                  <c:v>0.0447569360444926</c:v>
                </c:pt>
                <c:pt idx="332">
                  <c:v>0.0235301375039112</c:v>
                </c:pt>
                <c:pt idx="333">
                  <c:v>0.0254777589206564</c:v>
                </c:pt>
                <c:pt idx="334">
                  <c:v>0.0288337931709876</c:v>
                </c:pt>
                <c:pt idx="335">
                  <c:v>0.0527905726174604</c:v>
                </c:pt>
                <c:pt idx="336">
                  <c:v>0.0529318889966778</c:v>
                </c:pt>
                <c:pt idx="337">
                  <c:v>0.0655313551710383</c:v>
                </c:pt>
                <c:pt idx="338">
                  <c:v>0.0893372562677654</c:v>
                </c:pt>
                <c:pt idx="339">
                  <c:v>0.0822503906298816</c:v>
                </c:pt>
                <c:pt idx="340">
                  <c:v>0.0952696897933864</c:v>
                </c:pt>
                <c:pt idx="341">
                  <c:v>0.0989601151009843</c:v>
                </c:pt>
                <c:pt idx="342">
                  <c:v>0.101620783177296</c:v>
                </c:pt>
                <c:pt idx="343">
                  <c:v>0.11118839494776</c:v>
                </c:pt>
                <c:pt idx="344">
                  <c:v>0.0984941622699762</c:v>
                </c:pt>
                <c:pt idx="345">
                  <c:v>0.0638766051240989</c:v>
                </c:pt>
                <c:pt idx="346">
                  <c:v>0.0786767851904093</c:v>
                </c:pt>
                <c:pt idx="347">
                  <c:v>0.0991423307663195</c:v>
                </c:pt>
                <c:pt idx="348">
                  <c:v>0.114526224038617</c:v>
                </c:pt>
                <c:pt idx="349">
                  <c:v>0.0864082823034124</c:v>
                </c:pt>
                <c:pt idx="350">
                  <c:v>0.0898387574148525</c:v>
                </c:pt>
                <c:pt idx="351">
                  <c:v>0.079026365844697</c:v>
                </c:pt>
                <c:pt idx="352">
                  <c:v>0.0790973061494533</c:v>
                </c:pt>
                <c:pt idx="353">
                  <c:v>0.0718588706650903</c:v>
                </c:pt>
                <c:pt idx="354">
                  <c:v>0.133384884019047</c:v>
                </c:pt>
                <c:pt idx="355">
                  <c:v>0.123028106566842</c:v>
                </c:pt>
                <c:pt idx="356">
                  <c:v>0.137567990187382</c:v>
                </c:pt>
                <c:pt idx="357">
                  <c:v>0.102722971624525</c:v>
                </c:pt>
                <c:pt idx="358">
                  <c:v>0.0835275719860946</c:v>
                </c:pt>
                <c:pt idx="359">
                  <c:v>0.0650263808427465</c:v>
                </c:pt>
                <c:pt idx="360">
                  <c:v>0.0689826510926308</c:v>
                </c:pt>
                <c:pt idx="361">
                  <c:v>0.0569514317490844</c:v>
                </c:pt>
                <c:pt idx="362">
                  <c:v>0.0534932061139978</c:v>
                </c:pt>
                <c:pt idx="363">
                  <c:v>0.0124332958997517</c:v>
                </c:pt>
                <c:pt idx="364">
                  <c:v>0.0211451072277083</c:v>
                </c:pt>
                <c:pt idx="365">
                  <c:v>0.00793495091927415</c:v>
                </c:pt>
                <c:pt idx="366">
                  <c:v>0.00885905611049983</c:v>
                </c:pt>
                <c:pt idx="367">
                  <c:v>-0.0069060662908503</c:v>
                </c:pt>
                <c:pt idx="368">
                  <c:v>-0.0135231974516138</c:v>
                </c:pt>
                <c:pt idx="369">
                  <c:v>-0.0102631315342424</c:v>
                </c:pt>
                <c:pt idx="370">
                  <c:v>-0.00127346654650142</c:v>
                </c:pt>
                <c:pt idx="371">
                  <c:v>-0.00579893584962101</c:v>
                </c:pt>
                <c:pt idx="372">
                  <c:v>-0.00718711880921435</c:v>
                </c:pt>
                <c:pt idx="373">
                  <c:v>-0.0119961123317842</c:v>
                </c:pt>
                <c:pt idx="374">
                  <c:v>0.000254664181312563</c:v>
                </c:pt>
                <c:pt idx="375">
                  <c:v>0.00294686212652153</c:v>
                </c:pt>
                <c:pt idx="376">
                  <c:v>0.0187038375038929</c:v>
                </c:pt>
                <c:pt idx="377">
                  <c:v>0.0181041735588034</c:v>
                </c:pt>
                <c:pt idx="378">
                  <c:v>0.0216139274137849</c:v>
                </c:pt>
                <c:pt idx="379">
                  <c:v>0.0283655266760254</c:v>
                </c:pt>
                <c:pt idx="380">
                  <c:v>0.0357973585010481</c:v>
                </c:pt>
                <c:pt idx="381">
                  <c:v>0.0416132747353204</c:v>
                </c:pt>
                <c:pt idx="382">
                  <c:v>0.0245781579884351</c:v>
                </c:pt>
                <c:pt idx="383">
                  <c:v>0.0405994427316208</c:v>
                </c:pt>
                <c:pt idx="384">
                  <c:v>0.0484194867172586</c:v>
                </c:pt>
                <c:pt idx="385">
                  <c:v>0.0657258083412977</c:v>
                </c:pt>
                <c:pt idx="386">
                  <c:v>0.078928490069911</c:v>
                </c:pt>
                <c:pt idx="387">
                  <c:v>0.0755716688331461</c:v>
                </c:pt>
                <c:pt idx="388">
                  <c:v>0.0987053582885321</c:v>
                </c:pt>
                <c:pt idx="389">
                  <c:v>0.106158067114297</c:v>
                </c:pt>
                <c:pt idx="390">
                  <c:v>0.0872243195322134</c:v>
                </c:pt>
                <c:pt idx="391">
                  <c:v>0.0914295662675683</c:v>
                </c:pt>
                <c:pt idx="392">
                  <c:v>0.119249918667476</c:v>
                </c:pt>
                <c:pt idx="393">
                  <c:v>0.120452739789624</c:v>
                </c:pt>
                <c:pt idx="394">
                  <c:v>0.117577783934401</c:v>
                </c:pt>
                <c:pt idx="395">
                  <c:v>0.102964578806026</c:v>
                </c:pt>
                <c:pt idx="396">
                  <c:v>0.104844600245003</c:v>
                </c:pt>
                <c:pt idx="397">
                  <c:v>0.102021191043429</c:v>
                </c:pt>
                <c:pt idx="398">
                  <c:v>0.0850342325412551</c:v>
                </c:pt>
                <c:pt idx="399">
                  <c:v>0.0876829762391835</c:v>
                </c:pt>
                <c:pt idx="400">
                  <c:v>0.110982297141622</c:v>
                </c:pt>
                <c:pt idx="401">
                  <c:v>0.108334423018714</c:v>
                </c:pt>
                <c:pt idx="402">
                  <c:v>0.116431725696724</c:v>
                </c:pt>
                <c:pt idx="403">
                  <c:v>0.128404245279435</c:v>
                </c:pt>
                <c:pt idx="404">
                  <c:v>0.092995539682114</c:v>
                </c:pt>
                <c:pt idx="405">
                  <c:v>0.0745561640912246</c:v>
                </c:pt>
                <c:pt idx="406">
                  <c:v>0.077064152856827</c:v>
                </c:pt>
                <c:pt idx="407">
                  <c:v>0.0904246644043779</c:v>
                </c:pt>
                <c:pt idx="408">
                  <c:v>0.0697700606333778</c:v>
                </c:pt>
                <c:pt idx="409">
                  <c:v>0.060554089286324</c:v>
                </c:pt>
                <c:pt idx="410">
                  <c:v>0.0652407889286937</c:v>
                </c:pt>
                <c:pt idx="411">
                  <c:v>0.0745837184824008</c:v>
                </c:pt>
                <c:pt idx="412">
                  <c:v>0.065133090112144</c:v>
                </c:pt>
                <c:pt idx="413">
                  <c:v>0.0665953310589567</c:v>
                </c:pt>
                <c:pt idx="414">
                  <c:v>0.044909011419573</c:v>
                </c:pt>
                <c:pt idx="415">
                  <c:v>0.0367349036139902</c:v>
                </c:pt>
                <c:pt idx="416">
                  <c:v>0.0382500394441391</c:v>
                </c:pt>
                <c:pt idx="417">
                  <c:v>0.0458956979615036</c:v>
                </c:pt>
                <c:pt idx="418">
                  <c:v>0.0616129351169879</c:v>
                </c:pt>
                <c:pt idx="419">
                  <c:v>0.0619479088871563</c:v>
                </c:pt>
                <c:pt idx="420">
                  <c:v>0.0666682941962026</c:v>
                </c:pt>
                <c:pt idx="421">
                  <c:v>0.112137793970144</c:v>
                </c:pt>
                <c:pt idx="422">
                  <c:v>0.136626992767955</c:v>
                </c:pt>
                <c:pt idx="423">
                  <c:v>0.0981820895170622</c:v>
                </c:pt>
                <c:pt idx="424">
                  <c:v>0.0988901961180075</c:v>
                </c:pt>
                <c:pt idx="425">
                  <c:v>0.120089878020113</c:v>
                </c:pt>
                <c:pt idx="426">
                  <c:v>0.106622468762546</c:v>
                </c:pt>
                <c:pt idx="427">
                  <c:v>0.168994413181361</c:v>
                </c:pt>
                <c:pt idx="428">
                  <c:v>0.193020898767436</c:v>
                </c:pt>
                <c:pt idx="429">
                  <c:v>0.196738377662509</c:v>
                </c:pt>
                <c:pt idx="430">
                  <c:v>0.139682282001465</c:v>
                </c:pt>
                <c:pt idx="431">
                  <c:v>0.128655935023129</c:v>
                </c:pt>
                <c:pt idx="432">
                  <c:v>0.129128402813169</c:v>
                </c:pt>
                <c:pt idx="433">
                  <c:v>0.177794067240055</c:v>
                </c:pt>
                <c:pt idx="434">
                  <c:v>0.115163050762738</c:v>
                </c:pt>
                <c:pt idx="435">
                  <c:v>0.0446141375272065</c:v>
                </c:pt>
                <c:pt idx="436">
                  <c:v>0.0166354159777209</c:v>
                </c:pt>
                <c:pt idx="437">
                  <c:v>0.0287081632312434</c:v>
                </c:pt>
                <c:pt idx="438">
                  <c:v>0.0136299910149142</c:v>
                </c:pt>
                <c:pt idx="439">
                  <c:v>0.0312167591696909</c:v>
                </c:pt>
                <c:pt idx="440">
                  <c:v>0.0202137077133494</c:v>
                </c:pt>
                <c:pt idx="441">
                  <c:v>0.0141998554417281</c:v>
                </c:pt>
                <c:pt idx="442">
                  <c:v>0.0254975064519068</c:v>
                </c:pt>
                <c:pt idx="443">
                  <c:v>0.0196863791350591</c:v>
                </c:pt>
                <c:pt idx="444">
                  <c:v>0.0360013695899851</c:v>
                </c:pt>
                <c:pt idx="445">
                  <c:v>0.0367028542659779</c:v>
                </c:pt>
                <c:pt idx="446">
                  <c:v>0.0250244939792403</c:v>
                </c:pt>
                <c:pt idx="447">
                  <c:v>0.0304666189042879</c:v>
                </c:pt>
                <c:pt idx="448">
                  <c:v>0.0310245676169439</c:v>
                </c:pt>
                <c:pt idx="449">
                  <c:v>0.0277873870094312</c:v>
                </c:pt>
                <c:pt idx="450">
                  <c:v>0.0403929388929848</c:v>
                </c:pt>
                <c:pt idx="451">
                  <c:v>0.0179495089258588</c:v>
                </c:pt>
                <c:pt idx="452">
                  <c:v>0.0206316024450528</c:v>
                </c:pt>
                <c:pt idx="453">
                  <c:v>0.0351865739414092</c:v>
                </c:pt>
                <c:pt idx="454">
                  <c:v>0.0239298796459224</c:v>
                </c:pt>
                <c:pt idx="455">
                  <c:v>0.0205924918741811</c:v>
                </c:pt>
                <c:pt idx="456">
                  <c:v>0.0104961826192489</c:v>
                </c:pt>
                <c:pt idx="457">
                  <c:v>0.0520950288915764</c:v>
                </c:pt>
                <c:pt idx="458">
                  <c:v>0.0641752616075608</c:v>
                </c:pt>
                <c:pt idx="459">
                  <c:v>0.0690610151296002</c:v>
                </c:pt>
                <c:pt idx="460">
                  <c:v>0.0637381551979477</c:v>
                </c:pt>
                <c:pt idx="461">
                  <c:v>0.061810559164415</c:v>
                </c:pt>
                <c:pt idx="462">
                  <c:v>0.0656468458907825</c:v>
                </c:pt>
                <c:pt idx="463">
                  <c:v>0.0639788807461553</c:v>
                </c:pt>
                <c:pt idx="464">
                  <c:v>0.0703422189685556</c:v>
                </c:pt>
                <c:pt idx="465">
                  <c:v>0.095213970192625</c:v>
                </c:pt>
                <c:pt idx="466">
                  <c:v>0.107046982091386</c:v>
                </c:pt>
                <c:pt idx="467">
                  <c:v>0.101804960215382</c:v>
                </c:pt>
                <c:pt idx="468">
                  <c:v>0.11190492895537</c:v>
                </c:pt>
                <c:pt idx="469">
                  <c:v>0.0743347268672247</c:v>
                </c:pt>
                <c:pt idx="470">
                  <c:v>0.090069649807522</c:v>
                </c:pt>
                <c:pt idx="471">
                  <c:v>0.0923157027159682</c:v>
                </c:pt>
                <c:pt idx="472">
                  <c:v>0.123531849403178</c:v>
                </c:pt>
                <c:pt idx="473">
                  <c:v>0.12801046550011</c:v>
                </c:pt>
                <c:pt idx="474">
                  <c:v>0.132144744615286</c:v>
                </c:pt>
                <c:pt idx="475">
                  <c:v>0.127663624192087</c:v>
                </c:pt>
                <c:pt idx="476">
                  <c:v>0.133156398802124</c:v>
                </c:pt>
                <c:pt idx="477">
                  <c:v>0.0826017268188639</c:v>
                </c:pt>
                <c:pt idx="478">
                  <c:v>0.0829936848490632</c:v>
                </c:pt>
                <c:pt idx="479">
                  <c:v>0.0973647326242371</c:v>
                </c:pt>
                <c:pt idx="480">
                  <c:v>0.104104114457942</c:v>
                </c:pt>
                <c:pt idx="481">
                  <c:v>0.0752081038409723</c:v>
                </c:pt>
                <c:pt idx="482">
                  <c:v>0.0770712560055051</c:v>
                </c:pt>
                <c:pt idx="483">
                  <c:v>0.0761265087222457</c:v>
                </c:pt>
                <c:pt idx="484">
                  <c:v>0.0980373698632144</c:v>
                </c:pt>
                <c:pt idx="485">
                  <c:v>0.0862064772832039</c:v>
                </c:pt>
                <c:pt idx="486">
                  <c:v>0.0628480496622515</c:v>
                </c:pt>
                <c:pt idx="487">
                  <c:v>0.0627123821974368</c:v>
                </c:pt>
                <c:pt idx="488">
                  <c:v>0.061599891919101</c:v>
                </c:pt>
                <c:pt idx="489">
                  <c:v>0.0523366501120665</c:v>
                </c:pt>
                <c:pt idx="490">
                  <c:v>0.0737390435932034</c:v>
                </c:pt>
                <c:pt idx="491">
                  <c:v>0.0439678959728608</c:v>
                </c:pt>
                <c:pt idx="492">
                  <c:v>0.0330127339012194</c:v>
                </c:pt>
                <c:pt idx="493">
                  <c:v>0.0568528910921097</c:v>
                </c:pt>
                <c:pt idx="494">
                  <c:v>0.0630675058574512</c:v>
                </c:pt>
                <c:pt idx="495">
                  <c:v>0.0619780120649817</c:v>
                </c:pt>
                <c:pt idx="496">
                  <c:v>0.0782442654486453</c:v>
                </c:pt>
                <c:pt idx="497">
                  <c:v>0.147144290515879</c:v>
                </c:pt>
                <c:pt idx="498">
                  <c:v>0.138780210700647</c:v>
                </c:pt>
                <c:pt idx="499">
                  <c:v>0.0933782882598205</c:v>
                </c:pt>
                <c:pt idx="500">
                  <c:v>0.122503232653242</c:v>
                </c:pt>
                <c:pt idx="501">
                  <c:v>0.0918225910963303</c:v>
                </c:pt>
                <c:pt idx="502">
                  <c:v>0.120796919134595</c:v>
                </c:pt>
                <c:pt idx="503">
                  <c:v>0.168833911301013</c:v>
                </c:pt>
                <c:pt idx="504">
                  <c:v>0.132797907335721</c:v>
                </c:pt>
                <c:pt idx="505">
                  <c:v>0.133421033216117</c:v>
                </c:pt>
                <c:pt idx="506">
                  <c:v>0.103015369426375</c:v>
                </c:pt>
                <c:pt idx="507">
                  <c:v>0.0588790545566395</c:v>
                </c:pt>
                <c:pt idx="508">
                  <c:v>0.049282376261889</c:v>
                </c:pt>
                <c:pt idx="509">
                  <c:v>0.025244754398051</c:v>
                </c:pt>
                <c:pt idx="510">
                  <c:v>0.0288258356867438</c:v>
                </c:pt>
                <c:pt idx="511">
                  <c:v>0.0170092158063303</c:v>
                </c:pt>
                <c:pt idx="512">
                  <c:v>0.00387445219606094</c:v>
                </c:pt>
                <c:pt idx="513">
                  <c:v>0.0243624238207918</c:v>
                </c:pt>
                <c:pt idx="514">
                  <c:v>0.00911567997293916</c:v>
                </c:pt>
                <c:pt idx="515">
                  <c:v>0.0101924519142671</c:v>
                </c:pt>
                <c:pt idx="516">
                  <c:v>0.0183087162419624</c:v>
                </c:pt>
                <c:pt idx="517">
                  <c:v>0.0119161651078698</c:v>
                </c:pt>
                <c:pt idx="518">
                  <c:v>0.0149971628150496</c:v>
                </c:pt>
                <c:pt idx="519">
                  <c:v>0.0143137039867161</c:v>
                </c:pt>
                <c:pt idx="520">
                  <c:v>0.024063473850492</c:v>
                </c:pt>
                <c:pt idx="521">
                  <c:v>0.0569428048370632</c:v>
                </c:pt>
                <c:pt idx="522">
                  <c:v>0.0141777181452975</c:v>
                </c:pt>
                <c:pt idx="523">
                  <c:v>0.00649919430262893</c:v>
                </c:pt>
                <c:pt idx="524">
                  <c:v>0.00786691339383893</c:v>
                </c:pt>
                <c:pt idx="525">
                  <c:v>0.0130692780898888</c:v>
                </c:pt>
                <c:pt idx="526">
                  <c:v>0.0484009697217925</c:v>
                </c:pt>
                <c:pt idx="527">
                  <c:v>0.0519213438668495</c:v>
                </c:pt>
                <c:pt idx="528">
                  <c:v>0.0532293185841993</c:v>
                </c:pt>
                <c:pt idx="529">
                  <c:v>0.0938425944426509</c:v>
                </c:pt>
                <c:pt idx="530">
                  <c:v>0.130505074186625</c:v>
                </c:pt>
                <c:pt idx="531">
                  <c:v>0.0922659403227288</c:v>
                </c:pt>
                <c:pt idx="532">
                  <c:v>0.0779232088615531</c:v>
                </c:pt>
                <c:pt idx="533">
                  <c:v>0.0797417707796536</c:v>
                </c:pt>
                <c:pt idx="534">
                  <c:v>0.0739544876382162</c:v>
                </c:pt>
                <c:pt idx="535">
                  <c:v>0.0930589735545689</c:v>
                </c:pt>
                <c:pt idx="536">
                  <c:v>0.101659435151117</c:v>
                </c:pt>
                <c:pt idx="537">
                  <c:v>0.0765497033134638</c:v>
                </c:pt>
                <c:pt idx="538">
                  <c:v>0.0921260054049792</c:v>
                </c:pt>
                <c:pt idx="539">
                  <c:v>0.0929252930829838</c:v>
                </c:pt>
                <c:pt idx="540">
                  <c:v>0.0936330859500783</c:v>
                </c:pt>
                <c:pt idx="541">
                  <c:v>0.0728670177148278</c:v>
                </c:pt>
                <c:pt idx="542">
                  <c:v>0.0499116591357347</c:v>
                </c:pt>
                <c:pt idx="543">
                  <c:v>0.0453784611434912</c:v>
                </c:pt>
                <c:pt idx="544">
                  <c:v>0.0521311809769677</c:v>
                </c:pt>
                <c:pt idx="545">
                  <c:v>0.0706039163516759</c:v>
                </c:pt>
                <c:pt idx="546">
                  <c:v>0.0954617332752261</c:v>
                </c:pt>
                <c:pt idx="547">
                  <c:v>0.0832298584067311</c:v>
                </c:pt>
                <c:pt idx="548">
                  <c:v>0.0538849759330047</c:v>
                </c:pt>
                <c:pt idx="549">
                  <c:v>0.0810472098656179</c:v>
                </c:pt>
                <c:pt idx="550">
                  <c:v>0.106933066851455</c:v>
                </c:pt>
                <c:pt idx="551">
                  <c:v>0.0768271638953282</c:v>
                </c:pt>
                <c:pt idx="552">
                  <c:v>0.0702460446165562</c:v>
                </c:pt>
                <c:pt idx="553">
                  <c:v>0.0481522004284342</c:v>
                </c:pt>
                <c:pt idx="554">
                  <c:v>0.0277867795784704</c:v>
                </c:pt>
                <c:pt idx="555">
                  <c:v>0.0312605537951365</c:v>
                </c:pt>
                <c:pt idx="556">
                  <c:v>0.0203113901294987</c:v>
                </c:pt>
                <c:pt idx="557">
                  <c:v>0.0250087614053275</c:v>
                </c:pt>
                <c:pt idx="558">
                  <c:v>0.0308985848712742</c:v>
                </c:pt>
                <c:pt idx="559">
                  <c:v>0.057178290462468</c:v>
                </c:pt>
                <c:pt idx="560">
                  <c:v>0.0431097698685273</c:v>
                </c:pt>
                <c:pt idx="561">
                  <c:v>0.0377466916226475</c:v>
                </c:pt>
                <c:pt idx="562">
                  <c:v>0.0334982873061452</c:v>
                </c:pt>
                <c:pt idx="563">
                  <c:v>0.0363312025101192</c:v>
                </c:pt>
                <c:pt idx="564">
                  <c:v>0.0279699991122112</c:v>
                </c:pt>
                <c:pt idx="565">
                  <c:v>0.044089464508989</c:v>
                </c:pt>
                <c:pt idx="566">
                  <c:v>0.0547111833736786</c:v>
                </c:pt>
                <c:pt idx="567">
                  <c:v>0.048993806082796</c:v>
                </c:pt>
                <c:pt idx="568">
                  <c:v>0.0520663530899052</c:v>
                </c:pt>
                <c:pt idx="569">
                  <c:v>0.0466516370385831</c:v>
                </c:pt>
                <c:pt idx="570">
                  <c:v>0.0213768975658935</c:v>
                </c:pt>
                <c:pt idx="571">
                  <c:v>0.0208023494685535</c:v>
                </c:pt>
                <c:pt idx="572">
                  <c:v>0.0283757539085772</c:v>
                </c:pt>
                <c:pt idx="573">
                  <c:v>0.0495828984791416</c:v>
                </c:pt>
                <c:pt idx="574">
                  <c:v>0.039834749738532</c:v>
                </c:pt>
                <c:pt idx="575">
                  <c:v>0.0267638462680204</c:v>
                </c:pt>
                <c:pt idx="576">
                  <c:v>0.0414518090819044</c:v>
                </c:pt>
                <c:pt idx="577">
                  <c:v>0.0222162291150613</c:v>
                </c:pt>
                <c:pt idx="578">
                  <c:v>0.0381807006186887</c:v>
                </c:pt>
                <c:pt idx="579">
                  <c:v>0.0414653197637159</c:v>
                </c:pt>
                <c:pt idx="580">
                  <c:v>0.0527101431327187</c:v>
                </c:pt>
                <c:pt idx="581">
                  <c:v>0.0356634073489724</c:v>
                </c:pt>
                <c:pt idx="582">
                  <c:v>0.0385876041980106</c:v>
                </c:pt>
                <c:pt idx="583">
                  <c:v>0.0417552136619407</c:v>
                </c:pt>
                <c:pt idx="584">
                  <c:v>0.0471510545278305</c:v>
                </c:pt>
                <c:pt idx="585">
                  <c:v>0.054215059522499</c:v>
                </c:pt>
                <c:pt idx="586">
                  <c:v>0.043839661522872</c:v>
                </c:pt>
                <c:pt idx="587">
                  <c:v>0.0295241169559865</c:v>
                </c:pt>
                <c:pt idx="588">
                  <c:v>0.0464747660758991</c:v>
                </c:pt>
                <c:pt idx="589">
                  <c:v>0.0444139154636065</c:v>
                </c:pt>
                <c:pt idx="590">
                  <c:v>0.0554784646880477</c:v>
                </c:pt>
                <c:pt idx="591">
                  <c:v>0.0725103592827652</c:v>
                </c:pt>
                <c:pt idx="592">
                  <c:v>0.0773919607052054</c:v>
                </c:pt>
                <c:pt idx="593">
                  <c:v>0.077509597653714</c:v>
                </c:pt>
                <c:pt idx="594">
                  <c:v>0.074838604761473</c:v>
                </c:pt>
                <c:pt idx="595">
                  <c:v>0.0514622540922443</c:v>
                </c:pt>
                <c:pt idx="596">
                  <c:v>0.0432153643089979</c:v>
                </c:pt>
                <c:pt idx="597">
                  <c:v>0.0413629489650465</c:v>
                </c:pt>
                <c:pt idx="598">
                  <c:v>0.0497938203555239</c:v>
                </c:pt>
                <c:pt idx="599">
                  <c:v>0.0973683112158507</c:v>
                </c:pt>
                <c:pt idx="600">
                  <c:v>0.0845521176086482</c:v>
                </c:pt>
                <c:pt idx="601">
                  <c:v>0.0957374819478714</c:v>
                </c:pt>
                <c:pt idx="602">
                  <c:v>0.096700379124451</c:v>
                </c:pt>
                <c:pt idx="603">
                  <c:v>0.0989859024480962</c:v>
                </c:pt>
                <c:pt idx="604">
                  <c:v>0.0723257009345643</c:v>
                </c:pt>
                <c:pt idx="605">
                  <c:v>0.074666862508459</c:v>
                </c:pt>
                <c:pt idx="606">
                  <c:v>0.0779217238547908</c:v>
                </c:pt>
                <c:pt idx="607">
                  <c:v>0.0910608069764845</c:v>
                </c:pt>
                <c:pt idx="608">
                  <c:v>0.0775792844533379</c:v>
                </c:pt>
                <c:pt idx="609">
                  <c:v>0.0940921684103082</c:v>
                </c:pt>
                <c:pt idx="610">
                  <c:v>0.097925386089682</c:v>
                </c:pt>
                <c:pt idx="611">
                  <c:v>0.0785510705572314</c:v>
                </c:pt>
                <c:pt idx="612">
                  <c:v>0.0766835166321433</c:v>
                </c:pt>
                <c:pt idx="613">
                  <c:v>0.0627721102249464</c:v>
                </c:pt>
                <c:pt idx="614">
                  <c:v>0.130027469474089</c:v>
                </c:pt>
                <c:pt idx="615">
                  <c:v>0.0980255654107135</c:v>
                </c:pt>
                <c:pt idx="616">
                  <c:v>0.0926531756040355</c:v>
                </c:pt>
                <c:pt idx="617">
                  <c:v>0.064624535544797</c:v>
                </c:pt>
                <c:pt idx="618">
                  <c:v>0.0540281509976871</c:v>
                </c:pt>
                <c:pt idx="619">
                  <c:v>0.0561885372374572</c:v>
                </c:pt>
                <c:pt idx="620">
                  <c:v>0.0762856916609069</c:v>
                </c:pt>
                <c:pt idx="621">
                  <c:v>0.0793315814916829</c:v>
                </c:pt>
                <c:pt idx="622">
                  <c:v>0.0880130357615363</c:v>
                </c:pt>
                <c:pt idx="623">
                  <c:v>0.0878084636666725</c:v>
                </c:pt>
                <c:pt idx="624">
                  <c:v>0.151600251908776</c:v>
                </c:pt>
                <c:pt idx="625">
                  <c:v>0.162837741001342</c:v>
                </c:pt>
                <c:pt idx="626">
                  <c:v>0.113424772769539</c:v>
                </c:pt>
                <c:pt idx="627">
                  <c:v>0.120515628792256</c:v>
                </c:pt>
                <c:pt idx="628">
                  <c:v>0.123597328714842</c:v>
                </c:pt>
                <c:pt idx="629">
                  <c:v>0.125387447162736</c:v>
                </c:pt>
                <c:pt idx="630">
                  <c:v>0.0996779594292286</c:v>
                </c:pt>
                <c:pt idx="631">
                  <c:v>0.0817527859397201</c:v>
                </c:pt>
                <c:pt idx="632">
                  <c:v>0.069250793404449</c:v>
                </c:pt>
                <c:pt idx="633">
                  <c:v>0.0497373470573975</c:v>
                </c:pt>
                <c:pt idx="634">
                  <c:v>0.0467143991204009</c:v>
                </c:pt>
                <c:pt idx="635">
                  <c:v>0.0734318300015533</c:v>
                </c:pt>
                <c:pt idx="636">
                  <c:v>0.0631776547005379</c:v>
                </c:pt>
                <c:pt idx="637">
                  <c:v>0.044897193547384</c:v>
                </c:pt>
                <c:pt idx="638">
                  <c:v>0.0377986920869533</c:v>
                </c:pt>
                <c:pt idx="639">
                  <c:v>0.0355282212485723</c:v>
                </c:pt>
                <c:pt idx="640">
                  <c:v>0.0435705366812899</c:v>
                </c:pt>
                <c:pt idx="641">
                  <c:v>0.0251186116045373</c:v>
                </c:pt>
                <c:pt idx="642">
                  <c:v>0.0190485147038575</c:v>
                </c:pt>
                <c:pt idx="643">
                  <c:v>0.0186767066082096</c:v>
                </c:pt>
                <c:pt idx="644">
                  <c:v>0.0433769231503871</c:v>
                </c:pt>
                <c:pt idx="645">
                  <c:v>0.0435415506667973</c:v>
                </c:pt>
                <c:pt idx="646">
                  <c:v>0.0367009505679148</c:v>
                </c:pt>
                <c:pt idx="647">
                  <c:v>0.0494892057268184</c:v>
                </c:pt>
                <c:pt idx="648">
                  <c:v>0.0274784721396204</c:v>
                </c:pt>
                <c:pt idx="649">
                  <c:v>0.0608541196258925</c:v>
                </c:pt>
                <c:pt idx="650">
                  <c:v>0.0777793531925953</c:v>
                </c:pt>
                <c:pt idx="651">
                  <c:v>0.0731338328778938</c:v>
                </c:pt>
                <c:pt idx="652">
                  <c:v>0.0719822426566461</c:v>
                </c:pt>
                <c:pt idx="653">
                  <c:v>0.111009984326667</c:v>
                </c:pt>
                <c:pt idx="654">
                  <c:v>0.121891297723389</c:v>
                </c:pt>
                <c:pt idx="655">
                  <c:v>0.0996643902898944</c:v>
                </c:pt>
                <c:pt idx="656">
                  <c:v>0.0862731324834001</c:v>
                </c:pt>
                <c:pt idx="657">
                  <c:v>0.069838417409671</c:v>
                </c:pt>
                <c:pt idx="658">
                  <c:v>0.0598498403992602</c:v>
                </c:pt>
                <c:pt idx="659">
                  <c:v>0.101394734295362</c:v>
                </c:pt>
                <c:pt idx="660">
                  <c:v>0.112494783747062</c:v>
                </c:pt>
                <c:pt idx="661">
                  <c:v>0.099599746962412</c:v>
                </c:pt>
                <c:pt idx="662">
                  <c:v>0.128943329821373</c:v>
                </c:pt>
                <c:pt idx="663">
                  <c:v>0.109267584656846</c:v>
                </c:pt>
                <c:pt idx="664">
                  <c:v>0.115911569363206</c:v>
                </c:pt>
                <c:pt idx="665">
                  <c:v>0.121188005201295</c:v>
                </c:pt>
                <c:pt idx="666">
                  <c:v>0.118017772886089</c:v>
                </c:pt>
                <c:pt idx="667">
                  <c:v>0.10062341560031</c:v>
                </c:pt>
                <c:pt idx="668">
                  <c:v>0.0698768162823801</c:v>
                </c:pt>
                <c:pt idx="669">
                  <c:v>0.0914843295665414</c:v>
                </c:pt>
                <c:pt idx="670">
                  <c:v>0.109934430108794</c:v>
                </c:pt>
                <c:pt idx="671">
                  <c:v>0.0713320460845079</c:v>
                </c:pt>
                <c:pt idx="672">
                  <c:v>0.10703990811236</c:v>
                </c:pt>
                <c:pt idx="673">
                  <c:v>0.145410841846843</c:v>
                </c:pt>
                <c:pt idx="674">
                  <c:v>0.179341875383268</c:v>
                </c:pt>
                <c:pt idx="675">
                  <c:v>0.180269264272988</c:v>
                </c:pt>
                <c:pt idx="676">
                  <c:v>0.214627523689822</c:v>
                </c:pt>
                <c:pt idx="677">
                  <c:v>0.239455913979666</c:v>
                </c:pt>
                <c:pt idx="678">
                  <c:v>0.195114136305425</c:v>
                </c:pt>
                <c:pt idx="679">
                  <c:v>0.10448555076393</c:v>
                </c:pt>
                <c:pt idx="680">
                  <c:v>0.0480342736530018</c:v>
                </c:pt>
                <c:pt idx="681">
                  <c:v>0.0742627774762458</c:v>
                </c:pt>
                <c:pt idx="682">
                  <c:v>0.0396602852231754</c:v>
                </c:pt>
                <c:pt idx="683">
                  <c:v>0.0201953147335653</c:v>
                </c:pt>
                <c:pt idx="684">
                  <c:v>0.0317748927872688</c:v>
                </c:pt>
                <c:pt idx="685">
                  <c:v>0.00510011373697716</c:v>
                </c:pt>
                <c:pt idx="686">
                  <c:v>0.00728526910332766</c:v>
                </c:pt>
                <c:pt idx="687">
                  <c:v>0.00121529955416938</c:v>
                </c:pt>
                <c:pt idx="688">
                  <c:v>-0.0139674596933338</c:v>
                </c:pt>
                <c:pt idx="689">
                  <c:v>-0.000239677185648851</c:v>
                </c:pt>
                <c:pt idx="690">
                  <c:v>0.00189191536267763</c:v>
                </c:pt>
                <c:pt idx="691">
                  <c:v>-0.00987405930650464</c:v>
                </c:pt>
                <c:pt idx="692">
                  <c:v>-0.0127289180477553</c:v>
                </c:pt>
                <c:pt idx="693">
                  <c:v>-0.0300517846471059</c:v>
                </c:pt>
                <c:pt idx="694">
                  <c:v>0.0108636922509412</c:v>
                </c:pt>
                <c:pt idx="695">
                  <c:v>0.00705176839306848</c:v>
                </c:pt>
                <c:pt idx="696">
                  <c:v>0.0204228286184754</c:v>
                </c:pt>
                <c:pt idx="697">
                  <c:v>0.0254262968152605</c:v>
                </c:pt>
                <c:pt idx="698">
                  <c:v>0.0346763611326008</c:v>
                </c:pt>
                <c:pt idx="699">
                  <c:v>0.029207648645197</c:v>
                </c:pt>
                <c:pt idx="700">
                  <c:v>0.0252022355835814</c:v>
                </c:pt>
                <c:pt idx="701">
                  <c:v>0.0429962969005842</c:v>
                </c:pt>
                <c:pt idx="702">
                  <c:v>0.067304671040636</c:v>
                </c:pt>
                <c:pt idx="703">
                  <c:v>0.0627684990264998</c:v>
                </c:pt>
                <c:pt idx="704">
                  <c:v>0.0651711101765142</c:v>
                </c:pt>
                <c:pt idx="705">
                  <c:v>0.0582354913312759</c:v>
                </c:pt>
                <c:pt idx="706">
                  <c:v>0.0552097472485635</c:v>
                </c:pt>
                <c:pt idx="707">
                  <c:v>0.0846135011582932</c:v>
                </c:pt>
                <c:pt idx="708">
                  <c:v>0.0626087267080575</c:v>
                </c:pt>
                <c:pt idx="709">
                  <c:v>0.0698901090275834</c:v>
                </c:pt>
                <c:pt idx="710">
                  <c:v>0.0793073182557551</c:v>
                </c:pt>
                <c:pt idx="711">
                  <c:v>0.073388477435698</c:v>
                </c:pt>
                <c:pt idx="712">
                  <c:v>0.115533839209269</c:v>
                </c:pt>
                <c:pt idx="713">
                  <c:v>0.130699186539602</c:v>
                </c:pt>
                <c:pt idx="714">
                  <c:v>0.184854159015035</c:v>
                </c:pt>
                <c:pt idx="715">
                  <c:v>0.210824136460904</c:v>
                </c:pt>
                <c:pt idx="716">
                  <c:v>0.256272070294849</c:v>
                </c:pt>
                <c:pt idx="717">
                  <c:v>0.229509301082631</c:v>
                </c:pt>
                <c:pt idx="718">
                  <c:v>0.228414432612945</c:v>
                </c:pt>
                <c:pt idx="719">
                  <c:v>0.154376322794795</c:v>
                </c:pt>
                <c:pt idx="720">
                  <c:v>0.0916936078790879</c:v>
                </c:pt>
                <c:pt idx="721">
                  <c:v>0.0805437014953518</c:v>
                </c:pt>
                <c:pt idx="722">
                  <c:v>0.0418000915531481</c:v>
                </c:pt>
                <c:pt idx="723">
                  <c:v>0.0653126776774997</c:v>
                </c:pt>
                <c:pt idx="724">
                  <c:v>0.0537628172920125</c:v>
                </c:pt>
                <c:pt idx="725">
                  <c:v>0.0467697083496724</c:v>
                </c:pt>
                <c:pt idx="726">
                  <c:v>0.0553650484516769</c:v>
                </c:pt>
                <c:pt idx="727">
                  <c:v>0.120728884816094</c:v>
                </c:pt>
                <c:pt idx="728">
                  <c:v>0.149617052615863</c:v>
                </c:pt>
                <c:pt idx="729">
                  <c:v>0.0994267483823198</c:v>
                </c:pt>
                <c:pt idx="730">
                  <c:v>0.100823622083463</c:v>
                </c:pt>
                <c:pt idx="731">
                  <c:v>0.0571266717967662</c:v>
                </c:pt>
                <c:pt idx="732">
                  <c:v>0.0611349403767348</c:v>
                </c:pt>
                <c:pt idx="733">
                  <c:v>0.0677948842595684</c:v>
                </c:pt>
                <c:pt idx="734">
                  <c:v>0.0836816342690154</c:v>
                </c:pt>
                <c:pt idx="735">
                  <c:v>0.105437352957031</c:v>
                </c:pt>
                <c:pt idx="736">
                  <c:v>0.136171028244766</c:v>
                </c:pt>
                <c:pt idx="737">
                  <c:v>0.131164266337112</c:v>
                </c:pt>
                <c:pt idx="738">
                  <c:v>0.0995884025649895</c:v>
                </c:pt>
                <c:pt idx="739">
                  <c:v>0.0721356832365667</c:v>
                </c:pt>
                <c:pt idx="740">
                  <c:v>0.0283798268535773</c:v>
                </c:pt>
                <c:pt idx="741">
                  <c:v>0.0254556830139067</c:v>
                </c:pt>
                <c:pt idx="742">
                  <c:v>0.0252965978234617</c:v>
                </c:pt>
                <c:pt idx="743">
                  <c:v>0.0411805387587835</c:v>
                </c:pt>
                <c:pt idx="744">
                  <c:v>0.0741672311052533</c:v>
                </c:pt>
                <c:pt idx="745">
                  <c:v>0.0558736682047399</c:v>
                </c:pt>
                <c:pt idx="746">
                  <c:v>0.0878196497562288</c:v>
                </c:pt>
                <c:pt idx="747">
                  <c:v>0.0755051652543025</c:v>
                </c:pt>
                <c:pt idx="748">
                  <c:v>0.0456365566432634</c:v>
                </c:pt>
                <c:pt idx="749">
                  <c:v>0.049164170492884</c:v>
                </c:pt>
                <c:pt idx="750">
                  <c:v>0.0336758566532345</c:v>
                </c:pt>
                <c:pt idx="751">
                  <c:v>0.0360482455941359</c:v>
                </c:pt>
                <c:pt idx="752">
                  <c:v>0.0706229226520157</c:v>
                </c:pt>
                <c:pt idx="753">
                  <c:v>0.0439011190759296</c:v>
                </c:pt>
                <c:pt idx="754">
                  <c:v>0.0451385606681908</c:v>
                </c:pt>
                <c:pt idx="755">
                  <c:v>0.0188910415407225</c:v>
                </c:pt>
                <c:pt idx="756">
                  <c:v>0.0138622024869259</c:v>
                </c:pt>
                <c:pt idx="757">
                  <c:v>0.00452414222659416</c:v>
                </c:pt>
                <c:pt idx="758">
                  <c:v>0.00619656851994654</c:v>
                </c:pt>
                <c:pt idx="759">
                  <c:v>0.00469555780540512</c:v>
                </c:pt>
                <c:pt idx="760">
                  <c:v>-0.000343407080237778</c:v>
                </c:pt>
                <c:pt idx="761">
                  <c:v>0.0188907657999097</c:v>
                </c:pt>
                <c:pt idx="762">
                  <c:v>0.00325007241454486</c:v>
                </c:pt>
                <c:pt idx="763">
                  <c:v>0.00673592723805446</c:v>
                </c:pt>
                <c:pt idx="764">
                  <c:v>0.0120357728021555</c:v>
                </c:pt>
                <c:pt idx="765">
                  <c:v>0.00769855589400461</c:v>
                </c:pt>
                <c:pt idx="766">
                  <c:v>0.00743306148373917</c:v>
                </c:pt>
                <c:pt idx="767">
                  <c:v>0.0177067462567006</c:v>
                </c:pt>
                <c:pt idx="768">
                  <c:v>0.0223924303277452</c:v>
                </c:pt>
                <c:pt idx="769">
                  <c:v>0.0188042341517498</c:v>
                </c:pt>
                <c:pt idx="770">
                  <c:v>0.0551316968652944</c:v>
                </c:pt>
                <c:pt idx="771">
                  <c:v>0.0580447039098369</c:v>
                </c:pt>
                <c:pt idx="772">
                  <c:v>0.0568855784707325</c:v>
                </c:pt>
                <c:pt idx="773">
                  <c:v>0.0633151879707616</c:v>
                </c:pt>
                <c:pt idx="774">
                  <c:v>0.0489621868234359</c:v>
                </c:pt>
                <c:pt idx="775">
                  <c:v>0.050381415656202</c:v>
                </c:pt>
                <c:pt idx="776">
                  <c:v>0.0507408495297368</c:v>
                </c:pt>
                <c:pt idx="777">
                  <c:v>0.0710859139077023</c:v>
                </c:pt>
                <c:pt idx="778">
                  <c:v>0.056840319464191</c:v>
                </c:pt>
                <c:pt idx="779">
                  <c:v>0.0451326685581107</c:v>
                </c:pt>
                <c:pt idx="780">
                  <c:v>0.0161029552130019</c:v>
                </c:pt>
                <c:pt idx="781">
                  <c:v>0.0240099695143348</c:v>
                </c:pt>
                <c:pt idx="782">
                  <c:v>0.0315364278540721</c:v>
                </c:pt>
                <c:pt idx="783">
                  <c:v>0.0573683013043169</c:v>
                </c:pt>
                <c:pt idx="784">
                  <c:v>0.0727139417510291</c:v>
                </c:pt>
                <c:pt idx="785">
                  <c:v>0.0809116375874324</c:v>
                </c:pt>
                <c:pt idx="786">
                  <c:v>0.0570306415637995</c:v>
                </c:pt>
                <c:pt idx="787">
                  <c:v>0.0654292065218344</c:v>
                </c:pt>
                <c:pt idx="788">
                  <c:v>0.0567489150606013</c:v>
                </c:pt>
                <c:pt idx="789">
                  <c:v>0.0412658698047037</c:v>
                </c:pt>
                <c:pt idx="790">
                  <c:v>0.0400617162953779</c:v>
                </c:pt>
                <c:pt idx="791">
                  <c:v>0.0379242159379219</c:v>
                </c:pt>
                <c:pt idx="792">
                  <c:v>0.0341653148123741</c:v>
                </c:pt>
                <c:pt idx="793">
                  <c:v>0.0204301382274565</c:v>
                </c:pt>
                <c:pt idx="794">
                  <c:v>0.00857818238992091</c:v>
                </c:pt>
                <c:pt idx="795">
                  <c:v>0.0167998663324651</c:v>
                </c:pt>
                <c:pt idx="796">
                  <c:v>0.0161797764243107</c:v>
                </c:pt>
                <c:pt idx="797">
                  <c:v>0.00463997070686811</c:v>
                </c:pt>
                <c:pt idx="798">
                  <c:v>0.00481319296363774</c:v>
                </c:pt>
                <c:pt idx="799">
                  <c:v>0.0261635580378236</c:v>
                </c:pt>
                <c:pt idx="800">
                  <c:v>0.0226771834730281</c:v>
                </c:pt>
                <c:pt idx="801">
                  <c:v>0.0237187492530327</c:v>
                </c:pt>
                <c:pt idx="802">
                  <c:v>0.0299544621775646</c:v>
                </c:pt>
                <c:pt idx="803">
                  <c:v>0.0271736716695517</c:v>
                </c:pt>
                <c:pt idx="804">
                  <c:v>0.0213719528953604</c:v>
                </c:pt>
                <c:pt idx="805">
                  <c:v>0.0426328570206548</c:v>
                </c:pt>
                <c:pt idx="806">
                  <c:v>0.0421828012297868</c:v>
                </c:pt>
                <c:pt idx="807">
                  <c:v>0.051672090656864</c:v>
                </c:pt>
                <c:pt idx="808">
                  <c:v>0.0846323682691154</c:v>
                </c:pt>
                <c:pt idx="809">
                  <c:v>0.0465489595217319</c:v>
                </c:pt>
                <c:pt idx="810">
                  <c:v>0.0519961250007058</c:v>
                </c:pt>
                <c:pt idx="811">
                  <c:v>0.0641304641695825</c:v>
                </c:pt>
                <c:pt idx="812">
                  <c:v>0.0801648808560726</c:v>
                </c:pt>
                <c:pt idx="813">
                  <c:v>0.0955606642237847</c:v>
                </c:pt>
                <c:pt idx="814">
                  <c:v>0.0552743114810624</c:v>
                </c:pt>
                <c:pt idx="815">
                  <c:v>0.0504121257434777</c:v>
                </c:pt>
                <c:pt idx="816">
                  <c:v>0.0649986491376974</c:v>
                </c:pt>
                <c:pt idx="817">
                  <c:v>0.0697314939602541</c:v>
                </c:pt>
                <c:pt idx="818">
                  <c:v>0.0441192602574851</c:v>
                </c:pt>
                <c:pt idx="819">
                  <c:v>0.0417690021426174</c:v>
                </c:pt>
                <c:pt idx="820">
                  <c:v>0.0434532853046409</c:v>
                </c:pt>
                <c:pt idx="821">
                  <c:v>0.0464096629362873</c:v>
                </c:pt>
                <c:pt idx="822">
                  <c:v>0.0389955452030029</c:v>
                </c:pt>
                <c:pt idx="823">
                  <c:v>0.0338293522934323</c:v>
                </c:pt>
                <c:pt idx="824">
                  <c:v>0.0488723813489146</c:v>
                </c:pt>
                <c:pt idx="825">
                  <c:v>0.0608555811560899</c:v>
                </c:pt>
                <c:pt idx="826">
                  <c:v>0.0465683432850557</c:v>
                </c:pt>
                <c:pt idx="827">
                  <c:v>0.052927224197011</c:v>
                </c:pt>
                <c:pt idx="828">
                  <c:v>0.0720766859062876</c:v>
                </c:pt>
                <c:pt idx="829">
                  <c:v>0.065906831378088</c:v>
                </c:pt>
                <c:pt idx="830">
                  <c:v>0.0707021255994832</c:v>
                </c:pt>
                <c:pt idx="831">
                  <c:v>0.0638728245591323</c:v>
                </c:pt>
                <c:pt idx="832">
                  <c:v>0.0895951153902082</c:v>
                </c:pt>
                <c:pt idx="833">
                  <c:v>0.0744878541446069</c:v>
                </c:pt>
                <c:pt idx="834">
                  <c:v>0.0835581927433587</c:v>
                </c:pt>
                <c:pt idx="835">
                  <c:v>0.0768374857376496</c:v>
                </c:pt>
                <c:pt idx="836">
                  <c:v>0.0560675168400287</c:v>
                </c:pt>
                <c:pt idx="837">
                  <c:v>0.0520138119206274</c:v>
                </c:pt>
                <c:pt idx="838">
                  <c:v>0.0712484081222717</c:v>
                </c:pt>
                <c:pt idx="839">
                  <c:v>0.0888290728722728</c:v>
                </c:pt>
                <c:pt idx="840">
                  <c:v>0.090247184897078</c:v>
                </c:pt>
                <c:pt idx="841">
                  <c:v>0.0891941348638113</c:v>
                </c:pt>
                <c:pt idx="842">
                  <c:v>0.0653515366852426</c:v>
                </c:pt>
                <c:pt idx="843">
                  <c:v>0.0713799455503747</c:v>
                </c:pt>
                <c:pt idx="844">
                  <c:v>0.0681837892728797</c:v>
                </c:pt>
                <c:pt idx="845">
                  <c:v>0.0573224084745021</c:v>
                </c:pt>
                <c:pt idx="846">
                  <c:v>0.0897724095575355</c:v>
                </c:pt>
                <c:pt idx="847">
                  <c:v>0.103915565294334</c:v>
                </c:pt>
                <c:pt idx="848">
                  <c:v>0.128053292006575</c:v>
                </c:pt>
                <c:pt idx="849">
                  <c:v>0.193038720833858</c:v>
                </c:pt>
                <c:pt idx="850">
                  <c:v>0.195279655956625</c:v>
                </c:pt>
                <c:pt idx="851">
                  <c:v>0.142961412382603</c:v>
                </c:pt>
                <c:pt idx="852">
                  <c:v>0.128315185175533</c:v>
                </c:pt>
                <c:pt idx="853">
                  <c:v>0.0897824104683881</c:v>
                </c:pt>
                <c:pt idx="854">
                  <c:v>0.120202950644537</c:v>
                </c:pt>
                <c:pt idx="855">
                  <c:v>0.13459251824215</c:v>
                </c:pt>
                <c:pt idx="856">
                  <c:v>0.0980438851935387</c:v>
                </c:pt>
                <c:pt idx="857">
                  <c:v>0.0470629625739346</c:v>
                </c:pt>
                <c:pt idx="858">
                  <c:v>0.0261131209237184</c:v>
                </c:pt>
                <c:pt idx="859">
                  <c:v>0.035462985106582</c:v>
                </c:pt>
                <c:pt idx="860">
                  <c:v>0.0122424870279874</c:v>
                </c:pt>
                <c:pt idx="861">
                  <c:v>0.00115901849100151</c:v>
                </c:pt>
                <c:pt idx="862">
                  <c:v>0.0191700167169725</c:v>
                </c:pt>
                <c:pt idx="863">
                  <c:v>0.0236198366672232</c:v>
                </c:pt>
                <c:pt idx="864">
                  <c:v>0.0242831418486063</c:v>
                </c:pt>
                <c:pt idx="865">
                  <c:v>0.0432075807068661</c:v>
                </c:pt>
                <c:pt idx="866">
                  <c:v>0.0581503864213341</c:v>
                </c:pt>
                <c:pt idx="867">
                  <c:v>0.0832678349254974</c:v>
                </c:pt>
                <c:pt idx="868">
                  <c:v>0.0486144537889103</c:v>
                </c:pt>
                <c:pt idx="869">
                  <c:v>0.0284175214762446</c:v>
                </c:pt>
                <c:pt idx="870">
                  <c:v>0.0218717579815656</c:v>
                </c:pt>
                <c:pt idx="871">
                  <c:v>0.0169353198802507</c:v>
                </c:pt>
                <c:pt idx="872">
                  <c:v>0.0280513690625481</c:v>
                </c:pt>
                <c:pt idx="873">
                  <c:v>0.0291901645715909</c:v>
                </c:pt>
                <c:pt idx="874">
                  <c:v>0.020580350793931</c:v>
                </c:pt>
                <c:pt idx="875">
                  <c:v>0.0449130333779001</c:v>
                </c:pt>
                <c:pt idx="876">
                  <c:v>0.0423493656035873</c:v>
                </c:pt>
                <c:pt idx="877">
                  <c:v>0.0212522000244986</c:v>
                </c:pt>
                <c:pt idx="878">
                  <c:v>0.0528025305890464</c:v>
                </c:pt>
                <c:pt idx="879">
                  <c:v>0.0580104493648706</c:v>
                </c:pt>
                <c:pt idx="880">
                  <c:v>0.0586231109113529</c:v>
                </c:pt>
                <c:pt idx="881">
                  <c:v>0.0470685883177753</c:v>
                </c:pt>
                <c:pt idx="882">
                  <c:v>0.0305089015534216</c:v>
                </c:pt>
                <c:pt idx="883">
                  <c:v>0.0354918899113013</c:v>
                </c:pt>
                <c:pt idx="884">
                  <c:v>0.0596030090760414</c:v>
                </c:pt>
                <c:pt idx="885">
                  <c:v>0.111359045346658</c:v>
                </c:pt>
                <c:pt idx="886">
                  <c:v>0.309128676976251</c:v>
                </c:pt>
                <c:pt idx="887">
                  <c:v>0.497796100452659</c:v>
                </c:pt>
                <c:pt idx="888">
                  <c:v>0.431736574042835</c:v>
                </c:pt>
                <c:pt idx="889">
                  <c:v>0.259660307311515</c:v>
                </c:pt>
                <c:pt idx="890">
                  <c:v>0.161064388420495</c:v>
                </c:pt>
                <c:pt idx="891">
                  <c:v>0.158734960995688</c:v>
                </c:pt>
                <c:pt idx="892">
                  <c:v>0.136708943988424</c:v>
                </c:pt>
                <c:pt idx="893">
                  <c:v>0.161619943360957</c:v>
                </c:pt>
                <c:pt idx="894">
                  <c:v>0.0640776678346161</c:v>
                </c:pt>
                <c:pt idx="895">
                  <c:v>0.0409790135132516</c:v>
                </c:pt>
                <c:pt idx="896">
                  <c:v>0.0975613556780852</c:v>
                </c:pt>
                <c:pt idx="897">
                  <c:v>0.0458677617393493</c:v>
                </c:pt>
                <c:pt idx="898">
                  <c:v>0.0695198827323183</c:v>
                </c:pt>
                <c:pt idx="899">
                  <c:v>0.0569078099818222</c:v>
                </c:pt>
                <c:pt idx="900">
                  <c:v>0.0392863026495972</c:v>
                </c:pt>
                <c:pt idx="901">
                  <c:v>0.0281038848035334</c:v>
                </c:pt>
                <c:pt idx="902">
                  <c:v>0.011589960493784</c:v>
                </c:pt>
                <c:pt idx="903">
                  <c:v>0.0140584013380559</c:v>
                </c:pt>
                <c:pt idx="904">
                  <c:v>0.00778760643975379</c:v>
                </c:pt>
                <c:pt idx="905">
                  <c:v>0.0108859847977192</c:v>
                </c:pt>
                <c:pt idx="906">
                  <c:v>-0.031095761721985</c:v>
                </c:pt>
                <c:pt idx="907">
                  <c:v>-0.0138850408317509</c:v>
                </c:pt>
                <c:pt idx="908">
                  <c:v>-0.0166432485248875</c:v>
                </c:pt>
                <c:pt idx="909">
                  <c:v>0.0065673500508348</c:v>
                </c:pt>
                <c:pt idx="910">
                  <c:v>-0.00476264888430305</c:v>
                </c:pt>
                <c:pt idx="911">
                  <c:v>0.0510811101601406</c:v>
                </c:pt>
                <c:pt idx="912">
                  <c:v>0.0370529676390429</c:v>
                </c:pt>
                <c:pt idx="913">
                  <c:v>0.000263221699755955</c:v>
                </c:pt>
                <c:pt idx="914">
                  <c:v>-0.0321071782435811</c:v>
                </c:pt>
                <c:pt idx="915">
                  <c:v>-0.0571285738585815</c:v>
                </c:pt>
                <c:pt idx="916">
                  <c:v>-0.0442456469651019</c:v>
                </c:pt>
                <c:pt idx="917">
                  <c:v>-0.0208744289379419</c:v>
                </c:pt>
                <c:pt idx="918">
                  <c:v>-0.0275025578512451</c:v>
                </c:pt>
                <c:pt idx="919">
                  <c:v>-0.0134676900804344</c:v>
                </c:pt>
                <c:pt idx="920">
                  <c:v>-0.0116086811169859</c:v>
                </c:pt>
                <c:pt idx="921">
                  <c:v>-0.0237291003532396</c:v>
                </c:pt>
                <c:pt idx="922">
                  <c:v>-0.0100326705636061</c:v>
                </c:pt>
                <c:pt idx="923">
                  <c:v>0.0170585371821511</c:v>
                </c:pt>
                <c:pt idx="924">
                  <c:v>-0.0121064717625805</c:v>
                </c:pt>
                <c:pt idx="925">
                  <c:v>-0.0320220169219928</c:v>
                </c:pt>
                <c:pt idx="926">
                  <c:v>-0.00412142340770246</c:v>
                </c:pt>
                <c:pt idx="927">
                  <c:v>0.0137032331818615</c:v>
                </c:pt>
                <c:pt idx="928">
                  <c:v>0.0368657967700183</c:v>
                </c:pt>
                <c:pt idx="929">
                  <c:v>0.010320754068159</c:v>
                </c:pt>
                <c:pt idx="930">
                  <c:v>-0.00549556534657819</c:v>
                </c:pt>
                <c:pt idx="931">
                  <c:v>0.0172987712103465</c:v>
                </c:pt>
                <c:pt idx="932">
                  <c:v>0.0346646229527347</c:v>
                </c:pt>
                <c:pt idx="933">
                  <c:v>0.014042311328677</c:v>
                </c:pt>
                <c:pt idx="934">
                  <c:v>0.0174319367750911</c:v>
                </c:pt>
                <c:pt idx="935">
                  <c:v>0.0235561408051026</c:v>
                </c:pt>
                <c:pt idx="936">
                  <c:v>0.00550304750939423</c:v>
                </c:pt>
                <c:pt idx="937">
                  <c:v>0.0120040809560765</c:v>
                </c:pt>
                <c:pt idx="938">
                  <c:v>0.0325316750429431</c:v>
                </c:pt>
                <c:pt idx="939">
                  <c:v>0.0295432912837901</c:v>
                </c:pt>
                <c:pt idx="940">
                  <c:v>0.0071517519892201</c:v>
                </c:pt>
                <c:pt idx="941">
                  <c:v>0.0796726421229588</c:v>
                </c:pt>
                <c:pt idx="942">
                  <c:v>0.0746387334816042</c:v>
                </c:pt>
                <c:pt idx="943">
                  <c:v>0.0857586327807514</c:v>
                </c:pt>
                <c:pt idx="944">
                  <c:v>0.108504060552128</c:v>
                </c:pt>
                <c:pt idx="945">
                  <c:v>0.144432287507071</c:v>
                </c:pt>
                <c:pt idx="946">
                  <c:v>0.109203280935863</c:v>
                </c:pt>
                <c:pt idx="947">
                  <c:v>0.109856507420838</c:v>
                </c:pt>
                <c:pt idx="948">
                  <c:v>0.0693922382599805</c:v>
                </c:pt>
                <c:pt idx="949">
                  <c:v>0.0710959102221839</c:v>
                </c:pt>
                <c:pt idx="950">
                  <c:v>0.0813978187090431</c:v>
                </c:pt>
                <c:pt idx="951">
                  <c:v>0.0728402764722012</c:v>
                </c:pt>
                <c:pt idx="952">
                  <c:v>0.0730688658046108</c:v>
                </c:pt>
                <c:pt idx="953">
                  <c:v>0.0787681424402625</c:v>
                </c:pt>
                <c:pt idx="954">
                  <c:v>0.0752461702113159</c:v>
                </c:pt>
                <c:pt idx="955">
                  <c:v>0.0448334251019098</c:v>
                </c:pt>
                <c:pt idx="956">
                  <c:v>0.0630715977935756</c:v>
                </c:pt>
                <c:pt idx="957">
                  <c:v>0.0953116783347396</c:v>
                </c:pt>
                <c:pt idx="958">
                  <c:v>0.0261564280349481</c:v>
                </c:pt>
                <c:pt idx="959">
                  <c:v>0.0698157373256465</c:v>
                </c:pt>
                <c:pt idx="960">
                  <c:v>0.0819770846697944</c:v>
                </c:pt>
                <c:pt idx="961">
                  <c:v>0.108308364477683</c:v>
                </c:pt>
                <c:pt idx="962">
                  <c:v>0.124094840162955</c:v>
                </c:pt>
                <c:pt idx="963">
                  <c:v>0.190209800692278</c:v>
                </c:pt>
                <c:pt idx="964">
                  <c:v>0.172531198047006</c:v>
                </c:pt>
                <c:pt idx="965">
                  <c:v>0.131079504261612</c:v>
                </c:pt>
                <c:pt idx="966">
                  <c:v>0.0903655503690045</c:v>
                </c:pt>
                <c:pt idx="967">
                  <c:v>0.0852292759936125</c:v>
                </c:pt>
                <c:pt idx="968">
                  <c:v>0.0951380317917049</c:v>
                </c:pt>
                <c:pt idx="969">
                  <c:v>0.0580680717529231</c:v>
                </c:pt>
                <c:pt idx="970">
                  <c:v>0.0303376309116477</c:v>
                </c:pt>
                <c:pt idx="971">
                  <c:v>0.0258008291859669</c:v>
                </c:pt>
                <c:pt idx="972">
                  <c:v>0.0295910661983769</c:v>
                </c:pt>
                <c:pt idx="973">
                  <c:v>0.0204521015251605</c:v>
                </c:pt>
                <c:pt idx="974">
                  <c:v>0.0392626486939666</c:v>
                </c:pt>
                <c:pt idx="975">
                  <c:v>0.0585207280714004</c:v>
                </c:pt>
                <c:pt idx="976">
                  <c:v>0.0932157597507042</c:v>
                </c:pt>
                <c:pt idx="977">
                  <c:v>0.0730644414251902</c:v>
                </c:pt>
                <c:pt idx="978">
                  <c:v>0.0796212937981844</c:v>
                </c:pt>
                <c:pt idx="979">
                  <c:v>0.115152300524784</c:v>
                </c:pt>
                <c:pt idx="980">
                  <c:v>0.154379917268234</c:v>
                </c:pt>
                <c:pt idx="981">
                  <c:v>0.116569110476019</c:v>
                </c:pt>
                <c:pt idx="982">
                  <c:v>0.0709743056459138</c:v>
                </c:pt>
                <c:pt idx="983">
                  <c:v>0.111275668962211</c:v>
                </c:pt>
                <c:pt idx="984">
                  <c:v>0.107925209789626</c:v>
                </c:pt>
                <c:pt idx="985">
                  <c:v>0.171998655115492</c:v>
                </c:pt>
                <c:pt idx="986">
                  <c:v>0.163286013133767</c:v>
                </c:pt>
                <c:pt idx="987">
                  <c:v>0.183556551188921</c:v>
                </c:pt>
                <c:pt idx="988">
                  <c:v>0.162487710490846</c:v>
                </c:pt>
                <c:pt idx="989">
                  <c:v>0.0715481118333029</c:v>
                </c:pt>
                <c:pt idx="990">
                  <c:v>0.0879249327384844</c:v>
                </c:pt>
                <c:pt idx="991">
                  <c:v>0.0597377296660603</c:v>
                </c:pt>
                <c:pt idx="992">
                  <c:v>0.0684841534901558</c:v>
                </c:pt>
                <c:pt idx="993">
                  <c:v>0.048821077548755</c:v>
                </c:pt>
                <c:pt idx="994">
                  <c:v>-0.00109012746817663</c:v>
                </c:pt>
                <c:pt idx="995">
                  <c:v>0.00925153241102258</c:v>
                </c:pt>
                <c:pt idx="996">
                  <c:v>0.023544311490579</c:v>
                </c:pt>
                <c:pt idx="997">
                  <c:v>0.0338943412820556</c:v>
                </c:pt>
                <c:pt idx="998">
                  <c:v>0.0396864053903582</c:v>
                </c:pt>
                <c:pt idx="999">
                  <c:v>0.051344151857218</c:v>
                </c:pt>
                <c:pt idx="1000">
                  <c:v>0.092504730552729</c:v>
                </c:pt>
                <c:pt idx="1001">
                  <c:v>0.106213594601109</c:v>
                </c:pt>
                <c:pt idx="1002">
                  <c:v>0.105520088920417</c:v>
                </c:pt>
                <c:pt idx="1003">
                  <c:v>0.13662506062286</c:v>
                </c:pt>
                <c:pt idx="1004">
                  <c:v>0.0855679170294439</c:v>
                </c:pt>
                <c:pt idx="1005">
                  <c:v>0.033484405657787</c:v>
                </c:pt>
                <c:pt idx="1006">
                  <c:v>0.00520187806181085</c:v>
                </c:pt>
                <c:pt idx="1007">
                  <c:v>0.00358769888236207</c:v>
                </c:pt>
                <c:pt idx="1008">
                  <c:v>-0.0169213578271944</c:v>
                </c:pt>
                <c:pt idx="1009">
                  <c:v>-0.0304350223014808</c:v>
                </c:pt>
                <c:pt idx="1010">
                  <c:v>0.0122371960975366</c:v>
                </c:pt>
                <c:pt idx="1011">
                  <c:v>0.00705675493460022</c:v>
                </c:pt>
                <c:pt idx="1012">
                  <c:v>-0.00443101953344271</c:v>
                </c:pt>
                <c:pt idx="1013">
                  <c:v>0.0050985543598028</c:v>
                </c:pt>
                <c:pt idx="1014">
                  <c:v>0.0182413972618302</c:v>
                </c:pt>
                <c:pt idx="1015">
                  <c:v>-0.0144792520955492</c:v>
                </c:pt>
                <c:pt idx="1016">
                  <c:v>-0.0347493203456877</c:v>
                </c:pt>
                <c:pt idx="1017">
                  <c:v>-0.0227756660578584</c:v>
                </c:pt>
                <c:pt idx="1018">
                  <c:v>-0.0233780296236546</c:v>
                </c:pt>
                <c:pt idx="1019">
                  <c:v>0.00509778290784157</c:v>
                </c:pt>
                <c:pt idx="1020">
                  <c:v>0.0239115273263602</c:v>
                </c:pt>
                <c:pt idx="1021">
                  <c:v>0.0251570502714852</c:v>
                </c:pt>
                <c:pt idx="1022">
                  <c:v>0.0351125989990192</c:v>
                </c:pt>
                <c:pt idx="1023">
                  <c:v>0.00482149534243339</c:v>
                </c:pt>
                <c:pt idx="1024">
                  <c:v>0.00762144817881385</c:v>
                </c:pt>
                <c:pt idx="1025">
                  <c:v>0.0133140201137632</c:v>
                </c:pt>
                <c:pt idx="1026">
                  <c:v>0.00216997843362742</c:v>
                </c:pt>
                <c:pt idx="1027">
                  <c:v>0.0035228651376182</c:v>
                </c:pt>
                <c:pt idx="1028">
                  <c:v>-0.00766376114923017</c:v>
                </c:pt>
                <c:pt idx="1029">
                  <c:v>-0.000700929523009624</c:v>
                </c:pt>
                <c:pt idx="1030">
                  <c:v>0.0125161230110288</c:v>
                </c:pt>
                <c:pt idx="1031">
                  <c:v>0.0211051183979243</c:v>
                </c:pt>
                <c:pt idx="1032">
                  <c:v>0.0154899010130769</c:v>
                </c:pt>
                <c:pt idx="1033">
                  <c:v>0.0021618505487442</c:v>
                </c:pt>
                <c:pt idx="1034">
                  <c:v>0.00110483002024236</c:v>
                </c:pt>
                <c:pt idx="1035">
                  <c:v>0.0184068384862321</c:v>
                </c:pt>
                <c:pt idx="1036">
                  <c:v>0.00684902808527373</c:v>
                </c:pt>
                <c:pt idx="1037">
                  <c:v>0.0193030885240799</c:v>
                </c:pt>
                <c:pt idx="1038">
                  <c:v>0.0400481403434063</c:v>
                </c:pt>
                <c:pt idx="1039">
                  <c:v>0.0224609339568701</c:v>
                </c:pt>
                <c:pt idx="1040">
                  <c:v>0.0618932744595653</c:v>
                </c:pt>
                <c:pt idx="1041">
                  <c:v>0.0609874381852932</c:v>
                </c:pt>
                <c:pt idx="1042">
                  <c:v>0.0485148281986572</c:v>
                </c:pt>
                <c:pt idx="1043">
                  <c:v>0.0351967455155719</c:v>
                </c:pt>
                <c:pt idx="1044">
                  <c:v>0.0328867473170558</c:v>
                </c:pt>
                <c:pt idx="1045">
                  <c:v>0.0366780376789365</c:v>
                </c:pt>
                <c:pt idx="1046">
                  <c:v>0.0375265722083785</c:v>
                </c:pt>
                <c:pt idx="1047">
                  <c:v>0.0426134480111206</c:v>
                </c:pt>
                <c:pt idx="1048">
                  <c:v>0.0359467848123988</c:v>
                </c:pt>
                <c:pt idx="1049">
                  <c:v>0.0419477057491058</c:v>
                </c:pt>
                <c:pt idx="1050">
                  <c:v>0.0557924562462407</c:v>
                </c:pt>
                <c:pt idx="1051">
                  <c:v>0.0368687801316345</c:v>
                </c:pt>
                <c:pt idx="1052">
                  <c:v>0.0581635397752077</c:v>
                </c:pt>
                <c:pt idx="1053">
                  <c:v>0.0574484887279296</c:v>
                </c:pt>
                <c:pt idx="1054">
                  <c:v>0.0504296691930532</c:v>
                </c:pt>
                <c:pt idx="1055">
                  <c:v>0.0785340354694162</c:v>
                </c:pt>
                <c:pt idx="1056">
                  <c:v>0.0900032484137294</c:v>
                </c:pt>
                <c:pt idx="1057">
                  <c:v>0.0640923951751094</c:v>
                </c:pt>
                <c:pt idx="1058">
                  <c:v>0.06886945715015</c:v>
                </c:pt>
                <c:pt idx="1059">
                  <c:v>0.0726468036027441</c:v>
                </c:pt>
                <c:pt idx="1060">
                  <c:v>0.0774205201733009</c:v>
                </c:pt>
                <c:pt idx="1061">
                  <c:v>0.0577924827166101</c:v>
                </c:pt>
                <c:pt idx="1062">
                  <c:v>0.0600149700930951</c:v>
                </c:pt>
                <c:pt idx="1063">
                  <c:v>0.0384876761687527</c:v>
                </c:pt>
                <c:pt idx="1064">
                  <c:v>0.0554678791979652</c:v>
                </c:pt>
                <c:pt idx="1065">
                  <c:v>0.0579002755736437</c:v>
                </c:pt>
                <c:pt idx="1066">
                  <c:v>0.0688065627102311</c:v>
                </c:pt>
                <c:pt idx="1067">
                  <c:v>0.045919679631471</c:v>
                </c:pt>
                <c:pt idx="1068">
                  <c:v>0.0644112902302209</c:v>
                </c:pt>
                <c:pt idx="1069">
                  <c:v>0.079693793722333</c:v>
                </c:pt>
                <c:pt idx="1070">
                  <c:v>0.0825137437072831</c:v>
                </c:pt>
                <c:pt idx="1071">
                  <c:v>0.0502585597183628</c:v>
                </c:pt>
                <c:pt idx="1072">
                  <c:v>0.0503123483056225</c:v>
                </c:pt>
                <c:pt idx="1073">
                  <c:v>0.0376130889507829</c:v>
                </c:pt>
                <c:pt idx="1074">
                  <c:v>0.0442319668034078</c:v>
                </c:pt>
                <c:pt idx="1075">
                  <c:v>0.0419382847793958</c:v>
                </c:pt>
                <c:pt idx="1076">
                  <c:v>0.0354056263042984</c:v>
                </c:pt>
                <c:pt idx="1077">
                  <c:v>0.035073578304187</c:v>
                </c:pt>
                <c:pt idx="1078">
                  <c:v>0.035598589539475</c:v>
                </c:pt>
                <c:pt idx="1079">
                  <c:v>0.0287137604229371</c:v>
                </c:pt>
                <c:pt idx="1080">
                  <c:v>0.0134801368974352</c:v>
                </c:pt>
                <c:pt idx="1081">
                  <c:v>0.0264894884116863</c:v>
                </c:pt>
                <c:pt idx="1082">
                  <c:v>0.0265706573863117</c:v>
                </c:pt>
                <c:pt idx="1083">
                  <c:v>0.0151925612093774</c:v>
                </c:pt>
                <c:pt idx="1084">
                  <c:v>0.0527625063520904</c:v>
                </c:pt>
                <c:pt idx="1085">
                  <c:v>0.0927507473740161</c:v>
                </c:pt>
                <c:pt idx="1086">
                  <c:v>0.135274617508119</c:v>
                </c:pt>
                <c:pt idx="1087">
                  <c:v>0.135662584321431</c:v>
                </c:pt>
                <c:pt idx="1088">
                  <c:v>0.123125382034713</c:v>
                </c:pt>
                <c:pt idx="1089">
                  <c:v>0.176686156399045</c:v>
                </c:pt>
                <c:pt idx="1090">
                  <c:v>0.181695100465621</c:v>
                </c:pt>
                <c:pt idx="1091">
                  <c:v>0.174925123164453</c:v>
                </c:pt>
                <c:pt idx="1092">
                  <c:v>0.179431501133013</c:v>
                </c:pt>
                <c:pt idx="1093">
                  <c:v>0.255174518900017</c:v>
                </c:pt>
                <c:pt idx="1094">
                  <c:v>0.227632678394198</c:v>
                </c:pt>
                <c:pt idx="1095">
                  <c:v>0.248202183957936</c:v>
                </c:pt>
                <c:pt idx="1096">
                  <c:v>0.180643341288327</c:v>
                </c:pt>
                <c:pt idx="1097">
                  <c:v>0.0765684046374273</c:v>
                </c:pt>
                <c:pt idx="1098">
                  <c:v>0.0498723576556137</c:v>
                </c:pt>
                <c:pt idx="1099">
                  <c:v>0.027640979099449</c:v>
                </c:pt>
                <c:pt idx="1100">
                  <c:v>0.0189990192645844</c:v>
                </c:pt>
                <c:pt idx="1101">
                  <c:v>0.00854531804480748</c:v>
                </c:pt>
                <c:pt idx="1102">
                  <c:v>-0.00694989863065656</c:v>
                </c:pt>
                <c:pt idx="1103">
                  <c:v>0.0139693951282235</c:v>
                </c:pt>
                <c:pt idx="1104">
                  <c:v>-0.0193096756896851</c:v>
                </c:pt>
                <c:pt idx="1105">
                  <c:v>-0.0302545632850333</c:v>
                </c:pt>
                <c:pt idx="1106">
                  <c:v>-0.0381383489433982</c:v>
                </c:pt>
                <c:pt idx="1107">
                  <c:v>-0.0420504582819156</c:v>
                </c:pt>
                <c:pt idx="1108">
                  <c:v>-0.0533600826971997</c:v>
                </c:pt>
                <c:pt idx="1109">
                  <c:v>-0.062426322828004</c:v>
                </c:pt>
                <c:pt idx="1110">
                  <c:v>-0.0480260723489739</c:v>
                </c:pt>
                <c:pt idx="1111">
                  <c:v>-0.0388300489824195</c:v>
                </c:pt>
                <c:pt idx="1112">
                  <c:v>-0.0511938752700363</c:v>
                </c:pt>
                <c:pt idx="1113">
                  <c:v>-0.0279772389936013</c:v>
                </c:pt>
                <c:pt idx="1114">
                  <c:v>-0.0430938186753927</c:v>
                </c:pt>
                <c:pt idx="1115">
                  <c:v>-0.0258388230965788</c:v>
                </c:pt>
                <c:pt idx="1116">
                  <c:v>-0.0255400912591897</c:v>
                </c:pt>
                <c:pt idx="1117">
                  <c:v>-0.033774742354721</c:v>
                </c:pt>
                <c:pt idx="1118">
                  <c:v>-0.029995648998518</c:v>
                </c:pt>
                <c:pt idx="1119">
                  <c:v>-0.0451379660716515</c:v>
                </c:pt>
                <c:pt idx="1120">
                  <c:v>-0.0339575078607912</c:v>
                </c:pt>
                <c:pt idx="1121">
                  <c:v>-0.0223874619541523</c:v>
                </c:pt>
                <c:pt idx="1122">
                  <c:v>-0.0369884805065354</c:v>
                </c:pt>
                <c:pt idx="1123">
                  <c:v>-0.0333453215255001</c:v>
                </c:pt>
                <c:pt idx="1124">
                  <c:v>-0.0568280215468969</c:v>
                </c:pt>
                <c:pt idx="1125">
                  <c:v>0.00312045996597398</c:v>
                </c:pt>
                <c:pt idx="1126">
                  <c:v>0.0203867337579901</c:v>
                </c:pt>
                <c:pt idx="1127">
                  <c:v>0.0445621019638691</c:v>
                </c:pt>
                <c:pt idx="1128">
                  <c:v>0.0511373785749861</c:v>
                </c:pt>
                <c:pt idx="1129">
                  <c:v>0.0590600122206201</c:v>
                </c:pt>
                <c:pt idx="1130">
                  <c:v>0.0471402358301659</c:v>
                </c:pt>
                <c:pt idx="1131">
                  <c:v>0.0587591981947294</c:v>
                </c:pt>
                <c:pt idx="1132">
                  <c:v>0.051278039094742</c:v>
                </c:pt>
                <c:pt idx="1133">
                  <c:v>0.0639583090152621</c:v>
                </c:pt>
                <c:pt idx="1134">
                  <c:v>0.0700995630612653</c:v>
                </c:pt>
                <c:pt idx="1135">
                  <c:v>0.0808913312643382</c:v>
                </c:pt>
                <c:pt idx="1136">
                  <c:v>0.0817601569724365</c:v>
                </c:pt>
                <c:pt idx="1137">
                  <c:v>0.111045947769716</c:v>
                </c:pt>
                <c:pt idx="1138">
                  <c:v>0.124357296108784</c:v>
                </c:pt>
                <c:pt idx="1139">
                  <c:v>0.112358170949752</c:v>
                </c:pt>
                <c:pt idx="1140">
                  <c:v>0.0915919558265847</c:v>
                </c:pt>
                <c:pt idx="1141">
                  <c:v>0.0902628152311</c:v>
                </c:pt>
                <c:pt idx="1142">
                  <c:v>0.106036937572923</c:v>
                </c:pt>
                <c:pt idx="1143">
                  <c:v>0.107925203810645</c:v>
                </c:pt>
                <c:pt idx="1144">
                  <c:v>0.085853396745341</c:v>
                </c:pt>
                <c:pt idx="1145">
                  <c:v>0.0735421591575756</c:v>
                </c:pt>
                <c:pt idx="1146">
                  <c:v>0.0733407646156415</c:v>
                </c:pt>
                <c:pt idx="1147">
                  <c:v>0.093537426184822</c:v>
                </c:pt>
                <c:pt idx="1148">
                  <c:v>0.142131424029815</c:v>
                </c:pt>
                <c:pt idx="1149">
                  <c:v>0.087786310684516</c:v>
                </c:pt>
                <c:pt idx="1150">
                  <c:v>0.117627369698237</c:v>
                </c:pt>
                <c:pt idx="1151">
                  <c:v>0.114361929148617</c:v>
                </c:pt>
                <c:pt idx="1152">
                  <c:v>0.0968245503387804</c:v>
                </c:pt>
                <c:pt idx="1153">
                  <c:v>0.0804581237420492</c:v>
                </c:pt>
                <c:pt idx="1154">
                  <c:v>0.0792190938550451</c:v>
                </c:pt>
                <c:pt idx="1155">
                  <c:v>0.0858338705179498</c:v>
                </c:pt>
                <c:pt idx="1156">
                  <c:v>0.0452291207354167</c:v>
                </c:pt>
                <c:pt idx="1157">
                  <c:v>0.0225564395349623</c:v>
                </c:pt>
                <c:pt idx="1158">
                  <c:v>0.0264496612715456</c:v>
                </c:pt>
                <c:pt idx="1159">
                  <c:v>0.0619393959210799</c:v>
                </c:pt>
                <c:pt idx="1160">
                  <c:v>0.040382676743289</c:v>
                </c:pt>
                <c:pt idx="1161">
                  <c:v>0.0214732797960759</c:v>
                </c:pt>
                <c:pt idx="1162">
                  <c:v>0.0624319393427786</c:v>
                </c:pt>
                <c:pt idx="1163">
                  <c:v>0.0367998482602526</c:v>
                </c:pt>
                <c:pt idx="1164">
                  <c:v>0.0330797088779052</c:v>
                </c:pt>
                <c:pt idx="1165">
                  <c:v>0.0311934813723722</c:v>
                </c:pt>
                <c:pt idx="1166">
                  <c:v>0.0242625927888315</c:v>
                </c:pt>
                <c:pt idx="1167">
                  <c:v>0.0201675905074807</c:v>
                </c:pt>
                <c:pt idx="1168">
                  <c:v>0.0139789891949395</c:v>
                </c:pt>
                <c:pt idx="1169">
                  <c:v>0.00120967827673314</c:v>
                </c:pt>
                <c:pt idx="1170">
                  <c:v>0.0271750626161053</c:v>
                </c:pt>
                <c:pt idx="1171">
                  <c:v>0.020940618669445</c:v>
                </c:pt>
                <c:pt idx="1172">
                  <c:v>0.0415037393093138</c:v>
                </c:pt>
                <c:pt idx="1173">
                  <c:v>0.0316407393864635</c:v>
                </c:pt>
                <c:pt idx="1174">
                  <c:v>0.0224814034508554</c:v>
                </c:pt>
                <c:pt idx="1175">
                  <c:v>0.00987459197924087</c:v>
                </c:pt>
                <c:pt idx="1176">
                  <c:v>0.00398915262373178</c:v>
                </c:pt>
                <c:pt idx="1177">
                  <c:v>0.00291607264680418</c:v>
                </c:pt>
                <c:pt idx="1178">
                  <c:v>0.0134012290926302</c:v>
                </c:pt>
                <c:pt idx="1179">
                  <c:v>0.0229018972755457</c:v>
                </c:pt>
                <c:pt idx="1180">
                  <c:v>0.0455438870355074</c:v>
                </c:pt>
                <c:pt idx="1181">
                  <c:v>0.0566579484164748</c:v>
                </c:pt>
                <c:pt idx="1182">
                  <c:v>0.075646265860843</c:v>
                </c:pt>
                <c:pt idx="1183">
                  <c:v>0.101355305152054</c:v>
                </c:pt>
                <c:pt idx="1184">
                  <c:v>0.0973331963113243</c:v>
                </c:pt>
                <c:pt idx="1185">
                  <c:v>0.187509862703945</c:v>
                </c:pt>
                <c:pt idx="1186">
                  <c:v>0.199762188910675</c:v>
                </c:pt>
                <c:pt idx="1187">
                  <c:v>0.244917941284969</c:v>
                </c:pt>
                <c:pt idx="1188">
                  <c:v>0.303324204926599</c:v>
                </c:pt>
                <c:pt idx="1189">
                  <c:v>0.251940591044073</c:v>
                </c:pt>
                <c:pt idx="1190">
                  <c:v>0.24225977602184</c:v>
                </c:pt>
                <c:pt idx="1191">
                  <c:v>0.154114883346207</c:v>
                </c:pt>
                <c:pt idx="1192">
                  <c:v>0.104585204220944</c:v>
                </c:pt>
                <c:pt idx="1193">
                  <c:v>0.0901227666007832</c:v>
                </c:pt>
                <c:pt idx="1194">
                  <c:v>0.0713746958727188</c:v>
                </c:pt>
                <c:pt idx="1195">
                  <c:v>0.0336746903439998</c:v>
                </c:pt>
                <c:pt idx="1196">
                  <c:v>0.0240064521932364</c:v>
                </c:pt>
                <c:pt idx="1197">
                  <c:v>0.0303144154109138</c:v>
                </c:pt>
                <c:pt idx="1198">
                  <c:v>0.036984416043041</c:v>
                </c:pt>
                <c:pt idx="1199">
                  <c:v>0.0197426151915658</c:v>
                </c:pt>
                <c:pt idx="1200">
                  <c:v>0.0359939461842713</c:v>
                </c:pt>
                <c:pt idx="1201">
                  <c:v>0.0407822099398584</c:v>
                </c:pt>
                <c:pt idx="1202">
                  <c:v>0.0541844030489641</c:v>
                </c:pt>
                <c:pt idx="1203">
                  <c:v>0.0564236928148257</c:v>
                </c:pt>
                <c:pt idx="1204">
                  <c:v>0.0608252823114264</c:v>
                </c:pt>
                <c:pt idx="1205">
                  <c:v>0.07989791878872</c:v>
                </c:pt>
                <c:pt idx="1206">
                  <c:v>0.0706969316885184</c:v>
                </c:pt>
                <c:pt idx="1207">
                  <c:v>0.0267151768118894</c:v>
                </c:pt>
                <c:pt idx="1208">
                  <c:v>0.02885433934549</c:v>
                </c:pt>
                <c:pt idx="1209">
                  <c:v>0.0156434274892662</c:v>
                </c:pt>
                <c:pt idx="1210">
                  <c:v>0.0423056202066034</c:v>
                </c:pt>
                <c:pt idx="1211">
                  <c:v>0.0350312939243058</c:v>
                </c:pt>
                <c:pt idx="1212">
                  <c:v>0.0364959066463795</c:v>
                </c:pt>
                <c:pt idx="1213">
                  <c:v>0.0311075105271847</c:v>
                </c:pt>
                <c:pt idx="1214">
                  <c:v>0.0478445821938464</c:v>
                </c:pt>
                <c:pt idx="1215">
                  <c:v>0.0403717834299852</c:v>
                </c:pt>
                <c:pt idx="1216">
                  <c:v>0.0334657579153141</c:v>
                </c:pt>
                <c:pt idx="1217">
                  <c:v>0.0158086330503782</c:v>
                </c:pt>
                <c:pt idx="1218">
                  <c:v>0.0281915191189631</c:v>
                </c:pt>
                <c:pt idx="1219">
                  <c:v>0.0362843920060996</c:v>
                </c:pt>
                <c:pt idx="1220">
                  <c:v>0.0424950266726847</c:v>
                </c:pt>
                <c:pt idx="1221">
                  <c:v>0.0459985280872058</c:v>
                </c:pt>
                <c:pt idx="1222">
                  <c:v>0.0421389303076139</c:v>
                </c:pt>
                <c:pt idx="1223">
                  <c:v>0.0657990365775857</c:v>
                </c:pt>
                <c:pt idx="1224">
                  <c:v>0.07100688719726</c:v>
                </c:pt>
                <c:pt idx="1225">
                  <c:v>0.0992180113650356</c:v>
                </c:pt>
                <c:pt idx="1226">
                  <c:v>0.0666104136207022</c:v>
                </c:pt>
                <c:pt idx="1227">
                  <c:v>0.0415250144775838</c:v>
                </c:pt>
                <c:pt idx="1228">
                  <c:v>0.0469372243676626</c:v>
                </c:pt>
                <c:pt idx="1229">
                  <c:v>0.0271872339368057</c:v>
                </c:pt>
                <c:pt idx="1230">
                  <c:v>0.0332274781814979</c:v>
                </c:pt>
                <c:pt idx="1231">
                  <c:v>0.025377795273648</c:v>
                </c:pt>
                <c:pt idx="1232">
                  <c:v>0.0398078656246897</c:v>
                </c:pt>
                <c:pt idx="1233">
                  <c:v>0.0492656265940399</c:v>
                </c:pt>
                <c:pt idx="1234">
                  <c:v>0.0445572928853016</c:v>
                </c:pt>
                <c:pt idx="1235">
                  <c:v>0.0626461065341042</c:v>
                </c:pt>
                <c:pt idx="1236">
                  <c:v>0.0630136045021847</c:v>
                </c:pt>
                <c:pt idx="1237">
                  <c:v>0.0805333750745345</c:v>
                </c:pt>
                <c:pt idx="1238">
                  <c:v>0.0516193939973263</c:v>
                </c:pt>
                <c:pt idx="1239">
                  <c:v>0.0575322410247898</c:v>
                </c:pt>
                <c:pt idx="1240">
                  <c:v>0.0306203463732881</c:v>
                </c:pt>
                <c:pt idx="1241">
                  <c:v>0.0303189078966014</c:v>
                </c:pt>
                <c:pt idx="1242">
                  <c:v>0.0497959122944114</c:v>
                </c:pt>
                <c:pt idx="1243">
                  <c:v>0.0471231918256377</c:v>
                </c:pt>
                <c:pt idx="1244">
                  <c:v>0.073724417159489</c:v>
                </c:pt>
                <c:pt idx="1245">
                  <c:v>0.08314373004113</c:v>
                </c:pt>
                <c:pt idx="1246">
                  <c:v>0.0831914687227467</c:v>
                </c:pt>
                <c:pt idx="1247">
                  <c:v>0.0843401699225759</c:v>
                </c:pt>
                <c:pt idx="1248">
                  <c:v>0.0444689599621374</c:v>
                </c:pt>
                <c:pt idx="1249">
                  <c:v>0.0568915411459382</c:v>
                </c:pt>
                <c:pt idx="1250">
                  <c:v>0.0595307408186334</c:v>
                </c:pt>
                <c:pt idx="1251">
                  <c:v>0.0514548022529384</c:v>
                </c:pt>
                <c:pt idx="1252">
                  <c:v>0.0439591579361972</c:v>
                </c:pt>
                <c:pt idx="1253">
                  <c:v>0.04480152030365</c:v>
                </c:pt>
                <c:pt idx="1254">
                  <c:v>0.0386663280237738</c:v>
                </c:pt>
                <c:pt idx="1255">
                  <c:v>0.0371402314651634</c:v>
                </c:pt>
                <c:pt idx="1256">
                  <c:v>0.0490923473200612</c:v>
                </c:pt>
                <c:pt idx="1257">
                  <c:v>0.0692367837990598</c:v>
                </c:pt>
                <c:pt idx="1258">
                  <c:v>0.057322846545208</c:v>
                </c:pt>
                <c:pt idx="1259">
                  <c:v>0.0418661618865249</c:v>
                </c:pt>
                <c:pt idx="1260">
                  <c:v>0.0544426466132348</c:v>
                </c:pt>
                <c:pt idx="1261">
                  <c:v>0.0664444376764487</c:v>
                </c:pt>
                <c:pt idx="1262">
                  <c:v>0.0564783113812681</c:v>
                </c:pt>
                <c:pt idx="1263">
                  <c:v>0.0608016491198414</c:v>
                </c:pt>
                <c:pt idx="1264">
                  <c:v>0.0753548846987963</c:v>
                </c:pt>
                <c:pt idx="1265">
                  <c:v>0.0411753854890238</c:v>
                </c:pt>
                <c:pt idx="1266">
                  <c:v>0.0478766622887221</c:v>
                </c:pt>
                <c:pt idx="1267">
                  <c:v>0.0276424748102918</c:v>
                </c:pt>
                <c:pt idx="1268">
                  <c:v>0.0265654688221057</c:v>
                </c:pt>
                <c:pt idx="1269">
                  <c:v>0.0475058606925544</c:v>
                </c:pt>
                <c:pt idx="1270">
                  <c:v>0.0612853442605217</c:v>
                </c:pt>
                <c:pt idx="1271">
                  <c:v>0.0807760661421507</c:v>
                </c:pt>
                <c:pt idx="1272">
                  <c:v>0.0804303311715981</c:v>
                </c:pt>
                <c:pt idx="1273">
                  <c:v>0.0684572817079916</c:v>
                </c:pt>
                <c:pt idx="1274">
                  <c:v>0.0790286010185808</c:v>
                </c:pt>
                <c:pt idx="1275">
                  <c:v>0.050263064788507</c:v>
                </c:pt>
                <c:pt idx="1276">
                  <c:v>0.0567874813375357</c:v>
                </c:pt>
                <c:pt idx="1277">
                  <c:v>0.0528963512062723</c:v>
                </c:pt>
                <c:pt idx="1278">
                  <c:v>0.0631667456116427</c:v>
                </c:pt>
                <c:pt idx="1279">
                  <c:v>0.104293892428348</c:v>
                </c:pt>
                <c:pt idx="1280">
                  <c:v>0.104767475372679</c:v>
                </c:pt>
                <c:pt idx="1281">
                  <c:v>0.108831282075504</c:v>
                </c:pt>
                <c:pt idx="1282">
                  <c:v>0.0900844742139269</c:v>
                </c:pt>
                <c:pt idx="1283">
                  <c:v>0.0778576118762345</c:v>
                </c:pt>
                <c:pt idx="1284">
                  <c:v>0.0446133269353743</c:v>
                </c:pt>
                <c:pt idx="1285">
                  <c:v>0.0402770061297122</c:v>
                </c:pt>
                <c:pt idx="1286">
                  <c:v>0.0373921716510902</c:v>
                </c:pt>
                <c:pt idx="1287">
                  <c:v>0.032968143154836</c:v>
                </c:pt>
                <c:pt idx="1288">
                  <c:v>0.0417338235752166</c:v>
                </c:pt>
                <c:pt idx="1289">
                  <c:v>0.044153461352492</c:v>
                </c:pt>
                <c:pt idx="1290">
                  <c:v>0.0589973584355894</c:v>
                </c:pt>
                <c:pt idx="1291">
                  <c:v>0.0602823423596636</c:v>
                </c:pt>
                <c:pt idx="1292">
                  <c:v>0.0634394988338099</c:v>
                </c:pt>
                <c:pt idx="1293">
                  <c:v>0.0644039899208581</c:v>
                </c:pt>
                <c:pt idx="1294">
                  <c:v>0.0679125676243525</c:v>
                </c:pt>
                <c:pt idx="1295">
                  <c:v>0.13950680867241</c:v>
                </c:pt>
                <c:pt idx="1296">
                  <c:v>0.141848042144442</c:v>
                </c:pt>
                <c:pt idx="1297">
                  <c:v>0.11458627446139</c:v>
                </c:pt>
                <c:pt idx="1298">
                  <c:v>0.112987066242339</c:v>
                </c:pt>
                <c:pt idx="1299">
                  <c:v>0.132846569955016</c:v>
                </c:pt>
                <c:pt idx="1300">
                  <c:v>0.12896623817675</c:v>
                </c:pt>
                <c:pt idx="1301">
                  <c:v>0.145693692256752</c:v>
                </c:pt>
                <c:pt idx="1302">
                  <c:v>0.0752111549860747</c:v>
                </c:pt>
                <c:pt idx="1303">
                  <c:v>0.0275307392947267</c:v>
                </c:pt>
                <c:pt idx="1304">
                  <c:v>0.0382961801877524</c:v>
                </c:pt>
                <c:pt idx="1305">
                  <c:v>0.038352648666393</c:v>
                </c:pt>
                <c:pt idx="1306">
                  <c:v>0.0329929672390634</c:v>
                </c:pt>
                <c:pt idx="1307">
                  <c:v>0.0699839848513303</c:v>
                </c:pt>
                <c:pt idx="1308">
                  <c:v>0.0533840223694163</c:v>
                </c:pt>
                <c:pt idx="1309">
                  <c:v>0.0766287455710442</c:v>
                </c:pt>
                <c:pt idx="1310">
                  <c:v>0.0748100664492704</c:v>
                </c:pt>
                <c:pt idx="1311">
                  <c:v>0.0847526238827945</c:v>
                </c:pt>
                <c:pt idx="1312">
                  <c:v>0.0719826730886426</c:v>
                </c:pt>
                <c:pt idx="1313">
                  <c:v>0.0515447774752296</c:v>
                </c:pt>
                <c:pt idx="1314">
                  <c:v>0.0523299633452349</c:v>
                </c:pt>
                <c:pt idx="1315">
                  <c:v>0.0732349305720524</c:v>
                </c:pt>
                <c:pt idx="1316">
                  <c:v>0.0767288185691156</c:v>
                </c:pt>
                <c:pt idx="1317">
                  <c:v>0.0445756565710449</c:v>
                </c:pt>
                <c:pt idx="1318">
                  <c:v>0.0522628165811921</c:v>
                </c:pt>
                <c:pt idx="1319">
                  <c:v>0.161382162849616</c:v>
                </c:pt>
                <c:pt idx="1320">
                  <c:v>0.160519391437715</c:v>
                </c:pt>
                <c:pt idx="1321">
                  <c:v>0.0912812203036129</c:v>
                </c:pt>
                <c:pt idx="1322">
                  <c:v>0.0393372244747291</c:v>
                </c:pt>
                <c:pt idx="1323">
                  <c:v>0.0286234580758182</c:v>
                </c:pt>
                <c:pt idx="1324">
                  <c:v>0.0319686676405533</c:v>
                </c:pt>
                <c:pt idx="1325">
                  <c:v>0.0235000514496125</c:v>
                </c:pt>
                <c:pt idx="1326">
                  <c:v>0.0282918473393342</c:v>
                </c:pt>
                <c:pt idx="1327">
                  <c:v>0.0294123078490312</c:v>
                </c:pt>
                <c:pt idx="1328">
                  <c:v>0.0296967434542842</c:v>
                </c:pt>
                <c:pt idx="1329">
                  <c:v>0.0200123085668491</c:v>
                </c:pt>
                <c:pt idx="1330">
                  <c:v>0.0122872520096401</c:v>
                </c:pt>
                <c:pt idx="1331">
                  <c:v>0.0283926197443312</c:v>
                </c:pt>
                <c:pt idx="1332">
                  <c:v>0.0519959438391082</c:v>
                </c:pt>
                <c:pt idx="1333">
                  <c:v>0.0502562818418697</c:v>
                </c:pt>
                <c:pt idx="1334">
                  <c:v>0.0558483318785464</c:v>
                </c:pt>
                <c:pt idx="1335">
                  <c:v>0.0656527675312427</c:v>
                </c:pt>
                <c:pt idx="1336">
                  <c:v>0.0831868788654458</c:v>
                </c:pt>
                <c:pt idx="1337">
                  <c:v>0.0544013412531581</c:v>
                </c:pt>
                <c:pt idx="1338">
                  <c:v>0.049410427073933</c:v>
                </c:pt>
                <c:pt idx="1339">
                  <c:v>0.0620255478812909</c:v>
                </c:pt>
                <c:pt idx="1340">
                  <c:v>0.0411263221797655</c:v>
                </c:pt>
                <c:pt idx="1341">
                  <c:v>0.0102625961444243</c:v>
                </c:pt>
                <c:pt idx="1342">
                  <c:v>0.0389644351758399</c:v>
                </c:pt>
                <c:pt idx="1343">
                  <c:v>0.0367282919585259</c:v>
                </c:pt>
                <c:pt idx="1344">
                  <c:v>0.0405048028837735</c:v>
                </c:pt>
                <c:pt idx="1345">
                  <c:v>0.0285643038126239</c:v>
                </c:pt>
                <c:pt idx="1346">
                  <c:v>0.0367357599701467</c:v>
                </c:pt>
                <c:pt idx="1347">
                  <c:v>0.0737541570045912</c:v>
                </c:pt>
                <c:pt idx="1348">
                  <c:v>0.043000801791038</c:v>
                </c:pt>
                <c:pt idx="1349">
                  <c:v>0.103806137730965</c:v>
                </c:pt>
                <c:pt idx="1350">
                  <c:v>0.0850283011846242</c:v>
                </c:pt>
                <c:pt idx="1351">
                  <c:v>0.0627781076317865</c:v>
                </c:pt>
                <c:pt idx="1352">
                  <c:v>0.0768465496044273</c:v>
                </c:pt>
                <c:pt idx="1353">
                  <c:v>0.0413038345138478</c:v>
                </c:pt>
                <c:pt idx="1354">
                  <c:v>0.0323885033145611</c:v>
                </c:pt>
                <c:pt idx="1355">
                  <c:v>0.0400140995191814</c:v>
                </c:pt>
                <c:pt idx="1356">
                  <c:v>0.0202538601530657</c:v>
                </c:pt>
                <c:pt idx="1357">
                  <c:v>0.0207434745874944</c:v>
                </c:pt>
                <c:pt idx="1358">
                  <c:v>0.016371734102315</c:v>
                </c:pt>
                <c:pt idx="1359">
                  <c:v>0.0275708399533725</c:v>
                </c:pt>
                <c:pt idx="1360">
                  <c:v>0.0311245787764053</c:v>
                </c:pt>
                <c:pt idx="1361">
                  <c:v>0.0223235719459615</c:v>
                </c:pt>
                <c:pt idx="1362">
                  <c:v>0.0237639379849076</c:v>
                </c:pt>
                <c:pt idx="1363">
                  <c:v>0.0188540994551393</c:v>
                </c:pt>
                <c:pt idx="1364">
                  <c:v>0.0166760937960015</c:v>
                </c:pt>
                <c:pt idx="1365">
                  <c:v>0.0140611794558994</c:v>
                </c:pt>
                <c:pt idx="1366">
                  <c:v>0.0217357825611325</c:v>
                </c:pt>
                <c:pt idx="1367">
                  <c:v>0.040912860020722</c:v>
                </c:pt>
                <c:pt idx="1368">
                  <c:v>0.0361191219856243</c:v>
                </c:pt>
                <c:pt idx="1369">
                  <c:v>0.0359488710976096</c:v>
                </c:pt>
                <c:pt idx="1370">
                  <c:v>0.0418464560009043</c:v>
                </c:pt>
                <c:pt idx="1371">
                  <c:v>0.0402799212869423</c:v>
                </c:pt>
                <c:pt idx="1372">
                  <c:v>0.0601412455793948</c:v>
                </c:pt>
                <c:pt idx="1373">
                  <c:v>0.0445012280435721</c:v>
                </c:pt>
                <c:pt idx="1374">
                  <c:v>0.0439664229687847</c:v>
                </c:pt>
                <c:pt idx="1375">
                  <c:v>0.0731618791834466</c:v>
                </c:pt>
                <c:pt idx="1376">
                  <c:v>0.0946159539160892</c:v>
                </c:pt>
                <c:pt idx="1377">
                  <c:v>0.168757953442077</c:v>
                </c:pt>
                <c:pt idx="1378">
                  <c:v>0.164625254044888</c:v>
                </c:pt>
                <c:pt idx="1379">
                  <c:v>0.0865981237568172</c:v>
                </c:pt>
                <c:pt idx="1380">
                  <c:v>0.0661816499038182</c:v>
                </c:pt>
                <c:pt idx="1381">
                  <c:v>0.0507347237985078</c:v>
                </c:pt>
                <c:pt idx="1382">
                  <c:v>0.110794117223016</c:v>
                </c:pt>
                <c:pt idx="1383">
                  <c:v>0.100254786652722</c:v>
                </c:pt>
                <c:pt idx="1384">
                  <c:v>0.0615765114134383</c:v>
                </c:pt>
                <c:pt idx="1385">
                  <c:v>0.0311153287090701</c:v>
                </c:pt>
                <c:pt idx="1386">
                  <c:v>0.0362253650924236</c:v>
                </c:pt>
                <c:pt idx="1387">
                  <c:v>0.0386193470747057</c:v>
                </c:pt>
                <c:pt idx="1388">
                  <c:v>0.0305547660824679</c:v>
                </c:pt>
                <c:pt idx="1389">
                  <c:v>0.0310364928968377</c:v>
                </c:pt>
                <c:pt idx="1390">
                  <c:v>0.0381714417301892</c:v>
                </c:pt>
                <c:pt idx="1391">
                  <c:v>0.0440297455049937</c:v>
                </c:pt>
                <c:pt idx="1392">
                  <c:v>0.0312471421227119</c:v>
                </c:pt>
                <c:pt idx="1393">
                  <c:v>0.0356955919759848</c:v>
                </c:pt>
                <c:pt idx="1394">
                  <c:v>0.0632982132996825</c:v>
                </c:pt>
                <c:pt idx="1395">
                  <c:v>0.0452378896781428</c:v>
                </c:pt>
                <c:pt idx="1396">
                  <c:v>0.0521514832122477</c:v>
                </c:pt>
                <c:pt idx="1397">
                  <c:v>0.0715082715077565</c:v>
                </c:pt>
                <c:pt idx="1398">
                  <c:v>0.0249627183536986</c:v>
                </c:pt>
                <c:pt idx="1399">
                  <c:v>0.0189964273874588</c:v>
                </c:pt>
                <c:pt idx="1400">
                  <c:v>0.0214581175932307</c:v>
                </c:pt>
                <c:pt idx="1401">
                  <c:v>0.0323397885697345</c:v>
                </c:pt>
                <c:pt idx="1402">
                  <c:v>0.00875345655253656</c:v>
                </c:pt>
                <c:pt idx="1403">
                  <c:v>0.00770627007887568</c:v>
                </c:pt>
                <c:pt idx="1404">
                  <c:v>0.0149331124611975</c:v>
                </c:pt>
                <c:pt idx="1405">
                  <c:v>0.01749730784178</c:v>
                </c:pt>
                <c:pt idx="1406">
                  <c:v>0.0235242025435301</c:v>
                </c:pt>
                <c:pt idx="1407">
                  <c:v>0.0206822024805602</c:v>
                </c:pt>
                <c:pt idx="1408">
                  <c:v>0.0301608837863751</c:v>
                </c:pt>
                <c:pt idx="1409">
                  <c:v>0.0408927252740782</c:v>
                </c:pt>
                <c:pt idx="1410">
                  <c:v>0.0282860454530812</c:v>
                </c:pt>
                <c:pt idx="1411">
                  <c:v>0.0327547991672682</c:v>
                </c:pt>
                <c:pt idx="1412">
                  <c:v>0.0338471947207584</c:v>
                </c:pt>
                <c:pt idx="1413">
                  <c:v>0.0316885145774532</c:v>
                </c:pt>
                <c:pt idx="1414">
                  <c:v>0.0352587283447164</c:v>
                </c:pt>
                <c:pt idx="1415">
                  <c:v>0.0415345588159424</c:v>
                </c:pt>
                <c:pt idx="1416">
                  <c:v>0.0339729462272802</c:v>
                </c:pt>
                <c:pt idx="1417">
                  <c:v>0.042605215417482</c:v>
                </c:pt>
                <c:pt idx="1418">
                  <c:v>0.05870074803241</c:v>
                </c:pt>
                <c:pt idx="1419">
                  <c:v>0.0573123183533286</c:v>
                </c:pt>
                <c:pt idx="1420">
                  <c:v>0.0495705548557054</c:v>
                </c:pt>
                <c:pt idx="1421">
                  <c:v>0.0606807724085884</c:v>
                </c:pt>
                <c:pt idx="1422">
                  <c:v>0.0509082791147856</c:v>
                </c:pt>
                <c:pt idx="1423">
                  <c:v>0.0505380907741202</c:v>
                </c:pt>
                <c:pt idx="1424">
                  <c:v>0.061854049366197</c:v>
                </c:pt>
                <c:pt idx="1425">
                  <c:v>0.0594309140345329</c:v>
                </c:pt>
                <c:pt idx="1426">
                  <c:v>0.0655516121960573</c:v>
                </c:pt>
                <c:pt idx="1427">
                  <c:v>0.0534346442815031</c:v>
                </c:pt>
                <c:pt idx="1428">
                  <c:v>0.089946418231748</c:v>
                </c:pt>
                <c:pt idx="1429">
                  <c:v>0.0849891785723362</c:v>
                </c:pt>
                <c:pt idx="1430">
                  <c:v>0.10916367960643</c:v>
                </c:pt>
                <c:pt idx="1431">
                  <c:v>0.104521339550255</c:v>
                </c:pt>
                <c:pt idx="1432">
                  <c:v>0.0694186085443035</c:v>
                </c:pt>
                <c:pt idx="1433">
                  <c:v>0.0725518151145655</c:v>
                </c:pt>
                <c:pt idx="1434">
                  <c:v>0.0710374261930305</c:v>
                </c:pt>
                <c:pt idx="1435">
                  <c:v>0.0663842158402257</c:v>
                </c:pt>
                <c:pt idx="1436">
                  <c:v>0.0643016346211651</c:v>
                </c:pt>
                <c:pt idx="1437">
                  <c:v>0.0494847404628288</c:v>
                </c:pt>
                <c:pt idx="1438">
                  <c:v>0.0451814718331931</c:v>
                </c:pt>
                <c:pt idx="1439">
                  <c:v>0.058558627008572</c:v>
                </c:pt>
                <c:pt idx="1440">
                  <c:v>0.0611185916147179</c:v>
                </c:pt>
                <c:pt idx="1441">
                  <c:v>0.0877167961378631</c:v>
                </c:pt>
                <c:pt idx="1442">
                  <c:v>0.0995987532071162</c:v>
                </c:pt>
                <c:pt idx="1443">
                  <c:v>0.0966813032096113</c:v>
                </c:pt>
                <c:pt idx="1444">
                  <c:v>0.0999535221283345</c:v>
                </c:pt>
                <c:pt idx="1445">
                  <c:v>0.122602827697313</c:v>
                </c:pt>
                <c:pt idx="1446">
                  <c:v>0.100993436689585</c:v>
                </c:pt>
                <c:pt idx="1447">
                  <c:v>0.0961438678127276</c:v>
                </c:pt>
                <c:pt idx="1448">
                  <c:v>0.0738724728576771</c:v>
                </c:pt>
                <c:pt idx="1449">
                  <c:v>0.0519912661219069</c:v>
                </c:pt>
                <c:pt idx="1450">
                  <c:v>0.0584981831119947</c:v>
                </c:pt>
                <c:pt idx="1451">
                  <c:v>0.0488530176082852</c:v>
                </c:pt>
                <c:pt idx="1452">
                  <c:v>0.0326016670368664</c:v>
                </c:pt>
                <c:pt idx="1453">
                  <c:v>0.0557357081865231</c:v>
                </c:pt>
                <c:pt idx="1454">
                  <c:v>0.0549014207052751</c:v>
                </c:pt>
                <c:pt idx="1455">
                  <c:v>0.0764204520719777</c:v>
                </c:pt>
                <c:pt idx="1456">
                  <c:v>0.0876928749173993</c:v>
                </c:pt>
                <c:pt idx="1457">
                  <c:v>0.0872012942416427</c:v>
                </c:pt>
                <c:pt idx="1458">
                  <c:v>0.0721788865751816</c:v>
                </c:pt>
                <c:pt idx="1459">
                  <c:v>0.0612868121667888</c:v>
                </c:pt>
                <c:pt idx="1460">
                  <c:v>0.0361521395138401</c:v>
                </c:pt>
                <c:pt idx="1461">
                  <c:v>0.0329482399977504</c:v>
                </c:pt>
                <c:pt idx="1462">
                  <c:v>0.037707147237675</c:v>
                </c:pt>
                <c:pt idx="1463">
                  <c:v>0.0419561348482553</c:v>
                </c:pt>
                <c:pt idx="1464">
                  <c:v>0.0469940109577779</c:v>
                </c:pt>
                <c:pt idx="1465">
                  <c:v>0.02671550962333</c:v>
                </c:pt>
                <c:pt idx="1466">
                  <c:v>0.029194478334952</c:v>
                </c:pt>
                <c:pt idx="1467">
                  <c:v>0.0391920279318044</c:v>
                </c:pt>
                <c:pt idx="1468">
                  <c:v>0.0473714125114472</c:v>
                </c:pt>
                <c:pt idx="1469">
                  <c:v>0.0356390715916717</c:v>
                </c:pt>
                <c:pt idx="1470">
                  <c:v>0.050542651110731</c:v>
                </c:pt>
                <c:pt idx="1471">
                  <c:v>0.0516776729441725</c:v>
                </c:pt>
                <c:pt idx="1472">
                  <c:v>0.0623542035768991</c:v>
                </c:pt>
                <c:pt idx="1473">
                  <c:v>0.0708743548688894</c:v>
                </c:pt>
                <c:pt idx="1474">
                  <c:v>0.0769839143684244</c:v>
                </c:pt>
                <c:pt idx="1475">
                  <c:v>0.0334916710956918</c:v>
                </c:pt>
                <c:pt idx="1476">
                  <c:v>0.0173879924908775</c:v>
                </c:pt>
                <c:pt idx="1477">
                  <c:v>0.0203874512713809</c:v>
                </c:pt>
                <c:pt idx="1478">
                  <c:v>0.00949053804274173</c:v>
                </c:pt>
                <c:pt idx="1479">
                  <c:v>0.0230659891223694</c:v>
                </c:pt>
                <c:pt idx="1480">
                  <c:v>0.02497426114135</c:v>
                </c:pt>
                <c:pt idx="1481">
                  <c:v>0.0336176183966081</c:v>
                </c:pt>
                <c:pt idx="1482">
                  <c:v>0.0278008130859072</c:v>
                </c:pt>
                <c:pt idx="1483">
                  <c:v>0.0388210137107659</c:v>
                </c:pt>
                <c:pt idx="1484">
                  <c:v>0.0624648189982889</c:v>
                </c:pt>
                <c:pt idx="1485">
                  <c:v>0.0526872449948523</c:v>
                </c:pt>
                <c:pt idx="1486">
                  <c:v>0.0736008175285544</c:v>
                </c:pt>
                <c:pt idx="1487">
                  <c:v>0.0539742535972769</c:v>
                </c:pt>
                <c:pt idx="1488">
                  <c:v>0.0453105585942716</c:v>
                </c:pt>
                <c:pt idx="1489">
                  <c:v>0.0531561142033189</c:v>
                </c:pt>
                <c:pt idx="1490">
                  <c:v>0.0597823892191953</c:v>
                </c:pt>
                <c:pt idx="1491">
                  <c:v>0.0665254274905271</c:v>
                </c:pt>
                <c:pt idx="1492">
                  <c:v>0.0420498807425122</c:v>
                </c:pt>
                <c:pt idx="1493">
                  <c:v>0.0692610875719628</c:v>
                </c:pt>
                <c:pt idx="1494">
                  <c:v>0.0951225165614124</c:v>
                </c:pt>
                <c:pt idx="1495">
                  <c:v>0.0819192848265089</c:v>
                </c:pt>
                <c:pt idx="1496">
                  <c:v>0.0831205770667197</c:v>
                </c:pt>
                <c:pt idx="1497">
                  <c:v>0.137446368486234</c:v>
                </c:pt>
                <c:pt idx="1498">
                  <c:v>0.485817821054954</c:v>
                </c:pt>
                <c:pt idx="1499">
                  <c:v>0.459900550516902</c:v>
                </c:pt>
                <c:pt idx="1500">
                  <c:v>0.321242853267953</c:v>
                </c:pt>
                <c:pt idx="1501">
                  <c:v>0.384628489325472</c:v>
                </c:pt>
                <c:pt idx="1502">
                  <c:v>0.265617056510291</c:v>
                </c:pt>
                <c:pt idx="1503">
                  <c:v>0.159778514894987</c:v>
                </c:pt>
                <c:pt idx="1504">
                  <c:v>0.119814441756411</c:v>
                </c:pt>
                <c:pt idx="1505">
                  <c:v>0.0407204393140088</c:v>
                </c:pt>
                <c:pt idx="1506">
                  <c:v>0.0128700016637458</c:v>
                </c:pt>
                <c:pt idx="1507">
                  <c:v>0.0357508570069647</c:v>
                </c:pt>
                <c:pt idx="1508">
                  <c:v>0.0524612999515097</c:v>
                </c:pt>
                <c:pt idx="1509">
                  <c:v>0.0260209888471234</c:v>
                </c:pt>
                <c:pt idx="1510">
                  <c:v>0.0242415136383914</c:v>
                </c:pt>
                <c:pt idx="1511">
                  <c:v>-0.0381440339532198</c:v>
                </c:pt>
                <c:pt idx="1512">
                  <c:v>-0.0488950833247925</c:v>
                </c:pt>
                <c:pt idx="1513">
                  <c:v>-0.00404864805743038</c:v>
                </c:pt>
                <c:pt idx="1514">
                  <c:v>0.00784535202115963</c:v>
                </c:pt>
                <c:pt idx="1515">
                  <c:v>0.0556060569201896</c:v>
                </c:pt>
                <c:pt idx="1516">
                  <c:v>0.0177053490135168</c:v>
                </c:pt>
                <c:pt idx="1517">
                  <c:v>-0.0213492305114567</c:v>
                </c:pt>
                <c:pt idx="1518">
                  <c:v>-0.0225593375173338</c:v>
                </c:pt>
                <c:pt idx="1519">
                  <c:v>-0.025081911546051</c:v>
                </c:pt>
                <c:pt idx="1520">
                  <c:v>-0.0251147993039182</c:v>
                </c:pt>
                <c:pt idx="1521">
                  <c:v>-0.0744172457718292</c:v>
                </c:pt>
                <c:pt idx="1522">
                  <c:v>-0.0776659184095545</c:v>
                </c:pt>
                <c:pt idx="1523">
                  <c:v>-0.0570403531874855</c:v>
                </c:pt>
                <c:pt idx="1524">
                  <c:v>-0.0229928214461894</c:v>
                </c:pt>
                <c:pt idx="1525">
                  <c:v>-0.0258095611930443</c:v>
                </c:pt>
                <c:pt idx="1526">
                  <c:v>-0.0574508215030016</c:v>
                </c:pt>
                <c:pt idx="1527">
                  <c:v>0.0393220151577401</c:v>
                </c:pt>
                <c:pt idx="1528">
                  <c:v>0.0779903455942186</c:v>
                </c:pt>
                <c:pt idx="1529">
                  <c:v>0.0650881106824293</c:v>
                </c:pt>
                <c:pt idx="1530">
                  <c:v>0.149233068109657</c:v>
                </c:pt>
                <c:pt idx="1531">
                  <c:v>0.243535723787485</c:v>
                </c:pt>
                <c:pt idx="1532">
                  <c:v>0.100549299912047</c:v>
                </c:pt>
                <c:pt idx="1533">
                  <c:v>0.120602374697282</c:v>
                </c:pt>
                <c:pt idx="1534">
                  <c:v>0.119862180102075</c:v>
                </c:pt>
                <c:pt idx="1535">
                  <c:v>0.067941062955161</c:v>
                </c:pt>
                <c:pt idx="1536">
                  <c:v>0.0908329146891102</c:v>
                </c:pt>
                <c:pt idx="1537">
                  <c:v>0.069939835437313</c:v>
                </c:pt>
                <c:pt idx="1538">
                  <c:v>0.0526232052816497</c:v>
                </c:pt>
                <c:pt idx="1539">
                  <c:v>0.0351765687473742</c:v>
                </c:pt>
                <c:pt idx="1540">
                  <c:v>0.0710514492660322</c:v>
                </c:pt>
                <c:pt idx="1541">
                  <c:v>0.0658881672678151</c:v>
                </c:pt>
                <c:pt idx="1542">
                  <c:v>0.0320954541793599</c:v>
                </c:pt>
                <c:pt idx="1543">
                  <c:v>0.0424103840056147</c:v>
                </c:pt>
                <c:pt idx="1544">
                  <c:v>0.0151777474549467</c:v>
                </c:pt>
                <c:pt idx="1545">
                  <c:v>0.00281089691236346</c:v>
                </c:pt>
                <c:pt idx="1546">
                  <c:v>-0.0189423246233343</c:v>
                </c:pt>
                <c:pt idx="1547">
                  <c:v>-0.0323831872089386</c:v>
                </c:pt>
                <c:pt idx="1548">
                  <c:v>-0.0260295996336507</c:v>
                </c:pt>
                <c:pt idx="1549">
                  <c:v>-0.00876357796861479</c:v>
                </c:pt>
                <c:pt idx="1550">
                  <c:v>0.002605774875861</c:v>
                </c:pt>
                <c:pt idx="1551">
                  <c:v>-0.00653544338540673</c:v>
                </c:pt>
                <c:pt idx="1552">
                  <c:v>0.0157168850007276</c:v>
                </c:pt>
                <c:pt idx="1553">
                  <c:v>0.0217973506570026</c:v>
                </c:pt>
                <c:pt idx="1554">
                  <c:v>0.000425632222399913</c:v>
                </c:pt>
                <c:pt idx="1555">
                  <c:v>-0.0224630173666821</c:v>
                </c:pt>
                <c:pt idx="1556">
                  <c:v>-0.0221221268582061</c:v>
                </c:pt>
                <c:pt idx="1557">
                  <c:v>-0.0251944673663854</c:v>
                </c:pt>
                <c:pt idx="1558">
                  <c:v>-0.0156868635281285</c:v>
                </c:pt>
                <c:pt idx="1559">
                  <c:v>-0.0040213802000639</c:v>
                </c:pt>
                <c:pt idx="1560">
                  <c:v>-0.014634483654632</c:v>
                </c:pt>
                <c:pt idx="1561">
                  <c:v>-0.0169937544643318</c:v>
                </c:pt>
                <c:pt idx="1562">
                  <c:v>-0.000478643604804596</c:v>
                </c:pt>
                <c:pt idx="1563">
                  <c:v>-0.0154332789672023</c:v>
                </c:pt>
                <c:pt idx="1564">
                  <c:v>-0.0229371931427571</c:v>
                </c:pt>
                <c:pt idx="1565">
                  <c:v>-0.0196326874263361</c:v>
                </c:pt>
                <c:pt idx="1566">
                  <c:v>-0.00186792301415142</c:v>
                </c:pt>
                <c:pt idx="1567">
                  <c:v>0.0296513109365482</c:v>
                </c:pt>
                <c:pt idx="1568">
                  <c:v>0.0194329253422216</c:v>
                </c:pt>
                <c:pt idx="1569">
                  <c:v>0.0178727163120828</c:v>
                </c:pt>
                <c:pt idx="1570">
                  <c:v>0.0256945936515834</c:v>
                </c:pt>
                <c:pt idx="1571">
                  <c:v>0.00858274631598325</c:v>
                </c:pt>
                <c:pt idx="1572">
                  <c:v>0.0218427041142783</c:v>
                </c:pt>
                <c:pt idx="1573">
                  <c:v>0.0170443096165975</c:v>
                </c:pt>
                <c:pt idx="1574">
                  <c:v>0.0304187581956474</c:v>
                </c:pt>
                <c:pt idx="1575">
                  <c:v>0.0497966064732938</c:v>
                </c:pt>
                <c:pt idx="1576">
                  <c:v>0.0961665726083452</c:v>
                </c:pt>
                <c:pt idx="1577">
                  <c:v>0.0493478013445108</c:v>
                </c:pt>
                <c:pt idx="1578">
                  <c:v>0.0658268392838884</c:v>
                </c:pt>
                <c:pt idx="1579">
                  <c:v>0.0218047944349408</c:v>
                </c:pt>
                <c:pt idx="1580">
                  <c:v>0.0167491681006779</c:v>
                </c:pt>
                <c:pt idx="1581">
                  <c:v>0.0296801462057369</c:v>
                </c:pt>
                <c:pt idx="1582">
                  <c:v>0.0234106635167859</c:v>
                </c:pt>
                <c:pt idx="1583">
                  <c:v>0.0522940023970799</c:v>
                </c:pt>
                <c:pt idx="1584">
                  <c:v>0.0506335114172491</c:v>
                </c:pt>
                <c:pt idx="1585">
                  <c:v>0.0505819905346435</c:v>
                </c:pt>
                <c:pt idx="1586">
                  <c:v>0.0481295119349189</c:v>
                </c:pt>
                <c:pt idx="1587">
                  <c:v>0.053662262989604</c:v>
                </c:pt>
                <c:pt idx="1588">
                  <c:v>0.0445065426719106</c:v>
                </c:pt>
                <c:pt idx="1589">
                  <c:v>0.0373933726547526</c:v>
                </c:pt>
                <c:pt idx="1590">
                  <c:v>0.0458687757974818</c:v>
                </c:pt>
                <c:pt idx="1591">
                  <c:v>0.0637083263842737</c:v>
                </c:pt>
                <c:pt idx="1592">
                  <c:v>0.0593903287712784</c:v>
                </c:pt>
                <c:pt idx="1593">
                  <c:v>0.0981488218194481</c:v>
                </c:pt>
                <c:pt idx="1594">
                  <c:v>0.0828560989683346</c:v>
                </c:pt>
                <c:pt idx="1595">
                  <c:v>0.119986916340118</c:v>
                </c:pt>
                <c:pt idx="1596">
                  <c:v>0.120177255167145</c:v>
                </c:pt>
                <c:pt idx="1597">
                  <c:v>0.156289167952966</c:v>
                </c:pt>
                <c:pt idx="1598">
                  <c:v>0.140331885804704</c:v>
                </c:pt>
                <c:pt idx="1599">
                  <c:v>0.128357981114472</c:v>
                </c:pt>
                <c:pt idx="1600">
                  <c:v>0.10114809775708</c:v>
                </c:pt>
                <c:pt idx="1601">
                  <c:v>0.0675745163402384</c:v>
                </c:pt>
                <c:pt idx="1602">
                  <c:v>0.0428848996342076</c:v>
                </c:pt>
                <c:pt idx="1603">
                  <c:v>0.0199586561802787</c:v>
                </c:pt>
                <c:pt idx="1604">
                  <c:v>0.0223734384086646</c:v>
                </c:pt>
                <c:pt idx="1605">
                  <c:v>0.0503062312008928</c:v>
                </c:pt>
                <c:pt idx="1606">
                  <c:v>0.0329682088494446</c:v>
                </c:pt>
                <c:pt idx="1607">
                  <c:v>0.0292367541653148</c:v>
                </c:pt>
                <c:pt idx="1608">
                  <c:v>0.0401651192166256</c:v>
                </c:pt>
                <c:pt idx="1609">
                  <c:v>0.029944087240032</c:v>
                </c:pt>
                <c:pt idx="1610">
                  <c:v>0.0213595796879207</c:v>
                </c:pt>
                <c:pt idx="1611">
                  <c:v>0.046592864116429</c:v>
                </c:pt>
                <c:pt idx="1612">
                  <c:v>0.0473105268973556</c:v>
                </c:pt>
                <c:pt idx="1613">
                  <c:v>0.0418118806410172</c:v>
                </c:pt>
                <c:pt idx="1614">
                  <c:v>0.0337430356393991</c:v>
                </c:pt>
                <c:pt idx="1615">
                  <c:v>0.0288326105502845</c:v>
                </c:pt>
                <c:pt idx="1616">
                  <c:v>0.0534543479177046</c:v>
                </c:pt>
                <c:pt idx="1617">
                  <c:v>0.0623268794203098</c:v>
                </c:pt>
                <c:pt idx="1618">
                  <c:v>0.0769491125123923</c:v>
                </c:pt>
                <c:pt idx="1619">
                  <c:v>0.0556563226038173</c:v>
                </c:pt>
                <c:pt idx="1620">
                  <c:v>0.0493508044179354</c:v>
                </c:pt>
                <c:pt idx="1621">
                  <c:v>0.040641542872139</c:v>
                </c:pt>
                <c:pt idx="1622">
                  <c:v>0.0258138836932592</c:v>
                </c:pt>
                <c:pt idx="1623">
                  <c:v>0.0184362280445402</c:v>
                </c:pt>
                <c:pt idx="1624">
                  <c:v>0.0205704876377654</c:v>
                </c:pt>
                <c:pt idx="1625">
                  <c:v>0.012540215709943</c:v>
                </c:pt>
                <c:pt idx="1626">
                  <c:v>0.0361452943427487</c:v>
                </c:pt>
                <c:pt idx="1627">
                  <c:v>0.0783133814143577</c:v>
                </c:pt>
                <c:pt idx="1628">
                  <c:v>0.110443062692301</c:v>
                </c:pt>
                <c:pt idx="1629">
                  <c:v>0.0778335166155303</c:v>
                </c:pt>
                <c:pt idx="1630">
                  <c:v>0.107101270091411</c:v>
                </c:pt>
                <c:pt idx="1631">
                  <c:v>0.0869916208236585</c:v>
                </c:pt>
                <c:pt idx="1632">
                  <c:v>0.0658839845770049</c:v>
                </c:pt>
                <c:pt idx="1633">
                  <c:v>0.0537268082328969</c:v>
                </c:pt>
                <c:pt idx="1634">
                  <c:v>0.0547126010551184</c:v>
                </c:pt>
                <c:pt idx="1635">
                  <c:v>0.0563061216360026</c:v>
                </c:pt>
                <c:pt idx="1636">
                  <c:v>0.0667480015086289</c:v>
                </c:pt>
                <c:pt idx="1637">
                  <c:v>0.0484762821314599</c:v>
                </c:pt>
                <c:pt idx="1638">
                  <c:v>0.037843715892681</c:v>
                </c:pt>
                <c:pt idx="1639">
                  <c:v>0.0452604023249905</c:v>
                </c:pt>
                <c:pt idx="1640">
                  <c:v>0.0400773324229865</c:v>
                </c:pt>
                <c:pt idx="1641">
                  <c:v>0.0676128483186509</c:v>
                </c:pt>
                <c:pt idx="1642">
                  <c:v>0.0746356897952418</c:v>
                </c:pt>
                <c:pt idx="1643">
                  <c:v>0.0794255457407699</c:v>
                </c:pt>
                <c:pt idx="1644">
                  <c:v>0.0722350479490448</c:v>
                </c:pt>
                <c:pt idx="1645">
                  <c:v>0.0935862697345535</c:v>
                </c:pt>
                <c:pt idx="1646">
                  <c:v>0.0941067204536466</c:v>
                </c:pt>
                <c:pt idx="1647">
                  <c:v>0.0810170028030813</c:v>
                </c:pt>
                <c:pt idx="1648">
                  <c:v>0.0681428457369726</c:v>
                </c:pt>
                <c:pt idx="1649">
                  <c:v>0.0647790249486917</c:v>
                </c:pt>
                <c:pt idx="1650">
                  <c:v>0.0499688034204292</c:v>
                </c:pt>
                <c:pt idx="1651">
                  <c:v>0.0466748438994649</c:v>
                </c:pt>
                <c:pt idx="1652">
                  <c:v>0.0902663658245763</c:v>
                </c:pt>
                <c:pt idx="1653">
                  <c:v>0.079312052818122</c:v>
                </c:pt>
                <c:pt idx="1654">
                  <c:v>0.0721443810455608</c:v>
                </c:pt>
                <c:pt idx="1655">
                  <c:v>0.0577365821983442</c:v>
                </c:pt>
                <c:pt idx="1656">
                  <c:v>0.0671096335366579</c:v>
                </c:pt>
                <c:pt idx="1657">
                  <c:v>0.0815116590410382</c:v>
                </c:pt>
                <c:pt idx="1658">
                  <c:v>0.079735127239801</c:v>
                </c:pt>
                <c:pt idx="1659">
                  <c:v>0.0953398086114964</c:v>
                </c:pt>
                <c:pt idx="1660">
                  <c:v>0.0935009431322083</c:v>
                </c:pt>
                <c:pt idx="1661">
                  <c:v>0.0902016738888555</c:v>
                </c:pt>
                <c:pt idx="1662">
                  <c:v>0.0786995093515897</c:v>
                </c:pt>
                <c:pt idx="1663">
                  <c:v>0.0816487521558127</c:v>
                </c:pt>
                <c:pt idx="1664">
                  <c:v>0.0731866758847071</c:v>
                </c:pt>
                <c:pt idx="1665">
                  <c:v>0.126797057352351</c:v>
                </c:pt>
                <c:pt idx="1666">
                  <c:v>0.152241960392194</c:v>
                </c:pt>
                <c:pt idx="1667">
                  <c:v>0.134862396421839</c:v>
                </c:pt>
                <c:pt idx="1668">
                  <c:v>0.127265355496198</c:v>
                </c:pt>
                <c:pt idx="1669">
                  <c:v>0.195262289360007</c:v>
                </c:pt>
                <c:pt idx="1670">
                  <c:v>0.262446026333469</c:v>
                </c:pt>
                <c:pt idx="1671">
                  <c:v>0.173003074370296</c:v>
                </c:pt>
                <c:pt idx="1672">
                  <c:v>0.146843696749336</c:v>
                </c:pt>
                <c:pt idx="1673">
                  <c:v>0.0766081521178299</c:v>
                </c:pt>
                <c:pt idx="1674">
                  <c:v>0.07904374553964</c:v>
                </c:pt>
                <c:pt idx="1675">
                  <c:v>0.135881803173417</c:v>
                </c:pt>
                <c:pt idx="1676">
                  <c:v>0.130547511348319</c:v>
                </c:pt>
                <c:pt idx="1677">
                  <c:v>0.0999224550683621</c:v>
                </c:pt>
                <c:pt idx="1678">
                  <c:v>0.122781599260706</c:v>
                </c:pt>
                <c:pt idx="1679">
                  <c:v>0.219186514505934</c:v>
                </c:pt>
                <c:pt idx="1680">
                  <c:v>0.166859147355685</c:v>
                </c:pt>
                <c:pt idx="1681">
                  <c:v>0.218736133541543</c:v>
                </c:pt>
                <c:pt idx="1682">
                  <c:v>0.225886698775252</c:v>
                </c:pt>
                <c:pt idx="1683">
                  <c:v>0.154949921996449</c:v>
                </c:pt>
                <c:pt idx="1684">
                  <c:v>0.113730620915477</c:v>
                </c:pt>
                <c:pt idx="1685">
                  <c:v>0.0710135928880267</c:v>
                </c:pt>
                <c:pt idx="1686">
                  <c:v>0.0708605771517306</c:v>
                </c:pt>
                <c:pt idx="1687">
                  <c:v>0.0662185982441815</c:v>
                </c:pt>
                <c:pt idx="1688">
                  <c:v>0.0652630501194937</c:v>
                </c:pt>
                <c:pt idx="1689">
                  <c:v>-0.00809308412912418</c:v>
                </c:pt>
                <c:pt idx="1690">
                  <c:v>-0.0104446823379544</c:v>
                </c:pt>
                <c:pt idx="1691">
                  <c:v>-0.0047857176067389</c:v>
                </c:pt>
                <c:pt idx="1692">
                  <c:v>0.0491790600752999</c:v>
                </c:pt>
                <c:pt idx="1693">
                  <c:v>0.0428125488335119</c:v>
                </c:pt>
                <c:pt idx="1694">
                  <c:v>0.0532060090567953</c:v>
                </c:pt>
                <c:pt idx="1695">
                  <c:v>0.0598023226022243</c:v>
                </c:pt>
                <c:pt idx="1696">
                  <c:v>0.0390556880120466</c:v>
                </c:pt>
                <c:pt idx="1697">
                  <c:v>0.0522722478597761</c:v>
                </c:pt>
                <c:pt idx="1698">
                  <c:v>0.0751864001421576</c:v>
                </c:pt>
                <c:pt idx="1699">
                  <c:v>0.0618963302900401</c:v>
                </c:pt>
                <c:pt idx="1700">
                  <c:v>0.0116653580472504</c:v>
                </c:pt>
                <c:pt idx="1701">
                  <c:v>0.0179288605275698</c:v>
                </c:pt>
                <c:pt idx="1702">
                  <c:v>0.0269004676148462</c:v>
                </c:pt>
                <c:pt idx="1703">
                  <c:v>0.0475518194552536</c:v>
                </c:pt>
                <c:pt idx="1704">
                  <c:v>0.0575630153025919</c:v>
                </c:pt>
                <c:pt idx="1705">
                  <c:v>-0.00666527846388381</c:v>
                </c:pt>
                <c:pt idx="1706">
                  <c:v>0.058513526904465</c:v>
                </c:pt>
                <c:pt idx="1707">
                  <c:v>0.0756377413540803</c:v>
                </c:pt>
                <c:pt idx="1708">
                  <c:v>0.135274556193555</c:v>
                </c:pt>
                <c:pt idx="1709">
                  <c:v>0.0899059759313233</c:v>
                </c:pt>
                <c:pt idx="1710">
                  <c:v>0.0729675302747047</c:v>
                </c:pt>
                <c:pt idx="1711">
                  <c:v>0.0574838054277832</c:v>
                </c:pt>
                <c:pt idx="1712">
                  <c:v>0.0396118393507455</c:v>
                </c:pt>
                <c:pt idx="1713">
                  <c:v>0.0587854945452989</c:v>
                </c:pt>
                <c:pt idx="1714">
                  <c:v>0.144152777691009</c:v>
                </c:pt>
                <c:pt idx="1715">
                  <c:v>0.138950731842752</c:v>
                </c:pt>
                <c:pt idx="1716">
                  <c:v>0.14448589050648</c:v>
                </c:pt>
                <c:pt idx="1717">
                  <c:v>0.207746057117763</c:v>
                </c:pt>
                <c:pt idx="1718">
                  <c:v>0.281978681611601</c:v>
                </c:pt>
                <c:pt idx="1719">
                  <c:v>0.155934616286754</c:v>
                </c:pt>
                <c:pt idx="1720">
                  <c:v>0.172188983219348</c:v>
                </c:pt>
                <c:pt idx="1721">
                  <c:v>0.169821536429792</c:v>
                </c:pt>
                <c:pt idx="1722">
                  <c:v>0.0994639082559553</c:v>
                </c:pt>
                <c:pt idx="1723">
                  <c:v>0.038511224192115</c:v>
                </c:pt>
                <c:pt idx="1724">
                  <c:v>0.053846162215676</c:v>
                </c:pt>
                <c:pt idx="1725">
                  <c:v>-0.0389508491571471</c:v>
                </c:pt>
                <c:pt idx="1726">
                  <c:v>-0.0511154781743723</c:v>
                </c:pt>
                <c:pt idx="1727">
                  <c:v>-0.0560907348263318</c:v>
                </c:pt>
                <c:pt idx="1728">
                  <c:v>-0.056862427349823</c:v>
                </c:pt>
                <c:pt idx="1729">
                  <c:v>-0.0681513226278413</c:v>
                </c:pt>
                <c:pt idx="1730">
                  <c:v>-0.0932179989061816</c:v>
                </c:pt>
                <c:pt idx="1731">
                  <c:v>-0.0753001938939306</c:v>
                </c:pt>
                <c:pt idx="1732">
                  <c:v>-0.0817821617923774</c:v>
                </c:pt>
                <c:pt idx="1733">
                  <c:v>-0.0653506254925706</c:v>
                </c:pt>
                <c:pt idx="1734">
                  <c:v>-0.0729717188927041</c:v>
                </c:pt>
                <c:pt idx="1735">
                  <c:v>-0.0726752450637276</c:v>
                </c:pt>
                <c:pt idx="1736">
                  <c:v>-0.0199704469078003</c:v>
                </c:pt>
                <c:pt idx="1737">
                  <c:v>-0.039545574365819</c:v>
                </c:pt>
                <c:pt idx="1738">
                  <c:v>-0.0482428176100085</c:v>
                </c:pt>
                <c:pt idx="1739">
                  <c:v>-0.0688654114434799</c:v>
                </c:pt>
                <c:pt idx="1740">
                  <c:v>-0.0439403269842805</c:v>
                </c:pt>
                <c:pt idx="1741">
                  <c:v>-0.0295911876759398</c:v>
                </c:pt>
                <c:pt idx="1742">
                  <c:v>-0.057443668363398</c:v>
                </c:pt>
                <c:pt idx="1743">
                  <c:v>-0.0663973224632588</c:v>
                </c:pt>
                <c:pt idx="1744">
                  <c:v>-0.0873051136898702</c:v>
                </c:pt>
                <c:pt idx="1745">
                  <c:v>-0.0979178501880002</c:v>
                </c:pt>
                <c:pt idx="1746">
                  <c:v>-0.0856425030871619</c:v>
                </c:pt>
                <c:pt idx="1747">
                  <c:v>-0.0743030892244419</c:v>
                </c:pt>
                <c:pt idx="1748">
                  <c:v>-0.0209228886906743</c:v>
                </c:pt>
                <c:pt idx="1749">
                  <c:v>0.0199887138936348</c:v>
                </c:pt>
                <c:pt idx="1750">
                  <c:v>0.0234368335460814</c:v>
                </c:pt>
                <c:pt idx="1751">
                  <c:v>0.00228581873113348</c:v>
                </c:pt>
                <c:pt idx="1752">
                  <c:v>0.0068688470366742</c:v>
                </c:pt>
                <c:pt idx="1753">
                  <c:v>0.015492436929138</c:v>
                </c:pt>
                <c:pt idx="1754">
                  <c:v>0.0206954961474589</c:v>
                </c:pt>
                <c:pt idx="1755">
                  <c:v>0.0477238578423261</c:v>
                </c:pt>
                <c:pt idx="1756">
                  <c:v>0.0382159698522149</c:v>
                </c:pt>
                <c:pt idx="1757">
                  <c:v>0.0476846723184972</c:v>
                </c:pt>
                <c:pt idx="1758">
                  <c:v>0.0324035419302851</c:v>
                </c:pt>
                <c:pt idx="1759">
                  <c:v>0.0410833728174308</c:v>
                </c:pt>
                <c:pt idx="1760">
                  <c:v>0.0532335199336758</c:v>
                </c:pt>
                <c:pt idx="1761">
                  <c:v>0.0538922494322426</c:v>
                </c:pt>
                <c:pt idx="1762">
                  <c:v>0.0720292902195673</c:v>
                </c:pt>
                <c:pt idx="1763">
                  <c:v>0.0370666729870894</c:v>
                </c:pt>
                <c:pt idx="1764">
                  <c:v>0.049816730342077</c:v>
                </c:pt>
                <c:pt idx="1765">
                  <c:v>0.0630026712804354</c:v>
                </c:pt>
                <c:pt idx="1766">
                  <c:v>0.0854752709734031</c:v>
                </c:pt>
                <c:pt idx="1767">
                  <c:v>0.117544734422022</c:v>
                </c:pt>
                <c:pt idx="1768">
                  <c:v>0.0968621347025792</c:v>
                </c:pt>
                <c:pt idx="1769">
                  <c:v>0.0544991680171034</c:v>
                </c:pt>
                <c:pt idx="1770">
                  <c:v>0.0553271640797887</c:v>
                </c:pt>
                <c:pt idx="1771">
                  <c:v>0.0445694469308405</c:v>
                </c:pt>
                <c:pt idx="1772">
                  <c:v>0.0583250293789867</c:v>
                </c:pt>
                <c:pt idx="1773">
                  <c:v>0.043413330150582</c:v>
                </c:pt>
                <c:pt idx="1774">
                  <c:v>0.0414257914026995</c:v>
                </c:pt>
                <c:pt idx="1775">
                  <c:v>0.0628079163302063</c:v>
                </c:pt>
                <c:pt idx="1776">
                  <c:v>0.0633377600090126</c:v>
                </c:pt>
                <c:pt idx="1777">
                  <c:v>0.054568202628453</c:v>
                </c:pt>
                <c:pt idx="1778">
                  <c:v>0.102280008263509</c:v>
                </c:pt>
                <c:pt idx="1779">
                  <c:v>0.0820641878929306</c:v>
                </c:pt>
                <c:pt idx="1780">
                  <c:v>0.0555942166134228</c:v>
                </c:pt>
                <c:pt idx="1781">
                  <c:v>0.0669643996814962</c:v>
                </c:pt>
                <c:pt idx="1782">
                  <c:v>0.0592874316673659</c:v>
                </c:pt>
                <c:pt idx="1783">
                  <c:v>0.036947945616324</c:v>
                </c:pt>
                <c:pt idx="1784">
                  <c:v>0.0220305560037912</c:v>
                </c:pt>
                <c:pt idx="1785">
                  <c:v>0.0274727271732851</c:v>
                </c:pt>
                <c:pt idx="1786">
                  <c:v>0.0278264545755355</c:v>
                </c:pt>
                <c:pt idx="1787">
                  <c:v>0.0319790111657739</c:v>
                </c:pt>
                <c:pt idx="1788">
                  <c:v>0.0159250753804287</c:v>
                </c:pt>
                <c:pt idx="1789">
                  <c:v>0.0142479664141217</c:v>
                </c:pt>
                <c:pt idx="1790">
                  <c:v>0.0457972353359263</c:v>
                </c:pt>
                <c:pt idx="1791">
                  <c:v>0.0271686517129146</c:v>
                </c:pt>
                <c:pt idx="1792">
                  <c:v>0.0225368834805455</c:v>
                </c:pt>
                <c:pt idx="1793">
                  <c:v>0.0168065672684388</c:v>
                </c:pt>
                <c:pt idx="1794">
                  <c:v>0.0277708632017904</c:v>
                </c:pt>
                <c:pt idx="1795">
                  <c:v>0.0257829616367023</c:v>
                </c:pt>
                <c:pt idx="1796">
                  <c:v>0.0438032973056072</c:v>
                </c:pt>
                <c:pt idx="1797">
                  <c:v>0.0308349399442152</c:v>
                </c:pt>
                <c:pt idx="1798">
                  <c:v>0.0249293748021629</c:v>
                </c:pt>
                <c:pt idx="1799">
                  <c:v>0.0282942972305531</c:v>
                </c:pt>
                <c:pt idx="1800">
                  <c:v>0.0537719606039986</c:v>
                </c:pt>
                <c:pt idx="1801">
                  <c:v>0.0604720870460315</c:v>
                </c:pt>
                <c:pt idx="1802">
                  <c:v>0.055535515268615</c:v>
                </c:pt>
                <c:pt idx="1803">
                  <c:v>0.0547380197121192</c:v>
                </c:pt>
                <c:pt idx="1804">
                  <c:v>0.0604645215285313</c:v>
                </c:pt>
                <c:pt idx="1805">
                  <c:v>0.0860594737199235</c:v>
                </c:pt>
                <c:pt idx="1806">
                  <c:v>0.0948964188175569</c:v>
                </c:pt>
                <c:pt idx="1807">
                  <c:v>0.0518931915511881</c:v>
                </c:pt>
                <c:pt idx="1808">
                  <c:v>0.107045376634945</c:v>
                </c:pt>
                <c:pt idx="1809">
                  <c:v>0.189345701201472</c:v>
                </c:pt>
                <c:pt idx="1810">
                  <c:v>0.20819736304808</c:v>
                </c:pt>
                <c:pt idx="1811">
                  <c:v>0.198188854469912</c:v>
                </c:pt>
                <c:pt idx="1812">
                  <c:v>0.150025829782303</c:v>
                </c:pt>
                <c:pt idx="1813">
                  <c:v>0.15196684922559</c:v>
                </c:pt>
                <c:pt idx="1814">
                  <c:v>0.119352668194418</c:v>
                </c:pt>
                <c:pt idx="1815">
                  <c:v>0.0894462402938294</c:v>
                </c:pt>
                <c:pt idx="1816">
                  <c:v>0.0760303097345436</c:v>
                </c:pt>
                <c:pt idx="1817">
                  <c:v>0.0911233906697447</c:v>
                </c:pt>
                <c:pt idx="1818">
                  <c:v>0.0824590657548021</c:v>
                </c:pt>
                <c:pt idx="1819">
                  <c:v>0.0599173895762758</c:v>
                </c:pt>
                <c:pt idx="1820">
                  <c:v>0.0619298993999564</c:v>
                </c:pt>
                <c:pt idx="1821">
                  <c:v>0.0963493459317621</c:v>
                </c:pt>
                <c:pt idx="1822">
                  <c:v>0.0908523605021534</c:v>
                </c:pt>
                <c:pt idx="1823">
                  <c:v>0.08137544316325</c:v>
                </c:pt>
                <c:pt idx="1824">
                  <c:v>0.0761535864167747</c:v>
                </c:pt>
                <c:pt idx="1825">
                  <c:v>0.0745502704033736</c:v>
                </c:pt>
                <c:pt idx="1826">
                  <c:v>0.0892905303316069</c:v>
                </c:pt>
                <c:pt idx="1827">
                  <c:v>0.0844061465866436</c:v>
                </c:pt>
                <c:pt idx="1828">
                  <c:v>0.0443648197300863</c:v>
                </c:pt>
                <c:pt idx="1829">
                  <c:v>0.0244662985306638</c:v>
                </c:pt>
                <c:pt idx="1830">
                  <c:v>0.0241341622539328</c:v>
                </c:pt>
                <c:pt idx="1831">
                  <c:v>0.0208833219975526</c:v>
                </c:pt>
                <c:pt idx="1832">
                  <c:v>0.0153997569089737</c:v>
                </c:pt>
                <c:pt idx="1833">
                  <c:v>0.0254820304406169</c:v>
                </c:pt>
                <c:pt idx="1834">
                  <c:v>0.0244868958479881</c:v>
                </c:pt>
                <c:pt idx="1835">
                  <c:v>0.0254368001655826</c:v>
                </c:pt>
                <c:pt idx="1836">
                  <c:v>0.0126558811809048</c:v>
                </c:pt>
                <c:pt idx="1837">
                  <c:v>0.0206330837360995</c:v>
                </c:pt>
                <c:pt idx="1838">
                  <c:v>0.0257118630306482</c:v>
                </c:pt>
                <c:pt idx="1839">
                  <c:v>0.0194596039310101</c:v>
                </c:pt>
                <c:pt idx="1840">
                  <c:v>0.0158176590304722</c:v>
                </c:pt>
                <c:pt idx="1841">
                  <c:v>0.0238385082797754</c:v>
                </c:pt>
                <c:pt idx="1842">
                  <c:v>0.0630798650996792</c:v>
                </c:pt>
                <c:pt idx="1843">
                  <c:v>0.113614544899536</c:v>
                </c:pt>
                <c:pt idx="1844">
                  <c:v>0.109706670788124</c:v>
                </c:pt>
                <c:pt idx="1845">
                  <c:v>0.116440331243073</c:v>
                </c:pt>
                <c:pt idx="1846">
                  <c:v>0.129235434119611</c:v>
                </c:pt>
                <c:pt idx="1847">
                  <c:v>0.0678757148715235</c:v>
                </c:pt>
                <c:pt idx="1848">
                  <c:v>0.040296457806315</c:v>
                </c:pt>
                <c:pt idx="1849">
                  <c:v>0.0390268792791732</c:v>
                </c:pt>
                <c:pt idx="1850">
                  <c:v>0.0228322596288329</c:v>
                </c:pt>
                <c:pt idx="1851">
                  <c:v>0.0218704507695424</c:v>
                </c:pt>
                <c:pt idx="1852">
                  <c:v>0.0119017677016778</c:v>
                </c:pt>
                <c:pt idx="1853">
                  <c:v>0.0194101975489598</c:v>
                </c:pt>
                <c:pt idx="1854">
                  <c:v>0.0118485114172735</c:v>
                </c:pt>
                <c:pt idx="1855">
                  <c:v>0.0346689040627535</c:v>
                </c:pt>
                <c:pt idx="1856">
                  <c:v>0.0511707988579523</c:v>
                </c:pt>
                <c:pt idx="1857">
                  <c:v>0.0792145373597139</c:v>
                </c:pt>
                <c:pt idx="1858">
                  <c:v>0.0810470518284478</c:v>
                </c:pt>
                <c:pt idx="1859">
                  <c:v>0.0810038149829353</c:v>
                </c:pt>
                <c:pt idx="1860">
                  <c:v>0.0634583374849377</c:v>
                </c:pt>
                <c:pt idx="1861">
                  <c:v>0.0763432478983086</c:v>
                </c:pt>
                <c:pt idx="1862">
                  <c:v>0.0689124880326502</c:v>
                </c:pt>
                <c:pt idx="1863">
                  <c:v>0.0781329676685674</c:v>
                </c:pt>
                <c:pt idx="1864">
                  <c:v>0.0618934960878077</c:v>
                </c:pt>
                <c:pt idx="1865">
                  <c:v>0.0650603524621964</c:v>
                </c:pt>
                <c:pt idx="1866">
                  <c:v>0.0844596679627256</c:v>
                </c:pt>
                <c:pt idx="1867">
                  <c:v>0.124916904395372</c:v>
                </c:pt>
                <c:pt idx="1868">
                  <c:v>0.166868372966058</c:v>
                </c:pt>
                <c:pt idx="1869">
                  <c:v>0.173508381187831</c:v>
                </c:pt>
                <c:pt idx="1870">
                  <c:v>0.219701368055035</c:v>
                </c:pt>
                <c:pt idx="1871">
                  <c:v>0.150585651286425</c:v>
                </c:pt>
                <c:pt idx="1872">
                  <c:v>0.135910478070063</c:v>
                </c:pt>
                <c:pt idx="1873">
                  <c:v>0.0885199458647092</c:v>
                </c:pt>
                <c:pt idx="1874">
                  <c:v>0.10047068817632</c:v>
                </c:pt>
                <c:pt idx="1875">
                  <c:v>0.117184909324236</c:v>
                </c:pt>
                <c:pt idx="1876">
                  <c:v>0.0794582838739051</c:v>
                </c:pt>
                <c:pt idx="1877">
                  <c:v>0.120277565676536</c:v>
                </c:pt>
                <c:pt idx="1878">
                  <c:v>0.102350368706455</c:v>
                </c:pt>
                <c:pt idx="1879">
                  <c:v>0.0535684100904658</c:v>
                </c:pt>
                <c:pt idx="1880">
                  <c:v>0.0257485671479477</c:v>
                </c:pt>
                <c:pt idx="1881">
                  <c:v>0.0373308069585013</c:v>
                </c:pt>
                <c:pt idx="1882">
                  <c:v>0.0161056942887262</c:v>
                </c:pt>
                <c:pt idx="1883">
                  <c:v>0.0267504772908103</c:v>
                </c:pt>
                <c:pt idx="1884">
                  <c:v>0.0796849495969699</c:v>
                </c:pt>
                <c:pt idx="1885">
                  <c:v>0.0466674716415914</c:v>
                </c:pt>
                <c:pt idx="1886">
                  <c:v>0.0507040512850007</c:v>
                </c:pt>
                <c:pt idx="1887">
                  <c:v>0.0475494352821037</c:v>
                </c:pt>
                <c:pt idx="1888">
                  <c:v>0.0363387260786161</c:v>
                </c:pt>
                <c:pt idx="1889">
                  <c:v>0.0483619638684075</c:v>
                </c:pt>
                <c:pt idx="1890">
                  <c:v>0.0362784364413686</c:v>
                </c:pt>
                <c:pt idx="1891">
                  <c:v>-0.00845030627783743</c:v>
                </c:pt>
                <c:pt idx="1892">
                  <c:v>-0.0306979560574259</c:v>
                </c:pt>
                <c:pt idx="1893">
                  <c:v>-0.0469437145193881</c:v>
                </c:pt>
                <c:pt idx="1894">
                  <c:v>-0.0583320517583719</c:v>
                </c:pt>
                <c:pt idx="1895">
                  <c:v>-0.0342911918406682</c:v>
                </c:pt>
                <c:pt idx="1896">
                  <c:v>-0.0428150431200614</c:v>
                </c:pt>
                <c:pt idx="1897">
                  <c:v>-0.0326357743324347</c:v>
                </c:pt>
                <c:pt idx="1898">
                  <c:v>-0.0288473081253948</c:v>
                </c:pt>
                <c:pt idx="1899">
                  <c:v>-0.0142217419941837</c:v>
                </c:pt>
                <c:pt idx="1900">
                  <c:v>0.00500088124419961</c:v>
                </c:pt>
                <c:pt idx="1901">
                  <c:v>0.0148049158671634</c:v>
                </c:pt>
                <c:pt idx="1902">
                  <c:v>0.00630969006121903</c:v>
                </c:pt>
                <c:pt idx="1903">
                  <c:v>0.0158340265053032</c:v>
                </c:pt>
                <c:pt idx="1904">
                  <c:v>0.00425818527363075</c:v>
                </c:pt>
                <c:pt idx="1905">
                  <c:v>0.0533003166269718</c:v>
                </c:pt>
                <c:pt idx="1906">
                  <c:v>0.0378298604021229</c:v>
                </c:pt>
                <c:pt idx="1907">
                  <c:v>0.0691948848223554</c:v>
                </c:pt>
                <c:pt idx="1908">
                  <c:v>0.0851348283578642</c:v>
                </c:pt>
                <c:pt idx="1909">
                  <c:v>0.0581511291461149</c:v>
                </c:pt>
                <c:pt idx="1910">
                  <c:v>0.0898410523930479</c:v>
                </c:pt>
                <c:pt idx="1911">
                  <c:v>0.115316260941096</c:v>
                </c:pt>
                <c:pt idx="1912">
                  <c:v>0.102232694388524</c:v>
                </c:pt>
                <c:pt idx="1913">
                  <c:v>0.0612015145542111</c:v>
                </c:pt>
                <c:pt idx="1914">
                  <c:v>0.0856479978988163</c:v>
                </c:pt>
                <c:pt idx="1915">
                  <c:v>0.107908494758906</c:v>
                </c:pt>
                <c:pt idx="1916">
                  <c:v>0.089453501352276</c:v>
                </c:pt>
                <c:pt idx="1917">
                  <c:v>0.0850052392066924</c:v>
                </c:pt>
                <c:pt idx="1918">
                  <c:v>0.0738777810952768</c:v>
                </c:pt>
                <c:pt idx="1919">
                  <c:v>0.0494754972590071</c:v>
                </c:pt>
                <c:pt idx="1920">
                  <c:v>0.0249938777005029</c:v>
                </c:pt>
                <c:pt idx="1921">
                  <c:v>0.0241686637131791</c:v>
                </c:pt>
                <c:pt idx="1922">
                  <c:v>0.0242314712363901</c:v>
                </c:pt>
                <c:pt idx="1923">
                  <c:v>0.0233626321537519</c:v>
                </c:pt>
                <c:pt idx="1924">
                  <c:v>0.00870938113644034</c:v>
                </c:pt>
                <c:pt idx="1925">
                  <c:v>0.0347152858651615</c:v>
                </c:pt>
                <c:pt idx="1926">
                  <c:v>0.0256677286616597</c:v>
                </c:pt>
                <c:pt idx="1927">
                  <c:v>0.0210092028359438</c:v>
                </c:pt>
                <c:pt idx="1928">
                  <c:v>0.00984850991827879</c:v>
                </c:pt>
                <c:pt idx="1929">
                  <c:v>0.0071578528672294</c:v>
                </c:pt>
                <c:pt idx="1930">
                  <c:v>0.0182174101685732</c:v>
                </c:pt>
                <c:pt idx="1931">
                  <c:v>0.00822098916745751</c:v>
                </c:pt>
                <c:pt idx="1932">
                  <c:v>0.024688462755434</c:v>
                </c:pt>
                <c:pt idx="1933">
                  <c:v>-0.00799436051347714</c:v>
                </c:pt>
                <c:pt idx="1934">
                  <c:v>-0.0117672315731037</c:v>
                </c:pt>
                <c:pt idx="1935">
                  <c:v>0.00434016969303643</c:v>
                </c:pt>
                <c:pt idx="1936">
                  <c:v>-0.00554395664264399</c:v>
                </c:pt>
                <c:pt idx="1937">
                  <c:v>0.00280535545532949</c:v>
                </c:pt>
                <c:pt idx="1938">
                  <c:v>-0.007711658838724</c:v>
                </c:pt>
                <c:pt idx="1939">
                  <c:v>-0.00209016293305108</c:v>
                </c:pt>
                <c:pt idx="1940">
                  <c:v>0.0133692319046197</c:v>
                </c:pt>
                <c:pt idx="1941">
                  <c:v>0.0333973635334235</c:v>
                </c:pt>
                <c:pt idx="1942">
                  <c:v>0.0499654934046063</c:v>
                </c:pt>
                <c:pt idx="1943">
                  <c:v>0.036721350405507</c:v>
                </c:pt>
                <c:pt idx="1944">
                  <c:v>0.0388052079196889</c:v>
                </c:pt>
                <c:pt idx="1945">
                  <c:v>0.066862820567543</c:v>
                </c:pt>
                <c:pt idx="1946">
                  <c:v>0.075092911246604</c:v>
                </c:pt>
                <c:pt idx="1947">
                  <c:v>0.107970312816204</c:v>
                </c:pt>
                <c:pt idx="1948">
                  <c:v>0.105587343222365</c:v>
                </c:pt>
                <c:pt idx="1949">
                  <c:v>0.0826211645147866</c:v>
                </c:pt>
                <c:pt idx="1950">
                  <c:v>0.089063986330368</c:v>
                </c:pt>
                <c:pt idx="1951">
                  <c:v>0.0857772957503941</c:v>
                </c:pt>
                <c:pt idx="1952">
                  <c:v>0.110989914104014</c:v>
                </c:pt>
                <c:pt idx="1953">
                  <c:v>0.135935788686131</c:v>
                </c:pt>
                <c:pt idx="1954">
                  <c:v>0.116280591954279</c:v>
                </c:pt>
                <c:pt idx="1955">
                  <c:v>0.111618931782063</c:v>
                </c:pt>
                <c:pt idx="1956">
                  <c:v>0.0838165446310881</c:v>
                </c:pt>
                <c:pt idx="1957">
                  <c:v>0.128942637121403</c:v>
                </c:pt>
                <c:pt idx="1958">
                  <c:v>0.147233073379192</c:v>
                </c:pt>
                <c:pt idx="1959">
                  <c:v>0.136064690513977</c:v>
                </c:pt>
                <c:pt idx="1960">
                  <c:v>0.118090836841585</c:v>
                </c:pt>
                <c:pt idx="1961">
                  <c:v>0.118091362383058</c:v>
                </c:pt>
                <c:pt idx="1962">
                  <c:v>0.0780316667961765</c:v>
                </c:pt>
                <c:pt idx="1963">
                  <c:v>0.0947465701660626</c:v>
                </c:pt>
                <c:pt idx="1964">
                  <c:v>0.0823269066949856</c:v>
                </c:pt>
                <c:pt idx="1965">
                  <c:v>0.0731373466808337</c:v>
                </c:pt>
                <c:pt idx="1966">
                  <c:v>0.0727984531851975</c:v>
                </c:pt>
                <c:pt idx="1967">
                  <c:v>0.0933455592872434</c:v>
                </c:pt>
                <c:pt idx="1968">
                  <c:v>0.0702060912662433</c:v>
                </c:pt>
                <c:pt idx="1969">
                  <c:v>0.0810493181016025</c:v>
                </c:pt>
                <c:pt idx="1970">
                  <c:v>0.107086670971866</c:v>
                </c:pt>
                <c:pt idx="1971">
                  <c:v>0.105610737194192</c:v>
                </c:pt>
                <c:pt idx="1972">
                  <c:v>0.0708785673000604</c:v>
                </c:pt>
                <c:pt idx="1973">
                  <c:v>0.0817028877825914</c:v>
                </c:pt>
                <c:pt idx="1974">
                  <c:v>0.0713871601074879</c:v>
                </c:pt>
                <c:pt idx="1975">
                  <c:v>0.0765834596627831</c:v>
                </c:pt>
                <c:pt idx="1976">
                  <c:v>0.0741423930667533</c:v>
                </c:pt>
                <c:pt idx="1977">
                  <c:v>0.0711081196102868</c:v>
                </c:pt>
                <c:pt idx="1978">
                  <c:v>0.0636950876289071</c:v>
                </c:pt>
                <c:pt idx="1979">
                  <c:v>0.047570811420554</c:v>
                </c:pt>
                <c:pt idx="1980">
                  <c:v>0.0562620800254233</c:v>
                </c:pt>
                <c:pt idx="1981">
                  <c:v>0.0642158350411341</c:v>
                </c:pt>
                <c:pt idx="1982">
                  <c:v>0.0547147651083241</c:v>
                </c:pt>
                <c:pt idx="1983">
                  <c:v>0.0529605508582408</c:v>
                </c:pt>
                <c:pt idx="1984">
                  <c:v>0.0713069440501185</c:v>
                </c:pt>
                <c:pt idx="1985">
                  <c:v>0.0624606059889565</c:v>
                </c:pt>
                <c:pt idx="1986">
                  <c:v>0.0738945514754639</c:v>
                </c:pt>
                <c:pt idx="1987">
                  <c:v>0.113408224827948</c:v>
                </c:pt>
                <c:pt idx="1988">
                  <c:v>0.151844260383324</c:v>
                </c:pt>
                <c:pt idx="1989">
                  <c:v>0.139666100816782</c:v>
                </c:pt>
                <c:pt idx="1990">
                  <c:v>0.138294558560775</c:v>
                </c:pt>
                <c:pt idx="1991">
                  <c:v>0.130843712563678</c:v>
                </c:pt>
                <c:pt idx="1992">
                  <c:v>0.166390176568271</c:v>
                </c:pt>
                <c:pt idx="1993">
                  <c:v>0.122390613613668</c:v>
                </c:pt>
                <c:pt idx="1994">
                  <c:v>0.0833914886082646</c:v>
                </c:pt>
                <c:pt idx="1995">
                  <c:v>0.0560470945718552</c:v>
                </c:pt>
                <c:pt idx="1996">
                  <c:v>0.0530562787313519</c:v>
                </c:pt>
                <c:pt idx="1997">
                  <c:v>0.0639121696284262</c:v>
                </c:pt>
                <c:pt idx="1998">
                  <c:v>0.0509953149727</c:v>
                </c:pt>
                <c:pt idx="1999">
                  <c:v>0.0522928560389176</c:v>
                </c:pt>
                <c:pt idx="2000">
                  <c:v>0.0396412882955191</c:v>
                </c:pt>
                <c:pt idx="2001">
                  <c:v>0.0478391649383552</c:v>
                </c:pt>
                <c:pt idx="2002">
                  <c:v>0.0502024518093891</c:v>
                </c:pt>
                <c:pt idx="2003">
                  <c:v>0.0481751559206703</c:v>
                </c:pt>
                <c:pt idx="2004">
                  <c:v>0.0301885592171032</c:v>
                </c:pt>
                <c:pt idx="2005">
                  <c:v>0.0470117852416975</c:v>
                </c:pt>
                <c:pt idx="2006">
                  <c:v>0.0696615139999884</c:v>
                </c:pt>
                <c:pt idx="2007">
                  <c:v>0.209038199550531</c:v>
                </c:pt>
                <c:pt idx="2008">
                  <c:v>0.311278412620808</c:v>
                </c:pt>
                <c:pt idx="2009">
                  <c:v>0.265806553523161</c:v>
                </c:pt>
                <c:pt idx="2010">
                  <c:v>0.377524205063127</c:v>
                </c:pt>
                <c:pt idx="2011">
                  <c:v>0.553151125056671</c:v>
                </c:pt>
                <c:pt idx="2012">
                  <c:v>0.301169028364216</c:v>
                </c:pt>
                <c:pt idx="2013">
                  <c:v>0.315313053899908</c:v>
                </c:pt>
                <c:pt idx="2014">
                  <c:v>0.193120030867764</c:v>
                </c:pt>
                <c:pt idx="2015">
                  <c:v>0.30696452099971</c:v>
                </c:pt>
                <c:pt idx="2016">
                  <c:v>0.306095587561363</c:v>
                </c:pt>
                <c:pt idx="2017">
                  <c:v>0.419350520226977</c:v>
                </c:pt>
                <c:pt idx="2018">
                  <c:v>0.277186858294853</c:v>
                </c:pt>
                <c:pt idx="2019">
                  <c:v>0.402124294609843</c:v>
                </c:pt>
                <c:pt idx="2020">
                  <c:v>0.666496060166807</c:v>
                </c:pt>
                <c:pt idx="2021">
                  <c:v>0.360219080742359</c:v>
                </c:pt>
                <c:pt idx="2022">
                  <c:v>0.65543963515813</c:v>
                </c:pt>
                <c:pt idx="2023">
                  <c:v>0.48238846090126</c:v>
                </c:pt>
                <c:pt idx="2024">
                  <c:v>0.470825193447105</c:v>
                </c:pt>
                <c:pt idx="2025">
                  <c:v>0.415962690234731</c:v>
                </c:pt>
                <c:pt idx="2026">
                  <c:v>0.382812052962408</c:v>
                </c:pt>
                <c:pt idx="2027">
                  <c:v>0.149707884709037</c:v>
                </c:pt>
                <c:pt idx="2028">
                  <c:v>0.0913062519153458</c:v>
                </c:pt>
                <c:pt idx="2029">
                  <c:v>0.178733193777412</c:v>
                </c:pt>
                <c:pt idx="2030">
                  <c:v>0.128294051306412</c:v>
                </c:pt>
                <c:pt idx="2031">
                  <c:v>0.0820779235472743</c:v>
                </c:pt>
                <c:pt idx="2032">
                  <c:v>-0.0496628490360627</c:v>
                </c:pt>
                <c:pt idx="2033">
                  <c:v>-0.0357625861157032</c:v>
                </c:pt>
                <c:pt idx="2034">
                  <c:v>-0.0847006736190719</c:v>
                </c:pt>
                <c:pt idx="2035">
                  <c:v>-0.154884461394943</c:v>
                </c:pt>
                <c:pt idx="2036">
                  <c:v>-0.191126523066616</c:v>
                </c:pt>
                <c:pt idx="2037">
                  <c:v>-0.274129070345994</c:v>
                </c:pt>
                <c:pt idx="2038">
                  <c:v>-0.238826099944465</c:v>
                </c:pt>
                <c:pt idx="2039">
                  <c:v>-0.283916250425218</c:v>
                </c:pt>
                <c:pt idx="2040">
                  <c:v>-0.307028738645472</c:v>
                </c:pt>
                <c:pt idx="2041">
                  <c:v>-0.380184508658114</c:v>
                </c:pt>
                <c:pt idx="2042">
                  <c:v>-0.395452730172177</c:v>
                </c:pt>
                <c:pt idx="2043">
                  <c:v>-0.361294320350343</c:v>
                </c:pt>
                <c:pt idx="2044">
                  <c:v>-0.343951399107268</c:v>
                </c:pt>
                <c:pt idx="2045">
                  <c:v>-0.402907163953899</c:v>
                </c:pt>
                <c:pt idx="2046">
                  <c:v>-0.363872310614622</c:v>
                </c:pt>
                <c:pt idx="2047">
                  <c:v>-0.295066137812889</c:v>
                </c:pt>
                <c:pt idx="2048">
                  <c:v>-0.340648046169146</c:v>
                </c:pt>
                <c:pt idx="2049">
                  <c:v>-0.330405923344634</c:v>
                </c:pt>
                <c:pt idx="2050">
                  <c:v>-0.350693581269154</c:v>
                </c:pt>
                <c:pt idx="2051">
                  <c:v>-0.334984642029688</c:v>
                </c:pt>
                <c:pt idx="2052">
                  <c:v>-0.187067420433176</c:v>
                </c:pt>
                <c:pt idx="2053">
                  <c:v>-0.196682767726453</c:v>
                </c:pt>
                <c:pt idx="2054">
                  <c:v>-0.129108738396209</c:v>
                </c:pt>
                <c:pt idx="2055">
                  <c:v>-0.116718320152401</c:v>
                </c:pt>
                <c:pt idx="2056">
                  <c:v>-0.128563370329803</c:v>
                </c:pt>
                <c:pt idx="2057">
                  <c:v>-0.110267006388098</c:v>
                </c:pt>
                <c:pt idx="2058">
                  <c:v>-0.04070422057137</c:v>
                </c:pt>
                <c:pt idx="2059">
                  <c:v>-0.0413262105548744</c:v>
                </c:pt>
                <c:pt idx="2060">
                  <c:v>-0.0697246051138133</c:v>
                </c:pt>
                <c:pt idx="2061">
                  <c:v>-0.0796066758083878</c:v>
                </c:pt>
                <c:pt idx="2062">
                  <c:v>-0.0123757637959018</c:v>
                </c:pt>
                <c:pt idx="2063">
                  <c:v>0.0235774006908329</c:v>
                </c:pt>
                <c:pt idx="2064">
                  <c:v>0.0423090820033613</c:v>
                </c:pt>
                <c:pt idx="2065">
                  <c:v>0.0189015014060507</c:v>
                </c:pt>
                <c:pt idx="2066">
                  <c:v>-0.0225841914306739</c:v>
                </c:pt>
                <c:pt idx="2067">
                  <c:v>0.0523969748934237</c:v>
                </c:pt>
                <c:pt idx="2068">
                  <c:v>0.0365482102356417</c:v>
                </c:pt>
                <c:pt idx="2069">
                  <c:v>0.0568472386945008</c:v>
                </c:pt>
                <c:pt idx="2070">
                  <c:v>0.0455126822384822</c:v>
                </c:pt>
                <c:pt idx="2071">
                  <c:v>0.0300805001969464</c:v>
                </c:pt>
                <c:pt idx="2072">
                  <c:v>0.0231189000966421</c:v>
                </c:pt>
                <c:pt idx="2073">
                  <c:v>0.07059920410333</c:v>
                </c:pt>
                <c:pt idx="2074">
                  <c:v>0.0420072661748306</c:v>
                </c:pt>
                <c:pt idx="2075">
                  <c:v>0.0441159337967311</c:v>
                </c:pt>
                <c:pt idx="2076">
                  <c:v>0.05428408022477</c:v>
                </c:pt>
                <c:pt idx="2077">
                  <c:v>0.0426875998949995</c:v>
                </c:pt>
                <c:pt idx="2078">
                  <c:v>0.0697562064398021</c:v>
                </c:pt>
                <c:pt idx="2079">
                  <c:v>0.0167379251453653</c:v>
                </c:pt>
                <c:pt idx="2080">
                  <c:v>0.0391943602326181</c:v>
                </c:pt>
                <c:pt idx="2081">
                  <c:v>0.0789194908184931</c:v>
                </c:pt>
                <c:pt idx="2082">
                  <c:v>0.0772091522328682</c:v>
                </c:pt>
                <c:pt idx="2083">
                  <c:v>0.255178602801196</c:v>
                </c:pt>
                <c:pt idx="2084">
                  <c:v>0.193410122878969</c:v>
                </c:pt>
                <c:pt idx="2085">
                  <c:v>0.148972710065723</c:v>
                </c:pt>
                <c:pt idx="2086">
                  <c:v>0.144192320144535</c:v>
                </c:pt>
                <c:pt idx="2087">
                  <c:v>0.133487959539705</c:v>
                </c:pt>
                <c:pt idx="2088">
                  <c:v>0.114776621683016</c:v>
                </c:pt>
                <c:pt idx="2089">
                  <c:v>0.102930355667095</c:v>
                </c:pt>
                <c:pt idx="2090">
                  <c:v>0.0814695115844115</c:v>
                </c:pt>
                <c:pt idx="2091">
                  <c:v>0.0729989483202137</c:v>
                </c:pt>
                <c:pt idx="2092">
                  <c:v>0.116011961948714</c:v>
                </c:pt>
                <c:pt idx="2093">
                  <c:v>0.15430929212698</c:v>
                </c:pt>
                <c:pt idx="2094">
                  <c:v>0.213633415834403</c:v>
                </c:pt>
                <c:pt idx="2095">
                  <c:v>0.150958691565287</c:v>
                </c:pt>
                <c:pt idx="2096">
                  <c:v>0.123709829184986</c:v>
                </c:pt>
                <c:pt idx="2097">
                  <c:v>0.0939628562669491</c:v>
                </c:pt>
                <c:pt idx="2098">
                  <c:v>0.0766091306057701</c:v>
                </c:pt>
                <c:pt idx="2099">
                  <c:v>0.0269362787542667</c:v>
                </c:pt>
                <c:pt idx="2100">
                  <c:v>0.0573829806733642</c:v>
                </c:pt>
                <c:pt idx="2101">
                  <c:v>0.0258010534250343</c:v>
                </c:pt>
                <c:pt idx="2102">
                  <c:v>0.0569265972613439</c:v>
                </c:pt>
                <c:pt idx="2103">
                  <c:v>0.0171664349132413</c:v>
                </c:pt>
                <c:pt idx="2104">
                  <c:v>0.0674799705635337</c:v>
                </c:pt>
                <c:pt idx="2105">
                  <c:v>0.0577908614645251</c:v>
                </c:pt>
                <c:pt idx="2106">
                  <c:v>0.0310620617790668</c:v>
                </c:pt>
                <c:pt idx="2107">
                  <c:v>0.0405186786827733</c:v>
                </c:pt>
                <c:pt idx="2108">
                  <c:v>0.00599340283502974</c:v>
                </c:pt>
                <c:pt idx="2109">
                  <c:v>-0.0110731750943314</c:v>
                </c:pt>
                <c:pt idx="2110">
                  <c:v>0.0113671094722565</c:v>
                </c:pt>
                <c:pt idx="2111">
                  <c:v>-0.00192331568224482</c:v>
                </c:pt>
                <c:pt idx="2112">
                  <c:v>0.0384982689272945</c:v>
                </c:pt>
                <c:pt idx="2113">
                  <c:v>0.093452059811609</c:v>
                </c:pt>
                <c:pt idx="2114">
                  <c:v>0.0683393119041993</c:v>
                </c:pt>
                <c:pt idx="2115">
                  <c:v>0.091397223959108</c:v>
                </c:pt>
                <c:pt idx="2116">
                  <c:v>0.0767195417831592</c:v>
                </c:pt>
                <c:pt idx="2117">
                  <c:v>0.108740513469111</c:v>
                </c:pt>
                <c:pt idx="2118">
                  <c:v>0.0736394438488653</c:v>
                </c:pt>
                <c:pt idx="2119">
                  <c:v>0.0533611376221941</c:v>
                </c:pt>
                <c:pt idx="2120">
                  <c:v>0.0619663108323901</c:v>
                </c:pt>
                <c:pt idx="2121">
                  <c:v>0.0448844508569415</c:v>
                </c:pt>
                <c:pt idx="2122">
                  <c:v>0.0816071003785619</c:v>
                </c:pt>
                <c:pt idx="2123">
                  <c:v>0.0767801015440122</c:v>
                </c:pt>
                <c:pt idx="2124">
                  <c:v>0.090957025642166</c:v>
                </c:pt>
                <c:pt idx="2125">
                  <c:v>0.148070812855028</c:v>
                </c:pt>
                <c:pt idx="2126">
                  <c:v>0.108572638189448</c:v>
                </c:pt>
                <c:pt idx="2127">
                  <c:v>0.10893106947896</c:v>
                </c:pt>
                <c:pt idx="2128">
                  <c:v>0.0896339432666723</c:v>
                </c:pt>
                <c:pt idx="2129">
                  <c:v>0.0777309185779056</c:v>
                </c:pt>
                <c:pt idx="2130">
                  <c:v>0.0928213661128886</c:v>
                </c:pt>
                <c:pt idx="2131">
                  <c:v>0.113158946861867</c:v>
                </c:pt>
                <c:pt idx="2132">
                  <c:v>0.12268440368984</c:v>
                </c:pt>
                <c:pt idx="2133">
                  <c:v>0.105819523040224</c:v>
                </c:pt>
                <c:pt idx="2134">
                  <c:v>0.0985380325063901</c:v>
                </c:pt>
                <c:pt idx="2135">
                  <c:v>0.115335007481782</c:v>
                </c:pt>
                <c:pt idx="2136">
                  <c:v>0.113192569837466</c:v>
                </c:pt>
                <c:pt idx="2137">
                  <c:v>0.146761709235129</c:v>
                </c:pt>
                <c:pt idx="2138">
                  <c:v>0.101128640483041</c:v>
                </c:pt>
                <c:pt idx="2139">
                  <c:v>0.126376538640118</c:v>
                </c:pt>
                <c:pt idx="2140">
                  <c:v>0.128961043031642</c:v>
                </c:pt>
                <c:pt idx="2141">
                  <c:v>0.139313785103837</c:v>
                </c:pt>
                <c:pt idx="2142">
                  <c:v>0.262089623057319</c:v>
                </c:pt>
                <c:pt idx="2143">
                  <c:v>0.289902039879144</c:v>
                </c:pt>
                <c:pt idx="2144">
                  <c:v>0.263848552012323</c:v>
                </c:pt>
                <c:pt idx="2145">
                  <c:v>0.163730273282207</c:v>
                </c:pt>
                <c:pt idx="2146">
                  <c:v>0.19612115918067</c:v>
                </c:pt>
                <c:pt idx="2147">
                  <c:v>0.137244709968108</c:v>
                </c:pt>
                <c:pt idx="2148">
                  <c:v>0.0940975229022423</c:v>
                </c:pt>
                <c:pt idx="2149">
                  <c:v>0.0925152698183724</c:v>
                </c:pt>
                <c:pt idx="2150">
                  <c:v>0.0933640556753024</c:v>
                </c:pt>
                <c:pt idx="2151">
                  <c:v>0.108807743073148</c:v>
                </c:pt>
                <c:pt idx="2152">
                  <c:v>0.0948676825697115</c:v>
                </c:pt>
                <c:pt idx="2153">
                  <c:v>0.0997677181059172</c:v>
                </c:pt>
                <c:pt idx="2154">
                  <c:v>0.0781081127105184</c:v>
                </c:pt>
                <c:pt idx="2155">
                  <c:v>0.108119570022657</c:v>
                </c:pt>
                <c:pt idx="2156">
                  <c:v>0.125412303318173</c:v>
                </c:pt>
                <c:pt idx="2157">
                  <c:v>0.0828970199423627</c:v>
                </c:pt>
                <c:pt idx="2158">
                  <c:v>0.0524152208117923</c:v>
                </c:pt>
                <c:pt idx="2159">
                  <c:v>0.078240807106401</c:v>
                </c:pt>
                <c:pt idx="2160">
                  <c:v>0.0604486866144839</c:v>
                </c:pt>
                <c:pt idx="2161">
                  <c:v>0.0637250354550304</c:v>
                </c:pt>
                <c:pt idx="2162">
                  <c:v>0.0557468140509892</c:v>
                </c:pt>
                <c:pt idx="2163">
                  <c:v>0.0232673412781067</c:v>
                </c:pt>
                <c:pt idx="2164">
                  <c:v>0.0583497869145016</c:v>
                </c:pt>
                <c:pt idx="2165">
                  <c:v>0.0151664553142913</c:v>
                </c:pt>
                <c:pt idx="2166">
                  <c:v>0.0156018929957566</c:v>
                </c:pt>
                <c:pt idx="2167">
                  <c:v>-0.0146845638884106</c:v>
                </c:pt>
                <c:pt idx="2168">
                  <c:v>-0.0173415683559137</c:v>
                </c:pt>
                <c:pt idx="2169">
                  <c:v>0.00244549243611036</c:v>
                </c:pt>
                <c:pt idx="2170">
                  <c:v>0.00270062132064602</c:v>
                </c:pt>
                <c:pt idx="2171">
                  <c:v>0.0110554173460043</c:v>
                </c:pt>
                <c:pt idx="2172">
                  <c:v>0.0244814860680004</c:v>
                </c:pt>
                <c:pt idx="2173">
                  <c:v>0.0510420914249173</c:v>
                </c:pt>
                <c:pt idx="2174">
                  <c:v>0.0628123825792489</c:v>
                </c:pt>
                <c:pt idx="2175">
                  <c:v>0.0535882661270047</c:v>
                </c:pt>
                <c:pt idx="2176">
                  <c:v>0.0725789875284367</c:v>
                </c:pt>
                <c:pt idx="2177">
                  <c:v>0.0520879516486527</c:v>
                </c:pt>
                <c:pt idx="2178">
                  <c:v>0.114846198613583</c:v>
                </c:pt>
                <c:pt idx="2179">
                  <c:v>0.226717126582172</c:v>
                </c:pt>
                <c:pt idx="2180">
                  <c:v>0.327480873531967</c:v>
                </c:pt>
                <c:pt idx="2181">
                  <c:v>0.308612275257943</c:v>
                </c:pt>
                <c:pt idx="2182">
                  <c:v>0.362172840115436</c:v>
                </c:pt>
                <c:pt idx="2183">
                  <c:v>0.325265394179246</c:v>
                </c:pt>
                <c:pt idx="2184">
                  <c:v>0.286805204881749</c:v>
                </c:pt>
                <c:pt idx="2185">
                  <c:v>0.210224228468332</c:v>
                </c:pt>
                <c:pt idx="2186">
                  <c:v>0.139846217126277</c:v>
                </c:pt>
                <c:pt idx="2187">
                  <c:v>0.0891184671108108</c:v>
                </c:pt>
                <c:pt idx="2188">
                  <c:v>0.073702207210621</c:v>
                </c:pt>
                <c:pt idx="2189">
                  <c:v>0.0883517119262792</c:v>
                </c:pt>
                <c:pt idx="2190">
                  <c:v>0.0515009835870485</c:v>
                </c:pt>
                <c:pt idx="2191">
                  <c:v>0.103088676688206</c:v>
                </c:pt>
                <c:pt idx="2192">
                  <c:v>0.0623841406423353</c:v>
                </c:pt>
                <c:pt idx="2193">
                  <c:v>0.0250108070088377</c:v>
                </c:pt>
                <c:pt idx="2194">
                  <c:v>0.0342070082215214</c:v>
                </c:pt>
                <c:pt idx="2195">
                  <c:v>0.0331184798914865</c:v>
                </c:pt>
                <c:pt idx="2196">
                  <c:v>0.0797238760874988</c:v>
                </c:pt>
                <c:pt idx="2197">
                  <c:v>0.0967746671416096</c:v>
                </c:pt>
                <c:pt idx="2198">
                  <c:v>0.073732114191628</c:v>
                </c:pt>
                <c:pt idx="2199">
                  <c:v>0.0468004037744606</c:v>
                </c:pt>
                <c:pt idx="2200">
                  <c:v>0.04776123948536</c:v>
                </c:pt>
                <c:pt idx="2201">
                  <c:v>0.0292586247963894</c:v>
                </c:pt>
                <c:pt idx="2202">
                  <c:v>0.0213954672228513</c:v>
                </c:pt>
                <c:pt idx="2203">
                  <c:v>0.0216189186043362</c:v>
                </c:pt>
                <c:pt idx="2204">
                  <c:v>0.0453290857372784</c:v>
                </c:pt>
                <c:pt idx="2205">
                  <c:v>0.013201103646853</c:v>
                </c:pt>
                <c:pt idx="2206">
                  <c:v>0.0036977695742664</c:v>
                </c:pt>
                <c:pt idx="2207">
                  <c:v>0.024771137363239</c:v>
                </c:pt>
                <c:pt idx="2208">
                  <c:v>0.0413418257360197</c:v>
                </c:pt>
                <c:pt idx="2209">
                  <c:v>0.0912761579573433</c:v>
                </c:pt>
                <c:pt idx="2210">
                  <c:v>0.117129791699819</c:v>
                </c:pt>
                <c:pt idx="2211">
                  <c:v>0.14358640776386</c:v>
                </c:pt>
                <c:pt idx="2212">
                  <c:v>0.110968336580207</c:v>
                </c:pt>
                <c:pt idx="2213">
                  <c:v>0.108755077395504</c:v>
                </c:pt>
                <c:pt idx="2214">
                  <c:v>0.138128170465407</c:v>
                </c:pt>
                <c:pt idx="2215">
                  <c:v>0.157422913491914</c:v>
                </c:pt>
                <c:pt idx="2216">
                  <c:v>0.174778455934244</c:v>
                </c:pt>
                <c:pt idx="2217">
                  <c:v>0.191891764633442</c:v>
                </c:pt>
                <c:pt idx="2218">
                  <c:v>0.186243009875071</c:v>
                </c:pt>
                <c:pt idx="2219">
                  <c:v>0.171453261537007</c:v>
                </c:pt>
                <c:pt idx="2220">
                  <c:v>0.182105470379497</c:v>
                </c:pt>
                <c:pt idx="2221">
                  <c:v>0.189185452419493</c:v>
                </c:pt>
                <c:pt idx="2222">
                  <c:v>0.176042735381379</c:v>
                </c:pt>
                <c:pt idx="2223">
                  <c:v>0.232279133835492</c:v>
                </c:pt>
                <c:pt idx="2224">
                  <c:v>0.204130799701124</c:v>
                </c:pt>
                <c:pt idx="2225">
                  <c:v>0.215808592967773</c:v>
                </c:pt>
                <c:pt idx="2226">
                  <c:v>0.164496965882316</c:v>
                </c:pt>
                <c:pt idx="2227">
                  <c:v>0.132689691352726</c:v>
                </c:pt>
                <c:pt idx="2228">
                  <c:v>0.166849799339147</c:v>
                </c:pt>
                <c:pt idx="2229">
                  <c:v>0.162169046488179</c:v>
                </c:pt>
                <c:pt idx="2230">
                  <c:v>0.157455767386792</c:v>
                </c:pt>
                <c:pt idx="2231">
                  <c:v>0.186257138475673</c:v>
                </c:pt>
                <c:pt idx="2232">
                  <c:v>0.206931824602054</c:v>
                </c:pt>
                <c:pt idx="2233">
                  <c:v>0.165277765969288</c:v>
                </c:pt>
                <c:pt idx="2234">
                  <c:v>0.114622912429764</c:v>
                </c:pt>
                <c:pt idx="2235">
                  <c:v>0.120784358145179</c:v>
                </c:pt>
                <c:pt idx="2236">
                  <c:v>0.112840050851154</c:v>
                </c:pt>
                <c:pt idx="2237">
                  <c:v>0.124149247228869</c:v>
                </c:pt>
                <c:pt idx="2238">
                  <c:v>0.149000433753105</c:v>
                </c:pt>
                <c:pt idx="2239">
                  <c:v>0.275016942073038</c:v>
                </c:pt>
                <c:pt idx="2240">
                  <c:v>0.266087961762357</c:v>
                </c:pt>
                <c:pt idx="2241">
                  <c:v>0.262897205523557</c:v>
                </c:pt>
                <c:pt idx="2242">
                  <c:v>0.186183349991943</c:v>
                </c:pt>
                <c:pt idx="2243">
                  <c:v>0.143067292026572</c:v>
                </c:pt>
                <c:pt idx="2244">
                  <c:v>0.108771485484328</c:v>
                </c:pt>
                <c:pt idx="2245">
                  <c:v>0.0756501234314732</c:v>
                </c:pt>
                <c:pt idx="2246">
                  <c:v>0.04757493697692</c:v>
                </c:pt>
                <c:pt idx="2247">
                  <c:v>0.0358718752524835</c:v>
                </c:pt>
                <c:pt idx="2248">
                  <c:v>0.0609144216119686</c:v>
                </c:pt>
                <c:pt idx="2249">
                  <c:v>0.0941929950785474</c:v>
                </c:pt>
                <c:pt idx="2250">
                  <c:v>0.0912118892326829</c:v>
                </c:pt>
                <c:pt idx="2251">
                  <c:v>0.0696662870457354</c:v>
                </c:pt>
                <c:pt idx="2252">
                  <c:v>0.073138578990805</c:v>
                </c:pt>
                <c:pt idx="2253">
                  <c:v>0.0695943243328259</c:v>
                </c:pt>
                <c:pt idx="2254">
                  <c:v>0.100290577293351</c:v>
                </c:pt>
                <c:pt idx="2255">
                  <c:v>0.0846220494252782</c:v>
                </c:pt>
                <c:pt idx="2256">
                  <c:v>0.102469787301708</c:v>
                </c:pt>
                <c:pt idx="2257">
                  <c:v>0.116341996025795</c:v>
                </c:pt>
                <c:pt idx="2258">
                  <c:v>0.0830204449084825</c:v>
                </c:pt>
                <c:pt idx="2259">
                  <c:v>0.222170055678188</c:v>
                </c:pt>
                <c:pt idx="2260">
                  <c:v>0.208916375136125</c:v>
                </c:pt>
                <c:pt idx="2261">
                  <c:v>0.108037034688319</c:v>
                </c:pt>
                <c:pt idx="2262">
                  <c:v>0.122909004496229</c:v>
                </c:pt>
                <c:pt idx="2263">
                  <c:v>0.144761185040202</c:v>
                </c:pt>
                <c:pt idx="2264">
                  <c:v>0.195153859579016</c:v>
                </c:pt>
                <c:pt idx="2265">
                  <c:v>0.129790695811924</c:v>
                </c:pt>
                <c:pt idx="2266">
                  <c:v>0.121637989912183</c:v>
                </c:pt>
                <c:pt idx="2267">
                  <c:v>0.100031962911724</c:v>
                </c:pt>
                <c:pt idx="2268">
                  <c:v>0.0730674359498596</c:v>
                </c:pt>
                <c:pt idx="2269">
                  <c:v>0.075110015908377</c:v>
                </c:pt>
                <c:pt idx="2270">
                  <c:v>0.0537425588686241</c:v>
                </c:pt>
                <c:pt idx="2271">
                  <c:v>0.0395743863909855</c:v>
                </c:pt>
                <c:pt idx="2272">
                  <c:v>0.0596643746087506</c:v>
                </c:pt>
                <c:pt idx="2273">
                  <c:v>0.0488636267198307</c:v>
                </c:pt>
                <c:pt idx="2274">
                  <c:v>0.102655648683707</c:v>
                </c:pt>
                <c:pt idx="2275">
                  <c:v>0.0769349684265439</c:v>
                </c:pt>
                <c:pt idx="2276">
                  <c:v>0.0377641080801263</c:v>
                </c:pt>
                <c:pt idx="2277">
                  <c:v>0.0762548172219021</c:v>
                </c:pt>
                <c:pt idx="2278">
                  <c:v>0.0872744695562897</c:v>
                </c:pt>
                <c:pt idx="2279">
                  <c:v>0.0671921329467032</c:v>
                </c:pt>
                <c:pt idx="2280">
                  <c:v>0.0561295304535567</c:v>
                </c:pt>
                <c:pt idx="2281">
                  <c:v>0.0796255270086256</c:v>
                </c:pt>
                <c:pt idx="2282">
                  <c:v>0.0725445151432549</c:v>
                </c:pt>
                <c:pt idx="2283">
                  <c:v>0.051071593736658</c:v>
                </c:pt>
                <c:pt idx="2284">
                  <c:v>-0.00463315729395996</c:v>
                </c:pt>
                <c:pt idx="2285">
                  <c:v>-0.0247175879380854</c:v>
                </c:pt>
                <c:pt idx="2286">
                  <c:v>0.0114929485729144</c:v>
                </c:pt>
                <c:pt idx="2287">
                  <c:v>-0.00305584745150619</c:v>
                </c:pt>
                <c:pt idx="2288">
                  <c:v>-0.000529943897820767</c:v>
                </c:pt>
                <c:pt idx="2289">
                  <c:v>-0.00181209594915782</c:v>
                </c:pt>
                <c:pt idx="2290">
                  <c:v>-0.006644749554845</c:v>
                </c:pt>
                <c:pt idx="2291">
                  <c:v>0.00933846449224132</c:v>
                </c:pt>
                <c:pt idx="2292">
                  <c:v>0.0243201989072639</c:v>
                </c:pt>
                <c:pt idx="2293">
                  <c:v>0.0284627182993404</c:v>
                </c:pt>
                <c:pt idx="2294">
                  <c:v>0.0210176336962417</c:v>
                </c:pt>
                <c:pt idx="2295">
                  <c:v>0.0439535129696857</c:v>
                </c:pt>
                <c:pt idx="2296">
                  <c:v>0.0783524075918403</c:v>
                </c:pt>
                <c:pt idx="2297">
                  <c:v>0.0440466484062627</c:v>
                </c:pt>
                <c:pt idx="2298">
                  <c:v>0.0847805455107817</c:v>
                </c:pt>
                <c:pt idx="2299">
                  <c:v>0.0470556152293308</c:v>
                </c:pt>
                <c:pt idx="2300">
                  <c:v>0.040128723205902</c:v>
                </c:pt>
                <c:pt idx="2301">
                  <c:v>0.0500509949834265</c:v>
                </c:pt>
                <c:pt idx="2302">
                  <c:v>0.0402783462076765</c:v>
                </c:pt>
                <c:pt idx="2303">
                  <c:v>0.0469867344008799</c:v>
                </c:pt>
                <c:pt idx="2304">
                  <c:v>0.0688380768731672</c:v>
                </c:pt>
                <c:pt idx="2305">
                  <c:v>0.0648680193483849</c:v>
                </c:pt>
                <c:pt idx="2306">
                  <c:v>0.0990247555572111</c:v>
                </c:pt>
                <c:pt idx="2307">
                  <c:v>0.0934763595304913</c:v>
                </c:pt>
                <c:pt idx="2308">
                  <c:v>0.100010205477422</c:v>
                </c:pt>
                <c:pt idx="2309">
                  <c:v>0.0705300242809326</c:v>
                </c:pt>
                <c:pt idx="2310">
                  <c:v>0.111016472371635</c:v>
                </c:pt>
                <c:pt idx="2311">
                  <c:v>0.160901389818871</c:v>
                </c:pt>
                <c:pt idx="2312">
                  <c:v>0.232315485912226</c:v>
                </c:pt>
                <c:pt idx="2313">
                  <c:v>0.176272172741272</c:v>
                </c:pt>
                <c:pt idx="2314">
                  <c:v>0.108989688123623</c:v>
                </c:pt>
                <c:pt idx="2315">
                  <c:v>0.103475927044545</c:v>
                </c:pt>
                <c:pt idx="2316">
                  <c:v>0.119670944720083</c:v>
                </c:pt>
                <c:pt idx="2317">
                  <c:v>0.122536442199552</c:v>
                </c:pt>
                <c:pt idx="2318">
                  <c:v>0.107583540544828</c:v>
                </c:pt>
                <c:pt idx="2319">
                  <c:v>0.101685419083327</c:v>
                </c:pt>
                <c:pt idx="2320">
                  <c:v>0.0578084013460016</c:v>
                </c:pt>
                <c:pt idx="2321">
                  <c:v>0.0596514525383898</c:v>
                </c:pt>
                <c:pt idx="2322">
                  <c:v>0.0643870625584612</c:v>
                </c:pt>
                <c:pt idx="2323">
                  <c:v>0.0523576705883979</c:v>
                </c:pt>
                <c:pt idx="2324">
                  <c:v>0.0464028598457169</c:v>
                </c:pt>
                <c:pt idx="2325">
                  <c:v>0.0467978075642722</c:v>
                </c:pt>
                <c:pt idx="2326">
                  <c:v>0.0238991705928093</c:v>
                </c:pt>
                <c:pt idx="2327">
                  <c:v>0.056119444740184</c:v>
                </c:pt>
                <c:pt idx="2328">
                  <c:v>0.0232505256587269</c:v>
                </c:pt>
                <c:pt idx="2329">
                  <c:v>0.022530950217869</c:v>
                </c:pt>
                <c:pt idx="2330">
                  <c:v>0.0484860822576928</c:v>
                </c:pt>
                <c:pt idx="2331">
                  <c:v>0.0725911800446968</c:v>
                </c:pt>
                <c:pt idx="2332">
                  <c:v>0.0721126894701234</c:v>
                </c:pt>
                <c:pt idx="2333">
                  <c:v>0.0556987988929614</c:v>
                </c:pt>
                <c:pt idx="2334">
                  <c:v>0.0578376605456755</c:v>
                </c:pt>
                <c:pt idx="2335">
                  <c:v>0.0795559668026618</c:v>
                </c:pt>
                <c:pt idx="2336">
                  <c:v>0.110971334067402</c:v>
                </c:pt>
                <c:pt idx="2337">
                  <c:v>0.106019788253725</c:v>
                </c:pt>
                <c:pt idx="2338">
                  <c:v>0.120431600624756</c:v>
                </c:pt>
                <c:pt idx="2339">
                  <c:v>0.0805232234920894</c:v>
                </c:pt>
                <c:pt idx="2340">
                  <c:v>0.0590790715856033</c:v>
                </c:pt>
                <c:pt idx="2341">
                  <c:v>0.0448865029814693</c:v>
                </c:pt>
                <c:pt idx="2342">
                  <c:v>0.0549365014473431</c:v>
                </c:pt>
                <c:pt idx="2343">
                  <c:v>0.0487938996022841</c:v>
                </c:pt>
                <c:pt idx="2344">
                  <c:v>0.0556641823727441</c:v>
                </c:pt>
                <c:pt idx="2345">
                  <c:v>0.0617249298443121</c:v>
                </c:pt>
                <c:pt idx="2346">
                  <c:v>0.0681074329259799</c:v>
                </c:pt>
                <c:pt idx="2347">
                  <c:v>0.0591384213699605</c:v>
                </c:pt>
                <c:pt idx="2348">
                  <c:v>0.0580499352324122</c:v>
                </c:pt>
                <c:pt idx="2349">
                  <c:v>0.0896873427846125</c:v>
                </c:pt>
                <c:pt idx="2350">
                  <c:v>0.0732167954112626</c:v>
                </c:pt>
                <c:pt idx="2351">
                  <c:v>0.145435703576103</c:v>
                </c:pt>
                <c:pt idx="2352">
                  <c:v>0.0989044343827204</c:v>
                </c:pt>
                <c:pt idx="2353">
                  <c:v>0.0747865989191395</c:v>
                </c:pt>
                <c:pt idx="2354">
                  <c:v>0.0964272904170262</c:v>
                </c:pt>
                <c:pt idx="2355">
                  <c:v>0.0814109493835749</c:v>
                </c:pt>
                <c:pt idx="2356">
                  <c:v>0.093204695463711</c:v>
                </c:pt>
                <c:pt idx="2357">
                  <c:v>0.106684841328299</c:v>
                </c:pt>
                <c:pt idx="2358">
                  <c:v>0.155434000667516</c:v>
                </c:pt>
                <c:pt idx="2359">
                  <c:v>0.117617175298832</c:v>
                </c:pt>
                <c:pt idx="2360">
                  <c:v>0.0663978878288194</c:v>
                </c:pt>
                <c:pt idx="2361">
                  <c:v>0.0743017056470802</c:v>
                </c:pt>
                <c:pt idx="2362">
                  <c:v>0.0376300902384127</c:v>
                </c:pt>
                <c:pt idx="2363">
                  <c:v>0.0330635533845688</c:v>
                </c:pt>
                <c:pt idx="2364">
                  <c:v>0.0722851699412952</c:v>
                </c:pt>
                <c:pt idx="2365">
                  <c:v>0.0571676273752924</c:v>
                </c:pt>
                <c:pt idx="2366">
                  <c:v>0.0562040722826166</c:v>
                </c:pt>
                <c:pt idx="2367">
                  <c:v>0.0638272079749956</c:v>
                </c:pt>
                <c:pt idx="2368">
                  <c:v>0.0773659099485801</c:v>
                </c:pt>
                <c:pt idx="2369">
                  <c:v>0.0665498779033947</c:v>
                </c:pt>
                <c:pt idx="2370">
                  <c:v>0.0559227218192228</c:v>
                </c:pt>
                <c:pt idx="2371">
                  <c:v>0.0619267614886115</c:v>
                </c:pt>
                <c:pt idx="2372">
                  <c:v>0.0381986593308392</c:v>
                </c:pt>
                <c:pt idx="2373">
                  <c:v>0.0321918137803307</c:v>
                </c:pt>
                <c:pt idx="2374">
                  <c:v>0.0543025483588338</c:v>
                </c:pt>
                <c:pt idx="2375">
                  <c:v>0.037092035070742</c:v>
                </c:pt>
                <c:pt idx="2376">
                  <c:v>0.0400983227364692</c:v>
                </c:pt>
                <c:pt idx="2377">
                  <c:v>0.0330937864520763</c:v>
                </c:pt>
                <c:pt idx="2378">
                  <c:v>0.0290298951245535</c:v>
                </c:pt>
                <c:pt idx="2379">
                  <c:v>0.0765626395756302</c:v>
                </c:pt>
                <c:pt idx="2380">
                  <c:v>0.129389082395105</c:v>
                </c:pt>
                <c:pt idx="2381">
                  <c:v>0.183781596277028</c:v>
                </c:pt>
                <c:pt idx="2382">
                  <c:v>0.109542912088187</c:v>
                </c:pt>
                <c:pt idx="2383">
                  <c:v>0.0536632491943068</c:v>
                </c:pt>
                <c:pt idx="2384">
                  <c:v>0.0559296721521176</c:v>
                </c:pt>
                <c:pt idx="2385">
                  <c:v>0.0432696336175554</c:v>
                </c:pt>
                <c:pt idx="2386">
                  <c:v>0.106674549601793</c:v>
                </c:pt>
                <c:pt idx="2387">
                  <c:v>0.0697695376435348</c:v>
                </c:pt>
                <c:pt idx="2388">
                  <c:v>0.0471878842916996</c:v>
                </c:pt>
                <c:pt idx="2389">
                  <c:v>0.0699152158974982</c:v>
                </c:pt>
                <c:pt idx="2390">
                  <c:v>0.0868421535173524</c:v>
                </c:pt>
                <c:pt idx="2391">
                  <c:v>0.086232400796299</c:v>
                </c:pt>
                <c:pt idx="2392">
                  <c:v>0.102770450050044</c:v>
                </c:pt>
                <c:pt idx="2393">
                  <c:v>0.120265102518221</c:v>
                </c:pt>
                <c:pt idx="2394">
                  <c:v>0.109567236961547</c:v>
                </c:pt>
                <c:pt idx="2395">
                  <c:v>0.144145368055712</c:v>
                </c:pt>
                <c:pt idx="2396">
                  <c:v>0.205188890195549</c:v>
                </c:pt>
                <c:pt idx="2397">
                  <c:v>0.206282183677036</c:v>
                </c:pt>
                <c:pt idx="2398">
                  <c:v>0.196529815459726</c:v>
                </c:pt>
                <c:pt idx="2399">
                  <c:v>0.133073961300047</c:v>
                </c:pt>
                <c:pt idx="2400">
                  <c:v>0.140730126711077</c:v>
                </c:pt>
                <c:pt idx="2401">
                  <c:v>0.17773960324871</c:v>
                </c:pt>
                <c:pt idx="2402">
                  <c:v>0.232228421612689</c:v>
                </c:pt>
                <c:pt idx="2403">
                  <c:v>0.208260226825987</c:v>
                </c:pt>
                <c:pt idx="2404">
                  <c:v>0.143495361308205</c:v>
                </c:pt>
                <c:pt idx="2405">
                  <c:v>0.105906534078759</c:v>
                </c:pt>
                <c:pt idx="2406">
                  <c:v>0.0956975005953319</c:v>
                </c:pt>
                <c:pt idx="2407">
                  <c:v>0.091845890449306</c:v>
                </c:pt>
                <c:pt idx="2408">
                  <c:v>0.172631219338266</c:v>
                </c:pt>
                <c:pt idx="2409">
                  <c:v>0.158330471663305</c:v>
                </c:pt>
                <c:pt idx="2410">
                  <c:v>0.164027249877189</c:v>
                </c:pt>
                <c:pt idx="2411">
                  <c:v>0.102226402977355</c:v>
                </c:pt>
                <c:pt idx="2412">
                  <c:v>0.126892628779915</c:v>
                </c:pt>
                <c:pt idx="2413">
                  <c:v>0.114374147227227</c:v>
                </c:pt>
                <c:pt idx="2414">
                  <c:v>0.0997432456478613</c:v>
                </c:pt>
                <c:pt idx="2415">
                  <c:v>0.0997664093801468</c:v>
                </c:pt>
                <c:pt idx="2416">
                  <c:v>0.0869590356311277</c:v>
                </c:pt>
                <c:pt idx="2417">
                  <c:v>0.0932299645744131</c:v>
                </c:pt>
                <c:pt idx="2418">
                  <c:v>0.0983761187892866</c:v>
                </c:pt>
                <c:pt idx="2419">
                  <c:v>0.0752093709780709</c:v>
                </c:pt>
                <c:pt idx="2420">
                  <c:v>0.0487472768669299</c:v>
                </c:pt>
                <c:pt idx="2421">
                  <c:v>0.0253050391381649</c:v>
                </c:pt>
                <c:pt idx="2422">
                  <c:v>0.00994954505551343</c:v>
                </c:pt>
                <c:pt idx="2423">
                  <c:v>0.0104019304731602</c:v>
                </c:pt>
                <c:pt idx="2424">
                  <c:v>0.00423173026131828</c:v>
                </c:pt>
                <c:pt idx="2425">
                  <c:v>0.00863928588093868</c:v>
                </c:pt>
                <c:pt idx="2426">
                  <c:v>0.00061618837457969</c:v>
                </c:pt>
                <c:pt idx="2427">
                  <c:v>-0.00897313525261958</c:v>
                </c:pt>
                <c:pt idx="2428">
                  <c:v>0.0166118589991678</c:v>
                </c:pt>
                <c:pt idx="2429">
                  <c:v>0.036383767302247</c:v>
                </c:pt>
                <c:pt idx="2430">
                  <c:v>0.0319507255064133</c:v>
                </c:pt>
                <c:pt idx="2431">
                  <c:v>0.0247823283804248</c:v>
                </c:pt>
                <c:pt idx="2432">
                  <c:v>0.0369952942251522</c:v>
                </c:pt>
                <c:pt idx="2433">
                  <c:v>0.0477505291445412</c:v>
                </c:pt>
                <c:pt idx="2434">
                  <c:v>0.0259500334650716</c:v>
                </c:pt>
                <c:pt idx="2435">
                  <c:v>0.0349519151142515</c:v>
                </c:pt>
                <c:pt idx="2436">
                  <c:v>0.0297060708782777</c:v>
                </c:pt>
                <c:pt idx="2437">
                  <c:v>0.0311462711690727</c:v>
                </c:pt>
                <c:pt idx="2438">
                  <c:v>0.0753684522779406</c:v>
                </c:pt>
                <c:pt idx="2439">
                  <c:v>0.0827087184048985</c:v>
                </c:pt>
                <c:pt idx="2440">
                  <c:v>0.0889802951178921</c:v>
                </c:pt>
                <c:pt idx="2441">
                  <c:v>0.0556508646231191</c:v>
                </c:pt>
                <c:pt idx="2442">
                  <c:v>0.0603903427972893</c:v>
                </c:pt>
                <c:pt idx="2443">
                  <c:v>0.0655859556791805</c:v>
                </c:pt>
                <c:pt idx="2444">
                  <c:v>0.0630120194752211</c:v>
                </c:pt>
                <c:pt idx="2445">
                  <c:v>0.101487048648229</c:v>
                </c:pt>
                <c:pt idx="2446">
                  <c:v>0.12514293578028</c:v>
                </c:pt>
                <c:pt idx="2447">
                  <c:v>0.139502442007645</c:v>
                </c:pt>
                <c:pt idx="2448">
                  <c:v>0.158464726483601</c:v>
                </c:pt>
                <c:pt idx="2449">
                  <c:v>0.149318040628686</c:v>
                </c:pt>
                <c:pt idx="2450">
                  <c:v>0.146600334532185</c:v>
                </c:pt>
                <c:pt idx="2451">
                  <c:v>0.229113515442932</c:v>
                </c:pt>
                <c:pt idx="2452">
                  <c:v>0.282546625765666</c:v>
                </c:pt>
                <c:pt idx="2453">
                  <c:v>0.251172350457787</c:v>
                </c:pt>
                <c:pt idx="2454">
                  <c:v>0.294255692451611</c:v>
                </c:pt>
                <c:pt idx="2455">
                  <c:v>0.220121351462387</c:v>
                </c:pt>
                <c:pt idx="2456">
                  <c:v>0.12865656900066</c:v>
                </c:pt>
                <c:pt idx="2457">
                  <c:v>0.0696483836997426</c:v>
                </c:pt>
                <c:pt idx="2458">
                  <c:v>0.104365816910841</c:v>
                </c:pt>
                <c:pt idx="2459">
                  <c:v>0.0641347877324362</c:v>
                </c:pt>
                <c:pt idx="2460">
                  <c:v>0.0618639892026493</c:v>
                </c:pt>
                <c:pt idx="2461">
                  <c:v>0.0958131713764011</c:v>
                </c:pt>
                <c:pt idx="2462">
                  <c:v>0.0481344322781608</c:v>
                </c:pt>
                <c:pt idx="2463">
                  <c:v>0.0755261599760751</c:v>
                </c:pt>
                <c:pt idx="2464">
                  <c:v>0.100162575315119</c:v>
                </c:pt>
                <c:pt idx="2465">
                  <c:v>0.100189249976145</c:v>
                </c:pt>
                <c:pt idx="2466">
                  <c:v>0.0527685318501071</c:v>
                </c:pt>
                <c:pt idx="2467">
                  <c:v>0.023409912494163</c:v>
                </c:pt>
                <c:pt idx="2468">
                  <c:v>-0.00234031181516172</c:v>
                </c:pt>
                <c:pt idx="2469">
                  <c:v>-0.0291276097973537</c:v>
                </c:pt>
                <c:pt idx="2470">
                  <c:v>-0.00716131648005682</c:v>
                </c:pt>
                <c:pt idx="2471">
                  <c:v>-0.0330130924398492</c:v>
                </c:pt>
                <c:pt idx="2472">
                  <c:v>-0.0209486642940943</c:v>
                </c:pt>
                <c:pt idx="2473">
                  <c:v>-0.0224461959517013</c:v>
                </c:pt>
                <c:pt idx="2474">
                  <c:v>-0.0421908849590026</c:v>
                </c:pt>
                <c:pt idx="2475">
                  <c:v>-0.0230723415445073</c:v>
                </c:pt>
                <c:pt idx="2476">
                  <c:v>0.0202702106958498</c:v>
                </c:pt>
                <c:pt idx="2477">
                  <c:v>0.0404517489822431</c:v>
                </c:pt>
                <c:pt idx="2478">
                  <c:v>0.00920696688186803</c:v>
                </c:pt>
                <c:pt idx="2479">
                  <c:v>0.0377865713727865</c:v>
                </c:pt>
                <c:pt idx="2480">
                  <c:v>0.0434990196625984</c:v>
                </c:pt>
                <c:pt idx="2481">
                  <c:v>0.045082861006534</c:v>
                </c:pt>
                <c:pt idx="2482">
                  <c:v>0.089886898993815</c:v>
                </c:pt>
                <c:pt idx="2483">
                  <c:v>0.0884326548797604</c:v>
                </c:pt>
                <c:pt idx="2484">
                  <c:v>0.114406649902375</c:v>
                </c:pt>
                <c:pt idx="2485">
                  <c:v>0.109314626316884</c:v>
                </c:pt>
                <c:pt idx="2486">
                  <c:v>0.145745187527916</c:v>
                </c:pt>
                <c:pt idx="2487">
                  <c:v>0.198413471086511</c:v>
                </c:pt>
                <c:pt idx="2488">
                  <c:v>0.238233590722042</c:v>
                </c:pt>
                <c:pt idx="2489">
                  <c:v>0.270066099732247</c:v>
                </c:pt>
                <c:pt idx="2490">
                  <c:v>0.255285034446259</c:v>
                </c:pt>
                <c:pt idx="2491">
                  <c:v>0.24551937166257</c:v>
                </c:pt>
                <c:pt idx="2492">
                  <c:v>0.165442793225328</c:v>
                </c:pt>
                <c:pt idx="2493">
                  <c:v>0.112321750836723</c:v>
                </c:pt>
                <c:pt idx="2494">
                  <c:v>0.0834795779382782</c:v>
                </c:pt>
                <c:pt idx="2495">
                  <c:v>0.0545387954421522</c:v>
                </c:pt>
                <c:pt idx="2496">
                  <c:v>0.127830393239542</c:v>
                </c:pt>
                <c:pt idx="2497">
                  <c:v>0.0856774924529215</c:v>
                </c:pt>
                <c:pt idx="2498">
                  <c:v>0.0641004731947698</c:v>
                </c:pt>
                <c:pt idx="2499">
                  <c:v>0.061309500090303</c:v>
                </c:pt>
                <c:pt idx="2500">
                  <c:v>0.0390296672139041</c:v>
                </c:pt>
                <c:pt idx="2501">
                  <c:v>0.100219973015352</c:v>
                </c:pt>
                <c:pt idx="2502">
                  <c:v>0.14616688229382</c:v>
                </c:pt>
                <c:pt idx="2503">
                  <c:v>0.152038602874075</c:v>
                </c:pt>
                <c:pt idx="2504">
                  <c:v>0.1086910525385</c:v>
                </c:pt>
                <c:pt idx="2505">
                  <c:v>0.0978813608752467</c:v>
                </c:pt>
                <c:pt idx="2506">
                  <c:v>0.151712355986311</c:v>
                </c:pt>
                <c:pt idx="2507">
                  <c:v>0.163631033493251</c:v>
                </c:pt>
                <c:pt idx="2508">
                  <c:v>0.129965158110255</c:v>
                </c:pt>
                <c:pt idx="2509">
                  <c:v>0.125586560038926</c:v>
                </c:pt>
                <c:pt idx="2510">
                  <c:v>0.127759109467063</c:v>
                </c:pt>
                <c:pt idx="2511">
                  <c:v>0.101183636262185</c:v>
                </c:pt>
                <c:pt idx="2512">
                  <c:v>0.136791040880073</c:v>
                </c:pt>
                <c:pt idx="2513">
                  <c:v>0.201137790992299</c:v>
                </c:pt>
                <c:pt idx="2514">
                  <c:v>0.144670836732181</c:v>
                </c:pt>
                <c:pt idx="2515">
                  <c:v>0.164307507180658</c:v>
                </c:pt>
                <c:pt idx="2516">
                  <c:v>0.156253650360583</c:v>
                </c:pt>
                <c:pt idx="2517">
                  <c:v>0.169606733696163</c:v>
                </c:pt>
                <c:pt idx="2518">
                  <c:v>0.189057613855882</c:v>
                </c:pt>
                <c:pt idx="2519">
                  <c:v>0.142313122818917</c:v>
                </c:pt>
                <c:pt idx="2520">
                  <c:v>0.129645118432486</c:v>
                </c:pt>
                <c:pt idx="2521">
                  <c:v>0.115756204799924</c:v>
                </c:pt>
                <c:pt idx="2522">
                  <c:v>0.141103718774508</c:v>
                </c:pt>
                <c:pt idx="2523">
                  <c:v>0.111584040504455</c:v>
                </c:pt>
                <c:pt idx="2524">
                  <c:v>0.0616620862520363</c:v>
                </c:pt>
                <c:pt idx="2525">
                  <c:v>0.0561564186218074</c:v>
                </c:pt>
                <c:pt idx="2526">
                  <c:v>0.0365115835154093</c:v>
                </c:pt>
                <c:pt idx="2527">
                  <c:v>0.0162699061672941</c:v>
                </c:pt>
                <c:pt idx="2528">
                  <c:v>0.0187730223608044</c:v>
                </c:pt>
                <c:pt idx="2529">
                  <c:v>0.0232366247097002</c:v>
                </c:pt>
                <c:pt idx="2530">
                  <c:v>0.00134650917355905</c:v>
                </c:pt>
                <c:pt idx="2531">
                  <c:v>-0.0152969410316993</c:v>
                </c:pt>
                <c:pt idx="2532">
                  <c:v>-0.0368544189937113</c:v>
                </c:pt>
                <c:pt idx="2533">
                  <c:v>-0.0417854740054998</c:v>
                </c:pt>
                <c:pt idx="2534">
                  <c:v>-0.032365400832997</c:v>
                </c:pt>
                <c:pt idx="2535">
                  <c:v>-0.0153460348610421</c:v>
                </c:pt>
                <c:pt idx="2536">
                  <c:v>-0.0537253700543524</c:v>
                </c:pt>
                <c:pt idx="2537">
                  <c:v>-0.0729594031059964</c:v>
                </c:pt>
                <c:pt idx="2538">
                  <c:v>-0.012517526159021</c:v>
                </c:pt>
                <c:pt idx="2539">
                  <c:v>0.0110712592035918</c:v>
                </c:pt>
                <c:pt idx="2540">
                  <c:v>0.0135263637947068</c:v>
                </c:pt>
                <c:pt idx="2541">
                  <c:v>0.0255683793436491</c:v>
                </c:pt>
                <c:pt idx="2542">
                  <c:v>0.0536181628246804</c:v>
                </c:pt>
                <c:pt idx="2543">
                  <c:v>0.0646492870879942</c:v>
                </c:pt>
                <c:pt idx="2544">
                  <c:v>0.0400550773115451</c:v>
                </c:pt>
                <c:pt idx="2545">
                  <c:v>0.0303879243797405</c:v>
                </c:pt>
                <c:pt idx="2546">
                  <c:v>0.00880348740653577</c:v>
                </c:pt>
                <c:pt idx="2547">
                  <c:v>0.0191511955820248</c:v>
                </c:pt>
                <c:pt idx="2548">
                  <c:v>0.0261805089051617</c:v>
                </c:pt>
                <c:pt idx="2549">
                  <c:v>0.0747463793112403</c:v>
                </c:pt>
                <c:pt idx="2550">
                  <c:v>0.132389657084057</c:v>
                </c:pt>
                <c:pt idx="2551">
                  <c:v>0.11196091214618</c:v>
                </c:pt>
                <c:pt idx="2552">
                  <c:v>0.18764833840156</c:v>
                </c:pt>
                <c:pt idx="2553">
                  <c:v>0.207944982886733</c:v>
                </c:pt>
                <c:pt idx="2554">
                  <c:v>0.17713672313069</c:v>
                </c:pt>
                <c:pt idx="2555">
                  <c:v>0.262655967347486</c:v>
                </c:pt>
                <c:pt idx="2556">
                  <c:v>0.204877755114667</c:v>
                </c:pt>
                <c:pt idx="2557">
                  <c:v>0.151098850566443</c:v>
                </c:pt>
                <c:pt idx="2558">
                  <c:v>0.0646647545975503</c:v>
                </c:pt>
                <c:pt idx="2559">
                  <c:v>0.130582525419882</c:v>
                </c:pt>
                <c:pt idx="2560">
                  <c:v>0.0878189705675269</c:v>
                </c:pt>
                <c:pt idx="2561">
                  <c:v>0.120942506714493</c:v>
                </c:pt>
                <c:pt idx="2562">
                  <c:v>0.133478824288363</c:v>
                </c:pt>
                <c:pt idx="2563">
                  <c:v>0.106395113815727</c:v>
                </c:pt>
                <c:pt idx="2564">
                  <c:v>0.115669196364497</c:v>
                </c:pt>
                <c:pt idx="2565">
                  <c:v>0.0750253263571263</c:v>
                </c:pt>
                <c:pt idx="2566">
                  <c:v>0.0349521686778767</c:v>
                </c:pt>
                <c:pt idx="2567">
                  <c:v>0.0168034025605989</c:v>
                </c:pt>
                <c:pt idx="2568">
                  <c:v>0.0581551436980111</c:v>
                </c:pt>
                <c:pt idx="2569">
                  <c:v>0.0430162582869213</c:v>
                </c:pt>
                <c:pt idx="2570">
                  <c:v>0.0342220784624979</c:v>
                </c:pt>
                <c:pt idx="2571">
                  <c:v>0.0160894342412266</c:v>
                </c:pt>
                <c:pt idx="2572">
                  <c:v>0.0299759752270721</c:v>
                </c:pt>
                <c:pt idx="2573">
                  <c:v>0.0117056691860308</c:v>
                </c:pt>
                <c:pt idx="2574">
                  <c:v>-0.00495377632981319</c:v>
                </c:pt>
                <c:pt idx="2575">
                  <c:v>-0.0328005801029048</c:v>
                </c:pt>
                <c:pt idx="2576">
                  <c:v>-0.0464378885497744</c:v>
                </c:pt>
                <c:pt idx="2577">
                  <c:v>-0.0617057933568781</c:v>
                </c:pt>
                <c:pt idx="2578">
                  <c:v>-0.0695593702487736</c:v>
                </c:pt>
                <c:pt idx="2579">
                  <c:v>-0.0647175327223729</c:v>
                </c:pt>
                <c:pt idx="2580">
                  <c:v>-0.066291771989607</c:v>
                </c:pt>
                <c:pt idx="2581">
                  <c:v>-0.069018249813815</c:v>
                </c:pt>
                <c:pt idx="2582">
                  <c:v>-0.0498626397683431</c:v>
                </c:pt>
                <c:pt idx="2583">
                  <c:v>-0.0128917050377514</c:v>
                </c:pt>
                <c:pt idx="2584">
                  <c:v>0.0193028816182715</c:v>
                </c:pt>
                <c:pt idx="2585">
                  <c:v>0.145513155362044</c:v>
                </c:pt>
                <c:pt idx="2586">
                  <c:v>0.131138040560077</c:v>
                </c:pt>
                <c:pt idx="2587">
                  <c:v>0.0602839289075901</c:v>
                </c:pt>
                <c:pt idx="2588">
                  <c:v>0.158520599574691</c:v>
                </c:pt>
                <c:pt idx="2589">
                  <c:v>0.105077347960066</c:v>
                </c:pt>
                <c:pt idx="2590">
                  <c:v>0.00549647638614148</c:v>
                </c:pt>
                <c:pt idx="2591">
                  <c:v>-0.00785810428149824</c:v>
                </c:pt>
                <c:pt idx="2592">
                  <c:v>-0.00660075985509706</c:v>
                </c:pt>
                <c:pt idx="2593">
                  <c:v>-0.0224733577967861</c:v>
                </c:pt>
                <c:pt idx="2594">
                  <c:v>-0.0240307856718714</c:v>
                </c:pt>
                <c:pt idx="2595">
                  <c:v>-0.00546590276315916</c:v>
                </c:pt>
                <c:pt idx="2596">
                  <c:v>-0.00674732826813617</c:v>
                </c:pt>
                <c:pt idx="2597">
                  <c:v>0.017954326507559</c:v>
                </c:pt>
                <c:pt idx="2598">
                  <c:v>0.00844971423233792</c:v>
                </c:pt>
                <c:pt idx="2599">
                  <c:v>-0.00370057532656881</c:v>
                </c:pt>
                <c:pt idx="2600">
                  <c:v>0.0121649067229561</c:v>
                </c:pt>
                <c:pt idx="2601">
                  <c:v>0.00682263389275478</c:v>
                </c:pt>
                <c:pt idx="2602">
                  <c:v>-0.0117755911371327</c:v>
                </c:pt>
                <c:pt idx="2603">
                  <c:v>-0.0174305483513196</c:v>
                </c:pt>
                <c:pt idx="2604">
                  <c:v>0.0139127239647872</c:v>
                </c:pt>
                <c:pt idx="2605">
                  <c:v>0.0168945885472692</c:v>
                </c:pt>
                <c:pt idx="2606">
                  <c:v>0.0125550090298114</c:v>
                </c:pt>
                <c:pt idx="2607">
                  <c:v>-0.0319978201268277</c:v>
                </c:pt>
                <c:pt idx="2608">
                  <c:v>-0.0252888791521233</c:v>
                </c:pt>
                <c:pt idx="2609">
                  <c:v>-0.0146267849333938</c:v>
                </c:pt>
                <c:pt idx="2610">
                  <c:v>-0.0109081928708835</c:v>
                </c:pt>
                <c:pt idx="2611">
                  <c:v>-0.00355093995411859</c:v>
                </c:pt>
                <c:pt idx="2612">
                  <c:v>-0.0169554113848394</c:v>
                </c:pt>
                <c:pt idx="2613">
                  <c:v>-0.0225864783412861</c:v>
                </c:pt>
                <c:pt idx="2614">
                  <c:v>0.0189967759195217</c:v>
                </c:pt>
                <c:pt idx="2615">
                  <c:v>0.014314713397915</c:v>
                </c:pt>
                <c:pt idx="2616">
                  <c:v>0.00062844645383514</c:v>
                </c:pt>
                <c:pt idx="2617">
                  <c:v>-0.021966187502656</c:v>
                </c:pt>
                <c:pt idx="2618">
                  <c:v>0.0161840694322682</c:v>
                </c:pt>
                <c:pt idx="2619">
                  <c:v>0.0267738386630119</c:v>
                </c:pt>
                <c:pt idx="2620">
                  <c:v>0.0274172239577009</c:v>
                </c:pt>
                <c:pt idx="2621">
                  <c:v>0.0218604006812385</c:v>
                </c:pt>
                <c:pt idx="2622">
                  <c:v>0.00783266173949581</c:v>
                </c:pt>
                <c:pt idx="2623">
                  <c:v>0.0242930806377935</c:v>
                </c:pt>
                <c:pt idx="2624">
                  <c:v>0.0359261882040262</c:v>
                </c:pt>
                <c:pt idx="2625">
                  <c:v>0.0109090456806192</c:v>
                </c:pt>
                <c:pt idx="2626">
                  <c:v>0.017003973760249</c:v>
                </c:pt>
                <c:pt idx="2627">
                  <c:v>0.00238336639394315</c:v>
                </c:pt>
                <c:pt idx="2628">
                  <c:v>-0.00449376657891154</c:v>
                </c:pt>
                <c:pt idx="2629">
                  <c:v>-0.000168370243710302</c:v>
                </c:pt>
                <c:pt idx="2630">
                  <c:v>0.000246518232136172</c:v>
                </c:pt>
                <c:pt idx="2631">
                  <c:v>0.00114436251153343</c:v>
                </c:pt>
                <c:pt idx="2632">
                  <c:v>0.0129315362941326</c:v>
                </c:pt>
                <c:pt idx="2633">
                  <c:v>0.0404433764085168</c:v>
                </c:pt>
                <c:pt idx="2634">
                  <c:v>0.0510266162069415</c:v>
                </c:pt>
                <c:pt idx="2635">
                  <c:v>0.0381743683889741</c:v>
                </c:pt>
                <c:pt idx="2636">
                  <c:v>0.0363955941936415</c:v>
                </c:pt>
                <c:pt idx="2637">
                  <c:v>0.0691765278044836</c:v>
                </c:pt>
                <c:pt idx="2638">
                  <c:v>0.049122718425603</c:v>
                </c:pt>
                <c:pt idx="2639">
                  <c:v>0.0735812305448998</c:v>
                </c:pt>
                <c:pt idx="2640">
                  <c:v>0.0695340941862908</c:v>
                </c:pt>
                <c:pt idx="2641">
                  <c:v>0.0753715878820723</c:v>
                </c:pt>
                <c:pt idx="2642">
                  <c:v>0.0867281133744075</c:v>
                </c:pt>
                <c:pt idx="2643">
                  <c:v>0.0966652107992775</c:v>
                </c:pt>
                <c:pt idx="2644">
                  <c:v>0.0651229555913224</c:v>
                </c:pt>
                <c:pt idx="2645">
                  <c:v>0.0689013960462218</c:v>
                </c:pt>
                <c:pt idx="2646">
                  <c:v>0.0517674318194608</c:v>
                </c:pt>
                <c:pt idx="2647">
                  <c:v>0.0566433756075882</c:v>
                </c:pt>
                <c:pt idx="2648">
                  <c:v>0.09135894317562</c:v>
                </c:pt>
                <c:pt idx="2649">
                  <c:v>0.073287609861986</c:v>
                </c:pt>
                <c:pt idx="2650">
                  <c:v>0.0753431089670115</c:v>
                </c:pt>
                <c:pt idx="2651">
                  <c:v>0.0715577710189163</c:v>
                </c:pt>
                <c:pt idx="2652">
                  <c:v>0.055506174449615</c:v>
                </c:pt>
                <c:pt idx="2653">
                  <c:v>0.0983041791471986</c:v>
                </c:pt>
                <c:pt idx="2654">
                  <c:v>0.0898558483182784</c:v>
                </c:pt>
                <c:pt idx="2655">
                  <c:v>0.0748180628381786</c:v>
                </c:pt>
                <c:pt idx="2656">
                  <c:v>0.109288044617678</c:v>
                </c:pt>
                <c:pt idx="2657">
                  <c:v>0.122247891443399</c:v>
                </c:pt>
                <c:pt idx="2658">
                  <c:v>0.130893844808352</c:v>
                </c:pt>
                <c:pt idx="2659">
                  <c:v>0.1079628248195</c:v>
                </c:pt>
                <c:pt idx="2660">
                  <c:v>0.119994281724468</c:v>
                </c:pt>
                <c:pt idx="2661">
                  <c:v>0.105694792721432</c:v>
                </c:pt>
                <c:pt idx="2662">
                  <c:v>0.0511194267222762</c:v>
                </c:pt>
                <c:pt idx="2663">
                  <c:v>0.0305241926576664</c:v>
                </c:pt>
                <c:pt idx="2664">
                  <c:v>0.0263612609186472</c:v>
                </c:pt>
                <c:pt idx="2665">
                  <c:v>0.0802315223972097</c:v>
                </c:pt>
                <c:pt idx="2666">
                  <c:v>0.0800582710070087</c:v>
                </c:pt>
                <c:pt idx="2667">
                  <c:v>0.0684062759793889</c:v>
                </c:pt>
                <c:pt idx="2668">
                  <c:v>0.107954051243996</c:v>
                </c:pt>
                <c:pt idx="2669">
                  <c:v>0.11656640756091</c:v>
                </c:pt>
                <c:pt idx="2670">
                  <c:v>0.0835532339407851</c:v>
                </c:pt>
                <c:pt idx="2671">
                  <c:v>0.0793841586165024</c:v>
                </c:pt>
                <c:pt idx="2672">
                  <c:v>0.0109678971359465</c:v>
                </c:pt>
                <c:pt idx="2673">
                  <c:v>0.00718630438506379</c:v>
                </c:pt>
                <c:pt idx="2674">
                  <c:v>0.00505980648071691</c:v>
                </c:pt>
                <c:pt idx="2675">
                  <c:v>-0.00469940169388521</c:v>
                </c:pt>
                <c:pt idx="2676">
                  <c:v>0.00121542276724423</c:v>
                </c:pt>
                <c:pt idx="2677">
                  <c:v>-0.0117711596706062</c:v>
                </c:pt>
                <c:pt idx="2678">
                  <c:v>0.00903196504725989</c:v>
                </c:pt>
                <c:pt idx="2679">
                  <c:v>0.0313711972087167</c:v>
                </c:pt>
                <c:pt idx="2680">
                  <c:v>0.032136115419026</c:v>
                </c:pt>
                <c:pt idx="2681">
                  <c:v>0.0196894358149073</c:v>
                </c:pt>
                <c:pt idx="2682">
                  <c:v>-0.00497834184613177</c:v>
                </c:pt>
                <c:pt idx="2683">
                  <c:v>0.00249770004948396</c:v>
                </c:pt>
                <c:pt idx="2684">
                  <c:v>-0.013410493358534</c:v>
                </c:pt>
                <c:pt idx="2685">
                  <c:v>0.0112497397081249</c:v>
                </c:pt>
                <c:pt idx="2686">
                  <c:v>0.00466416985579598</c:v>
                </c:pt>
                <c:pt idx="2687">
                  <c:v>0.000435730670566514</c:v>
                </c:pt>
                <c:pt idx="2688">
                  <c:v>0.0203891099553681</c:v>
                </c:pt>
                <c:pt idx="2689">
                  <c:v>0.0281419728984952</c:v>
                </c:pt>
                <c:pt idx="2690">
                  <c:v>-0.0428983265559226</c:v>
                </c:pt>
                <c:pt idx="2691">
                  <c:v>-0.0567084225506048</c:v>
                </c:pt>
                <c:pt idx="2692">
                  <c:v>-0.0644422725514818</c:v>
                </c:pt>
                <c:pt idx="2693">
                  <c:v>-0.0499482405344917</c:v>
                </c:pt>
                <c:pt idx="2694">
                  <c:v>-0.0567435267971822</c:v>
                </c:pt>
                <c:pt idx="2695">
                  <c:v>-0.0329114493559744</c:v>
                </c:pt>
                <c:pt idx="2696">
                  <c:v>-0.0334931220014346</c:v>
                </c:pt>
                <c:pt idx="2697">
                  <c:v>-0.0474836562399759</c:v>
                </c:pt>
                <c:pt idx="2698">
                  <c:v>-0.0517001628104851</c:v>
                </c:pt>
                <c:pt idx="2699">
                  <c:v>-0.0454013372170962</c:v>
                </c:pt>
                <c:pt idx="2700">
                  <c:v>-0.0451560543167367</c:v>
                </c:pt>
                <c:pt idx="2701">
                  <c:v>-0.042280815183656</c:v>
                </c:pt>
                <c:pt idx="2702">
                  <c:v>-0.0648004387115008</c:v>
                </c:pt>
                <c:pt idx="2703">
                  <c:v>-0.0762308337546803</c:v>
                </c:pt>
                <c:pt idx="2704">
                  <c:v>-0.0941917092394327</c:v>
                </c:pt>
                <c:pt idx="2705">
                  <c:v>-0.082828806424741</c:v>
                </c:pt>
                <c:pt idx="2706">
                  <c:v>0.00508519251512856</c:v>
                </c:pt>
                <c:pt idx="2707">
                  <c:v>0.0360359844190318</c:v>
                </c:pt>
                <c:pt idx="2708">
                  <c:v>0.04117382564634</c:v>
                </c:pt>
                <c:pt idx="2709">
                  <c:v>0.0390043851487449</c:v>
                </c:pt>
                <c:pt idx="2710">
                  <c:v>0.0658139187735152</c:v>
                </c:pt>
                <c:pt idx="2711">
                  <c:v>0.00995948960052114</c:v>
                </c:pt>
                <c:pt idx="2712">
                  <c:v>-0.0349039124234026</c:v>
                </c:pt>
                <c:pt idx="2713">
                  <c:v>-0.0117993291974438</c:v>
                </c:pt>
                <c:pt idx="2714">
                  <c:v>-0.0281489850323593</c:v>
                </c:pt>
                <c:pt idx="2715">
                  <c:v>-0.0320248806518712</c:v>
                </c:pt>
                <c:pt idx="2716">
                  <c:v>-0.0371619445047847</c:v>
                </c:pt>
                <c:pt idx="2717">
                  <c:v>-0.0574335320629759</c:v>
                </c:pt>
                <c:pt idx="2718">
                  <c:v>-0.0091214323094618</c:v>
                </c:pt>
                <c:pt idx="2719">
                  <c:v>0.0346474750823845</c:v>
                </c:pt>
                <c:pt idx="2720">
                  <c:v>0.0134973820409549</c:v>
                </c:pt>
                <c:pt idx="2721">
                  <c:v>0.0235198146689165</c:v>
                </c:pt>
                <c:pt idx="2722">
                  <c:v>0.0339008966473429</c:v>
                </c:pt>
                <c:pt idx="2723">
                  <c:v>0.0358580731263925</c:v>
                </c:pt>
                <c:pt idx="2724">
                  <c:v>0.0225084270893294</c:v>
                </c:pt>
                <c:pt idx="2725">
                  <c:v>0.00495907017184527</c:v>
                </c:pt>
                <c:pt idx="2726">
                  <c:v>0.0700012387337587</c:v>
                </c:pt>
                <c:pt idx="2727">
                  <c:v>0.0340997606859484</c:v>
                </c:pt>
                <c:pt idx="2728">
                  <c:v>0.0405986957044028</c:v>
                </c:pt>
                <c:pt idx="2729">
                  <c:v>0.0369974120754212</c:v>
                </c:pt>
                <c:pt idx="2730">
                  <c:v>0.0601640514547985</c:v>
                </c:pt>
                <c:pt idx="2731">
                  <c:v>0.0148532167724396</c:v>
                </c:pt>
                <c:pt idx="2732">
                  <c:v>0.00968158034541968</c:v>
                </c:pt>
                <c:pt idx="2733">
                  <c:v>-0.00608814944743948</c:v>
                </c:pt>
                <c:pt idx="2734">
                  <c:v>-0.00577234030242052</c:v>
                </c:pt>
                <c:pt idx="2735">
                  <c:v>0.00784128537303399</c:v>
                </c:pt>
                <c:pt idx="2736">
                  <c:v>-0.00461541424542391</c:v>
                </c:pt>
                <c:pt idx="2737">
                  <c:v>-0.0066827893598346</c:v>
                </c:pt>
                <c:pt idx="2738">
                  <c:v>0.00249285702995544</c:v>
                </c:pt>
                <c:pt idx="2739">
                  <c:v>0.031972149324301</c:v>
                </c:pt>
                <c:pt idx="2740">
                  <c:v>0.0321150452822405</c:v>
                </c:pt>
                <c:pt idx="2741">
                  <c:v>0.042327830566446</c:v>
                </c:pt>
                <c:pt idx="2742">
                  <c:v>0.0495392236398587</c:v>
                </c:pt>
                <c:pt idx="2743">
                  <c:v>0.0648495271912025</c:v>
                </c:pt>
                <c:pt idx="2744">
                  <c:v>0.0408280202478999</c:v>
                </c:pt>
                <c:pt idx="2745">
                  <c:v>0.0372406936719616</c:v>
                </c:pt>
                <c:pt idx="2746">
                  <c:v>0.0184146379304869</c:v>
                </c:pt>
                <c:pt idx="2747">
                  <c:v>0.0111277617072668</c:v>
                </c:pt>
                <c:pt idx="2748">
                  <c:v>0.0500523335975216</c:v>
                </c:pt>
                <c:pt idx="2749">
                  <c:v>0.0590595136539514</c:v>
                </c:pt>
                <c:pt idx="2750">
                  <c:v>0.0864144987424302</c:v>
                </c:pt>
                <c:pt idx="2751">
                  <c:v>0.0858006113060395</c:v>
                </c:pt>
                <c:pt idx="2752">
                  <c:v>0.0816803621597941</c:v>
                </c:pt>
                <c:pt idx="2753">
                  <c:v>0.04700138555798</c:v>
                </c:pt>
                <c:pt idx="2754">
                  <c:v>0.0331661128967377</c:v>
                </c:pt>
                <c:pt idx="2755">
                  <c:v>0.0708757514220898</c:v>
                </c:pt>
                <c:pt idx="2756">
                  <c:v>0.0561980767773764</c:v>
                </c:pt>
                <c:pt idx="2757">
                  <c:v>0.0685503208364676</c:v>
                </c:pt>
                <c:pt idx="2758">
                  <c:v>0.0496846661066367</c:v>
                </c:pt>
                <c:pt idx="2759">
                  <c:v>0.0316263087478075</c:v>
                </c:pt>
                <c:pt idx="2760">
                  <c:v>0.0246152045375236</c:v>
                </c:pt>
                <c:pt idx="2761">
                  <c:v>0.0122618345279524</c:v>
                </c:pt>
                <c:pt idx="2762">
                  <c:v>0.0249491620855232</c:v>
                </c:pt>
                <c:pt idx="2763">
                  <c:v>0.0217405631279103</c:v>
                </c:pt>
                <c:pt idx="2764">
                  <c:v>0.0215700874677225</c:v>
                </c:pt>
                <c:pt idx="2765">
                  <c:v>0.0293568535147474</c:v>
                </c:pt>
                <c:pt idx="2766">
                  <c:v>0.0353183718138869</c:v>
                </c:pt>
                <c:pt idx="2767">
                  <c:v>0.0760585865400148</c:v>
                </c:pt>
                <c:pt idx="2768">
                  <c:v>0.0727365995267627</c:v>
                </c:pt>
                <c:pt idx="2769">
                  <c:v>0.10981817107552</c:v>
                </c:pt>
                <c:pt idx="2770">
                  <c:v>0.133948973772496</c:v>
                </c:pt>
                <c:pt idx="2771">
                  <c:v>0.149288233241428</c:v>
                </c:pt>
                <c:pt idx="2772">
                  <c:v>0.093102432292371</c:v>
                </c:pt>
                <c:pt idx="2773">
                  <c:v>0.161917464079027</c:v>
                </c:pt>
                <c:pt idx="2774">
                  <c:v>0.133644384199642</c:v>
                </c:pt>
                <c:pt idx="2775">
                  <c:v>0.149109452833648</c:v>
                </c:pt>
                <c:pt idx="2776">
                  <c:v>0.128286099868576</c:v>
                </c:pt>
                <c:pt idx="2777">
                  <c:v>0.0988239869064865</c:v>
                </c:pt>
                <c:pt idx="2778">
                  <c:v>0.0973119206918641</c:v>
                </c:pt>
                <c:pt idx="2779">
                  <c:v>0.104403046104525</c:v>
                </c:pt>
                <c:pt idx="2780">
                  <c:v>0.088213055544469</c:v>
                </c:pt>
                <c:pt idx="2781">
                  <c:v>0.049268261738983</c:v>
                </c:pt>
                <c:pt idx="2782">
                  <c:v>0.0390452837404691</c:v>
                </c:pt>
                <c:pt idx="2783">
                  <c:v>0.0203508665103186</c:v>
                </c:pt>
                <c:pt idx="2784">
                  <c:v>0.0207943015618052</c:v>
                </c:pt>
                <c:pt idx="2785">
                  <c:v>0.0327229208520123</c:v>
                </c:pt>
                <c:pt idx="2786">
                  <c:v>0.00648497192624866</c:v>
                </c:pt>
                <c:pt idx="2787">
                  <c:v>0.0411938930139323</c:v>
                </c:pt>
                <c:pt idx="2788">
                  <c:v>0.0336903054115351</c:v>
                </c:pt>
                <c:pt idx="2789">
                  <c:v>0.0246384548322453</c:v>
                </c:pt>
                <c:pt idx="2790">
                  <c:v>0.0221349748514146</c:v>
                </c:pt>
                <c:pt idx="2791">
                  <c:v>0.0265270974466319</c:v>
                </c:pt>
                <c:pt idx="2792">
                  <c:v>0.0260125604246772</c:v>
                </c:pt>
                <c:pt idx="2793">
                  <c:v>0.00169466051732616</c:v>
                </c:pt>
                <c:pt idx="2794">
                  <c:v>-0.00130454775973462</c:v>
                </c:pt>
                <c:pt idx="2795">
                  <c:v>-0.0114290343657647</c:v>
                </c:pt>
                <c:pt idx="2796">
                  <c:v>-0.00606443466410239</c:v>
                </c:pt>
                <c:pt idx="2797">
                  <c:v>0.00575062834948036</c:v>
                </c:pt>
                <c:pt idx="2798">
                  <c:v>0.0168590507555909</c:v>
                </c:pt>
                <c:pt idx="2799">
                  <c:v>0.0252123950261468</c:v>
                </c:pt>
                <c:pt idx="2800">
                  <c:v>0.0243355351680261</c:v>
                </c:pt>
                <c:pt idx="2801">
                  <c:v>0.0534313347454818</c:v>
                </c:pt>
                <c:pt idx="2802">
                  <c:v>0.0730414911122537</c:v>
                </c:pt>
                <c:pt idx="2803">
                  <c:v>0.0492287777094382</c:v>
                </c:pt>
                <c:pt idx="2804">
                  <c:v>0.0484394842152318</c:v>
                </c:pt>
                <c:pt idx="2805">
                  <c:v>0.0455275173416373</c:v>
                </c:pt>
                <c:pt idx="2806">
                  <c:v>0.0653464501205361</c:v>
                </c:pt>
                <c:pt idx="2807">
                  <c:v>0.0817230949423484</c:v>
                </c:pt>
                <c:pt idx="2808">
                  <c:v>0.108280385102928</c:v>
                </c:pt>
                <c:pt idx="2809">
                  <c:v>0.0516422497372253</c:v>
                </c:pt>
                <c:pt idx="2810">
                  <c:v>0.041920219355746</c:v>
                </c:pt>
                <c:pt idx="2811">
                  <c:v>0.0495847037416793</c:v>
                </c:pt>
                <c:pt idx="2812">
                  <c:v>0.0358123773766431</c:v>
                </c:pt>
                <c:pt idx="2813">
                  <c:v>0.043640031121892</c:v>
                </c:pt>
                <c:pt idx="2814">
                  <c:v>0.0502433092737492</c:v>
                </c:pt>
                <c:pt idx="2815">
                  <c:v>0.0450641359390231</c:v>
                </c:pt>
                <c:pt idx="2816">
                  <c:v>0.0611238814015614</c:v>
                </c:pt>
                <c:pt idx="2817">
                  <c:v>0.0341663608386877</c:v>
                </c:pt>
                <c:pt idx="2818">
                  <c:v>0.0304959599403847</c:v>
                </c:pt>
                <c:pt idx="2819">
                  <c:v>0.0324876197398932</c:v>
                </c:pt>
                <c:pt idx="2820">
                  <c:v>0.0421471208627886</c:v>
                </c:pt>
                <c:pt idx="2821">
                  <c:v>0.0669539411447382</c:v>
                </c:pt>
                <c:pt idx="2822">
                  <c:v>0.10079346339768</c:v>
                </c:pt>
                <c:pt idx="2823">
                  <c:v>0.105470036669576</c:v>
                </c:pt>
                <c:pt idx="2824">
                  <c:v>0.0927100161474753</c:v>
                </c:pt>
                <c:pt idx="2825">
                  <c:v>0.0704710016367351</c:v>
                </c:pt>
                <c:pt idx="2826">
                  <c:v>0.0454712756744264</c:v>
                </c:pt>
                <c:pt idx="2827">
                  <c:v>0.0106930039345486</c:v>
                </c:pt>
                <c:pt idx="2828">
                  <c:v>-0.0193891914939943</c:v>
                </c:pt>
                <c:pt idx="2829">
                  <c:v>-0.0172718867320874</c:v>
                </c:pt>
                <c:pt idx="2830">
                  <c:v>-0.0113490891191074</c:v>
                </c:pt>
                <c:pt idx="2831">
                  <c:v>0.0186855678950201</c:v>
                </c:pt>
                <c:pt idx="2832">
                  <c:v>0.0139541227363888</c:v>
                </c:pt>
                <c:pt idx="2833">
                  <c:v>0.0268665566143865</c:v>
                </c:pt>
                <c:pt idx="2834">
                  <c:v>0.0328350097984922</c:v>
                </c:pt>
                <c:pt idx="2835">
                  <c:v>0.0308247427113259</c:v>
                </c:pt>
                <c:pt idx="2836">
                  <c:v>0.0320785490048091</c:v>
                </c:pt>
                <c:pt idx="2837">
                  <c:v>0.0230779269263889</c:v>
                </c:pt>
                <c:pt idx="2838">
                  <c:v>0.0257712420309877</c:v>
                </c:pt>
                <c:pt idx="2839">
                  <c:v>0.0192830018157261</c:v>
                </c:pt>
                <c:pt idx="2840">
                  <c:v>0.00756016912855576</c:v>
                </c:pt>
                <c:pt idx="2841">
                  <c:v>0.000597848089075078</c:v>
                </c:pt>
                <c:pt idx="2842">
                  <c:v>0.0103995644958834</c:v>
                </c:pt>
                <c:pt idx="2843">
                  <c:v>0.0271679888632999</c:v>
                </c:pt>
                <c:pt idx="2844">
                  <c:v>0.0179226587797407</c:v>
                </c:pt>
                <c:pt idx="2845">
                  <c:v>0.0246995528825748</c:v>
                </c:pt>
                <c:pt idx="2846">
                  <c:v>0.0325529184549135</c:v>
                </c:pt>
                <c:pt idx="2847">
                  <c:v>0.0173169898416293</c:v>
                </c:pt>
                <c:pt idx="2848">
                  <c:v>0.0242054474007434</c:v>
                </c:pt>
                <c:pt idx="2849">
                  <c:v>0.035607585314595</c:v>
                </c:pt>
                <c:pt idx="2850">
                  <c:v>0.0312280708723354</c:v>
                </c:pt>
                <c:pt idx="2851">
                  <c:v>0.0285186388549664</c:v>
                </c:pt>
                <c:pt idx="2852">
                  <c:v>0.0370624867745514</c:v>
                </c:pt>
                <c:pt idx="2853">
                  <c:v>0.0168633842097653</c:v>
                </c:pt>
                <c:pt idx="2854">
                  <c:v>0.0128389469399869</c:v>
                </c:pt>
                <c:pt idx="2855">
                  <c:v>0.0192989244861972</c:v>
                </c:pt>
                <c:pt idx="2856">
                  <c:v>0.0113011686193033</c:v>
                </c:pt>
                <c:pt idx="2857">
                  <c:v>0.0151940469735347</c:v>
                </c:pt>
                <c:pt idx="2858">
                  <c:v>0.0364528794190271</c:v>
                </c:pt>
                <c:pt idx="2859">
                  <c:v>0.0494875926646397</c:v>
                </c:pt>
                <c:pt idx="2860">
                  <c:v>0.0395360936188413</c:v>
                </c:pt>
                <c:pt idx="2861">
                  <c:v>0.040116143458686</c:v>
                </c:pt>
                <c:pt idx="2862">
                  <c:v>0.0468123794730834</c:v>
                </c:pt>
                <c:pt idx="2863">
                  <c:v>0.0349759951409069</c:v>
                </c:pt>
                <c:pt idx="2864">
                  <c:v>0.0527315614008103</c:v>
                </c:pt>
                <c:pt idx="2865">
                  <c:v>0.0230019892217383</c:v>
                </c:pt>
                <c:pt idx="2866">
                  <c:v>0.0276855546643334</c:v>
                </c:pt>
                <c:pt idx="2867">
                  <c:v>0.0351456584722972</c:v>
                </c:pt>
                <c:pt idx="2868">
                  <c:v>0.0602309354704336</c:v>
                </c:pt>
                <c:pt idx="2869">
                  <c:v>0.0674366112549097</c:v>
                </c:pt>
                <c:pt idx="2870">
                  <c:v>0.0826263916247565</c:v>
                </c:pt>
                <c:pt idx="2871">
                  <c:v>0.0602071455826159</c:v>
                </c:pt>
                <c:pt idx="2872">
                  <c:v>0.064287429523711</c:v>
                </c:pt>
                <c:pt idx="2873">
                  <c:v>0.0771375936553683</c:v>
                </c:pt>
                <c:pt idx="2874">
                  <c:v>0.0791452900574877</c:v>
                </c:pt>
                <c:pt idx="2875">
                  <c:v>0.0686745332257214</c:v>
                </c:pt>
                <c:pt idx="2876">
                  <c:v>0.0580107254108644</c:v>
                </c:pt>
                <c:pt idx="2877">
                  <c:v>0.0685523262781391</c:v>
                </c:pt>
                <c:pt idx="2878">
                  <c:v>0.0658454865753549</c:v>
                </c:pt>
                <c:pt idx="2879">
                  <c:v>0.0807834231254115</c:v>
                </c:pt>
                <c:pt idx="2880">
                  <c:v>0.0846535645750171</c:v>
                </c:pt>
                <c:pt idx="2881">
                  <c:v>0.0704073653816841</c:v>
                </c:pt>
                <c:pt idx="2882">
                  <c:v>0.069663652347046</c:v>
                </c:pt>
                <c:pt idx="2883">
                  <c:v>0.0594451214944809</c:v>
                </c:pt>
                <c:pt idx="2884">
                  <c:v>0.0684724753235103</c:v>
                </c:pt>
                <c:pt idx="2885">
                  <c:v>0.0444442702534731</c:v>
                </c:pt>
                <c:pt idx="2886">
                  <c:v>0.0384179008274356</c:v>
                </c:pt>
                <c:pt idx="2887">
                  <c:v>0.0284205982295683</c:v>
                </c:pt>
                <c:pt idx="2888">
                  <c:v>0.0256579613236406</c:v>
                </c:pt>
                <c:pt idx="2889">
                  <c:v>0.0191854804688789</c:v>
                </c:pt>
                <c:pt idx="2890">
                  <c:v>0.0111501890117721</c:v>
                </c:pt>
                <c:pt idx="2891">
                  <c:v>0.0144713299200848</c:v>
                </c:pt>
                <c:pt idx="2892">
                  <c:v>0.0304498257898329</c:v>
                </c:pt>
                <c:pt idx="2893">
                  <c:v>0.0344323085198961</c:v>
                </c:pt>
                <c:pt idx="2894">
                  <c:v>0.0281689064629045</c:v>
                </c:pt>
                <c:pt idx="2895">
                  <c:v>0.0172349370654915</c:v>
                </c:pt>
                <c:pt idx="2896">
                  <c:v>0.028430390579376</c:v>
                </c:pt>
                <c:pt idx="2897">
                  <c:v>0.0244049195526573</c:v>
                </c:pt>
                <c:pt idx="2898">
                  <c:v>0.0142098128495133</c:v>
                </c:pt>
                <c:pt idx="2899">
                  <c:v>0.0333071630105207</c:v>
                </c:pt>
                <c:pt idx="2900">
                  <c:v>0.023020979110148</c:v>
                </c:pt>
                <c:pt idx="2901">
                  <c:v>0.035500402339591</c:v>
                </c:pt>
                <c:pt idx="2902">
                  <c:v>0.0434341841710182</c:v>
                </c:pt>
                <c:pt idx="2903">
                  <c:v>0.0906335789851139</c:v>
                </c:pt>
                <c:pt idx="2904">
                  <c:v>0.103519868005867</c:v>
                </c:pt>
                <c:pt idx="2905">
                  <c:v>0.0828657470124129</c:v>
                </c:pt>
                <c:pt idx="2906">
                  <c:v>0.0976299384252092</c:v>
                </c:pt>
                <c:pt idx="2907">
                  <c:v>0.0869050662199526</c:v>
                </c:pt>
                <c:pt idx="2908">
                  <c:v>0.0744919051076887</c:v>
                </c:pt>
                <c:pt idx="2909">
                  <c:v>0.0754697587807669</c:v>
                </c:pt>
                <c:pt idx="2910">
                  <c:v>0.0593091184173787</c:v>
                </c:pt>
                <c:pt idx="2911">
                  <c:v>0.0867850053093763</c:v>
                </c:pt>
                <c:pt idx="2912">
                  <c:v>0.0624345473294279</c:v>
                </c:pt>
                <c:pt idx="2913">
                  <c:v>0.075273789607991</c:v>
                </c:pt>
                <c:pt idx="2914">
                  <c:v>0.0560806271357414</c:v>
                </c:pt>
                <c:pt idx="2915">
                  <c:v>0.061887983864211</c:v>
                </c:pt>
                <c:pt idx="2916">
                  <c:v>0.0642941766230873</c:v>
                </c:pt>
                <c:pt idx="2917">
                  <c:v>0.0622143024340233</c:v>
                </c:pt>
                <c:pt idx="2918">
                  <c:v>0.07292659603902</c:v>
                </c:pt>
                <c:pt idx="2919">
                  <c:v>0.0976511128975922</c:v>
                </c:pt>
                <c:pt idx="2920">
                  <c:v>0.0649206418400509</c:v>
                </c:pt>
                <c:pt idx="2921">
                  <c:v>0.0670621476934893</c:v>
                </c:pt>
                <c:pt idx="2922">
                  <c:v>0.0924179117946565</c:v>
                </c:pt>
                <c:pt idx="2923">
                  <c:v>0.104634956895501</c:v>
                </c:pt>
                <c:pt idx="2924">
                  <c:v>0.102955821454625</c:v>
                </c:pt>
                <c:pt idx="2925">
                  <c:v>0.0871903612492606</c:v>
                </c:pt>
                <c:pt idx="2926">
                  <c:v>0.0686042109752537</c:v>
                </c:pt>
                <c:pt idx="2927">
                  <c:v>0.0879783754979487</c:v>
                </c:pt>
                <c:pt idx="2928">
                  <c:v>0.0947961084733565</c:v>
                </c:pt>
                <c:pt idx="2929">
                  <c:v>0.105880129836887</c:v>
                </c:pt>
                <c:pt idx="2930">
                  <c:v>0.0768477926159943</c:v>
                </c:pt>
                <c:pt idx="2931">
                  <c:v>0.0621362721847091</c:v>
                </c:pt>
                <c:pt idx="2932">
                  <c:v>0.0411719830809519</c:v>
                </c:pt>
                <c:pt idx="2933">
                  <c:v>0.018287719495415</c:v>
                </c:pt>
                <c:pt idx="2934">
                  <c:v>0.00468948885325298</c:v>
                </c:pt>
                <c:pt idx="2935">
                  <c:v>0.000662815128994548</c:v>
                </c:pt>
                <c:pt idx="2936">
                  <c:v>0.0103085216260481</c:v>
                </c:pt>
                <c:pt idx="2937">
                  <c:v>0.00469627071051109</c:v>
                </c:pt>
                <c:pt idx="2938">
                  <c:v>0.0245133361927911</c:v>
                </c:pt>
                <c:pt idx="2939">
                  <c:v>-0.00340320667168822</c:v>
                </c:pt>
                <c:pt idx="2940">
                  <c:v>0.0013362764132459</c:v>
                </c:pt>
                <c:pt idx="2941">
                  <c:v>-0.0157422240207842</c:v>
                </c:pt>
                <c:pt idx="2942">
                  <c:v>-0.0144459214478763</c:v>
                </c:pt>
                <c:pt idx="2943">
                  <c:v>-0.00302527749803344</c:v>
                </c:pt>
                <c:pt idx="2944">
                  <c:v>-0.00241161662705813</c:v>
                </c:pt>
                <c:pt idx="2945">
                  <c:v>-0.0184529249138385</c:v>
                </c:pt>
                <c:pt idx="2946">
                  <c:v>-0.0106230855791031</c:v>
                </c:pt>
                <c:pt idx="2947">
                  <c:v>-0.0198446990705591</c:v>
                </c:pt>
                <c:pt idx="2948">
                  <c:v>-0.033561250299782</c:v>
                </c:pt>
                <c:pt idx="2949">
                  <c:v>-0.0334476984646177</c:v>
                </c:pt>
                <c:pt idx="2950">
                  <c:v>-0.0232004446697224</c:v>
                </c:pt>
                <c:pt idx="2951">
                  <c:v>-0.0142773677572856</c:v>
                </c:pt>
                <c:pt idx="2952">
                  <c:v>-0.013124194987437</c:v>
                </c:pt>
                <c:pt idx="2953">
                  <c:v>-0.00509218817355497</c:v>
                </c:pt>
                <c:pt idx="2954">
                  <c:v>0.00195393941626827</c:v>
                </c:pt>
                <c:pt idx="2955">
                  <c:v>0.0190952901318561</c:v>
                </c:pt>
                <c:pt idx="2956">
                  <c:v>0.0327116420529891</c:v>
                </c:pt>
                <c:pt idx="2957">
                  <c:v>0.0348238577539456</c:v>
                </c:pt>
                <c:pt idx="2958">
                  <c:v>0.0259565596896331</c:v>
                </c:pt>
                <c:pt idx="2959">
                  <c:v>0.0152412522119472</c:v>
                </c:pt>
                <c:pt idx="2960">
                  <c:v>0.00777065070855054</c:v>
                </c:pt>
                <c:pt idx="2961">
                  <c:v>0.0133422633045288</c:v>
                </c:pt>
                <c:pt idx="2962">
                  <c:v>0.0165849114406941</c:v>
                </c:pt>
                <c:pt idx="2963">
                  <c:v>0.0111091842670506</c:v>
                </c:pt>
                <c:pt idx="2964">
                  <c:v>0.010620921260521</c:v>
                </c:pt>
                <c:pt idx="2965">
                  <c:v>0.0385764209610713</c:v>
                </c:pt>
                <c:pt idx="2966">
                  <c:v>0.0311879354050521</c:v>
                </c:pt>
                <c:pt idx="2967">
                  <c:v>0.0441738084665582</c:v>
                </c:pt>
                <c:pt idx="2968">
                  <c:v>0.0344999916380122</c:v>
                </c:pt>
                <c:pt idx="2969">
                  <c:v>0.026571565496971</c:v>
                </c:pt>
                <c:pt idx="2970">
                  <c:v>0.0442177537522052</c:v>
                </c:pt>
                <c:pt idx="2971">
                  <c:v>0.043247214527785</c:v>
                </c:pt>
                <c:pt idx="2972">
                  <c:v>0.0372248452362914</c:v>
                </c:pt>
                <c:pt idx="2973">
                  <c:v>0.0345606790168764</c:v>
                </c:pt>
                <c:pt idx="2974">
                  <c:v>0.0468797806681431</c:v>
                </c:pt>
                <c:pt idx="2975">
                  <c:v>0.0378348561559332</c:v>
                </c:pt>
                <c:pt idx="2976">
                  <c:v>0.0286726032495203</c:v>
                </c:pt>
                <c:pt idx="2977">
                  <c:v>0.0295699267065244</c:v>
                </c:pt>
                <c:pt idx="2978">
                  <c:v>0.0303029832152982</c:v>
                </c:pt>
                <c:pt idx="2979">
                  <c:v>0.0318953875672179</c:v>
                </c:pt>
                <c:pt idx="2980">
                  <c:v>0.0313193620912331</c:v>
                </c:pt>
                <c:pt idx="2981">
                  <c:v>0.0365452021208908</c:v>
                </c:pt>
                <c:pt idx="2982">
                  <c:v>0.0381713248487562</c:v>
                </c:pt>
                <c:pt idx="2983">
                  <c:v>0.0304233761319281</c:v>
                </c:pt>
                <c:pt idx="2984">
                  <c:v>0.0142773499815834</c:v>
                </c:pt>
                <c:pt idx="2985">
                  <c:v>0.0134702205612445</c:v>
                </c:pt>
                <c:pt idx="2986">
                  <c:v>0.00463815908614996</c:v>
                </c:pt>
                <c:pt idx="2987">
                  <c:v>0.025120743204488</c:v>
                </c:pt>
                <c:pt idx="2988">
                  <c:v>0.0338088316411084</c:v>
                </c:pt>
                <c:pt idx="2989">
                  <c:v>0.0382408281487408</c:v>
                </c:pt>
                <c:pt idx="2990">
                  <c:v>0.0415786800235929</c:v>
                </c:pt>
                <c:pt idx="2991">
                  <c:v>0.0409641547035578</c:v>
                </c:pt>
                <c:pt idx="2992">
                  <c:v>0.0471340491274086</c:v>
                </c:pt>
                <c:pt idx="2993">
                  <c:v>0.0218905542547086</c:v>
                </c:pt>
                <c:pt idx="2994">
                  <c:v>0.0143573092577813</c:v>
                </c:pt>
                <c:pt idx="2995">
                  <c:v>0.0179038084925951</c:v>
                </c:pt>
                <c:pt idx="2996">
                  <c:v>0.0260185714220995</c:v>
                </c:pt>
                <c:pt idx="2997">
                  <c:v>0.0155786615767021</c:v>
                </c:pt>
                <c:pt idx="2998">
                  <c:v>0.0153423863261338</c:v>
                </c:pt>
                <c:pt idx="2999">
                  <c:v>0.014759853255264</c:v>
                </c:pt>
                <c:pt idx="3000">
                  <c:v>0.0417231076945407</c:v>
                </c:pt>
                <c:pt idx="3001">
                  <c:v>0.0733930086150756</c:v>
                </c:pt>
                <c:pt idx="3002">
                  <c:v>0.0483456172595865</c:v>
                </c:pt>
                <c:pt idx="3003">
                  <c:v>0.0428673527387557</c:v>
                </c:pt>
                <c:pt idx="3004">
                  <c:v>0.0525967310721996</c:v>
                </c:pt>
                <c:pt idx="3005">
                  <c:v>0.0540453309507212</c:v>
                </c:pt>
                <c:pt idx="3006">
                  <c:v>0.0488470815832544</c:v>
                </c:pt>
                <c:pt idx="3007">
                  <c:v>0.00762609572734947</c:v>
                </c:pt>
                <c:pt idx="3008">
                  <c:v>0.0346387415677655</c:v>
                </c:pt>
                <c:pt idx="3009">
                  <c:v>0.0284193483772143</c:v>
                </c:pt>
                <c:pt idx="3010">
                  <c:v>0.0231892386839399</c:v>
                </c:pt>
                <c:pt idx="3011">
                  <c:v>0.0318821710531736</c:v>
                </c:pt>
                <c:pt idx="3012">
                  <c:v>0.0237198945549675</c:v>
                </c:pt>
                <c:pt idx="3013">
                  <c:v>0.0165137276355135</c:v>
                </c:pt>
                <c:pt idx="3014">
                  <c:v>0.0267345044272548</c:v>
                </c:pt>
                <c:pt idx="3015">
                  <c:v>0.0486831951951738</c:v>
                </c:pt>
                <c:pt idx="3016">
                  <c:v>0.0391900776209342</c:v>
                </c:pt>
                <c:pt idx="3017">
                  <c:v>0.0283256049637964</c:v>
                </c:pt>
                <c:pt idx="3018">
                  <c:v>0.0436199618841868</c:v>
                </c:pt>
                <c:pt idx="3019">
                  <c:v>0.0556699165399464</c:v>
                </c:pt>
                <c:pt idx="3020">
                  <c:v>0.0259109545023348</c:v>
                </c:pt>
                <c:pt idx="3021">
                  <c:v>0.029954649607802</c:v>
                </c:pt>
                <c:pt idx="3022">
                  <c:v>0.0529297126615527</c:v>
                </c:pt>
                <c:pt idx="3023">
                  <c:v>0.0626028168443768</c:v>
                </c:pt>
                <c:pt idx="3024">
                  <c:v>0.0438450889027837</c:v>
                </c:pt>
                <c:pt idx="3025">
                  <c:v>0.037243067867434</c:v>
                </c:pt>
                <c:pt idx="3026">
                  <c:v>0.0187651236476853</c:v>
                </c:pt>
                <c:pt idx="3027">
                  <c:v>0.00816046990288897</c:v>
                </c:pt>
                <c:pt idx="3028">
                  <c:v>0.0389340246319779</c:v>
                </c:pt>
                <c:pt idx="3029">
                  <c:v>0.0402925946436262</c:v>
                </c:pt>
                <c:pt idx="3030">
                  <c:v>0.040770733019997</c:v>
                </c:pt>
                <c:pt idx="3031">
                  <c:v>0.0367451414087018</c:v>
                </c:pt>
                <c:pt idx="3032">
                  <c:v>0.0425329078426155</c:v>
                </c:pt>
                <c:pt idx="3033">
                  <c:v>0.0438395331375937</c:v>
                </c:pt>
                <c:pt idx="3034">
                  <c:v>0.0581159113018472</c:v>
                </c:pt>
                <c:pt idx="3035">
                  <c:v>0.055951518574803</c:v>
                </c:pt>
                <c:pt idx="3036">
                  <c:v>0.0770929110805487</c:v>
                </c:pt>
                <c:pt idx="3037">
                  <c:v>0.0847907936801126</c:v>
                </c:pt>
                <c:pt idx="3038">
                  <c:v>0.0727001926967641</c:v>
                </c:pt>
                <c:pt idx="3039">
                  <c:v>0.0699021617442407</c:v>
                </c:pt>
                <c:pt idx="3040">
                  <c:v>0.0767284762624363</c:v>
                </c:pt>
                <c:pt idx="3041">
                  <c:v>0.0562619861452777</c:v>
                </c:pt>
                <c:pt idx="3042">
                  <c:v>0.0908138422332984</c:v>
                </c:pt>
                <c:pt idx="3043">
                  <c:v>0.100005372557123</c:v>
                </c:pt>
                <c:pt idx="3044">
                  <c:v>0.0836954626901377</c:v>
                </c:pt>
                <c:pt idx="3045">
                  <c:v>0.073470746863818</c:v>
                </c:pt>
                <c:pt idx="3046">
                  <c:v>0.0714464449273271</c:v>
                </c:pt>
                <c:pt idx="3047">
                  <c:v>0.0856441325013186</c:v>
                </c:pt>
                <c:pt idx="3048">
                  <c:v>0.0550128373105639</c:v>
                </c:pt>
                <c:pt idx="3049">
                  <c:v>0.0374673476611403</c:v>
                </c:pt>
                <c:pt idx="3050">
                  <c:v>0.0501609764730417</c:v>
                </c:pt>
                <c:pt idx="3051">
                  <c:v>0.0641737865862494</c:v>
                </c:pt>
                <c:pt idx="3052">
                  <c:v>0.046873571761151</c:v>
                </c:pt>
                <c:pt idx="3053">
                  <c:v>0.0419989000193822</c:v>
                </c:pt>
                <c:pt idx="3055">
                  <c:v>0.0649615384045283</c:v>
                </c:pt>
                <c:pt idx="3056">
                  <c:v>0.0244145036932702</c:v>
                </c:pt>
                <c:pt idx="3057">
                  <c:v>-0.00487992580546492</c:v>
                </c:pt>
                <c:pt idx="3058">
                  <c:v>-0.0184671094648056</c:v>
                </c:pt>
                <c:pt idx="3059">
                  <c:v>-0.0166654432450476</c:v>
                </c:pt>
                <c:pt idx="3060">
                  <c:v>-0.00185577919110446</c:v>
                </c:pt>
                <c:pt idx="3061">
                  <c:v>-0.00878870855603761</c:v>
                </c:pt>
                <c:pt idx="3062">
                  <c:v>-0.00950987407354166</c:v>
                </c:pt>
                <c:pt idx="3063">
                  <c:v>-0.00282575284094013</c:v>
                </c:pt>
                <c:pt idx="3064">
                  <c:v>-0.0048396550412611</c:v>
                </c:pt>
                <c:pt idx="3065">
                  <c:v>-0.0285723713237037</c:v>
                </c:pt>
                <c:pt idx="3066">
                  <c:v>-0.0209452868960826</c:v>
                </c:pt>
                <c:pt idx="3067">
                  <c:v>-0.0283261291886956</c:v>
                </c:pt>
                <c:pt idx="3068">
                  <c:v>-0.0142486914046931</c:v>
                </c:pt>
                <c:pt idx="3069">
                  <c:v>-0.0169569705765018</c:v>
                </c:pt>
                <c:pt idx="3070">
                  <c:v>-0.00197550781320562</c:v>
                </c:pt>
                <c:pt idx="3071">
                  <c:v>0.012738408830364</c:v>
                </c:pt>
                <c:pt idx="3072">
                  <c:v>-0.0127822119576955</c:v>
                </c:pt>
                <c:pt idx="3073">
                  <c:v>-0.00489603957714011</c:v>
                </c:pt>
                <c:pt idx="3074">
                  <c:v>0.0181130877244855</c:v>
                </c:pt>
                <c:pt idx="3075">
                  <c:v>0.0180157949014297</c:v>
                </c:pt>
                <c:pt idx="3076">
                  <c:v>0.00752722246086221</c:v>
                </c:pt>
                <c:pt idx="3077">
                  <c:v>0.00704887691204926</c:v>
                </c:pt>
                <c:pt idx="3078">
                  <c:v>0.0136868343150675</c:v>
                </c:pt>
                <c:pt idx="3079">
                  <c:v>0.0369833303951394</c:v>
                </c:pt>
                <c:pt idx="3080">
                  <c:v>0.0383271329505685</c:v>
                </c:pt>
                <c:pt idx="3081">
                  <c:v>0.0254974981553865</c:v>
                </c:pt>
                <c:pt idx="3082">
                  <c:v>0.0268820088282146</c:v>
                </c:pt>
                <c:pt idx="3083">
                  <c:v>0.0328829239391076</c:v>
                </c:pt>
                <c:pt idx="3084">
                  <c:v>0.0127772395637089</c:v>
                </c:pt>
                <c:pt idx="3085">
                  <c:v>0.0266076795042388</c:v>
                </c:pt>
                <c:pt idx="3086">
                  <c:v>0.0428237225799145</c:v>
                </c:pt>
                <c:pt idx="3087">
                  <c:v>0.0398786804593378</c:v>
                </c:pt>
                <c:pt idx="3088">
                  <c:v>0.0344403182169332</c:v>
                </c:pt>
                <c:pt idx="3089">
                  <c:v>0.0395063779828512</c:v>
                </c:pt>
                <c:pt idx="3090">
                  <c:v>0.0359864597925489</c:v>
                </c:pt>
                <c:pt idx="3091">
                  <c:v>0.036607545587167</c:v>
                </c:pt>
                <c:pt idx="3092">
                  <c:v>0.0322441684226652</c:v>
                </c:pt>
                <c:pt idx="3093">
                  <c:v>0.0224135980106421</c:v>
                </c:pt>
                <c:pt idx="3094">
                  <c:v>0.0356615063580052</c:v>
                </c:pt>
                <c:pt idx="3095">
                  <c:v>0.0494194770005676</c:v>
                </c:pt>
                <c:pt idx="3096">
                  <c:v>0.0347093406944958</c:v>
                </c:pt>
                <c:pt idx="3097">
                  <c:v>0.0301750839873499</c:v>
                </c:pt>
                <c:pt idx="3098">
                  <c:v>0.0353637205837295</c:v>
                </c:pt>
                <c:pt idx="3099">
                  <c:v>0.0311688945762443</c:v>
                </c:pt>
                <c:pt idx="3100">
                  <c:v>0.0379008482067124</c:v>
                </c:pt>
                <c:pt idx="3101">
                  <c:v>0.0413324558426016</c:v>
                </c:pt>
                <c:pt idx="3102">
                  <c:v>0.0478300602570579</c:v>
                </c:pt>
                <c:pt idx="3103">
                  <c:v>0.0305141222562956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8862548"/>
        <c:axId val="834828908"/>
      </c:areaChart>
      <c:lineChart>
        <c:grouping val="standard"/>
        <c:varyColors val="0"/>
        <c:ser>
          <c:idx val="0"/>
          <c:order val="0"/>
          <c:tx>
            <c:strRef>
              <c:f>spx_vol_stats.csv!$B$1</c:f>
              <c:strCache>
                <c:ptCount val="1"/>
                <c:pt idx="0">
                  <c:v>隐含波动率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spx_vol_stats.csv!$A$2:$A$3105</c:f>
              <c:numCache>
                <c:formatCode>yyyy/m/d</c:formatCode>
                <c:ptCount val="3104"/>
                <c:pt idx="0" c:formatCode="yyyy/m/d">
                  <c:v>40907</c:v>
                </c:pt>
                <c:pt idx="1" c:formatCode="yyyy/m/d">
                  <c:v>40912</c:v>
                </c:pt>
                <c:pt idx="2" c:formatCode="yyyy/m/d">
                  <c:v>40913</c:v>
                </c:pt>
                <c:pt idx="3" c:formatCode="yyyy/m/d">
                  <c:v>40914</c:v>
                </c:pt>
                <c:pt idx="4" c:formatCode="yyyy/m/d">
                  <c:v>40917</c:v>
                </c:pt>
                <c:pt idx="5" c:formatCode="yyyy/m/d">
                  <c:v>40918</c:v>
                </c:pt>
                <c:pt idx="6" c:formatCode="yyyy/m/d">
                  <c:v>40919</c:v>
                </c:pt>
                <c:pt idx="7" c:formatCode="yyyy/m/d">
                  <c:v>40920</c:v>
                </c:pt>
                <c:pt idx="8" c:formatCode="yyyy/m/d">
                  <c:v>40925</c:v>
                </c:pt>
                <c:pt idx="9" c:formatCode="yyyy/m/d">
                  <c:v>40926</c:v>
                </c:pt>
                <c:pt idx="10" c:formatCode="yyyy/m/d">
                  <c:v>40927</c:v>
                </c:pt>
                <c:pt idx="11" c:formatCode="yyyy/m/d">
                  <c:v>40928</c:v>
                </c:pt>
                <c:pt idx="12" c:formatCode="yyyy/m/d">
                  <c:v>40931</c:v>
                </c:pt>
                <c:pt idx="13" c:formatCode="yyyy/m/d">
                  <c:v>40932</c:v>
                </c:pt>
                <c:pt idx="14" c:formatCode="yyyy/m/d">
                  <c:v>40933</c:v>
                </c:pt>
                <c:pt idx="15" c:formatCode="yyyy/m/d">
                  <c:v>40934</c:v>
                </c:pt>
                <c:pt idx="16" c:formatCode="yyyy/m/d">
                  <c:v>40935</c:v>
                </c:pt>
                <c:pt idx="17" c:formatCode="yyyy/m/d">
                  <c:v>40938</c:v>
                </c:pt>
                <c:pt idx="18" c:formatCode="yyyy/m/d">
                  <c:v>40939</c:v>
                </c:pt>
                <c:pt idx="19" c:formatCode="yyyy/m/d">
                  <c:v>40940</c:v>
                </c:pt>
                <c:pt idx="20" c:formatCode="yyyy/m/d">
                  <c:v>40941</c:v>
                </c:pt>
                <c:pt idx="21" c:formatCode="yyyy/m/d">
                  <c:v>40942</c:v>
                </c:pt>
                <c:pt idx="22" c:formatCode="yyyy/m/d">
                  <c:v>40945</c:v>
                </c:pt>
                <c:pt idx="23" c:formatCode="yyyy/m/d">
                  <c:v>40946</c:v>
                </c:pt>
                <c:pt idx="24" c:formatCode="yyyy/m/d">
                  <c:v>40947</c:v>
                </c:pt>
                <c:pt idx="25" c:formatCode="yyyy/m/d">
                  <c:v>40948</c:v>
                </c:pt>
                <c:pt idx="26" c:formatCode="yyyy/m/d">
                  <c:v>40949</c:v>
                </c:pt>
                <c:pt idx="27" c:formatCode="yyyy/m/d">
                  <c:v>40952</c:v>
                </c:pt>
                <c:pt idx="28" c:formatCode="yyyy/m/d">
                  <c:v>40953</c:v>
                </c:pt>
                <c:pt idx="29" c:formatCode="yyyy/m/d">
                  <c:v>40954</c:v>
                </c:pt>
                <c:pt idx="30" c:formatCode="yyyy/m/d">
                  <c:v>40955</c:v>
                </c:pt>
                <c:pt idx="31" c:formatCode="yyyy/m/d">
                  <c:v>40960</c:v>
                </c:pt>
                <c:pt idx="32" c:formatCode="yyyy/m/d">
                  <c:v>40961</c:v>
                </c:pt>
                <c:pt idx="33" c:formatCode="yyyy/m/d">
                  <c:v>40962</c:v>
                </c:pt>
                <c:pt idx="34" c:formatCode="yyyy/m/d">
                  <c:v>40963</c:v>
                </c:pt>
                <c:pt idx="35" c:formatCode="yyyy/m/d">
                  <c:v>40966</c:v>
                </c:pt>
                <c:pt idx="36" c:formatCode="yyyy/m/d">
                  <c:v>40967</c:v>
                </c:pt>
                <c:pt idx="37" c:formatCode="yyyy/m/d">
                  <c:v>40968</c:v>
                </c:pt>
                <c:pt idx="38" c:formatCode="yyyy/m/d">
                  <c:v>40969</c:v>
                </c:pt>
                <c:pt idx="39" c:formatCode="yyyy/m/d">
                  <c:v>40970</c:v>
                </c:pt>
                <c:pt idx="40" c:formatCode="yyyy/m/d">
                  <c:v>40973</c:v>
                </c:pt>
                <c:pt idx="41" c:formatCode="yyyy/m/d">
                  <c:v>40974</c:v>
                </c:pt>
                <c:pt idx="42" c:formatCode="yyyy/m/d">
                  <c:v>40975</c:v>
                </c:pt>
                <c:pt idx="43" c:formatCode="yyyy/m/d">
                  <c:v>40976</c:v>
                </c:pt>
                <c:pt idx="44" c:formatCode="yyyy/m/d">
                  <c:v>40977</c:v>
                </c:pt>
                <c:pt idx="45" c:formatCode="yyyy/m/d">
                  <c:v>40980</c:v>
                </c:pt>
                <c:pt idx="46" c:formatCode="yyyy/m/d">
                  <c:v>40981</c:v>
                </c:pt>
                <c:pt idx="47" c:formatCode="yyyy/m/d">
                  <c:v>40982</c:v>
                </c:pt>
                <c:pt idx="48" c:formatCode="yyyy/m/d">
                  <c:v>40983</c:v>
                </c:pt>
                <c:pt idx="49" c:formatCode="yyyy/m/d">
                  <c:v>40984</c:v>
                </c:pt>
                <c:pt idx="50" c:formatCode="yyyy/m/d">
                  <c:v>40987</c:v>
                </c:pt>
                <c:pt idx="51" c:formatCode="yyyy/m/d">
                  <c:v>40988</c:v>
                </c:pt>
                <c:pt idx="52" c:formatCode="yyyy/m/d">
                  <c:v>40989</c:v>
                </c:pt>
                <c:pt idx="53" c:formatCode="yyyy/m/d">
                  <c:v>40990</c:v>
                </c:pt>
                <c:pt idx="54" c:formatCode="yyyy/m/d">
                  <c:v>40991</c:v>
                </c:pt>
                <c:pt idx="55" c:formatCode="yyyy/m/d">
                  <c:v>40994</c:v>
                </c:pt>
                <c:pt idx="56" c:formatCode="yyyy/m/d">
                  <c:v>40995</c:v>
                </c:pt>
                <c:pt idx="57" c:formatCode="yyyy/m/d">
                  <c:v>40996</c:v>
                </c:pt>
                <c:pt idx="58" c:formatCode="yyyy/m/d">
                  <c:v>40997</c:v>
                </c:pt>
                <c:pt idx="59" c:formatCode="yyyy/m/d">
                  <c:v>40998</c:v>
                </c:pt>
                <c:pt idx="60" c:formatCode="yyyy/m/d">
                  <c:v>41001</c:v>
                </c:pt>
                <c:pt idx="61" c:formatCode="yyyy/m/d">
                  <c:v>41002</c:v>
                </c:pt>
                <c:pt idx="62" c:formatCode="yyyy/m/d">
                  <c:v>41003</c:v>
                </c:pt>
                <c:pt idx="63" c:formatCode="yyyy/m/d">
                  <c:v>41004</c:v>
                </c:pt>
                <c:pt idx="64" c:formatCode="yyyy/m/d">
                  <c:v>41008</c:v>
                </c:pt>
                <c:pt idx="65" c:formatCode="yyyy/m/d">
                  <c:v>41009</c:v>
                </c:pt>
                <c:pt idx="66" c:formatCode="yyyy/m/d">
                  <c:v>41010</c:v>
                </c:pt>
                <c:pt idx="67" c:formatCode="yyyy/m/d">
                  <c:v>41011</c:v>
                </c:pt>
                <c:pt idx="68" c:formatCode="yyyy/m/d">
                  <c:v>41012</c:v>
                </c:pt>
                <c:pt idx="69" c:formatCode="yyyy/m/d">
                  <c:v>41015</c:v>
                </c:pt>
                <c:pt idx="70" c:formatCode="yyyy/m/d">
                  <c:v>41016</c:v>
                </c:pt>
                <c:pt idx="71" c:formatCode="yyyy/m/d">
                  <c:v>41017</c:v>
                </c:pt>
                <c:pt idx="72" c:formatCode="yyyy/m/d">
                  <c:v>41018</c:v>
                </c:pt>
                <c:pt idx="73" c:formatCode="yyyy/m/d">
                  <c:v>41019</c:v>
                </c:pt>
                <c:pt idx="74" c:formatCode="yyyy/m/d">
                  <c:v>41022</c:v>
                </c:pt>
                <c:pt idx="75" c:formatCode="yyyy/m/d">
                  <c:v>41023</c:v>
                </c:pt>
                <c:pt idx="76" c:formatCode="yyyy/m/d">
                  <c:v>41024</c:v>
                </c:pt>
                <c:pt idx="77" c:formatCode="yyyy/m/d">
                  <c:v>41025</c:v>
                </c:pt>
                <c:pt idx="78" c:formatCode="yyyy/m/d">
                  <c:v>41026</c:v>
                </c:pt>
                <c:pt idx="79" c:formatCode="yyyy/m/d">
                  <c:v>41029</c:v>
                </c:pt>
                <c:pt idx="80" c:formatCode="yyyy/m/d">
                  <c:v>41030</c:v>
                </c:pt>
                <c:pt idx="81" c:formatCode="yyyy/m/d">
                  <c:v>41031</c:v>
                </c:pt>
                <c:pt idx="82" c:formatCode="yyyy/m/d">
                  <c:v>41032</c:v>
                </c:pt>
                <c:pt idx="83" c:formatCode="yyyy/m/d">
                  <c:v>41033</c:v>
                </c:pt>
                <c:pt idx="84" c:formatCode="yyyy/m/d">
                  <c:v>41036</c:v>
                </c:pt>
                <c:pt idx="85" c:formatCode="yyyy/m/d">
                  <c:v>41037</c:v>
                </c:pt>
                <c:pt idx="86" c:formatCode="yyyy/m/d">
                  <c:v>41038</c:v>
                </c:pt>
                <c:pt idx="87" c:formatCode="yyyy/m/d">
                  <c:v>41039</c:v>
                </c:pt>
                <c:pt idx="88" c:formatCode="yyyy/m/d">
                  <c:v>41040</c:v>
                </c:pt>
                <c:pt idx="89" c:formatCode="yyyy/m/d">
                  <c:v>41043</c:v>
                </c:pt>
                <c:pt idx="90" c:formatCode="yyyy/m/d">
                  <c:v>41044</c:v>
                </c:pt>
                <c:pt idx="91" c:formatCode="yyyy/m/d">
                  <c:v>41045</c:v>
                </c:pt>
                <c:pt idx="92" c:formatCode="yyyy/m/d">
                  <c:v>41046</c:v>
                </c:pt>
                <c:pt idx="93" c:formatCode="yyyy/m/d">
                  <c:v>41047</c:v>
                </c:pt>
                <c:pt idx="94" c:formatCode="yyyy/m/d">
                  <c:v>41050</c:v>
                </c:pt>
                <c:pt idx="95" c:formatCode="yyyy/m/d">
                  <c:v>41051</c:v>
                </c:pt>
                <c:pt idx="96" c:formatCode="yyyy/m/d">
                  <c:v>41052</c:v>
                </c:pt>
                <c:pt idx="97" c:formatCode="yyyy/m/d">
                  <c:v>41053</c:v>
                </c:pt>
                <c:pt idx="98" c:formatCode="yyyy/m/d">
                  <c:v>41058</c:v>
                </c:pt>
                <c:pt idx="99" c:formatCode="yyyy/m/d">
                  <c:v>41059</c:v>
                </c:pt>
                <c:pt idx="100" c:formatCode="yyyy/m/d">
                  <c:v>41060</c:v>
                </c:pt>
                <c:pt idx="101" c:formatCode="yyyy/m/d">
                  <c:v>41061</c:v>
                </c:pt>
                <c:pt idx="102" c:formatCode="yyyy/m/d">
                  <c:v>41064</c:v>
                </c:pt>
                <c:pt idx="103" c:formatCode="yyyy/m/d">
                  <c:v>41065</c:v>
                </c:pt>
                <c:pt idx="104" c:formatCode="yyyy/m/d">
                  <c:v>41066</c:v>
                </c:pt>
                <c:pt idx="105" c:formatCode="yyyy/m/d">
                  <c:v>41067</c:v>
                </c:pt>
                <c:pt idx="106" c:formatCode="yyyy/m/d">
                  <c:v>41068</c:v>
                </c:pt>
                <c:pt idx="107" c:formatCode="yyyy/m/d">
                  <c:v>41071</c:v>
                </c:pt>
                <c:pt idx="108" c:formatCode="yyyy/m/d">
                  <c:v>41072</c:v>
                </c:pt>
                <c:pt idx="109" c:formatCode="yyyy/m/d">
                  <c:v>41073</c:v>
                </c:pt>
                <c:pt idx="110" c:formatCode="yyyy/m/d">
                  <c:v>41074</c:v>
                </c:pt>
                <c:pt idx="111" c:formatCode="yyyy/m/d">
                  <c:v>41075</c:v>
                </c:pt>
                <c:pt idx="112" c:formatCode="yyyy/m/d">
                  <c:v>41078</c:v>
                </c:pt>
                <c:pt idx="113" c:formatCode="yyyy/m/d">
                  <c:v>41079</c:v>
                </c:pt>
                <c:pt idx="114" c:formatCode="yyyy/m/d">
                  <c:v>41080</c:v>
                </c:pt>
                <c:pt idx="115" c:formatCode="yyyy/m/d">
                  <c:v>41081</c:v>
                </c:pt>
                <c:pt idx="116" c:formatCode="yyyy/m/d">
                  <c:v>41082</c:v>
                </c:pt>
                <c:pt idx="117" c:formatCode="yyyy/m/d">
                  <c:v>41085</c:v>
                </c:pt>
                <c:pt idx="118" c:formatCode="yyyy/m/d">
                  <c:v>41086</c:v>
                </c:pt>
                <c:pt idx="119" c:formatCode="yyyy/m/d">
                  <c:v>41087</c:v>
                </c:pt>
                <c:pt idx="120" c:formatCode="yyyy/m/d">
                  <c:v>41088</c:v>
                </c:pt>
                <c:pt idx="121" c:formatCode="yyyy/m/d">
                  <c:v>41089</c:v>
                </c:pt>
                <c:pt idx="122" c:formatCode="yyyy/m/d">
                  <c:v>41092</c:v>
                </c:pt>
                <c:pt idx="123" c:formatCode="yyyy/m/d">
                  <c:v>41095</c:v>
                </c:pt>
                <c:pt idx="124" c:formatCode="yyyy/m/d">
                  <c:v>41096</c:v>
                </c:pt>
                <c:pt idx="125" c:formatCode="yyyy/m/d">
                  <c:v>41099</c:v>
                </c:pt>
                <c:pt idx="126" c:formatCode="yyyy/m/d">
                  <c:v>41100</c:v>
                </c:pt>
                <c:pt idx="127" c:formatCode="yyyy/m/d">
                  <c:v>41101</c:v>
                </c:pt>
                <c:pt idx="128" c:formatCode="yyyy/m/d">
                  <c:v>41102</c:v>
                </c:pt>
                <c:pt idx="129" c:formatCode="yyyy/m/d">
                  <c:v>41103</c:v>
                </c:pt>
                <c:pt idx="130" c:formatCode="yyyy/m/d">
                  <c:v>41106</c:v>
                </c:pt>
                <c:pt idx="131" c:formatCode="yyyy/m/d">
                  <c:v>41107</c:v>
                </c:pt>
                <c:pt idx="132" c:formatCode="yyyy/m/d">
                  <c:v>41108</c:v>
                </c:pt>
                <c:pt idx="133" c:formatCode="yyyy/m/d">
                  <c:v>41109</c:v>
                </c:pt>
                <c:pt idx="134" c:formatCode="yyyy/m/d">
                  <c:v>41110</c:v>
                </c:pt>
                <c:pt idx="135" c:formatCode="yyyy/m/d">
                  <c:v>41113</c:v>
                </c:pt>
                <c:pt idx="136" c:formatCode="yyyy/m/d">
                  <c:v>41114</c:v>
                </c:pt>
                <c:pt idx="137" c:formatCode="yyyy/m/d">
                  <c:v>41115</c:v>
                </c:pt>
                <c:pt idx="138" c:formatCode="yyyy/m/d">
                  <c:v>41116</c:v>
                </c:pt>
                <c:pt idx="139" c:formatCode="yyyy/m/d">
                  <c:v>41117</c:v>
                </c:pt>
                <c:pt idx="140" c:formatCode="yyyy/m/d">
                  <c:v>41120</c:v>
                </c:pt>
                <c:pt idx="141" c:formatCode="yyyy/m/d">
                  <c:v>41121</c:v>
                </c:pt>
                <c:pt idx="142" c:formatCode="yyyy/m/d">
                  <c:v>41122</c:v>
                </c:pt>
                <c:pt idx="143" c:formatCode="yyyy/m/d">
                  <c:v>41123</c:v>
                </c:pt>
                <c:pt idx="144" c:formatCode="yyyy/m/d">
                  <c:v>41124</c:v>
                </c:pt>
                <c:pt idx="145" c:formatCode="yyyy/m/d">
                  <c:v>41127</c:v>
                </c:pt>
                <c:pt idx="146" c:formatCode="yyyy/m/d">
                  <c:v>41128</c:v>
                </c:pt>
                <c:pt idx="147" c:formatCode="yyyy/m/d">
                  <c:v>41129</c:v>
                </c:pt>
                <c:pt idx="148" c:formatCode="yyyy/m/d">
                  <c:v>41130</c:v>
                </c:pt>
                <c:pt idx="149" c:formatCode="yyyy/m/d">
                  <c:v>41131</c:v>
                </c:pt>
                <c:pt idx="150" c:formatCode="yyyy/m/d">
                  <c:v>41134</c:v>
                </c:pt>
                <c:pt idx="151" c:formatCode="yyyy/m/d">
                  <c:v>41135</c:v>
                </c:pt>
                <c:pt idx="152" c:formatCode="yyyy/m/d">
                  <c:v>41136</c:v>
                </c:pt>
                <c:pt idx="153" c:formatCode="yyyy/m/d">
                  <c:v>41137</c:v>
                </c:pt>
                <c:pt idx="154" c:formatCode="yyyy/m/d">
                  <c:v>41138</c:v>
                </c:pt>
                <c:pt idx="155" c:formatCode="yyyy/m/d">
                  <c:v>41141</c:v>
                </c:pt>
                <c:pt idx="156" c:formatCode="yyyy/m/d">
                  <c:v>41142</c:v>
                </c:pt>
                <c:pt idx="157" c:formatCode="yyyy/m/d">
                  <c:v>41143</c:v>
                </c:pt>
                <c:pt idx="158" c:formatCode="yyyy/m/d">
                  <c:v>41144</c:v>
                </c:pt>
                <c:pt idx="159" c:formatCode="yyyy/m/d">
                  <c:v>41145</c:v>
                </c:pt>
                <c:pt idx="160" c:formatCode="yyyy/m/d">
                  <c:v>41148</c:v>
                </c:pt>
                <c:pt idx="161" c:formatCode="yyyy/m/d">
                  <c:v>41149</c:v>
                </c:pt>
                <c:pt idx="162" c:formatCode="yyyy/m/d">
                  <c:v>41150</c:v>
                </c:pt>
                <c:pt idx="163" c:formatCode="yyyy/m/d">
                  <c:v>41151</c:v>
                </c:pt>
                <c:pt idx="164" c:formatCode="yyyy/m/d">
                  <c:v>41156</c:v>
                </c:pt>
                <c:pt idx="165" c:formatCode="yyyy/m/d">
                  <c:v>41157</c:v>
                </c:pt>
                <c:pt idx="166" c:formatCode="yyyy/m/d">
                  <c:v>41158</c:v>
                </c:pt>
                <c:pt idx="167" c:formatCode="yyyy/m/d">
                  <c:v>41159</c:v>
                </c:pt>
                <c:pt idx="168" c:formatCode="yyyy/m/d">
                  <c:v>41162</c:v>
                </c:pt>
                <c:pt idx="169" c:formatCode="yyyy/m/d">
                  <c:v>41163</c:v>
                </c:pt>
                <c:pt idx="170" c:formatCode="yyyy/m/d">
                  <c:v>41164</c:v>
                </c:pt>
                <c:pt idx="171" c:formatCode="yyyy/m/d">
                  <c:v>41165</c:v>
                </c:pt>
                <c:pt idx="172" c:formatCode="yyyy/m/d">
                  <c:v>41166</c:v>
                </c:pt>
                <c:pt idx="173" c:formatCode="yyyy/m/d">
                  <c:v>41169</c:v>
                </c:pt>
                <c:pt idx="174" c:formatCode="yyyy/m/d">
                  <c:v>41170</c:v>
                </c:pt>
                <c:pt idx="175" c:formatCode="yyyy/m/d">
                  <c:v>41171</c:v>
                </c:pt>
                <c:pt idx="176" c:formatCode="yyyy/m/d">
                  <c:v>41172</c:v>
                </c:pt>
                <c:pt idx="177" c:formatCode="yyyy/m/d">
                  <c:v>41173</c:v>
                </c:pt>
                <c:pt idx="178" c:formatCode="yyyy/m/d">
                  <c:v>41176</c:v>
                </c:pt>
                <c:pt idx="179" c:formatCode="yyyy/m/d">
                  <c:v>41177</c:v>
                </c:pt>
                <c:pt idx="180" c:formatCode="yyyy/m/d">
                  <c:v>41178</c:v>
                </c:pt>
                <c:pt idx="181" c:formatCode="yyyy/m/d">
                  <c:v>41179</c:v>
                </c:pt>
                <c:pt idx="182" c:formatCode="yyyy/m/d">
                  <c:v>41180</c:v>
                </c:pt>
                <c:pt idx="183" c:formatCode="yyyy/m/d">
                  <c:v>41183</c:v>
                </c:pt>
                <c:pt idx="184" c:formatCode="yyyy/m/d">
                  <c:v>41184</c:v>
                </c:pt>
                <c:pt idx="185" c:formatCode="yyyy/m/d">
                  <c:v>41185</c:v>
                </c:pt>
                <c:pt idx="186" c:formatCode="yyyy/m/d">
                  <c:v>41186</c:v>
                </c:pt>
                <c:pt idx="187" c:formatCode="yyyy/m/d">
                  <c:v>41190</c:v>
                </c:pt>
                <c:pt idx="188" c:formatCode="yyyy/m/d">
                  <c:v>41191</c:v>
                </c:pt>
                <c:pt idx="189" c:formatCode="yyyy/m/d">
                  <c:v>41192</c:v>
                </c:pt>
                <c:pt idx="190" c:formatCode="yyyy/m/d">
                  <c:v>41193</c:v>
                </c:pt>
                <c:pt idx="191" c:formatCode="yyyy/m/d">
                  <c:v>41194</c:v>
                </c:pt>
                <c:pt idx="192" c:formatCode="yyyy/m/d">
                  <c:v>41197</c:v>
                </c:pt>
                <c:pt idx="193" c:formatCode="yyyy/m/d">
                  <c:v>41198</c:v>
                </c:pt>
                <c:pt idx="194" c:formatCode="yyyy/m/d">
                  <c:v>41199</c:v>
                </c:pt>
                <c:pt idx="195" c:formatCode="yyyy/m/d">
                  <c:v>41200</c:v>
                </c:pt>
                <c:pt idx="196" c:formatCode="yyyy/m/d">
                  <c:v>41201</c:v>
                </c:pt>
                <c:pt idx="197" c:formatCode="yyyy/m/d">
                  <c:v>41204</c:v>
                </c:pt>
                <c:pt idx="198" c:formatCode="yyyy/m/d">
                  <c:v>41205</c:v>
                </c:pt>
                <c:pt idx="199" c:formatCode="yyyy/m/d">
                  <c:v>41206</c:v>
                </c:pt>
                <c:pt idx="200" c:formatCode="yyyy/m/d">
                  <c:v>41207</c:v>
                </c:pt>
                <c:pt idx="201" c:formatCode="yyyy/m/d">
                  <c:v>41208</c:v>
                </c:pt>
                <c:pt idx="202" c:formatCode="yyyy/m/d">
                  <c:v>41213</c:v>
                </c:pt>
                <c:pt idx="203" c:formatCode="yyyy/m/d">
                  <c:v>41214</c:v>
                </c:pt>
                <c:pt idx="204" c:formatCode="yyyy/m/d">
                  <c:v>41215</c:v>
                </c:pt>
                <c:pt idx="205" c:formatCode="yyyy/m/d">
                  <c:v>41218</c:v>
                </c:pt>
                <c:pt idx="206" c:formatCode="yyyy/m/d">
                  <c:v>41219</c:v>
                </c:pt>
                <c:pt idx="207" c:formatCode="yyyy/m/d">
                  <c:v>41220</c:v>
                </c:pt>
                <c:pt idx="208" c:formatCode="yyyy/m/d">
                  <c:v>41221</c:v>
                </c:pt>
                <c:pt idx="209" c:formatCode="yyyy/m/d">
                  <c:v>41222</c:v>
                </c:pt>
                <c:pt idx="210" c:formatCode="yyyy/m/d">
                  <c:v>41225</c:v>
                </c:pt>
                <c:pt idx="211" c:formatCode="yyyy/m/d">
                  <c:v>41226</c:v>
                </c:pt>
                <c:pt idx="212" c:formatCode="yyyy/m/d">
                  <c:v>41227</c:v>
                </c:pt>
                <c:pt idx="213" c:formatCode="yyyy/m/d">
                  <c:v>41228</c:v>
                </c:pt>
                <c:pt idx="214" c:formatCode="yyyy/m/d">
                  <c:v>41229</c:v>
                </c:pt>
                <c:pt idx="215" c:formatCode="yyyy/m/d">
                  <c:v>41232</c:v>
                </c:pt>
                <c:pt idx="216" c:formatCode="yyyy/m/d">
                  <c:v>41233</c:v>
                </c:pt>
                <c:pt idx="217" c:formatCode="yyyy/m/d">
                  <c:v>41234</c:v>
                </c:pt>
                <c:pt idx="218" c:formatCode="yyyy/m/d">
                  <c:v>41239</c:v>
                </c:pt>
                <c:pt idx="219" c:formatCode="yyyy/m/d">
                  <c:v>41240</c:v>
                </c:pt>
                <c:pt idx="220" c:formatCode="yyyy/m/d">
                  <c:v>41241</c:v>
                </c:pt>
                <c:pt idx="221" c:formatCode="yyyy/m/d">
                  <c:v>41242</c:v>
                </c:pt>
                <c:pt idx="222" c:formatCode="yyyy/m/d">
                  <c:v>41243</c:v>
                </c:pt>
                <c:pt idx="223" c:formatCode="yyyy/m/d">
                  <c:v>41246</c:v>
                </c:pt>
                <c:pt idx="224" c:formatCode="yyyy/m/d">
                  <c:v>41247</c:v>
                </c:pt>
                <c:pt idx="225" c:formatCode="yyyy/m/d">
                  <c:v>41248</c:v>
                </c:pt>
                <c:pt idx="226" c:formatCode="yyyy/m/d">
                  <c:v>41249</c:v>
                </c:pt>
                <c:pt idx="227" c:formatCode="yyyy/m/d">
                  <c:v>41250</c:v>
                </c:pt>
                <c:pt idx="228" c:formatCode="yyyy/m/d">
                  <c:v>41253</c:v>
                </c:pt>
                <c:pt idx="229" c:formatCode="yyyy/m/d">
                  <c:v>41254</c:v>
                </c:pt>
                <c:pt idx="230" c:formatCode="yyyy/m/d">
                  <c:v>41255</c:v>
                </c:pt>
                <c:pt idx="231" c:formatCode="yyyy/m/d">
                  <c:v>41256</c:v>
                </c:pt>
                <c:pt idx="232" c:formatCode="yyyy/m/d">
                  <c:v>41257</c:v>
                </c:pt>
                <c:pt idx="233" c:formatCode="yyyy/m/d">
                  <c:v>41260</c:v>
                </c:pt>
                <c:pt idx="234" c:formatCode="yyyy/m/d">
                  <c:v>41261</c:v>
                </c:pt>
                <c:pt idx="235" c:formatCode="yyyy/m/d">
                  <c:v>41262</c:v>
                </c:pt>
                <c:pt idx="236" c:formatCode="yyyy/m/d">
                  <c:v>41263</c:v>
                </c:pt>
                <c:pt idx="237" c:formatCode="yyyy/m/d">
                  <c:v>41264</c:v>
                </c:pt>
                <c:pt idx="238" c:formatCode="yyyy/m/d">
                  <c:v>41270</c:v>
                </c:pt>
                <c:pt idx="239" c:formatCode="yyyy/m/d">
                  <c:v>41271</c:v>
                </c:pt>
                <c:pt idx="240" c:formatCode="yyyy/m/d">
                  <c:v>41274</c:v>
                </c:pt>
                <c:pt idx="241" c:formatCode="yyyy/m/d">
                  <c:v>41277</c:v>
                </c:pt>
                <c:pt idx="242" c:formatCode="yyyy/m/d">
                  <c:v>41278</c:v>
                </c:pt>
                <c:pt idx="243" c:formatCode="yyyy/m/d">
                  <c:v>41281</c:v>
                </c:pt>
                <c:pt idx="244" c:formatCode="yyyy/m/d">
                  <c:v>41282</c:v>
                </c:pt>
                <c:pt idx="245" c:formatCode="yyyy/m/d">
                  <c:v>41283</c:v>
                </c:pt>
                <c:pt idx="246" c:formatCode="yyyy/m/d">
                  <c:v>41284</c:v>
                </c:pt>
                <c:pt idx="247" c:formatCode="yyyy/m/d">
                  <c:v>41285</c:v>
                </c:pt>
                <c:pt idx="248" c:formatCode="yyyy/m/d">
                  <c:v>41288</c:v>
                </c:pt>
                <c:pt idx="249" c:formatCode="yyyy/m/d">
                  <c:v>41289</c:v>
                </c:pt>
                <c:pt idx="250" c:formatCode="yyyy/m/d">
                  <c:v>41290</c:v>
                </c:pt>
                <c:pt idx="251" c:formatCode="yyyy/m/d">
                  <c:v>41291</c:v>
                </c:pt>
                <c:pt idx="252" c:formatCode="yyyy/m/d">
                  <c:v>41296</c:v>
                </c:pt>
                <c:pt idx="253" c:formatCode="yyyy/m/d">
                  <c:v>41297</c:v>
                </c:pt>
                <c:pt idx="254" c:formatCode="yyyy/m/d">
                  <c:v>41298</c:v>
                </c:pt>
                <c:pt idx="255" c:formatCode="yyyy/m/d">
                  <c:v>41299</c:v>
                </c:pt>
                <c:pt idx="256" c:formatCode="yyyy/m/d">
                  <c:v>41302</c:v>
                </c:pt>
                <c:pt idx="257" c:formatCode="yyyy/m/d">
                  <c:v>41303</c:v>
                </c:pt>
                <c:pt idx="258" c:formatCode="yyyy/m/d">
                  <c:v>41304</c:v>
                </c:pt>
                <c:pt idx="259" c:formatCode="yyyy/m/d">
                  <c:v>41305</c:v>
                </c:pt>
                <c:pt idx="260" c:formatCode="yyyy/m/d">
                  <c:v>41306</c:v>
                </c:pt>
                <c:pt idx="261" c:formatCode="yyyy/m/d">
                  <c:v>41309</c:v>
                </c:pt>
                <c:pt idx="262" c:formatCode="yyyy/m/d">
                  <c:v>41310</c:v>
                </c:pt>
                <c:pt idx="263" c:formatCode="yyyy/m/d">
                  <c:v>41311</c:v>
                </c:pt>
                <c:pt idx="264" c:formatCode="yyyy/m/d">
                  <c:v>41312</c:v>
                </c:pt>
                <c:pt idx="265" c:formatCode="yyyy/m/d">
                  <c:v>41313</c:v>
                </c:pt>
                <c:pt idx="266" c:formatCode="yyyy/m/d">
                  <c:v>41316</c:v>
                </c:pt>
                <c:pt idx="267" c:formatCode="yyyy/m/d">
                  <c:v>41317</c:v>
                </c:pt>
                <c:pt idx="268" c:formatCode="yyyy/m/d">
                  <c:v>41318</c:v>
                </c:pt>
                <c:pt idx="269" c:formatCode="yyyy/m/d">
                  <c:v>41319</c:v>
                </c:pt>
                <c:pt idx="270" c:formatCode="yyyy/m/d">
                  <c:v>41324</c:v>
                </c:pt>
                <c:pt idx="271" c:formatCode="yyyy/m/d">
                  <c:v>41325</c:v>
                </c:pt>
                <c:pt idx="272" c:formatCode="yyyy/m/d">
                  <c:v>41326</c:v>
                </c:pt>
                <c:pt idx="273" c:formatCode="yyyy/m/d">
                  <c:v>41327</c:v>
                </c:pt>
                <c:pt idx="274" c:formatCode="yyyy/m/d">
                  <c:v>41330</c:v>
                </c:pt>
                <c:pt idx="275" c:formatCode="yyyy/m/d">
                  <c:v>41331</c:v>
                </c:pt>
                <c:pt idx="276" c:formatCode="yyyy/m/d">
                  <c:v>41332</c:v>
                </c:pt>
                <c:pt idx="277" c:formatCode="yyyy/m/d">
                  <c:v>41333</c:v>
                </c:pt>
                <c:pt idx="278" c:formatCode="yyyy/m/d">
                  <c:v>41334</c:v>
                </c:pt>
                <c:pt idx="279" c:formatCode="yyyy/m/d">
                  <c:v>41337</c:v>
                </c:pt>
                <c:pt idx="280" c:formatCode="yyyy/m/d">
                  <c:v>41338</c:v>
                </c:pt>
                <c:pt idx="281" c:formatCode="yyyy/m/d">
                  <c:v>41339</c:v>
                </c:pt>
                <c:pt idx="282" c:formatCode="yyyy/m/d">
                  <c:v>41340</c:v>
                </c:pt>
                <c:pt idx="283" c:formatCode="yyyy/m/d">
                  <c:v>41341</c:v>
                </c:pt>
                <c:pt idx="284" c:formatCode="yyyy/m/d">
                  <c:v>41344</c:v>
                </c:pt>
                <c:pt idx="285" c:formatCode="yyyy/m/d">
                  <c:v>41345</c:v>
                </c:pt>
                <c:pt idx="286" c:formatCode="yyyy/m/d">
                  <c:v>41346</c:v>
                </c:pt>
                <c:pt idx="287" c:formatCode="yyyy/m/d">
                  <c:v>41347</c:v>
                </c:pt>
                <c:pt idx="288" c:formatCode="yyyy/m/d">
                  <c:v>41348</c:v>
                </c:pt>
                <c:pt idx="289" c:formatCode="yyyy/m/d">
                  <c:v>41351</c:v>
                </c:pt>
                <c:pt idx="290" c:formatCode="yyyy/m/d">
                  <c:v>41352</c:v>
                </c:pt>
                <c:pt idx="291" c:formatCode="yyyy/m/d">
                  <c:v>41353</c:v>
                </c:pt>
                <c:pt idx="292" c:formatCode="yyyy/m/d">
                  <c:v>41354</c:v>
                </c:pt>
                <c:pt idx="293" c:formatCode="yyyy/m/d">
                  <c:v>41355</c:v>
                </c:pt>
                <c:pt idx="294" c:formatCode="yyyy/m/d">
                  <c:v>41358</c:v>
                </c:pt>
                <c:pt idx="295" c:formatCode="yyyy/m/d">
                  <c:v>41359</c:v>
                </c:pt>
                <c:pt idx="296" c:formatCode="yyyy/m/d">
                  <c:v>41360</c:v>
                </c:pt>
                <c:pt idx="297" c:formatCode="yyyy/m/d">
                  <c:v>41361</c:v>
                </c:pt>
                <c:pt idx="298" c:formatCode="yyyy/m/d">
                  <c:v>41365</c:v>
                </c:pt>
                <c:pt idx="299" c:formatCode="yyyy/m/d">
                  <c:v>41366</c:v>
                </c:pt>
                <c:pt idx="300" c:formatCode="yyyy/m/d">
                  <c:v>41367</c:v>
                </c:pt>
                <c:pt idx="301" c:formatCode="yyyy/m/d">
                  <c:v>41368</c:v>
                </c:pt>
                <c:pt idx="302" c:formatCode="yyyy/m/d">
                  <c:v>41369</c:v>
                </c:pt>
                <c:pt idx="303" c:formatCode="yyyy/m/d">
                  <c:v>41372</c:v>
                </c:pt>
                <c:pt idx="304" c:formatCode="yyyy/m/d">
                  <c:v>41373</c:v>
                </c:pt>
                <c:pt idx="305" c:formatCode="yyyy/m/d">
                  <c:v>41374</c:v>
                </c:pt>
                <c:pt idx="306" c:formatCode="yyyy/m/d">
                  <c:v>41375</c:v>
                </c:pt>
                <c:pt idx="307" c:formatCode="yyyy/m/d">
                  <c:v>41376</c:v>
                </c:pt>
                <c:pt idx="308" c:formatCode="yyyy/m/d">
                  <c:v>41379</c:v>
                </c:pt>
                <c:pt idx="309" c:formatCode="yyyy/m/d">
                  <c:v>41380</c:v>
                </c:pt>
                <c:pt idx="310" c:formatCode="yyyy/m/d">
                  <c:v>41381</c:v>
                </c:pt>
                <c:pt idx="311" c:formatCode="yyyy/m/d">
                  <c:v>41382</c:v>
                </c:pt>
                <c:pt idx="312" c:formatCode="yyyy/m/d">
                  <c:v>41383</c:v>
                </c:pt>
                <c:pt idx="313" c:formatCode="yyyy/m/d">
                  <c:v>41386</c:v>
                </c:pt>
                <c:pt idx="314" c:formatCode="yyyy/m/d">
                  <c:v>41387</c:v>
                </c:pt>
                <c:pt idx="315" c:formatCode="yyyy/m/d">
                  <c:v>41388</c:v>
                </c:pt>
                <c:pt idx="316" c:formatCode="yyyy/m/d">
                  <c:v>41389</c:v>
                </c:pt>
                <c:pt idx="317" c:formatCode="yyyy/m/d">
                  <c:v>41390</c:v>
                </c:pt>
                <c:pt idx="318" c:formatCode="yyyy/m/d">
                  <c:v>41393</c:v>
                </c:pt>
                <c:pt idx="319" c:formatCode="yyyy/m/d">
                  <c:v>41394</c:v>
                </c:pt>
                <c:pt idx="320" c:formatCode="yyyy/m/d">
                  <c:v>41395</c:v>
                </c:pt>
                <c:pt idx="321" c:formatCode="yyyy/m/d">
                  <c:v>41396</c:v>
                </c:pt>
                <c:pt idx="322" c:formatCode="yyyy/m/d">
                  <c:v>41397</c:v>
                </c:pt>
                <c:pt idx="323" c:formatCode="yyyy/m/d">
                  <c:v>41400</c:v>
                </c:pt>
                <c:pt idx="324" c:formatCode="yyyy/m/d">
                  <c:v>41401</c:v>
                </c:pt>
                <c:pt idx="325" c:formatCode="yyyy/m/d">
                  <c:v>41402</c:v>
                </c:pt>
                <c:pt idx="326" c:formatCode="yyyy/m/d">
                  <c:v>41403</c:v>
                </c:pt>
                <c:pt idx="327" c:formatCode="yyyy/m/d">
                  <c:v>41404</c:v>
                </c:pt>
                <c:pt idx="328" c:formatCode="yyyy/m/d">
                  <c:v>41407</c:v>
                </c:pt>
                <c:pt idx="329" c:formatCode="yyyy/m/d">
                  <c:v>41408</c:v>
                </c:pt>
                <c:pt idx="330" c:formatCode="yyyy/m/d">
                  <c:v>41409</c:v>
                </c:pt>
                <c:pt idx="331" c:formatCode="yyyy/m/d">
                  <c:v>41410</c:v>
                </c:pt>
                <c:pt idx="332" c:formatCode="yyyy/m/d">
                  <c:v>41411</c:v>
                </c:pt>
                <c:pt idx="333" c:formatCode="yyyy/m/d">
                  <c:v>41414</c:v>
                </c:pt>
                <c:pt idx="334" c:formatCode="yyyy/m/d">
                  <c:v>41415</c:v>
                </c:pt>
                <c:pt idx="335" c:formatCode="yyyy/m/d">
                  <c:v>41416</c:v>
                </c:pt>
                <c:pt idx="336" c:formatCode="yyyy/m/d">
                  <c:v>41417</c:v>
                </c:pt>
                <c:pt idx="337" c:formatCode="yyyy/m/d">
                  <c:v>41422</c:v>
                </c:pt>
                <c:pt idx="338" c:formatCode="yyyy/m/d">
                  <c:v>41423</c:v>
                </c:pt>
                <c:pt idx="339" c:formatCode="yyyy/m/d">
                  <c:v>41424</c:v>
                </c:pt>
                <c:pt idx="340" c:formatCode="yyyy/m/d">
                  <c:v>41425</c:v>
                </c:pt>
                <c:pt idx="341" c:formatCode="yyyy/m/d">
                  <c:v>41428</c:v>
                </c:pt>
                <c:pt idx="342" c:formatCode="yyyy/m/d">
                  <c:v>41429</c:v>
                </c:pt>
                <c:pt idx="343" c:formatCode="yyyy/m/d">
                  <c:v>41430</c:v>
                </c:pt>
                <c:pt idx="344" c:formatCode="yyyy/m/d">
                  <c:v>41431</c:v>
                </c:pt>
                <c:pt idx="345" c:formatCode="yyyy/m/d">
                  <c:v>41432</c:v>
                </c:pt>
                <c:pt idx="346" c:formatCode="yyyy/m/d">
                  <c:v>41435</c:v>
                </c:pt>
                <c:pt idx="347" c:formatCode="yyyy/m/d">
                  <c:v>41436</c:v>
                </c:pt>
                <c:pt idx="348" c:formatCode="yyyy/m/d">
                  <c:v>41437</c:v>
                </c:pt>
                <c:pt idx="349" c:formatCode="yyyy/m/d">
                  <c:v>41438</c:v>
                </c:pt>
                <c:pt idx="350" c:formatCode="yyyy/m/d">
                  <c:v>41439</c:v>
                </c:pt>
                <c:pt idx="351" c:formatCode="yyyy/m/d">
                  <c:v>41442</c:v>
                </c:pt>
                <c:pt idx="352" c:formatCode="yyyy/m/d">
                  <c:v>41443</c:v>
                </c:pt>
                <c:pt idx="353" c:formatCode="yyyy/m/d">
                  <c:v>41444</c:v>
                </c:pt>
                <c:pt idx="354" c:formatCode="yyyy/m/d">
                  <c:v>41445</c:v>
                </c:pt>
                <c:pt idx="355" c:formatCode="yyyy/m/d">
                  <c:v>41446</c:v>
                </c:pt>
                <c:pt idx="356" c:formatCode="yyyy/m/d">
                  <c:v>41449</c:v>
                </c:pt>
                <c:pt idx="357" c:formatCode="yyyy/m/d">
                  <c:v>41450</c:v>
                </c:pt>
                <c:pt idx="358" c:formatCode="yyyy/m/d">
                  <c:v>41451</c:v>
                </c:pt>
                <c:pt idx="359" c:formatCode="yyyy/m/d">
                  <c:v>41452</c:v>
                </c:pt>
                <c:pt idx="360" c:formatCode="yyyy/m/d">
                  <c:v>41453</c:v>
                </c:pt>
                <c:pt idx="361" c:formatCode="yyyy/m/d">
                  <c:v>41456</c:v>
                </c:pt>
                <c:pt idx="362" c:formatCode="yyyy/m/d">
                  <c:v>41457</c:v>
                </c:pt>
                <c:pt idx="363" c:formatCode="yyyy/m/d">
                  <c:v>41460</c:v>
                </c:pt>
                <c:pt idx="364" c:formatCode="yyyy/m/d">
                  <c:v>41463</c:v>
                </c:pt>
                <c:pt idx="365" c:formatCode="yyyy/m/d">
                  <c:v>41464</c:v>
                </c:pt>
                <c:pt idx="366" c:formatCode="yyyy/m/d">
                  <c:v>41465</c:v>
                </c:pt>
                <c:pt idx="367" c:formatCode="yyyy/m/d">
                  <c:v>41466</c:v>
                </c:pt>
                <c:pt idx="368" c:formatCode="yyyy/m/d">
                  <c:v>41467</c:v>
                </c:pt>
                <c:pt idx="369" c:formatCode="yyyy/m/d">
                  <c:v>41470</c:v>
                </c:pt>
                <c:pt idx="370" c:formatCode="yyyy/m/d">
                  <c:v>41471</c:v>
                </c:pt>
                <c:pt idx="371" c:formatCode="yyyy/m/d">
                  <c:v>41472</c:v>
                </c:pt>
                <c:pt idx="372" c:formatCode="yyyy/m/d">
                  <c:v>41473</c:v>
                </c:pt>
                <c:pt idx="373" c:formatCode="yyyy/m/d">
                  <c:v>41474</c:v>
                </c:pt>
                <c:pt idx="374" c:formatCode="yyyy/m/d">
                  <c:v>41477</c:v>
                </c:pt>
                <c:pt idx="375" c:formatCode="yyyy/m/d">
                  <c:v>41478</c:v>
                </c:pt>
                <c:pt idx="376" c:formatCode="yyyy/m/d">
                  <c:v>41479</c:v>
                </c:pt>
                <c:pt idx="377" c:formatCode="yyyy/m/d">
                  <c:v>41480</c:v>
                </c:pt>
                <c:pt idx="378" c:formatCode="yyyy/m/d">
                  <c:v>41481</c:v>
                </c:pt>
                <c:pt idx="379" c:formatCode="yyyy/m/d">
                  <c:v>41484</c:v>
                </c:pt>
                <c:pt idx="380" c:formatCode="yyyy/m/d">
                  <c:v>41485</c:v>
                </c:pt>
                <c:pt idx="381" c:formatCode="yyyy/m/d">
                  <c:v>41486</c:v>
                </c:pt>
                <c:pt idx="382" c:formatCode="yyyy/m/d">
                  <c:v>41487</c:v>
                </c:pt>
                <c:pt idx="383" c:formatCode="yyyy/m/d">
                  <c:v>41488</c:v>
                </c:pt>
                <c:pt idx="384" c:formatCode="yyyy/m/d">
                  <c:v>41491</c:v>
                </c:pt>
                <c:pt idx="385" c:formatCode="yyyy/m/d">
                  <c:v>41492</c:v>
                </c:pt>
                <c:pt idx="386" c:formatCode="yyyy/m/d">
                  <c:v>41493</c:v>
                </c:pt>
                <c:pt idx="387" c:formatCode="yyyy/m/d">
                  <c:v>41494</c:v>
                </c:pt>
                <c:pt idx="388" c:formatCode="yyyy/m/d">
                  <c:v>41495</c:v>
                </c:pt>
                <c:pt idx="389" c:formatCode="yyyy/m/d">
                  <c:v>41498</c:v>
                </c:pt>
                <c:pt idx="390" c:formatCode="yyyy/m/d">
                  <c:v>41499</c:v>
                </c:pt>
                <c:pt idx="391" c:formatCode="yyyy/m/d">
                  <c:v>41500</c:v>
                </c:pt>
                <c:pt idx="392" c:formatCode="yyyy/m/d">
                  <c:v>41501</c:v>
                </c:pt>
                <c:pt idx="393" c:formatCode="yyyy/m/d">
                  <c:v>41502</c:v>
                </c:pt>
                <c:pt idx="394" c:formatCode="yyyy/m/d">
                  <c:v>41505</c:v>
                </c:pt>
                <c:pt idx="395" c:formatCode="yyyy/m/d">
                  <c:v>41506</c:v>
                </c:pt>
                <c:pt idx="396" c:formatCode="yyyy/m/d">
                  <c:v>41507</c:v>
                </c:pt>
                <c:pt idx="397" c:formatCode="yyyy/m/d">
                  <c:v>41508</c:v>
                </c:pt>
                <c:pt idx="398" c:formatCode="yyyy/m/d">
                  <c:v>41509</c:v>
                </c:pt>
                <c:pt idx="399" c:formatCode="yyyy/m/d">
                  <c:v>41512</c:v>
                </c:pt>
                <c:pt idx="400" c:formatCode="yyyy/m/d">
                  <c:v>41513</c:v>
                </c:pt>
                <c:pt idx="401" c:formatCode="yyyy/m/d">
                  <c:v>41514</c:v>
                </c:pt>
                <c:pt idx="402" c:formatCode="yyyy/m/d">
                  <c:v>41515</c:v>
                </c:pt>
                <c:pt idx="403" c:formatCode="yyyy/m/d">
                  <c:v>41520</c:v>
                </c:pt>
                <c:pt idx="404" c:formatCode="yyyy/m/d">
                  <c:v>41521</c:v>
                </c:pt>
                <c:pt idx="405" c:formatCode="yyyy/m/d">
                  <c:v>41522</c:v>
                </c:pt>
                <c:pt idx="406" c:formatCode="yyyy/m/d">
                  <c:v>41523</c:v>
                </c:pt>
                <c:pt idx="407" c:formatCode="yyyy/m/d">
                  <c:v>41526</c:v>
                </c:pt>
                <c:pt idx="408" c:formatCode="yyyy/m/d">
                  <c:v>41527</c:v>
                </c:pt>
                <c:pt idx="409" c:formatCode="yyyy/m/d">
                  <c:v>41528</c:v>
                </c:pt>
                <c:pt idx="410" c:formatCode="yyyy/m/d">
                  <c:v>41529</c:v>
                </c:pt>
                <c:pt idx="411" c:formatCode="yyyy/m/d">
                  <c:v>41530</c:v>
                </c:pt>
                <c:pt idx="412" c:formatCode="yyyy/m/d">
                  <c:v>41533</c:v>
                </c:pt>
                <c:pt idx="413" c:formatCode="yyyy/m/d">
                  <c:v>41534</c:v>
                </c:pt>
                <c:pt idx="414" c:formatCode="yyyy/m/d">
                  <c:v>41535</c:v>
                </c:pt>
                <c:pt idx="415" c:formatCode="yyyy/m/d">
                  <c:v>41536</c:v>
                </c:pt>
                <c:pt idx="416" c:formatCode="yyyy/m/d">
                  <c:v>41537</c:v>
                </c:pt>
                <c:pt idx="417" c:formatCode="yyyy/m/d">
                  <c:v>41540</c:v>
                </c:pt>
                <c:pt idx="418" c:formatCode="yyyy/m/d">
                  <c:v>41541</c:v>
                </c:pt>
                <c:pt idx="419" c:formatCode="yyyy/m/d">
                  <c:v>41542</c:v>
                </c:pt>
                <c:pt idx="420" c:formatCode="yyyy/m/d">
                  <c:v>41543</c:v>
                </c:pt>
                <c:pt idx="421" c:formatCode="yyyy/m/d">
                  <c:v>41544</c:v>
                </c:pt>
                <c:pt idx="422" c:formatCode="yyyy/m/d">
                  <c:v>41547</c:v>
                </c:pt>
                <c:pt idx="423" c:formatCode="yyyy/m/d">
                  <c:v>41548</c:v>
                </c:pt>
                <c:pt idx="424" c:formatCode="yyyy/m/d">
                  <c:v>41549</c:v>
                </c:pt>
                <c:pt idx="425" c:formatCode="yyyy/m/d">
                  <c:v>41550</c:v>
                </c:pt>
                <c:pt idx="426" c:formatCode="yyyy/m/d">
                  <c:v>41551</c:v>
                </c:pt>
                <c:pt idx="427" c:formatCode="yyyy/m/d">
                  <c:v>41554</c:v>
                </c:pt>
                <c:pt idx="428" c:formatCode="yyyy/m/d">
                  <c:v>41555</c:v>
                </c:pt>
                <c:pt idx="429" c:formatCode="yyyy/m/d">
                  <c:v>41556</c:v>
                </c:pt>
                <c:pt idx="430" c:formatCode="yyyy/m/d">
                  <c:v>41557</c:v>
                </c:pt>
                <c:pt idx="431" c:formatCode="yyyy/m/d">
                  <c:v>41558</c:v>
                </c:pt>
                <c:pt idx="432" c:formatCode="yyyy/m/d">
                  <c:v>41561</c:v>
                </c:pt>
                <c:pt idx="433" c:formatCode="yyyy/m/d">
                  <c:v>41562</c:v>
                </c:pt>
                <c:pt idx="434" c:formatCode="yyyy/m/d">
                  <c:v>41563</c:v>
                </c:pt>
                <c:pt idx="435" c:formatCode="yyyy/m/d">
                  <c:v>41564</c:v>
                </c:pt>
                <c:pt idx="436" c:formatCode="yyyy/m/d">
                  <c:v>41565</c:v>
                </c:pt>
                <c:pt idx="437" c:formatCode="yyyy/m/d">
                  <c:v>41568</c:v>
                </c:pt>
                <c:pt idx="438" c:formatCode="yyyy/m/d">
                  <c:v>41569</c:v>
                </c:pt>
                <c:pt idx="439" c:formatCode="yyyy/m/d">
                  <c:v>41570</c:v>
                </c:pt>
                <c:pt idx="440" c:formatCode="yyyy/m/d">
                  <c:v>41571</c:v>
                </c:pt>
                <c:pt idx="441" c:formatCode="yyyy/m/d">
                  <c:v>41572</c:v>
                </c:pt>
                <c:pt idx="442" c:formatCode="yyyy/m/d">
                  <c:v>41575</c:v>
                </c:pt>
                <c:pt idx="443" c:formatCode="yyyy/m/d">
                  <c:v>41576</c:v>
                </c:pt>
                <c:pt idx="444" c:formatCode="yyyy/m/d">
                  <c:v>41577</c:v>
                </c:pt>
                <c:pt idx="445" c:formatCode="yyyy/m/d">
                  <c:v>41578</c:v>
                </c:pt>
                <c:pt idx="446" c:formatCode="yyyy/m/d">
                  <c:v>41579</c:v>
                </c:pt>
                <c:pt idx="447" c:formatCode="yyyy/m/d">
                  <c:v>41582</c:v>
                </c:pt>
                <c:pt idx="448" c:formatCode="yyyy/m/d">
                  <c:v>41583</c:v>
                </c:pt>
                <c:pt idx="449" c:formatCode="yyyy/m/d">
                  <c:v>41584</c:v>
                </c:pt>
                <c:pt idx="450" c:formatCode="yyyy/m/d">
                  <c:v>41585</c:v>
                </c:pt>
                <c:pt idx="451" c:formatCode="yyyy/m/d">
                  <c:v>41586</c:v>
                </c:pt>
                <c:pt idx="452" c:formatCode="yyyy/m/d">
                  <c:v>41589</c:v>
                </c:pt>
                <c:pt idx="453" c:formatCode="yyyy/m/d">
                  <c:v>41590</c:v>
                </c:pt>
                <c:pt idx="454" c:formatCode="yyyy/m/d">
                  <c:v>41591</c:v>
                </c:pt>
                <c:pt idx="455" c:formatCode="yyyy/m/d">
                  <c:v>41592</c:v>
                </c:pt>
                <c:pt idx="456" c:formatCode="yyyy/m/d">
                  <c:v>41593</c:v>
                </c:pt>
                <c:pt idx="457" c:formatCode="yyyy/m/d">
                  <c:v>41596</c:v>
                </c:pt>
                <c:pt idx="458" c:formatCode="yyyy/m/d">
                  <c:v>41597</c:v>
                </c:pt>
                <c:pt idx="459" c:formatCode="yyyy/m/d">
                  <c:v>41598</c:v>
                </c:pt>
                <c:pt idx="460" c:formatCode="yyyy/m/d">
                  <c:v>41599</c:v>
                </c:pt>
                <c:pt idx="461" c:formatCode="yyyy/m/d">
                  <c:v>41600</c:v>
                </c:pt>
                <c:pt idx="462" c:formatCode="yyyy/m/d">
                  <c:v>41603</c:v>
                </c:pt>
                <c:pt idx="463" c:formatCode="yyyy/m/d">
                  <c:v>41604</c:v>
                </c:pt>
                <c:pt idx="464" c:formatCode="yyyy/m/d">
                  <c:v>41605</c:v>
                </c:pt>
                <c:pt idx="465" c:formatCode="yyyy/m/d">
                  <c:v>41610</c:v>
                </c:pt>
                <c:pt idx="466" c:formatCode="yyyy/m/d">
                  <c:v>41611</c:v>
                </c:pt>
                <c:pt idx="467" c:formatCode="yyyy/m/d">
                  <c:v>41612</c:v>
                </c:pt>
                <c:pt idx="468" c:formatCode="yyyy/m/d">
                  <c:v>41613</c:v>
                </c:pt>
                <c:pt idx="469" c:formatCode="yyyy/m/d">
                  <c:v>41614</c:v>
                </c:pt>
                <c:pt idx="470" c:formatCode="yyyy/m/d">
                  <c:v>41617</c:v>
                </c:pt>
                <c:pt idx="471" c:formatCode="yyyy/m/d">
                  <c:v>41618</c:v>
                </c:pt>
                <c:pt idx="472" c:formatCode="yyyy/m/d">
                  <c:v>41619</c:v>
                </c:pt>
                <c:pt idx="473" c:formatCode="yyyy/m/d">
                  <c:v>41620</c:v>
                </c:pt>
                <c:pt idx="474" c:formatCode="yyyy/m/d">
                  <c:v>41621</c:v>
                </c:pt>
                <c:pt idx="475" c:formatCode="yyyy/m/d">
                  <c:v>41624</c:v>
                </c:pt>
                <c:pt idx="476" c:formatCode="yyyy/m/d">
                  <c:v>41625</c:v>
                </c:pt>
                <c:pt idx="477" c:formatCode="yyyy/m/d">
                  <c:v>41626</c:v>
                </c:pt>
                <c:pt idx="478" c:formatCode="yyyy/m/d">
                  <c:v>41627</c:v>
                </c:pt>
                <c:pt idx="479" c:formatCode="yyyy/m/d">
                  <c:v>41628</c:v>
                </c:pt>
                <c:pt idx="480" c:formatCode="yyyy/m/d">
                  <c:v>41631</c:v>
                </c:pt>
                <c:pt idx="481" c:formatCode="yyyy/m/d">
                  <c:v>41635</c:v>
                </c:pt>
                <c:pt idx="482" c:formatCode="yyyy/m/d">
                  <c:v>41638</c:v>
                </c:pt>
                <c:pt idx="483" c:formatCode="yyyy/m/d">
                  <c:v>41639</c:v>
                </c:pt>
                <c:pt idx="484" c:formatCode="yyyy/m/d">
                  <c:v>41642</c:v>
                </c:pt>
                <c:pt idx="485" c:formatCode="yyyy/m/d">
                  <c:v>41645</c:v>
                </c:pt>
                <c:pt idx="486" c:formatCode="yyyy/m/d">
                  <c:v>41646</c:v>
                </c:pt>
                <c:pt idx="487" c:formatCode="yyyy/m/d">
                  <c:v>41647</c:v>
                </c:pt>
                <c:pt idx="488" c:formatCode="yyyy/m/d">
                  <c:v>41648</c:v>
                </c:pt>
                <c:pt idx="489" c:formatCode="yyyy/m/d">
                  <c:v>41649</c:v>
                </c:pt>
                <c:pt idx="490" c:formatCode="yyyy/m/d">
                  <c:v>41652</c:v>
                </c:pt>
                <c:pt idx="491" c:formatCode="yyyy/m/d">
                  <c:v>41653</c:v>
                </c:pt>
                <c:pt idx="492" c:formatCode="yyyy/m/d">
                  <c:v>41654</c:v>
                </c:pt>
                <c:pt idx="493" c:formatCode="yyyy/m/d">
                  <c:v>41655</c:v>
                </c:pt>
                <c:pt idx="494" c:formatCode="yyyy/m/d">
                  <c:v>41660</c:v>
                </c:pt>
                <c:pt idx="495" c:formatCode="yyyy/m/d">
                  <c:v>41661</c:v>
                </c:pt>
                <c:pt idx="496" c:formatCode="yyyy/m/d">
                  <c:v>41662</c:v>
                </c:pt>
                <c:pt idx="497" c:formatCode="yyyy/m/d">
                  <c:v>41663</c:v>
                </c:pt>
                <c:pt idx="498" c:formatCode="yyyy/m/d">
                  <c:v>41666</c:v>
                </c:pt>
                <c:pt idx="499" c:formatCode="yyyy/m/d">
                  <c:v>41667</c:v>
                </c:pt>
                <c:pt idx="500" c:formatCode="yyyy/m/d">
                  <c:v>41668</c:v>
                </c:pt>
                <c:pt idx="501" c:formatCode="yyyy/m/d">
                  <c:v>41669</c:v>
                </c:pt>
                <c:pt idx="502" c:formatCode="yyyy/m/d">
                  <c:v>41670</c:v>
                </c:pt>
                <c:pt idx="503" c:formatCode="yyyy/m/d">
                  <c:v>41673</c:v>
                </c:pt>
                <c:pt idx="504" c:formatCode="yyyy/m/d">
                  <c:v>41674</c:v>
                </c:pt>
                <c:pt idx="505" c:formatCode="yyyy/m/d">
                  <c:v>41675</c:v>
                </c:pt>
                <c:pt idx="506" c:formatCode="yyyy/m/d">
                  <c:v>41676</c:v>
                </c:pt>
                <c:pt idx="507" c:formatCode="yyyy/m/d">
                  <c:v>41677</c:v>
                </c:pt>
                <c:pt idx="508" c:formatCode="yyyy/m/d">
                  <c:v>41680</c:v>
                </c:pt>
                <c:pt idx="509" c:formatCode="yyyy/m/d">
                  <c:v>41681</c:v>
                </c:pt>
                <c:pt idx="510" c:formatCode="yyyy/m/d">
                  <c:v>41682</c:v>
                </c:pt>
                <c:pt idx="511" c:formatCode="yyyy/m/d">
                  <c:v>41683</c:v>
                </c:pt>
                <c:pt idx="512" c:formatCode="yyyy/m/d">
                  <c:v>41688</c:v>
                </c:pt>
                <c:pt idx="513" c:formatCode="yyyy/m/d">
                  <c:v>41689</c:v>
                </c:pt>
                <c:pt idx="514" c:formatCode="yyyy/m/d">
                  <c:v>41690</c:v>
                </c:pt>
                <c:pt idx="515" c:formatCode="yyyy/m/d">
                  <c:v>41691</c:v>
                </c:pt>
                <c:pt idx="516" c:formatCode="yyyy/m/d">
                  <c:v>41694</c:v>
                </c:pt>
                <c:pt idx="517" c:formatCode="yyyy/m/d">
                  <c:v>41695</c:v>
                </c:pt>
                <c:pt idx="518" c:formatCode="yyyy/m/d">
                  <c:v>41696</c:v>
                </c:pt>
                <c:pt idx="519" c:formatCode="yyyy/m/d">
                  <c:v>41697</c:v>
                </c:pt>
                <c:pt idx="520" c:formatCode="yyyy/m/d">
                  <c:v>41698</c:v>
                </c:pt>
                <c:pt idx="521" c:formatCode="yyyy/m/d">
                  <c:v>41701</c:v>
                </c:pt>
                <c:pt idx="522" c:formatCode="yyyy/m/d">
                  <c:v>41702</c:v>
                </c:pt>
                <c:pt idx="523" c:formatCode="yyyy/m/d">
                  <c:v>41703</c:v>
                </c:pt>
                <c:pt idx="524" c:formatCode="yyyy/m/d">
                  <c:v>41704</c:v>
                </c:pt>
                <c:pt idx="525" c:formatCode="yyyy/m/d">
                  <c:v>41705</c:v>
                </c:pt>
                <c:pt idx="526" c:formatCode="yyyy/m/d">
                  <c:v>41708</c:v>
                </c:pt>
                <c:pt idx="527" c:formatCode="yyyy/m/d">
                  <c:v>41709</c:v>
                </c:pt>
                <c:pt idx="528" c:formatCode="yyyy/m/d">
                  <c:v>41710</c:v>
                </c:pt>
                <c:pt idx="529" c:formatCode="yyyy/m/d">
                  <c:v>41711</c:v>
                </c:pt>
                <c:pt idx="530" c:formatCode="yyyy/m/d">
                  <c:v>41712</c:v>
                </c:pt>
                <c:pt idx="531" c:formatCode="yyyy/m/d">
                  <c:v>41715</c:v>
                </c:pt>
                <c:pt idx="532" c:formatCode="yyyy/m/d">
                  <c:v>41716</c:v>
                </c:pt>
                <c:pt idx="533" c:formatCode="yyyy/m/d">
                  <c:v>41717</c:v>
                </c:pt>
                <c:pt idx="534" c:formatCode="yyyy/m/d">
                  <c:v>41718</c:v>
                </c:pt>
                <c:pt idx="535" c:formatCode="yyyy/m/d">
                  <c:v>41719</c:v>
                </c:pt>
                <c:pt idx="536" c:formatCode="yyyy/m/d">
                  <c:v>41722</c:v>
                </c:pt>
                <c:pt idx="537" c:formatCode="yyyy/m/d">
                  <c:v>41723</c:v>
                </c:pt>
                <c:pt idx="538" c:formatCode="yyyy/m/d">
                  <c:v>41724</c:v>
                </c:pt>
                <c:pt idx="539" c:formatCode="yyyy/m/d">
                  <c:v>41725</c:v>
                </c:pt>
                <c:pt idx="540" c:formatCode="yyyy/m/d">
                  <c:v>41726</c:v>
                </c:pt>
                <c:pt idx="541" c:formatCode="yyyy/m/d">
                  <c:v>41729</c:v>
                </c:pt>
                <c:pt idx="542" c:formatCode="yyyy/m/d">
                  <c:v>41730</c:v>
                </c:pt>
                <c:pt idx="543" c:formatCode="yyyy/m/d">
                  <c:v>41731</c:v>
                </c:pt>
                <c:pt idx="544" c:formatCode="yyyy/m/d">
                  <c:v>41732</c:v>
                </c:pt>
                <c:pt idx="545" c:formatCode="yyyy/m/d">
                  <c:v>41733</c:v>
                </c:pt>
                <c:pt idx="546" c:formatCode="yyyy/m/d">
                  <c:v>41736</c:v>
                </c:pt>
                <c:pt idx="547" c:formatCode="yyyy/m/d">
                  <c:v>41737</c:v>
                </c:pt>
                <c:pt idx="548" c:formatCode="yyyy/m/d">
                  <c:v>41738</c:v>
                </c:pt>
                <c:pt idx="549" c:formatCode="yyyy/m/d">
                  <c:v>41739</c:v>
                </c:pt>
                <c:pt idx="550" c:formatCode="yyyy/m/d">
                  <c:v>41740</c:v>
                </c:pt>
                <c:pt idx="551" c:formatCode="yyyy/m/d">
                  <c:v>41743</c:v>
                </c:pt>
                <c:pt idx="552" c:formatCode="yyyy/m/d">
                  <c:v>41744</c:v>
                </c:pt>
                <c:pt idx="553" c:formatCode="yyyy/m/d">
                  <c:v>41745</c:v>
                </c:pt>
                <c:pt idx="554" c:formatCode="yyyy/m/d">
                  <c:v>41746</c:v>
                </c:pt>
                <c:pt idx="555" c:formatCode="yyyy/m/d">
                  <c:v>41750</c:v>
                </c:pt>
                <c:pt idx="556" c:formatCode="yyyy/m/d">
                  <c:v>41751</c:v>
                </c:pt>
                <c:pt idx="557" c:formatCode="yyyy/m/d">
                  <c:v>41752</c:v>
                </c:pt>
                <c:pt idx="558" c:formatCode="yyyy/m/d">
                  <c:v>41753</c:v>
                </c:pt>
                <c:pt idx="559" c:formatCode="yyyy/m/d">
                  <c:v>41754</c:v>
                </c:pt>
                <c:pt idx="560" c:formatCode="yyyy/m/d">
                  <c:v>41757</c:v>
                </c:pt>
                <c:pt idx="561" c:formatCode="yyyy/m/d">
                  <c:v>41758</c:v>
                </c:pt>
                <c:pt idx="562" c:formatCode="yyyy/m/d">
                  <c:v>41759</c:v>
                </c:pt>
                <c:pt idx="563" c:formatCode="yyyy/m/d">
                  <c:v>41760</c:v>
                </c:pt>
                <c:pt idx="564" c:formatCode="yyyy/m/d">
                  <c:v>41761</c:v>
                </c:pt>
                <c:pt idx="565" c:formatCode="yyyy/m/d">
                  <c:v>41764</c:v>
                </c:pt>
                <c:pt idx="566" c:formatCode="yyyy/m/d">
                  <c:v>41765</c:v>
                </c:pt>
                <c:pt idx="567" c:formatCode="yyyy/m/d">
                  <c:v>41766</c:v>
                </c:pt>
                <c:pt idx="568" c:formatCode="yyyy/m/d">
                  <c:v>41767</c:v>
                </c:pt>
                <c:pt idx="569" c:formatCode="yyyy/m/d">
                  <c:v>41768</c:v>
                </c:pt>
                <c:pt idx="570" c:formatCode="yyyy/m/d">
                  <c:v>41771</c:v>
                </c:pt>
                <c:pt idx="571" c:formatCode="yyyy/m/d">
                  <c:v>41772</c:v>
                </c:pt>
                <c:pt idx="572" c:formatCode="yyyy/m/d">
                  <c:v>41773</c:v>
                </c:pt>
                <c:pt idx="573" c:formatCode="yyyy/m/d">
                  <c:v>41774</c:v>
                </c:pt>
                <c:pt idx="574" c:formatCode="yyyy/m/d">
                  <c:v>41775</c:v>
                </c:pt>
                <c:pt idx="575" c:formatCode="yyyy/m/d">
                  <c:v>41778</c:v>
                </c:pt>
                <c:pt idx="576" c:formatCode="yyyy/m/d">
                  <c:v>41779</c:v>
                </c:pt>
                <c:pt idx="577" c:formatCode="yyyy/m/d">
                  <c:v>41780</c:v>
                </c:pt>
                <c:pt idx="578" c:formatCode="yyyy/m/d">
                  <c:v>41781</c:v>
                </c:pt>
                <c:pt idx="579" c:formatCode="yyyy/m/d">
                  <c:v>41786</c:v>
                </c:pt>
                <c:pt idx="580" c:formatCode="yyyy/m/d">
                  <c:v>41787</c:v>
                </c:pt>
                <c:pt idx="581" c:formatCode="yyyy/m/d">
                  <c:v>41788</c:v>
                </c:pt>
                <c:pt idx="582" c:formatCode="yyyy/m/d">
                  <c:v>41789</c:v>
                </c:pt>
                <c:pt idx="583" c:formatCode="yyyy/m/d">
                  <c:v>41792</c:v>
                </c:pt>
                <c:pt idx="584" c:formatCode="yyyy/m/d">
                  <c:v>41793</c:v>
                </c:pt>
                <c:pt idx="585" c:formatCode="yyyy/m/d">
                  <c:v>41794</c:v>
                </c:pt>
                <c:pt idx="586" c:formatCode="yyyy/m/d">
                  <c:v>41795</c:v>
                </c:pt>
                <c:pt idx="587" c:formatCode="yyyy/m/d">
                  <c:v>41796</c:v>
                </c:pt>
                <c:pt idx="588" c:formatCode="yyyy/m/d">
                  <c:v>41799</c:v>
                </c:pt>
                <c:pt idx="589" c:formatCode="yyyy/m/d">
                  <c:v>41800</c:v>
                </c:pt>
                <c:pt idx="590" c:formatCode="yyyy/m/d">
                  <c:v>41801</c:v>
                </c:pt>
                <c:pt idx="591" c:formatCode="yyyy/m/d">
                  <c:v>41802</c:v>
                </c:pt>
                <c:pt idx="592" c:formatCode="yyyy/m/d">
                  <c:v>41803</c:v>
                </c:pt>
                <c:pt idx="593" c:formatCode="yyyy/m/d">
                  <c:v>41806</c:v>
                </c:pt>
                <c:pt idx="594" c:formatCode="yyyy/m/d">
                  <c:v>41807</c:v>
                </c:pt>
                <c:pt idx="595" c:formatCode="yyyy/m/d">
                  <c:v>41808</c:v>
                </c:pt>
                <c:pt idx="596" c:formatCode="yyyy/m/d">
                  <c:v>41809</c:v>
                </c:pt>
                <c:pt idx="597" c:formatCode="yyyy/m/d">
                  <c:v>41810</c:v>
                </c:pt>
                <c:pt idx="598" c:formatCode="yyyy/m/d">
                  <c:v>41813</c:v>
                </c:pt>
                <c:pt idx="599" c:formatCode="yyyy/m/d">
                  <c:v>41814</c:v>
                </c:pt>
                <c:pt idx="600" c:formatCode="yyyy/m/d">
                  <c:v>41815</c:v>
                </c:pt>
                <c:pt idx="601" c:formatCode="yyyy/m/d">
                  <c:v>41816</c:v>
                </c:pt>
                <c:pt idx="602" c:formatCode="yyyy/m/d">
                  <c:v>41817</c:v>
                </c:pt>
                <c:pt idx="603" c:formatCode="yyyy/m/d">
                  <c:v>41820</c:v>
                </c:pt>
                <c:pt idx="604" c:formatCode="yyyy/m/d">
                  <c:v>41821</c:v>
                </c:pt>
                <c:pt idx="605" c:formatCode="yyyy/m/d">
                  <c:v>41822</c:v>
                </c:pt>
                <c:pt idx="606" c:formatCode="yyyy/m/d">
                  <c:v>41827</c:v>
                </c:pt>
                <c:pt idx="607" c:formatCode="yyyy/m/d">
                  <c:v>41828</c:v>
                </c:pt>
                <c:pt idx="608" c:formatCode="yyyy/m/d">
                  <c:v>41829</c:v>
                </c:pt>
                <c:pt idx="609" c:formatCode="yyyy/m/d">
                  <c:v>41830</c:v>
                </c:pt>
                <c:pt idx="610" c:formatCode="yyyy/m/d">
                  <c:v>41831</c:v>
                </c:pt>
                <c:pt idx="611" c:formatCode="yyyy/m/d">
                  <c:v>41834</c:v>
                </c:pt>
                <c:pt idx="612" c:formatCode="yyyy/m/d">
                  <c:v>41835</c:v>
                </c:pt>
                <c:pt idx="613" c:formatCode="yyyy/m/d">
                  <c:v>41836</c:v>
                </c:pt>
                <c:pt idx="614" c:formatCode="yyyy/m/d">
                  <c:v>41837</c:v>
                </c:pt>
                <c:pt idx="615" c:formatCode="yyyy/m/d">
                  <c:v>41838</c:v>
                </c:pt>
                <c:pt idx="616" c:formatCode="yyyy/m/d">
                  <c:v>41841</c:v>
                </c:pt>
                <c:pt idx="617" c:formatCode="yyyy/m/d">
                  <c:v>41842</c:v>
                </c:pt>
                <c:pt idx="618" c:formatCode="yyyy/m/d">
                  <c:v>41843</c:v>
                </c:pt>
                <c:pt idx="619" c:formatCode="yyyy/m/d">
                  <c:v>41844</c:v>
                </c:pt>
                <c:pt idx="620" c:formatCode="yyyy/m/d">
                  <c:v>41845</c:v>
                </c:pt>
                <c:pt idx="621" c:formatCode="yyyy/m/d">
                  <c:v>41848</c:v>
                </c:pt>
                <c:pt idx="622" c:formatCode="yyyy/m/d">
                  <c:v>41849</c:v>
                </c:pt>
                <c:pt idx="623" c:formatCode="yyyy/m/d">
                  <c:v>41850</c:v>
                </c:pt>
                <c:pt idx="624" c:formatCode="yyyy/m/d">
                  <c:v>41851</c:v>
                </c:pt>
                <c:pt idx="625" c:formatCode="yyyy/m/d">
                  <c:v>41852</c:v>
                </c:pt>
                <c:pt idx="626" c:formatCode="yyyy/m/d">
                  <c:v>41855</c:v>
                </c:pt>
                <c:pt idx="627" c:formatCode="yyyy/m/d">
                  <c:v>41856</c:v>
                </c:pt>
                <c:pt idx="628" c:formatCode="yyyy/m/d">
                  <c:v>41857</c:v>
                </c:pt>
                <c:pt idx="629" c:formatCode="yyyy/m/d">
                  <c:v>41858</c:v>
                </c:pt>
                <c:pt idx="630" c:formatCode="yyyy/m/d">
                  <c:v>41859</c:v>
                </c:pt>
                <c:pt idx="631" c:formatCode="yyyy/m/d">
                  <c:v>41862</c:v>
                </c:pt>
                <c:pt idx="632" c:formatCode="yyyy/m/d">
                  <c:v>41863</c:v>
                </c:pt>
                <c:pt idx="633" c:formatCode="yyyy/m/d">
                  <c:v>41864</c:v>
                </c:pt>
                <c:pt idx="634" c:formatCode="yyyy/m/d">
                  <c:v>41865</c:v>
                </c:pt>
                <c:pt idx="635" c:formatCode="yyyy/m/d">
                  <c:v>41866</c:v>
                </c:pt>
                <c:pt idx="636" c:formatCode="yyyy/m/d">
                  <c:v>41869</c:v>
                </c:pt>
                <c:pt idx="637" c:formatCode="yyyy/m/d">
                  <c:v>41870</c:v>
                </c:pt>
                <c:pt idx="638" c:formatCode="yyyy/m/d">
                  <c:v>41871</c:v>
                </c:pt>
                <c:pt idx="639" c:formatCode="yyyy/m/d">
                  <c:v>41872</c:v>
                </c:pt>
                <c:pt idx="640" c:formatCode="yyyy/m/d">
                  <c:v>41873</c:v>
                </c:pt>
                <c:pt idx="641" c:formatCode="yyyy/m/d">
                  <c:v>41876</c:v>
                </c:pt>
                <c:pt idx="642" c:formatCode="yyyy/m/d">
                  <c:v>41877</c:v>
                </c:pt>
                <c:pt idx="643" c:formatCode="yyyy/m/d">
                  <c:v>41878</c:v>
                </c:pt>
                <c:pt idx="644" c:formatCode="yyyy/m/d">
                  <c:v>41879</c:v>
                </c:pt>
                <c:pt idx="645" c:formatCode="yyyy/m/d">
                  <c:v>41884</c:v>
                </c:pt>
                <c:pt idx="646" c:formatCode="yyyy/m/d">
                  <c:v>41885</c:v>
                </c:pt>
                <c:pt idx="647" c:formatCode="yyyy/m/d">
                  <c:v>41886</c:v>
                </c:pt>
                <c:pt idx="648" c:formatCode="yyyy/m/d">
                  <c:v>41887</c:v>
                </c:pt>
                <c:pt idx="649" c:formatCode="yyyy/m/d">
                  <c:v>41890</c:v>
                </c:pt>
                <c:pt idx="650" c:formatCode="yyyy/m/d">
                  <c:v>41891</c:v>
                </c:pt>
                <c:pt idx="651" c:formatCode="yyyy/m/d">
                  <c:v>41892</c:v>
                </c:pt>
                <c:pt idx="652" c:formatCode="yyyy/m/d">
                  <c:v>41893</c:v>
                </c:pt>
                <c:pt idx="653" c:formatCode="yyyy/m/d">
                  <c:v>41894</c:v>
                </c:pt>
                <c:pt idx="654" c:formatCode="yyyy/m/d">
                  <c:v>41897</c:v>
                </c:pt>
                <c:pt idx="655" c:formatCode="yyyy/m/d">
                  <c:v>41898</c:v>
                </c:pt>
                <c:pt idx="656" c:formatCode="yyyy/m/d">
                  <c:v>41899</c:v>
                </c:pt>
                <c:pt idx="657" c:formatCode="yyyy/m/d">
                  <c:v>41900</c:v>
                </c:pt>
                <c:pt idx="658" c:formatCode="yyyy/m/d">
                  <c:v>41901</c:v>
                </c:pt>
                <c:pt idx="659" c:formatCode="yyyy/m/d">
                  <c:v>41904</c:v>
                </c:pt>
                <c:pt idx="660" c:formatCode="yyyy/m/d">
                  <c:v>41905</c:v>
                </c:pt>
                <c:pt idx="661" c:formatCode="yyyy/m/d">
                  <c:v>41906</c:v>
                </c:pt>
                <c:pt idx="662" c:formatCode="yyyy/m/d">
                  <c:v>41907</c:v>
                </c:pt>
                <c:pt idx="663" c:formatCode="yyyy/m/d">
                  <c:v>41908</c:v>
                </c:pt>
                <c:pt idx="664" c:formatCode="yyyy/m/d">
                  <c:v>41911</c:v>
                </c:pt>
                <c:pt idx="665" c:formatCode="yyyy/m/d">
                  <c:v>41912</c:v>
                </c:pt>
                <c:pt idx="666" c:formatCode="yyyy/m/d">
                  <c:v>41913</c:v>
                </c:pt>
                <c:pt idx="667" c:formatCode="yyyy/m/d">
                  <c:v>41914</c:v>
                </c:pt>
                <c:pt idx="668" c:formatCode="yyyy/m/d">
                  <c:v>41915</c:v>
                </c:pt>
                <c:pt idx="669" c:formatCode="yyyy/m/d">
                  <c:v>41918</c:v>
                </c:pt>
                <c:pt idx="670" c:formatCode="yyyy/m/d">
                  <c:v>41919</c:v>
                </c:pt>
                <c:pt idx="671" c:formatCode="yyyy/m/d">
                  <c:v>41920</c:v>
                </c:pt>
                <c:pt idx="672" c:formatCode="yyyy/m/d">
                  <c:v>41921</c:v>
                </c:pt>
                <c:pt idx="673" c:formatCode="yyyy/m/d">
                  <c:v>41922</c:v>
                </c:pt>
                <c:pt idx="674" c:formatCode="yyyy/m/d">
                  <c:v>41925</c:v>
                </c:pt>
                <c:pt idx="675" c:formatCode="yyyy/m/d">
                  <c:v>41926</c:v>
                </c:pt>
                <c:pt idx="676" c:formatCode="yyyy/m/d">
                  <c:v>41927</c:v>
                </c:pt>
                <c:pt idx="677" c:formatCode="yyyy/m/d">
                  <c:v>41928</c:v>
                </c:pt>
                <c:pt idx="678" c:formatCode="yyyy/m/d">
                  <c:v>41929</c:v>
                </c:pt>
                <c:pt idx="679" c:formatCode="yyyy/m/d">
                  <c:v>41932</c:v>
                </c:pt>
                <c:pt idx="680" c:formatCode="yyyy/m/d">
                  <c:v>41933</c:v>
                </c:pt>
                <c:pt idx="681" c:formatCode="yyyy/m/d">
                  <c:v>41934</c:v>
                </c:pt>
                <c:pt idx="682" c:formatCode="yyyy/m/d">
                  <c:v>41935</c:v>
                </c:pt>
                <c:pt idx="683" c:formatCode="yyyy/m/d">
                  <c:v>41936</c:v>
                </c:pt>
                <c:pt idx="684" c:formatCode="yyyy/m/d">
                  <c:v>41939</c:v>
                </c:pt>
                <c:pt idx="685" c:formatCode="yyyy/m/d">
                  <c:v>41940</c:v>
                </c:pt>
                <c:pt idx="686" c:formatCode="yyyy/m/d">
                  <c:v>41941</c:v>
                </c:pt>
                <c:pt idx="687" c:formatCode="yyyy/m/d">
                  <c:v>41942</c:v>
                </c:pt>
                <c:pt idx="688" c:formatCode="yyyy/m/d">
                  <c:v>41943</c:v>
                </c:pt>
                <c:pt idx="689" c:formatCode="yyyy/m/d">
                  <c:v>41946</c:v>
                </c:pt>
                <c:pt idx="690" c:formatCode="yyyy/m/d">
                  <c:v>41947</c:v>
                </c:pt>
                <c:pt idx="691" c:formatCode="yyyy/m/d">
                  <c:v>41948</c:v>
                </c:pt>
                <c:pt idx="692" c:formatCode="yyyy/m/d">
                  <c:v>41949</c:v>
                </c:pt>
                <c:pt idx="693" c:formatCode="yyyy/m/d">
                  <c:v>41950</c:v>
                </c:pt>
                <c:pt idx="694" c:formatCode="yyyy/m/d">
                  <c:v>41953</c:v>
                </c:pt>
                <c:pt idx="695" c:formatCode="yyyy/m/d">
                  <c:v>41954</c:v>
                </c:pt>
                <c:pt idx="696" c:formatCode="yyyy/m/d">
                  <c:v>41955</c:v>
                </c:pt>
                <c:pt idx="697" c:formatCode="yyyy/m/d">
                  <c:v>41956</c:v>
                </c:pt>
                <c:pt idx="698" c:formatCode="yyyy/m/d">
                  <c:v>41957</c:v>
                </c:pt>
                <c:pt idx="699" c:formatCode="yyyy/m/d">
                  <c:v>41960</c:v>
                </c:pt>
                <c:pt idx="700" c:formatCode="yyyy/m/d">
                  <c:v>41961</c:v>
                </c:pt>
                <c:pt idx="701" c:formatCode="yyyy/m/d">
                  <c:v>41962</c:v>
                </c:pt>
                <c:pt idx="702" c:formatCode="yyyy/m/d">
                  <c:v>41963</c:v>
                </c:pt>
                <c:pt idx="703" c:formatCode="yyyy/m/d">
                  <c:v>41964</c:v>
                </c:pt>
                <c:pt idx="704" c:formatCode="yyyy/m/d">
                  <c:v>41967</c:v>
                </c:pt>
                <c:pt idx="705" c:formatCode="yyyy/m/d">
                  <c:v>41968</c:v>
                </c:pt>
                <c:pt idx="706" c:formatCode="yyyy/m/d">
                  <c:v>41969</c:v>
                </c:pt>
                <c:pt idx="707" c:formatCode="yyyy/m/d">
                  <c:v>41974</c:v>
                </c:pt>
                <c:pt idx="708" c:formatCode="yyyy/m/d">
                  <c:v>41975</c:v>
                </c:pt>
                <c:pt idx="709" c:formatCode="yyyy/m/d">
                  <c:v>41976</c:v>
                </c:pt>
                <c:pt idx="710" c:formatCode="yyyy/m/d">
                  <c:v>41977</c:v>
                </c:pt>
                <c:pt idx="711" c:formatCode="yyyy/m/d">
                  <c:v>41978</c:v>
                </c:pt>
                <c:pt idx="712" c:formatCode="yyyy/m/d">
                  <c:v>41981</c:v>
                </c:pt>
                <c:pt idx="713" c:formatCode="yyyy/m/d">
                  <c:v>41982</c:v>
                </c:pt>
                <c:pt idx="714" c:formatCode="yyyy/m/d">
                  <c:v>41983</c:v>
                </c:pt>
                <c:pt idx="715" c:formatCode="yyyy/m/d">
                  <c:v>41984</c:v>
                </c:pt>
                <c:pt idx="716" c:formatCode="yyyy/m/d">
                  <c:v>41985</c:v>
                </c:pt>
                <c:pt idx="717" c:formatCode="yyyy/m/d">
                  <c:v>41988</c:v>
                </c:pt>
                <c:pt idx="718" c:formatCode="yyyy/m/d">
                  <c:v>41989</c:v>
                </c:pt>
                <c:pt idx="719" c:formatCode="yyyy/m/d">
                  <c:v>41990</c:v>
                </c:pt>
                <c:pt idx="720" c:formatCode="yyyy/m/d">
                  <c:v>41991</c:v>
                </c:pt>
                <c:pt idx="721" c:formatCode="yyyy/m/d">
                  <c:v>41992</c:v>
                </c:pt>
                <c:pt idx="722" c:formatCode="yyyy/m/d">
                  <c:v>41995</c:v>
                </c:pt>
                <c:pt idx="723" c:formatCode="yyyy/m/d">
                  <c:v>41996</c:v>
                </c:pt>
                <c:pt idx="724" c:formatCode="yyyy/m/d">
                  <c:v>41999</c:v>
                </c:pt>
                <c:pt idx="725" c:formatCode="yyyy/m/d">
                  <c:v>42002</c:v>
                </c:pt>
                <c:pt idx="726" c:formatCode="yyyy/m/d">
                  <c:v>42003</c:v>
                </c:pt>
                <c:pt idx="727" c:formatCode="yyyy/m/d">
                  <c:v>42004</c:v>
                </c:pt>
                <c:pt idx="728" c:formatCode="yyyy/m/d">
                  <c:v>42009</c:v>
                </c:pt>
                <c:pt idx="729" c:formatCode="yyyy/m/d">
                  <c:v>42010</c:v>
                </c:pt>
                <c:pt idx="730" c:formatCode="yyyy/m/d">
                  <c:v>42011</c:v>
                </c:pt>
                <c:pt idx="731" c:formatCode="yyyy/m/d">
                  <c:v>42012</c:v>
                </c:pt>
                <c:pt idx="732" c:formatCode="yyyy/m/d">
                  <c:v>42013</c:v>
                </c:pt>
                <c:pt idx="733" c:formatCode="yyyy/m/d">
                  <c:v>42016</c:v>
                </c:pt>
                <c:pt idx="734" c:formatCode="yyyy/m/d">
                  <c:v>42017</c:v>
                </c:pt>
                <c:pt idx="735" c:formatCode="yyyy/m/d">
                  <c:v>42018</c:v>
                </c:pt>
                <c:pt idx="736" c:formatCode="yyyy/m/d">
                  <c:v>42019</c:v>
                </c:pt>
                <c:pt idx="737" c:formatCode="yyyy/m/d">
                  <c:v>42020</c:v>
                </c:pt>
                <c:pt idx="738" c:formatCode="yyyy/m/d">
                  <c:v>42024</c:v>
                </c:pt>
                <c:pt idx="739" c:formatCode="yyyy/m/d">
                  <c:v>42025</c:v>
                </c:pt>
                <c:pt idx="740" c:formatCode="yyyy/m/d">
                  <c:v>42026</c:v>
                </c:pt>
                <c:pt idx="741" c:formatCode="yyyy/m/d">
                  <c:v>42027</c:v>
                </c:pt>
                <c:pt idx="742" c:formatCode="yyyy/m/d">
                  <c:v>42030</c:v>
                </c:pt>
                <c:pt idx="743" c:formatCode="yyyy/m/d">
                  <c:v>42031</c:v>
                </c:pt>
                <c:pt idx="744" c:formatCode="yyyy/m/d">
                  <c:v>42032</c:v>
                </c:pt>
                <c:pt idx="745" c:formatCode="yyyy/m/d">
                  <c:v>42033</c:v>
                </c:pt>
                <c:pt idx="746" c:formatCode="yyyy/m/d">
                  <c:v>42034</c:v>
                </c:pt>
                <c:pt idx="747" c:formatCode="yyyy/m/d">
                  <c:v>42037</c:v>
                </c:pt>
                <c:pt idx="748" c:formatCode="yyyy/m/d">
                  <c:v>42038</c:v>
                </c:pt>
                <c:pt idx="749" c:formatCode="yyyy/m/d">
                  <c:v>42039</c:v>
                </c:pt>
                <c:pt idx="750" c:formatCode="yyyy/m/d">
                  <c:v>42040</c:v>
                </c:pt>
                <c:pt idx="751" c:formatCode="yyyy/m/d">
                  <c:v>42041</c:v>
                </c:pt>
                <c:pt idx="752" c:formatCode="yyyy/m/d">
                  <c:v>42044</c:v>
                </c:pt>
                <c:pt idx="753" c:formatCode="yyyy/m/d">
                  <c:v>42045</c:v>
                </c:pt>
                <c:pt idx="754" c:formatCode="yyyy/m/d">
                  <c:v>42046</c:v>
                </c:pt>
                <c:pt idx="755" c:formatCode="yyyy/m/d">
                  <c:v>42047</c:v>
                </c:pt>
                <c:pt idx="756" c:formatCode="yyyy/m/d">
                  <c:v>42048</c:v>
                </c:pt>
                <c:pt idx="757" c:formatCode="yyyy/m/d">
                  <c:v>42052</c:v>
                </c:pt>
                <c:pt idx="758" c:formatCode="yyyy/m/d">
                  <c:v>42053</c:v>
                </c:pt>
                <c:pt idx="759" c:formatCode="yyyy/m/d">
                  <c:v>42054</c:v>
                </c:pt>
                <c:pt idx="760" c:formatCode="yyyy/m/d">
                  <c:v>42055</c:v>
                </c:pt>
                <c:pt idx="761" c:formatCode="yyyy/m/d">
                  <c:v>42058</c:v>
                </c:pt>
                <c:pt idx="762" c:formatCode="yyyy/m/d">
                  <c:v>42059</c:v>
                </c:pt>
                <c:pt idx="763" c:formatCode="yyyy/m/d">
                  <c:v>42060</c:v>
                </c:pt>
                <c:pt idx="764" c:formatCode="yyyy/m/d">
                  <c:v>42061</c:v>
                </c:pt>
                <c:pt idx="765" c:formatCode="yyyy/m/d">
                  <c:v>42062</c:v>
                </c:pt>
                <c:pt idx="766" c:formatCode="yyyy/m/d">
                  <c:v>42065</c:v>
                </c:pt>
                <c:pt idx="767" c:formatCode="yyyy/m/d">
                  <c:v>42066</c:v>
                </c:pt>
                <c:pt idx="768" c:formatCode="yyyy/m/d">
                  <c:v>42067</c:v>
                </c:pt>
                <c:pt idx="769" c:formatCode="yyyy/m/d">
                  <c:v>42068</c:v>
                </c:pt>
                <c:pt idx="770" c:formatCode="yyyy/m/d">
                  <c:v>42069</c:v>
                </c:pt>
                <c:pt idx="771" c:formatCode="yyyy/m/d">
                  <c:v>42072</c:v>
                </c:pt>
                <c:pt idx="772" c:formatCode="yyyy/m/d">
                  <c:v>42073</c:v>
                </c:pt>
                <c:pt idx="773" c:formatCode="yyyy/m/d">
                  <c:v>42074</c:v>
                </c:pt>
                <c:pt idx="774" c:formatCode="yyyy/m/d">
                  <c:v>42075</c:v>
                </c:pt>
                <c:pt idx="775" c:formatCode="yyyy/m/d">
                  <c:v>42076</c:v>
                </c:pt>
                <c:pt idx="776" c:formatCode="yyyy/m/d">
                  <c:v>42079</c:v>
                </c:pt>
                <c:pt idx="777" c:formatCode="yyyy/m/d">
                  <c:v>42080</c:v>
                </c:pt>
                <c:pt idx="778" c:formatCode="yyyy/m/d">
                  <c:v>42081</c:v>
                </c:pt>
                <c:pt idx="779" c:formatCode="yyyy/m/d">
                  <c:v>42082</c:v>
                </c:pt>
                <c:pt idx="780" c:formatCode="yyyy/m/d">
                  <c:v>42083</c:v>
                </c:pt>
                <c:pt idx="781" c:formatCode="yyyy/m/d">
                  <c:v>42086</c:v>
                </c:pt>
                <c:pt idx="782" c:formatCode="yyyy/m/d">
                  <c:v>42087</c:v>
                </c:pt>
                <c:pt idx="783" c:formatCode="yyyy/m/d">
                  <c:v>42088</c:v>
                </c:pt>
                <c:pt idx="784" c:formatCode="yyyy/m/d">
                  <c:v>42089</c:v>
                </c:pt>
                <c:pt idx="785" c:formatCode="yyyy/m/d">
                  <c:v>42090</c:v>
                </c:pt>
                <c:pt idx="786" c:formatCode="yyyy/m/d">
                  <c:v>42093</c:v>
                </c:pt>
                <c:pt idx="787" c:formatCode="yyyy/m/d">
                  <c:v>42094</c:v>
                </c:pt>
                <c:pt idx="788" c:formatCode="yyyy/m/d">
                  <c:v>42095</c:v>
                </c:pt>
                <c:pt idx="789" c:formatCode="yyyy/m/d">
                  <c:v>42096</c:v>
                </c:pt>
                <c:pt idx="790" c:formatCode="yyyy/m/d">
                  <c:v>42100</c:v>
                </c:pt>
                <c:pt idx="791" c:formatCode="yyyy/m/d">
                  <c:v>42101</c:v>
                </c:pt>
                <c:pt idx="792" c:formatCode="yyyy/m/d">
                  <c:v>42102</c:v>
                </c:pt>
                <c:pt idx="793" c:formatCode="yyyy/m/d">
                  <c:v>42103</c:v>
                </c:pt>
                <c:pt idx="794" c:formatCode="yyyy/m/d">
                  <c:v>42104</c:v>
                </c:pt>
                <c:pt idx="795" c:formatCode="yyyy/m/d">
                  <c:v>42107</c:v>
                </c:pt>
                <c:pt idx="796" c:formatCode="yyyy/m/d">
                  <c:v>42108</c:v>
                </c:pt>
                <c:pt idx="797" c:formatCode="yyyy/m/d">
                  <c:v>42109</c:v>
                </c:pt>
                <c:pt idx="798" c:formatCode="yyyy/m/d">
                  <c:v>42110</c:v>
                </c:pt>
                <c:pt idx="799" c:formatCode="yyyy/m/d">
                  <c:v>42111</c:v>
                </c:pt>
                <c:pt idx="800" c:formatCode="yyyy/m/d">
                  <c:v>42114</c:v>
                </c:pt>
                <c:pt idx="801" c:formatCode="yyyy/m/d">
                  <c:v>42115</c:v>
                </c:pt>
                <c:pt idx="802" c:formatCode="yyyy/m/d">
                  <c:v>42116</c:v>
                </c:pt>
                <c:pt idx="803" c:formatCode="yyyy/m/d">
                  <c:v>42117</c:v>
                </c:pt>
                <c:pt idx="804" c:formatCode="yyyy/m/d">
                  <c:v>42118</c:v>
                </c:pt>
                <c:pt idx="805" c:formatCode="yyyy/m/d">
                  <c:v>42121</c:v>
                </c:pt>
                <c:pt idx="806" c:formatCode="yyyy/m/d">
                  <c:v>42122</c:v>
                </c:pt>
                <c:pt idx="807" c:formatCode="yyyy/m/d">
                  <c:v>42123</c:v>
                </c:pt>
                <c:pt idx="808" c:formatCode="yyyy/m/d">
                  <c:v>42124</c:v>
                </c:pt>
                <c:pt idx="809" c:formatCode="yyyy/m/d">
                  <c:v>42125</c:v>
                </c:pt>
                <c:pt idx="810" c:formatCode="yyyy/m/d">
                  <c:v>42128</c:v>
                </c:pt>
                <c:pt idx="811" c:formatCode="yyyy/m/d">
                  <c:v>42129</c:v>
                </c:pt>
                <c:pt idx="812" c:formatCode="yyyy/m/d">
                  <c:v>42130</c:v>
                </c:pt>
                <c:pt idx="813" c:formatCode="yyyy/m/d">
                  <c:v>42131</c:v>
                </c:pt>
                <c:pt idx="814" c:formatCode="yyyy/m/d">
                  <c:v>42132</c:v>
                </c:pt>
                <c:pt idx="815" c:formatCode="yyyy/m/d">
                  <c:v>42135</c:v>
                </c:pt>
                <c:pt idx="816" c:formatCode="yyyy/m/d">
                  <c:v>42136</c:v>
                </c:pt>
                <c:pt idx="817" c:formatCode="yyyy/m/d">
                  <c:v>42137</c:v>
                </c:pt>
                <c:pt idx="818" c:formatCode="yyyy/m/d">
                  <c:v>42138</c:v>
                </c:pt>
                <c:pt idx="819" c:formatCode="yyyy/m/d">
                  <c:v>42139</c:v>
                </c:pt>
                <c:pt idx="820" c:formatCode="yyyy/m/d">
                  <c:v>42142</c:v>
                </c:pt>
                <c:pt idx="821" c:formatCode="yyyy/m/d">
                  <c:v>42143</c:v>
                </c:pt>
                <c:pt idx="822" c:formatCode="yyyy/m/d">
                  <c:v>42144</c:v>
                </c:pt>
                <c:pt idx="823" c:formatCode="yyyy/m/d">
                  <c:v>42145</c:v>
                </c:pt>
                <c:pt idx="824" c:formatCode="yyyy/m/d">
                  <c:v>42146</c:v>
                </c:pt>
                <c:pt idx="825" c:formatCode="yyyy/m/d">
                  <c:v>42150</c:v>
                </c:pt>
                <c:pt idx="826" c:formatCode="yyyy/m/d">
                  <c:v>42151</c:v>
                </c:pt>
                <c:pt idx="827" c:formatCode="yyyy/m/d">
                  <c:v>42152</c:v>
                </c:pt>
                <c:pt idx="828" c:formatCode="yyyy/m/d">
                  <c:v>42153</c:v>
                </c:pt>
                <c:pt idx="829" c:formatCode="yyyy/m/d">
                  <c:v>42156</c:v>
                </c:pt>
                <c:pt idx="830" c:formatCode="yyyy/m/d">
                  <c:v>42157</c:v>
                </c:pt>
                <c:pt idx="831" c:formatCode="yyyy/m/d">
                  <c:v>42158</c:v>
                </c:pt>
                <c:pt idx="832" c:formatCode="yyyy/m/d">
                  <c:v>42159</c:v>
                </c:pt>
                <c:pt idx="833" c:formatCode="yyyy/m/d">
                  <c:v>42160</c:v>
                </c:pt>
                <c:pt idx="834" c:formatCode="yyyy/m/d">
                  <c:v>42163</c:v>
                </c:pt>
                <c:pt idx="835" c:formatCode="yyyy/m/d">
                  <c:v>42164</c:v>
                </c:pt>
                <c:pt idx="836" c:formatCode="yyyy/m/d">
                  <c:v>42165</c:v>
                </c:pt>
                <c:pt idx="837" c:formatCode="yyyy/m/d">
                  <c:v>42166</c:v>
                </c:pt>
                <c:pt idx="838" c:formatCode="yyyy/m/d">
                  <c:v>42167</c:v>
                </c:pt>
                <c:pt idx="839" c:formatCode="yyyy/m/d">
                  <c:v>42170</c:v>
                </c:pt>
                <c:pt idx="840" c:formatCode="yyyy/m/d">
                  <c:v>42171</c:v>
                </c:pt>
                <c:pt idx="841" c:formatCode="yyyy/m/d">
                  <c:v>42172</c:v>
                </c:pt>
                <c:pt idx="842" c:formatCode="yyyy/m/d">
                  <c:v>42173</c:v>
                </c:pt>
                <c:pt idx="843" c:formatCode="yyyy/m/d">
                  <c:v>42174</c:v>
                </c:pt>
                <c:pt idx="844" c:formatCode="yyyy/m/d">
                  <c:v>42177</c:v>
                </c:pt>
                <c:pt idx="845" c:formatCode="yyyy/m/d">
                  <c:v>42178</c:v>
                </c:pt>
                <c:pt idx="846" c:formatCode="yyyy/m/d">
                  <c:v>42179</c:v>
                </c:pt>
                <c:pt idx="847" c:formatCode="yyyy/m/d">
                  <c:v>42180</c:v>
                </c:pt>
                <c:pt idx="848" c:formatCode="yyyy/m/d">
                  <c:v>42181</c:v>
                </c:pt>
                <c:pt idx="849" c:formatCode="yyyy/m/d">
                  <c:v>42184</c:v>
                </c:pt>
                <c:pt idx="850" c:formatCode="yyyy/m/d">
                  <c:v>42185</c:v>
                </c:pt>
                <c:pt idx="851" c:formatCode="yyyy/m/d">
                  <c:v>42186</c:v>
                </c:pt>
                <c:pt idx="852" c:formatCode="yyyy/m/d">
                  <c:v>42191</c:v>
                </c:pt>
                <c:pt idx="853" c:formatCode="yyyy/m/d">
                  <c:v>42192</c:v>
                </c:pt>
                <c:pt idx="854" c:formatCode="yyyy/m/d">
                  <c:v>42193</c:v>
                </c:pt>
                <c:pt idx="855" c:formatCode="yyyy/m/d">
                  <c:v>42194</c:v>
                </c:pt>
                <c:pt idx="856" c:formatCode="yyyy/m/d">
                  <c:v>42195</c:v>
                </c:pt>
                <c:pt idx="857" c:formatCode="yyyy/m/d">
                  <c:v>42198</c:v>
                </c:pt>
                <c:pt idx="858" c:formatCode="yyyy/m/d">
                  <c:v>42199</c:v>
                </c:pt>
                <c:pt idx="859" c:formatCode="yyyy/m/d">
                  <c:v>42200</c:v>
                </c:pt>
                <c:pt idx="860" c:formatCode="yyyy/m/d">
                  <c:v>42201</c:v>
                </c:pt>
                <c:pt idx="861" c:formatCode="yyyy/m/d">
                  <c:v>42202</c:v>
                </c:pt>
                <c:pt idx="862" c:formatCode="yyyy/m/d">
                  <c:v>42205</c:v>
                </c:pt>
                <c:pt idx="863" c:formatCode="yyyy/m/d">
                  <c:v>42206</c:v>
                </c:pt>
                <c:pt idx="864" c:formatCode="yyyy/m/d">
                  <c:v>42207</c:v>
                </c:pt>
                <c:pt idx="865" c:formatCode="yyyy/m/d">
                  <c:v>42208</c:v>
                </c:pt>
                <c:pt idx="866" c:formatCode="yyyy/m/d">
                  <c:v>42209</c:v>
                </c:pt>
                <c:pt idx="867" c:formatCode="yyyy/m/d">
                  <c:v>42212</c:v>
                </c:pt>
                <c:pt idx="868" c:formatCode="yyyy/m/d">
                  <c:v>42213</c:v>
                </c:pt>
                <c:pt idx="869" c:formatCode="yyyy/m/d">
                  <c:v>42214</c:v>
                </c:pt>
                <c:pt idx="870" c:formatCode="yyyy/m/d">
                  <c:v>42215</c:v>
                </c:pt>
                <c:pt idx="871" c:formatCode="yyyy/m/d">
                  <c:v>42216</c:v>
                </c:pt>
                <c:pt idx="872" c:formatCode="yyyy/m/d">
                  <c:v>42219</c:v>
                </c:pt>
                <c:pt idx="873" c:formatCode="yyyy/m/d">
                  <c:v>42220</c:v>
                </c:pt>
                <c:pt idx="874" c:formatCode="yyyy/m/d">
                  <c:v>42221</c:v>
                </c:pt>
                <c:pt idx="875" c:formatCode="yyyy/m/d">
                  <c:v>42222</c:v>
                </c:pt>
                <c:pt idx="876" c:formatCode="yyyy/m/d">
                  <c:v>42223</c:v>
                </c:pt>
                <c:pt idx="877" c:formatCode="yyyy/m/d">
                  <c:v>42226</c:v>
                </c:pt>
                <c:pt idx="878" c:formatCode="yyyy/m/d">
                  <c:v>42227</c:v>
                </c:pt>
                <c:pt idx="879" c:formatCode="yyyy/m/d">
                  <c:v>42228</c:v>
                </c:pt>
                <c:pt idx="880" c:formatCode="yyyy/m/d">
                  <c:v>42229</c:v>
                </c:pt>
                <c:pt idx="881" c:formatCode="yyyy/m/d">
                  <c:v>42230</c:v>
                </c:pt>
                <c:pt idx="882" c:formatCode="yyyy/m/d">
                  <c:v>42233</c:v>
                </c:pt>
                <c:pt idx="883" c:formatCode="yyyy/m/d">
                  <c:v>42234</c:v>
                </c:pt>
                <c:pt idx="884" c:formatCode="yyyy/m/d">
                  <c:v>42235</c:v>
                </c:pt>
                <c:pt idx="885" c:formatCode="yyyy/m/d">
                  <c:v>42236</c:v>
                </c:pt>
                <c:pt idx="886" c:formatCode="yyyy/m/d">
                  <c:v>42237</c:v>
                </c:pt>
                <c:pt idx="887" c:formatCode="yyyy/m/d">
                  <c:v>42240</c:v>
                </c:pt>
                <c:pt idx="888" c:formatCode="yyyy/m/d">
                  <c:v>42241</c:v>
                </c:pt>
                <c:pt idx="889" c:formatCode="yyyy/m/d">
                  <c:v>42242</c:v>
                </c:pt>
                <c:pt idx="890" c:formatCode="yyyy/m/d">
                  <c:v>42243</c:v>
                </c:pt>
                <c:pt idx="891" c:formatCode="yyyy/m/d">
                  <c:v>42244</c:v>
                </c:pt>
                <c:pt idx="892" c:formatCode="yyyy/m/d">
                  <c:v>42247</c:v>
                </c:pt>
                <c:pt idx="893" c:formatCode="yyyy/m/d">
                  <c:v>42248</c:v>
                </c:pt>
                <c:pt idx="894" c:formatCode="yyyy/m/d">
                  <c:v>42249</c:v>
                </c:pt>
                <c:pt idx="895" c:formatCode="yyyy/m/d">
                  <c:v>42250</c:v>
                </c:pt>
                <c:pt idx="896" c:formatCode="yyyy/m/d">
                  <c:v>42251</c:v>
                </c:pt>
                <c:pt idx="897" c:formatCode="yyyy/m/d">
                  <c:v>42255</c:v>
                </c:pt>
                <c:pt idx="898" c:formatCode="yyyy/m/d">
                  <c:v>42256</c:v>
                </c:pt>
                <c:pt idx="899" c:formatCode="yyyy/m/d">
                  <c:v>42257</c:v>
                </c:pt>
                <c:pt idx="900" c:formatCode="yyyy/m/d">
                  <c:v>42258</c:v>
                </c:pt>
                <c:pt idx="901" c:formatCode="yyyy/m/d">
                  <c:v>42261</c:v>
                </c:pt>
                <c:pt idx="902" c:formatCode="yyyy/m/d">
                  <c:v>42262</c:v>
                </c:pt>
                <c:pt idx="903" c:formatCode="yyyy/m/d">
                  <c:v>42263</c:v>
                </c:pt>
                <c:pt idx="904" c:formatCode="yyyy/m/d">
                  <c:v>42264</c:v>
                </c:pt>
                <c:pt idx="905" c:formatCode="yyyy/m/d">
                  <c:v>42265</c:v>
                </c:pt>
                <c:pt idx="906" c:formatCode="yyyy/m/d">
                  <c:v>42268</c:v>
                </c:pt>
                <c:pt idx="907" c:formatCode="yyyy/m/d">
                  <c:v>42269</c:v>
                </c:pt>
                <c:pt idx="908" c:formatCode="yyyy/m/d">
                  <c:v>42270</c:v>
                </c:pt>
                <c:pt idx="909" c:formatCode="yyyy/m/d">
                  <c:v>42271</c:v>
                </c:pt>
                <c:pt idx="910" c:formatCode="yyyy/m/d">
                  <c:v>42272</c:v>
                </c:pt>
                <c:pt idx="911" c:formatCode="yyyy/m/d">
                  <c:v>42275</c:v>
                </c:pt>
                <c:pt idx="912" c:formatCode="yyyy/m/d">
                  <c:v>42276</c:v>
                </c:pt>
                <c:pt idx="913" c:formatCode="yyyy/m/d">
                  <c:v>42277</c:v>
                </c:pt>
                <c:pt idx="914" c:formatCode="yyyy/m/d">
                  <c:v>42278</c:v>
                </c:pt>
                <c:pt idx="915" c:formatCode="yyyy/m/d">
                  <c:v>42279</c:v>
                </c:pt>
                <c:pt idx="916" c:formatCode="yyyy/m/d">
                  <c:v>42282</c:v>
                </c:pt>
                <c:pt idx="917" c:formatCode="yyyy/m/d">
                  <c:v>42283</c:v>
                </c:pt>
                <c:pt idx="918" c:formatCode="yyyy/m/d">
                  <c:v>42284</c:v>
                </c:pt>
                <c:pt idx="919" c:formatCode="yyyy/m/d">
                  <c:v>42285</c:v>
                </c:pt>
                <c:pt idx="920" c:formatCode="yyyy/m/d">
                  <c:v>42286</c:v>
                </c:pt>
                <c:pt idx="921" c:formatCode="yyyy/m/d">
                  <c:v>42289</c:v>
                </c:pt>
                <c:pt idx="922" c:formatCode="yyyy/m/d">
                  <c:v>42290</c:v>
                </c:pt>
                <c:pt idx="923" c:formatCode="yyyy/m/d">
                  <c:v>42291</c:v>
                </c:pt>
                <c:pt idx="924" c:formatCode="yyyy/m/d">
                  <c:v>42292</c:v>
                </c:pt>
                <c:pt idx="925" c:formatCode="yyyy/m/d">
                  <c:v>42293</c:v>
                </c:pt>
                <c:pt idx="926" c:formatCode="yyyy/m/d">
                  <c:v>42296</c:v>
                </c:pt>
                <c:pt idx="927" c:formatCode="yyyy/m/d">
                  <c:v>42297</c:v>
                </c:pt>
                <c:pt idx="928" c:formatCode="yyyy/m/d">
                  <c:v>42298</c:v>
                </c:pt>
                <c:pt idx="929" c:formatCode="yyyy/m/d">
                  <c:v>42299</c:v>
                </c:pt>
                <c:pt idx="930" c:formatCode="yyyy/m/d">
                  <c:v>42300</c:v>
                </c:pt>
                <c:pt idx="931" c:formatCode="yyyy/m/d">
                  <c:v>42303</c:v>
                </c:pt>
                <c:pt idx="932" c:formatCode="yyyy/m/d">
                  <c:v>42304</c:v>
                </c:pt>
                <c:pt idx="933" c:formatCode="yyyy/m/d">
                  <c:v>42305</c:v>
                </c:pt>
                <c:pt idx="934" c:formatCode="yyyy/m/d">
                  <c:v>42306</c:v>
                </c:pt>
                <c:pt idx="935" c:formatCode="yyyy/m/d">
                  <c:v>42307</c:v>
                </c:pt>
                <c:pt idx="936" c:formatCode="yyyy/m/d">
                  <c:v>42310</c:v>
                </c:pt>
                <c:pt idx="937" c:formatCode="yyyy/m/d">
                  <c:v>42311</c:v>
                </c:pt>
                <c:pt idx="938" c:formatCode="yyyy/m/d">
                  <c:v>42312</c:v>
                </c:pt>
                <c:pt idx="939" c:formatCode="yyyy/m/d">
                  <c:v>42313</c:v>
                </c:pt>
                <c:pt idx="940" c:formatCode="yyyy/m/d">
                  <c:v>42314</c:v>
                </c:pt>
                <c:pt idx="941" c:formatCode="yyyy/m/d">
                  <c:v>42317</c:v>
                </c:pt>
                <c:pt idx="942" c:formatCode="yyyy/m/d">
                  <c:v>42318</c:v>
                </c:pt>
                <c:pt idx="943" c:formatCode="yyyy/m/d">
                  <c:v>42319</c:v>
                </c:pt>
                <c:pt idx="944" c:formatCode="yyyy/m/d">
                  <c:v>42320</c:v>
                </c:pt>
                <c:pt idx="945" c:formatCode="yyyy/m/d">
                  <c:v>42321</c:v>
                </c:pt>
                <c:pt idx="946" c:formatCode="yyyy/m/d">
                  <c:v>42324</c:v>
                </c:pt>
                <c:pt idx="947" c:formatCode="yyyy/m/d">
                  <c:v>42325</c:v>
                </c:pt>
                <c:pt idx="948" c:formatCode="yyyy/m/d">
                  <c:v>42326</c:v>
                </c:pt>
                <c:pt idx="949" c:formatCode="yyyy/m/d">
                  <c:v>42327</c:v>
                </c:pt>
                <c:pt idx="950" c:formatCode="yyyy/m/d">
                  <c:v>42328</c:v>
                </c:pt>
                <c:pt idx="951" c:formatCode="yyyy/m/d">
                  <c:v>42331</c:v>
                </c:pt>
                <c:pt idx="952" c:formatCode="yyyy/m/d">
                  <c:v>42332</c:v>
                </c:pt>
                <c:pt idx="953" c:formatCode="yyyy/m/d">
                  <c:v>42333</c:v>
                </c:pt>
                <c:pt idx="954" c:formatCode="yyyy/m/d">
                  <c:v>42338</c:v>
                </c:pt>
                <c:pt idx="955" c:formatCode="yyyy/m/d">
                  <c:v>42339</c:v>
                </c:pt>
                <c:pt idx="956" c:formatCode="yyyy/m/d">
                  <c:v>42340</c:v>
                </c:pt>
                <c:pt idx="957" c:formatCode="yyyy/m/d">
                  <c:v>42341</c:v>
                </c:pt>
                <c:pt idx="958" c:formatCode="yyyy/m/d">
                  <c:v>42342</c:v>
                </c:pt>
                <c:pt idx="959" c:formatCode="yyyy/m/d">
                  <c:v>42345</c:v>
                </c:pt>
                <c:pt idx="960" c:formatCode="yyyy/m/d">
                  <c:v>42346</c:v>
                </c:pt>
                <c:pt idx="961" c:formatCode="yyyy/m/d">
                  <c:v>42347</c:v>
                </c:pt>
                <c:pt idx="962" c:formatCode="yyyy/m/d">
                  <c:v>42348</c:v>
                </c:pt>
                <c:pt idx="963" c:formatCode="yyyy/m/d">
                  <c:v>42349</c:v>
                </c:pt>
                <c:pt idx="964" c:formatCode="yyyy/m/d">
                  <c:v>42352</c:v>
                </c:pt>
                <c:pt idx="965" c:formatCode="yyyy/m/d">
                  <c:v>42353</c:v>
                </c:pt>
                <c:pt idx="966" c:formatCode="yyyy/m/d">
                  <c:v>42354</c:v>
                </c:pt>
                <c:pt idx="967" c:formatCode="yyyy/m/d">
                  <c:v>42355</c:v>
                </c:pt>
                <c:pt idx="968" c:formatCode="yyyy/m/d">
                  <c:v>42356</c:v>
                </c:pt>
                <c:pt idx="969" c:formatCode="yyyy/m/d">
                  <c:v>42359</c:v>
                </c:pt>
                <c:pt idx="970" c:formatCode="yyyy/m/d">
                  <c:v>42360</c:v>
                </c:pt>
                <c:pt idx="971" c:formatCode="yyyy/m/d">
                  <c:v>42361</c:v>
                </c:pt>
                <c:pt idx="972" c:formatCode="yyyy/m/d">
                  <c:v>42366</c:v>
                </c:pt>
                <c:pt idx="973" c:formatCode="yyyy/m/d">
                  <c:v>42367</c:v>
                </c:pt>
                <c:pt idx="974" c:formatCode="yyyy/m/d">
                  <c:v>42368</c:v>
                </c:pt>
                <c:pt idx="975" c:formatCode="yyyy/m/d">
                  <c:v>42369</c:v>
                </c:pt>
                <c:pt idx="976" c:formatCode="yyyy/m/d">
                  <c:v>42373</c:v>
                </c:pt>
                <c:pt idx="977" c:formatCode="yyyy/m/d">
                  <c:v>42374</c:v>
                </c:pt>
                <c:pt idx="978" c:formatCode="yyyy/m/d">
                  <c:v>42375</c:v>
                </c:pt>
                <c:pt idx="979" c:formatCode="yyyy/m/d">
                  <c:v>42376</c:v>
                </c:pt>
                <c:pt idx="980" c:formatCode="yyyy/m/d">
                  <c:v>42377</c:v>
                </c:pt>
                <c:pt idx="981" c:formatCode="yyyy/m/d">
                  <c:v>42380</c:v>
                </c:pt>
                <c:pt idx="982" c:formatCode="yyyy/m/d">
                  <c:v>42381</c:v>
                </c:pt>
                <c:pt idx="983" c:formatCode="yyyy/m/d">
                  <c:v>42382</c:v>
                </c:pt>
                <c:pt idx="984" c:formatCode="yyyy/m/d">
                  <c:v>42383</c:v>
                </c:pt>
                <c:pt idx="985" c:formatCode="yyyy/m/d">
                  <c:v>42384</c:v>
                </c:pt>
                <c:pt idx="986" c:formatCode="yyyy/m/d">
                  <c:v>42388</c:v>
                </c:pt>
                <c:pt idx="987" c:formatCode="yyyy/m/d">
                  <c:v>42389</c:v>
                </c:pt>
                <c:pt idx="988" c:formatCode="yyyy/m/d">
                  <c:v>42390</c:v>
                </c:pt>
                <c:pt idx="989" c:formatCode="yyyy/m/d">
                  <c:v>42391</c:v>
                </c:pt>
                <c:pt idx="990" c:formatCode="yyyy/m/d">
                  <c:v>42394</c:v>
                </c:pt>
                <c:pt idx="991" c:formatCode="yyyy/m/d">
                  <c:v>42395</c:v>
                </c:pt>
                <c:pt idx="992" c:formatCode="yyyy/m/d">
                  <c:v>42396</c:v>
                </c:pt>
                <c:pt idx="993" c:formatCode="yyyy/m/d">
                  <c:v>42397</c:v>
                </c:pt>
                <c:pt idx="994" c:formatCode="yyyy/m/d">
                  <c:v>42398</c:v>
                </c:pt>
                <c:pt idx="995" c:formatCode="yyyy/m/d">
                  <c:v>42401</c:v>
                </c:pt>
                <c:pt idx="996" c:formatCode="yyyy/m/d">
                  <c:v>42402</c:v>
                </c:pt>
                <c:pt idx="997" c:formatCode="yyyy/m/d">
                  <c:v>42403</c:v>
                </c:pt>
                <c:pt idx="998" c:formatCode="yyyy/m/d">
                  <c:v>42404</c:v>
                </c:pt>
                <c:pt idx="999" c:formatCode="yyyy/m/d">
                  <c:v>42405</c:v>
                </c:pt>
                <c:pt idx="1000" c:formatCode="yyyy/m/d">
                  <c:v>42408</c:v>
                </c:pt>
                <c:pt idx="1001" c:formatCode="yyyy/m/d">
                  <c:v>42409</c:v>
                </c:pt>
                <c:pt idx="1002" c:formatCode="yyyy/m/d">
                  <c:v>42410</c:v>
                </c:pt>
                <c:pt idx="1003" c:formatCode="yyyy/m/d">
                  <c:v>42411</c:v>
                </c:pt>
                <c:pt idx="1004" c:formatCode="yyyy/m/d">
                  <c:v>42412</c:v>
                </c:pt>
                <c:pt idx="1005" c:formatCode="yyyy/m/d">
                  <c:v>42416</c:v>
                </c:pt>
                <c:pt idx="1006" c:formatCode="yyyy/m/d">
                  <c:v>42417</c:v>
                </c:pt>
                <c:pt idx="1007" c:formatCode="yyyy/m/d">
                  <c:v>42418</c:v>
                </c:pt>
                <c:pt idx="1008" c:formatCode="yyyy/m/d">
                  <c:v>42419</c:v>
                </c:pt>
                <c:pt idx="1009" c:formatCode="yyyy/m/d">
                  <c:v>42422</c:v>
                </c:pt>
                <c:pt idx="1010" c:formatCode="yyyy/m/d">
                  <c:v>42423</c:v>
                </c:pt>
                <c:pt idx="1011" c:formatCode="yyyy/m/d">
                  <c:v>42424</c:v>
                </c:pt>
                <c:pt idx="1012" c:formatCode="yyyy/m/d">
                  <c:v>42425</c:v>
                </c:pt>
                <c:pt idx="1013" c:formatCode="yyyy/m/d">
                  <c:v>42426</c:v>
                </c:pt>
                <c:pt idx="1014" c:formatCode="yyyy/m/d">
                  <c:v>42429</c:v>
                </c:pt>
                <c:pt idx="1015" c:formatCode="yyyy/m/d">
                  <c:v>42430</c:v>
                </c:pt>
                <c:pt idx="1016" c:formatCode="yyyy/m/d">
                  <c:v>42431</c:v>
                </c:pt>
                <c:pt idx="1017" c:formatCode="yyyy/m/d">
                  <c:v>42432</c:v>
                </c:pt>
                <c:pt idx="1018" c:formatCode="yyyy/m/d">
                  <c:v>42433</c:v>
                </c:pt>
                <c:pt idx="1019" c:formatCode="yyyy/m/d">
                  <c:v>42436</c:v>
                </c:pt>
                <c:pt idx="1020" c:formatCode="yyyy/m/d">
                  <c:v>42437</c:v>
                </c:pt>
                <c:pt idx="1021" c:formatCode="yyyy/m/d">
                  <c:v>42438</c:v>
                </c:pt>
                <c:pt idx="1022" c:formatCode="yyyy/m/d">
                  <c:v>42439</c:v>
                </c:pt>
                <c:pt idx="1023" c:formatCode="yyyy/m/d">
                  <c:v>42440</c:v>
                </c:pt>
                <c:pt idx="1024" c:formatCode="yyyy/m/d">
                  <c:v>42443</c:v>
                </c:pt>
                <c:pt idx="1025" c:formatCode="yyyy/m/d">
                  <c:v>42444</c:v>
                </c:pt>
                <c:pt idx="1026" c:formatCode="yyyy/m/d">
                  <c:v>42445</c:v>
                </c:pt>
                <c:pt idx="1027" c:formatCode="yyyy/m/d">
                  <c:v>42446</c:v>
                </c:pt>
                <c:pt idx="1028" c:formatCode="yyyy/m/d">
                  <c:v>42447</c:v>
                </c:pt>
                <c:pt idx="1029" c:formatCode="yyyy/m/d">
                  <c:v>42450</c:v>
                </c:pt>
                <c:pt idx="1030" c:formatCode="yyyy/m/d">
                  <c:v>42451</c:v>
                </c:pt>
                <c:pt idx="1031" c:formatCode="yyyy/m/d">
                  <c:v>42452</c:v>
                </c:pt>
                <c:pt idx="1032" c:formatCode="yyyy/m/d">
                  <c:v>42457</c:v>
                </c:pt>
                <c:pt idx="1033" c:formatCode="yyyy/m/d">
                  <c:v>42458</c:v>
                </c:pt>
                <c:pt idx="1034" c:formatCode="yyyy/m/d">
                  <c:v>42459</c:v>
                </c:pt>
                <c:pt idx="1035" c:formatCode="yyyy/m/d">
                  <c:v>42460</c:v>
                </c:pt>
                <c:pt idx="1036" c:formatCode="yyyy/m/d">
                  <c:v>42461</c:v>
                </c:pt>
                <c:pt idx="1037" c:formatCode="yyyy/m/d">
                  <c:v>42464</c:v>
                </c:pt>
                <c:pt idx="1038" c:formatCode="yyyy/m/d">
                  <c:v>42465</c:v>
                </c:pt>
                <c:pt idx="1039" c:formatCode="yyyy/m/d">
                  <c:v>42466</c:v>
                </c:pt>
                <c:pt idx="1040" c:formatCode="yyyy/m/d">
                  <c:v>42467</c:v>
                </c:pt>
                <c:pt idx="1041" c:formatCode="yyyy/m/d">
                  <c:v>42468</c:v>
                </c:pt>
                <c:pt idx="1042" c:formatCode="yyyy/m/d">
                  <c:v>42471</c:v>
                </c:pt>
                <c:pt idx="1043" c:formatCode="yyyy/m/d">
                  <c:v>42472</c:v>
                </c:pt>
                <c:pt idx="1044" c:formatCode="yyyy/m/d">
                  <c:v>42473</c:v>
                </c:pt>
                <c:pt idx="1045" c:formatCode="yyyy/m/d">
                  <c:v>42474</c:v>
                </c:pt>
                <c:pt idx="1046" c:formatCode="yyyy/m/d">
                  <c:v>42475</c:v>
                </c:pt>
                <c:pt idx="1047" c:formatCode="yyyy/m/d">
                  <c:v>42478</c:v>
                </c:pt>
                <c:pt idx="1048" c:formatCode="yyyy/m/d">
                  <c:v>42479</c:v>
                </c:pt>
                <c:pt idx="1049" c:formatCode="yyyy/m/d">
                  <c:v>42480</c:v>
                </c:pt>
                <c:pt idx="1050" c:formatCode="yyyy/m/d">
                  <c:v>42481</c:v>
                </c:pt>
                <c:pt idx="1051" c:formatCode="yyyy/m/d">
                  <c:v>42482</c:v>
                </c:pt>
                <c:pt idx="1052" c:formatCode="yyyy/m/d">
                  <c:v>42485</c:v>
                </c:pt>
                <c:pt idx="1053" c:formatCode="yyyy/m/d">
                  <c:v>42486</c:v>
                </c:pt>
                <c:pt idx="1054" c:formatCode="yyyy/m/d">
                  <c:v>42487</c:v>
                </c:pt>
                <c:pt idx="1055" c:formatCode="yyyy/m/d">
                  <c:v>42488</c:v>
                </c:pt>
                <c:pt idx="1056" c:formatCode="yyyy/m/d">
                  <c:v>42489</c:v>
                </c:pt>
                <c:pt idx="1057" c:formatCode="yyyy/m/d">
                  <c:v>42492</c:v>
                </c:pt>
                <c:pt idx="1058" c:formatCode="yyyy/m/d">
                  <c:v>42493</c:v>
                </c:pt>
                <c:pt idx="1059" c:formatCode="yyyy/m/d">
                  <c:v>42494</c:v>
                </c:pt>
                <c:pt idx="1060" c:formatCode="yyyy/m/d">
                  <c:v>42495</c:v>
                </c:pt>
                <c:pt idx="1061" c:formatCode="yyyy/m/d">
                  <c:v>42496</c:v>
                </c:pt>
                <c:pt idx="1062" c:formatCode="yyyy/m/d">
                  <c:v>42499</c:v>
                </c:pt>
                <c:pt idx="1063" c:formatCode="yyyy/m/d">
                  <c:v>42500</c:v>
                </c:pt>
                <c:pt idx="1064" c:formatCode="yyyy/m/d">
                  <c:v>42501</c:v>
                </c:pt>
                <c:pt idx="1065" c:formatCode="yyyy/m/d">
                  <c:v>42502</c:v>
                </c:pt>
                <c:pt idx="1066" c:formatCode="yyyy/m/d">
                  <c:v>42503</c:v>
                </c:pt>
                <c:pt idx="1067" c:formatCode="yyyy/m/d">
                  <c:v>42506</c:v>
                </c:pt>
                <c:pt idx="1068" c:formatCode="yyyy/m/d">
                  <c:v>42507</c:v>
                </c:pt>
                <c:pt idx="1069" c:formatCode="yyyy/m/d">
                  <c:v>42508</c:v>
                </c:pt>
                <c:pt idx="1070" c:formatCode="yyyy/m/d">
                  <c:v>42509</c:v>
                </c:pt>
                <c:pt idx="1071" c:formatCode="yyyy/m/d">
                  <c:v>42510</c:v>
                </c:pt>
                <c:pt idx="1072" c:formatCode="yyyy/m/d">
                  <c:v>42513</c:v>
                </c:pt>
                <c:pt idx="1073" c:formatCode="yyyy/m/d">
                  <c:v>42514</c:v>
                </c:pt>
                <c:pt idx="1074" c:formatCode="yyyy/m/d">
                  <c:v>42515</c:v>
                </c:pt>
                <c:pt idx="1075" c:formatCode="yyyy/m/d">
                  <c:v>42516</c:v>
                </c:pt>
                <c:pt idx="1076" c:formatCode="yyyy/m/d">
                  <c:v>42517</c:v>
                </c:pt>
                <c:pt idx="1077" c:formatCode="yyyy/m/d">
                  <c:v>42521</c:v>
                </c:pt>
                <c:pt idx="1078" c:formatCode="yyyy/m/d">
                  <c:v>42522</c:v>
                </c:pt>
                <c:pt idx="1079" c:formatCode="yyyy/m/d">
                  <c:v>42523</c:v>
                </c:pt>
                <c:pt idx="1080" c:formatCode="yyyy/m/d">
                  <c:v>42524</c:v>
                </c:pt>
                <c:pt idx="1081" c:formatCode="yyyy/m/d">
                  <c:v>42527</c:v>
                </c:pt>
                <c:pt idx="1082" c:formatCode="yyyy/m/d">
                  <c:v>42528</c:v>
                </c:pt>
                <c:pt idx="1083" c:formatCode="yyyy/m/d">
                  <c:v>42529</c:v>
                </c:pt>
                <c:pt idx="1084" c:formatCode="yyyy/m/d">
                  <c:v>42530</c:v>
                </c:pt>
                <c:pt idx="1085" c:formatCode="yyyy/m/d">
                  <c:v>42531</c:v>
                </c:pt>
                <c:pt idx="1086" c:formatCode="yyyy/m/d">
                  <c:v>42534</c:v>
                </c:pt>
                <c:pt idx="1087" c:formatCode="yyyy/m/d">
                  <c:v>42535</c:v>
                </c:pt>
                <c:pt idx="1088" c:formatCode="yyyy/m/d">
                  <c:v>42536</c:v>
                </c:pt>
                <c:pt idx="1089" c:formatCode="yyyy/m/d">
                  <c:v>42537</c:v>
                </c:pt>
                <c:pt idx="1090" c:formatCode="yyyy/m/d">
                  <c:v>42538</c:v>
                </c:pt>
                <c:pt idx="1091" c:formatCode="yyyy/m/d">
                  <c:v>42541</c:v>
                </c:pt>
                <c:pt idx="1092" c:formatCode="yyyy/m/d">
                  <c:v>42542</c:v>
                </c:pt>
                <c:pt idx="1093" c:formatCode="yyyy/m/d">
                  <c:v>42543</c:v>
                </c:pt>
                <c:pt idx="1094" c:formatCode="yyyy/m/d">
                  <c:v>42544</c:v>
                </c:pt>
                <c:pt idx="1095" c:formatCode="yyyy/m/d">
                  <c:v>42545</c:v>
                </c:pt>
                <c:pt idx="1096" c:formatCode="yyyy/m/d">
                  <c:v>42548</c:v>
                </c:pt>
                <c:pt idx="1097" c:formatCode="yyyy/m/d">
                  <c:v>42549</c:v>
                </c:pt>
                <c:pt idx="1098" c:formatCode="yyyy/m/d">
                  <c:v>42550</c:v>
                </c:pt>
                <c:pt idx="1099" c:formatCode="yyyy/m/d">
                  <c:v>42551</c:v>
                </c:pt>
                <c:pt idx="1100" c:formatCode="yyyy/m/d">
                  <c:v>42552</c:v>
                </c:pt>
                <c:pt idx="1101" c:formatCode="yyyy/m/d">
                  <c:v>42556</c:v>
                </c:pt>
                <c:pt idx="1102" c:formatCode="yyyy/m/d">
                  <c:v>42557</c:v>
                </c:pt>
                <c:pt idx="1103" c:formatCode="yyyy/m/d">
                  <c:v>42558</c:v>
                </c:pt>
                <c:pt idx="1104" c:formatCode="yyyy/m/d">
                  <c:v>42559</c:v>
                </c:pt>
                <c:pt idx="1105" c:formatCode="yyyy/m/d">
                  <c:v>42562</c:v>
                </c:pt>
                <c:pt idx="1106" c:formatCode="yyyy/m/d">
                  <c:v>42563</c:v>
                </c:pt>
                <c:pt idx="1107" c:formatCode="yyyy/m/d">
                  <c:v>42564</c:v>
                </c:pt>
                <c:pt idx="1108" c:formatCode="yyyy/m/d">
                  <c:v>42565</c:v>
                </c:pt>
                <c:pt idx="1109" c:formatCode="yyyy/m/d">
                  <c:v>42566</c:v>
                </c:pt>
                <c:pt idx="1110" c:formatCode="yyyy/m/d">
                  <c:v>42569</c:v>
                </c:pt>
                <c:pt idx="1111" c:formatCode="yyyy/m/d">
                  <c:v>42570</c:v>
                </c:pt>
                <c:pt idx="1112" c:formatCode="yyyy/m/d">
                  <c:v>42571</c:v>
                </c:pt>
                <c:pt idx="1113" c:formatCode="yyyy/m/d">
                  <c:v>42572</c:v>
                </c:pt>
                <c:pt idx="1114" c:formatCode="yyyy/m/d">
                  <c:v>42573</c:v>
                </c:pt>
                <c:pt idx="1115" c:formatCode="yyyy/m/d">
                  <c:v>42576</c:v>
                </c:pt>
                <c:pt idx="1116" c:formatCode="yyyy/m/d">
                  <c:v>42577</c:v>
                </c:pt>
                <c:pt idx="1117" c:formatCode="yyyy/m/d">
                  <c:v>42578</c:v>
                </c:pt>
                <c:pt idx="1118" c:formatCode="yyyy/m/d">
                  <c:v>42579</c:v>
                </c:pt>
                <c:pt idx="1119" c:formatCode="yyyy/m/d">
                  <c:v>42580</c:v>
                </c:pt>
                <c:pt idx="1120" c:formatCode="yyyy/m/d">
                  <c:v>42583</c:v>
                </c:pt>
                <c:pt idx="1121" c:formatCode="yyyy/m/d">
                  <c:v>42584</c:v>
                </c:pt>
                <c:pt idx="1122" c:formatCode="yyyy/m/d">
                  <c:v>42585</c:v>
                </c:pt>
                <c:pt idx="1123" c:formatCode="yyyy/m/d">
                  <c:v>42586</c:v>
                </c:pt>
                <c:pt idx="1124" c:formatCode="yyyy/m/d">
                  <c:v>42587</c:v>
                </c:pt>
                <c:pt idx="1125" c:formatCode="yyyy/m/d">
                  <c:v>42590</c:v>
                </c:pt>
                <c:pt idx="1126" c:formatCode="yyyy/m/d">
                  <c:v>42591</c:v>
                </c:pt>
                <c:pt idx="1127" c:formatCode="yyyy/m/d">
                  <c:v>42592</c:v>
                </c:pt>
                <c:pt idx="1128" c:formatCode="yyyy/m/d">
                  <c:v>42593</c:v>
                </c:pt>
                <c:pt idx="1129" c:formatCode="yyyy/m/d">
                  <c:v>42594</c:v>
                </c:pt>
                <c:pt idx="1130" c:formatCode="yyyy/m/d">
                  <c:v>42597</c:v>
                </c:pt>
                <c:pt idx="1131" c:formatCode="yyyy/m/d">
                  <c:v>42598</c:v>
                </c:pt>
                <c:pt idx="1132" c:formatCode="yyyy/m/d">
                  <c:v>42599</c:v>
                </c:pt>
                <c:pt idx="1133" c:formatCode="yyyy/m/d">
                  <c:v>42600</c:v>
                </c:pt>
                <c:pt idx="1134" c:formatCode="yyyy/m/d">
                  <c:v>42601</c:v>
                </c:pt>
                <c:pt idx="1135" c:formatCode="yyyy/m/d">
                  <c:v>42604</c:v>
                </c:pt>
                <c:pt idx="1136" c:formatCode="yyyy/m/d">
                  <c:v>42605</c:v>
                </c:pt>
                <c:pt idx="1137" c:formatCode="yyyy/m/d">
                  <c:v>42606</c:v>
                </c:pt>
                <c:pt idx="1138" c:formatCode="yyyy/m/d">
                  <c:v>42607</c:v>
                </c:pt>
                <c:pt idx="1139" c:formatCode="yyyy/m/d">
                  <c:v>42608</c:v>
                </c:pt>
                <c:pt idx="1140" c:formatCode="yyyy/m/d">
                  <c:v>42611</c:v>
                </c:pt>
                <c:pt idx="1141" c:formatCode="yyyy/m/d">
                  <c:v>42612</c:v>
                </c:pt>
                <c:pt idx="1142" c:formatCode="yyyy/m/d">
                  <c:v>42613</c:v>
                </c:pt>
                <c:pt idx="1143" c:formatCode="yyyy/m/d">
                  <c:v>42614</c:v>
                </c:pt>
                <c:pt idx="1144" c:formatCode="yyyy/m/d">
                  <c:v>42615</c:v>
                </c:pt>
                <c:pt idx="1145" c:formatCode="yyyy/m/d">
                  <c:v>42619</c:v>
                </c:pt>
                <c:pt idx="1146" c:formatCode="yyyy/m/d">
                  <c:v>42620</c:v>
                </c:pt>
                <c:pt idx="1147" c:formatCode="yyyy/m/d">
                  <c:v>42621</c:v>
                </c:pt>
                <c:pt idx="1148" c:formatCode="yyyy/m/d">
                  <c:v>42622</c:v>
                </c:pt>
                <c:pt idx="1149" c:formatCode="yyyy/m/d">
                  <c:v>42625</c:v>
                </c:pt>
                <c:pt idx="1150" c:formatCode="yyyy/m/d">
                  <c:v>42626</c:v>
                </c:pt>
                <c:pt idx="1151" c:formatCode="yyyy/m/d">
                  <c:v>42627</c:v>
                </c:pt>
                <c:pt idx="1152" c:formatCode="yyyy/m/d">
                  <c:v>42628</c:v>
                </c:pt>
                <c:pt idx="1153" c:formatCode="yyyy/m/d">
                  <c:v>42629</c:v>
                </c:pt>
                <c:pt idx="1154" c:formatCode="yyyy/m/d">
                  <c:v>42632</c:v>
                </c:pt>
                <c:pt idx="1155" c:formatCode="yyyy/m/d">
                  <c:v>42633</c:v>
                </c:pt>
                <c:pt idx="1156" c:formatCode="yyyy/m/d">
                  <c:v>42634</c:v>
                </c:pt>
                <c:pt idx="1157" c:formatCode="yyyy/m/d">
                  <c:v>42635</c:v>
                </c:pt>
                <c:pt idx="1158" c:formatCode="yyyy/m/d">
                  <c:v>42636</c:v>
                </c:pt>
                <c:pt idx="1159" c:formatCode="yyyy/m/d">
                  <c:v>42639</c:v>
                </c:pt>
                <c:pt idx="1160" c:formatCode="yyyy/m/d">
                  <c:v>42640</c:v>
                </c:pt>
                <c:pt idx="1161" c:formatCode="yyyy/m/d">
                  <c:v>42641</c:v>
                </c:pt>
                <c:pt idx="1162" c:formatCode="yyyy/m/d">
                  <c:v>42642</c:v>
                </c:pt>
                <c:pt idx="1163" c:formatCode="yyyy/m/d">
                  <c:v>42643</c:v>
                </c:pt>
                <c:pt idx="1164" c:formatCode="yyyy/m/d">
                  <c:v>42646</c:v>
                </c:pt>
                <c:pt idx="1165" c:formatCode="yyyy/m/d">
                  <c:v>42647</c:v>
                </c:pt>
                <c:pt idx="1166" c:formatCode="yyyy/m/d">
                  <c:v>42648</c:v>
                </c:pt>
                <c:pt idx="1167" c:formatCode="yyyy/m/d">
                  <c:v>42649</c:v>
                </c:pt>
                <c:pt idx="1168" c:formatCode="yyyy/m/d">
                  <c:v>42650</c:v>
                </c:pt>
                <c:pt idx="1169" c:formatCode="yyyy/m/d">
                  <c:v>42653</c:v>
                </c:pt>
                <c:pt idx="1170" c:formatCode="yyyy/m/d">
                  <c:v>42654</c:v>
                </c:pt>
                <c:pt idx="1171" c:formatCode="yyyy/m/d">
                  <c:v>42655</c:v>
                </c:pt>
                <c:pt idx="1172" c:formatCode="yyyy/m/d">
                  <c:v>42656</c:v>
                </c:pt>
                <c:pt idx="1173" c:formatCode="yyyy/m/d">
                  <c:v>42657</c:v>
                </c:pt>
                <c:pt idx="1174" c:formatCode="yyyy/m/d">
                  <c:v>42660</c:v>
                </c:pt>
                <c:pt idx="1175" c:formatCode="yyyy/m/d">
                  <c:v>42661</c:v>
                </c:pt>
                <c:pt idx="1176" c:formatCode="yyyy/m/d">
                  <c:v>42662</c:v>
                </c:pt>
                <c:pt idx="1177" c:formatCode="yyyy/m/d">
                  <c:v>42663</c:v>
                </c:pt>
                <c:pt idx="1178" c:formatCode="yyyy/m/d">
                  <c:v>42664</c:v>
                </c:pt>
                <c:pt idx="1179" c:formatCode="yyyy/m/d">
                  <c:v>42667</c:v>
                </c:pt>
                <c:pt idx="1180" c:formatCode="yyyy/m/d">
                  <c:v>42668</c:v>
                </c:pt>
                <c:pt idx="1181" c:formatCode="yyyy/m/d">
                  <c:v>42669</c:v>
                </c:pt>
                <c:pt idx="1182" c:formatCode="yyyy/m/d">
                  <c:v>42670</c:v>
                </c:pt>
                <c:pt idx="1183" c:formatCode="yyyy/m/d">
                  <c:v>42671</c:v>
                </c:pt>
                <c:pt idx="1184" c:formatCode="yyyy/m/d">
                  <c:v>42674</c:v>
                </c:pt>
                <c:pt idx="1185" c:formatCode="yyyy/m/d">
                  <c:v>42675</c:v>
                </c:pt>
                <c:pt idx="1186" c:formatCode="yyyy/m/d">
                  <c:v>42676</c:v>
                </c:pt>
                <c:pt idx="1187" c:formatCode="yyyy/m/d">
                  <c:v>42677</c:v>
                </c:pt>
                <c:pt idx="1188" c:formatCode="yyyy/m/d">
                  <c:v>42678</c:v>
                </c:pt>
                <c:pt idx="1189" c:formatCode="yyyy/m/d">
                  <c:v>42681</c:v>
                </c:pt>
                <c:pt idx="1190" c:formatCode="yyyy/m/d">
                  <c:v>42682</c:v>
                </c:pt>
                <c:pt idx="1191" c:formatCode="yyyy/m/d">
                  <c:v>42683</c:v>
                </c:pt>
                <c:pt idx="1192" c:formatCode="yyyy/m/d">
                  <c:v>42684</c:v>
                </c:pt>
                <c:pt idx="1193" c:formatCode="yyyy/m/d">
                  <c:v>42685</c:v>
                </c:pt>
                <c:pt idx="1194" c:formatCode="yyyy/m/d">
                  <c:v>42688</c:v>
                </c:pt>
                <c:pt idx="1195" c:formatCode="yyyy/m/d">
                  <c:v>42689</c:v>
                </c:pt>
                <c:pt idx="1196" c:formatCode="yyyy/m/d">
                  <c:v>42690</c:v>
                </c:pt>
                <c:pt idx="1197" c:formatCode="yyyy/m/d">
                  <c:v>42691</c:v>
                </c:pt>
                <c:pt idx="1198" c:formatCode="yyyy/m/d">
                  <c:v>42692</c:v>
                </c:pt>
                <c:pt idx="1199" c:formatCode="yyyy/m/d">
                  <c:v>42695</c:v>
                </c:pt>
                <c:pt idx="1200" c:formatCode="yyyy/m/d">
                  <c:v>42696</c:v>
                </c:pt>
                <c:pt idx="1201" c:formatCode="yyyy/m/d">
                  <c:v>42697</c:v>
                </c:pt>
                <c:pt idx="1202" c:formatCode="yyyy/m/d">
                  <c:v>42702</c:v>
                </c:pt>
                <c:pt idx="1203" c:formatCode="yyyy/m/d">
                  <c:v>42703</c:v>
                </c:pt>
                <c:pt idx="1204" c:formatCode="yyyy/m/d">
                  <c:v>42704</c:v>
                </c:pt>
                <c:pt idx="1205" c:formatCode="yyyy/m/d">
                  <c:v>42705</c:v>
                </c:pt>
                <c:pt idx="1206" c:formatCode="yyyy/m/d">
                  <c:v>42706</c:v>
                </c:pt>
                <c:pt idx="1207" c:formatCode="yyyy/m/d">
                  <c:v>42709</c:v>
                </c:pt>
                <c:pt idx="1208" c:formatCode="yyyy/m/d">
                  <c:v>42710</c:v>
                </c:pt>
                <c:pt idx="1209" c:formatCode="yyyy/m/d">
                  <c:v>42711</c:v>
                </c:pt>
                <c:pt idx="1210" c:formatCode="yyyy/m/d">
                  <c:v>42712</c:v>
                </c:pt>
                <c:pt idx="1211" c:formatCode="yyyy/m/d">
                  <c:v>42713</c:v>
                </c:pt>
                <c:pt idx="1212" c:formatCode="yyyy/m/d">
                  <c:v>42716</c:v>
                </c:pt>
                <c:pt idx="1213" c:formatCode="yyyy/m/d">
                  <c:v>42717</c:v>
                </c:pt>
                <c:pt idx="1214" c:formatCode="yyyy/m/d">
                  <c:v>42718</c:v>
                </c:pt>
                <c:pt idx="1215" c:formatCode="yyyy/m/d">
                  <c:v>42719</c:v>
                </c:pt>
                <c:pt idx="1216" c:formatCode="yyyy/m/d">
                  <c:v>42720</c:v>
                </c:pt>
                <c:pt idx="1217" c:formatCode="yyyy/m/d">
                  <c:v>42723</c:v>
                </c:pt>
                <c:pt idx="1218" c:formatCode="yyyy/m/d">
                  <c:v>42724</c:v>
                </c:pt>
                <c:pt idx="1219" c:formatCode="yyyy/m/d">
                  <c:v>42725</c:v>
                </c:pt>
                <c:pt idx="1220" c:formatCode="yyyy/m/d">
                  <c:v>42726</c:v>
                </c:pt>
                <c:pt idx="1221" c:formatCode="yyyy/m/d">
                  <c:v>42727</c:v>
                </c:pt>
                <c:pt idx="1222" c:formatCode="yyyy/m/d">
                  <c:v>42731</c:v>
                </c:pt>
                <c:pt idx="1223" c:formatCode="yyyy/m/d">
                  <c:v>42732</c:v>
                </c:pt>
                <c:pt idx="1224" c:formatCode="yyyy/m/d">
                  <c:v>42733</c:v>
                </c:pt>
                <c:pt idx="1225" c:formatCode="yyyy/m/d">
                  <c:v>42734</c:v>
                </c:pt>
                <c:pt idx="1226" c:formatCode="yyyy/m/d">
                  <c:v>42738</c:v>
                </c:pt>
                <c:pt idx="1227" c:formatCode="yyyy/m/d">
                  <c:v>42739</c:v>
                </c:pt>
                <c:pt idx="1228" c:formatCode="yyyy/m/d">
                  <c:v>42740</c:v>
                </c:pt>
                <c:pt idx="1229" c:formatCode="yyyy/m/d">
                  <c:v>42741</c:v>
                </c:pt>
                <c:pt idx="1230" c:formatCode="yyyy/m/d">
                  <c:v>42744</c:v>
                </c:pt>
                <c:pt idx="1231" c:formatCode="yyyy/m/d">
                  <c:v>42745</c:v>
                </c:pt>
                <c:pt idx="1232" c:formatCode="yyyy/m/d">
                  <c:v>42746</c:v>
                </c:pt>
                <c:pt idx="1233" c:formatCode="yyyy/m/d">
                  <c:v>42747</c:v>
                </c:pt>
                <c:pt idx="1234" c:formatCode="yyyy/m/d">
                  <c:v>42748</c:v>
                </c:pt>
                <c:pt idx="1235" c:formatCode="yyyy/m/d">
                  <c:v>42752</c:v>
                </c:pt>
                <c:pt idx="1236" c:formatCode="yyyy/m/d">
                  <c:v>42753</c:v>
                </c:pt>
                <c:pt idx="1237" c:formatCode="yyyy/m/d">
                  <c:v>42754</c:v>
                </c:pt>
                <c:pt idx="1238" c:formatCode="yyyy/m/d">
                  <c:v>42755</c:v>
                </c:pt>
                <c:pt idx="1239" c:formatCode="yyyy/m/d">
                  <c:v>42758</c:v>
                </c:pt>
                <c:pt idx="1240" c:formatCode="yyyy/m/d">
                  <c:v>42759</c:v>
                </c:pt>
                <c:pt idx="1241" c:formatCode="yyyy/m/d">
                  <c:v>42760</c:v>
                </c:pt>
                <c:pt idx="1242" c:formatCode="yyyy/m/d">
                  <c:v>42761</c:v>
                </c:pt>
                <c:pt idx="1243" c:formatCode="yyyy/m/d">
                  <c:v>42762</c:v>
                </c:pt>
                <c:pt idx="1244" c:formatCode="yyyy/m/d">
                  <c:v>42765</c:v>
                </c:pt>
                <c:pt idx="1245" c:formatCode="yyyy/m/d">
                  <c:v>42766</c:v>
                </c:pt>
                <c:pt idx="1246" c:formatCode="yyyy/m/d">
                  <c:v>42767</c:v>
                </c:pt>
                <c:pt idx="1247" c:formatCode="yyyy/m/d">
                  <c:v>42768</c:v>
                </c:pt>
                <c:pt idx="1248" c:formatCode="yyyy/m/d">
                  <c:v>42769</c:v>
                </c:pt>
                <c:pt idx="1249" c:formatCode="yyyy/m/d">
                  <c:v>42772</c:v>
                </c:pt>
                <c:pt idx="1250" c:formatCode="yyyy/m/d">
                  <c:v>42773</c:v>
                </c:pt>
                <c:pt idx="1251" c:formatCode="yyyy/m/d">
                  <c:v>42774</c:v>
                </c:pt>
                <c:pt idx="1252" c:formatCode="yyyy/m/d">
                  <c:v>42775</c:v>
                </c:pt>
                <c:pt idx="1253" c:formatCode="yyyy/m/d">
                  <c:v>42776</c:v>
                </c:pt>
                <c:pt idx="1254" c:formatCode="yyyy/m/d">
                  <c:v>42779</c:v>
                </c:pt>
                <c:pt idx="1255" c:formatCode="yyyy/m/d">
                  <c:v>42780</c:v>
                </c:pt>
                <c:pt idx="1256" c:formatCode="yyyy/m/d">
                  <c:v>42781</c:v>
                </c:pt>
                <c:pt idx="1257" c:formatCode="yyyy/m/d">
                  <c:v>42782</c:v>
                </c:pt>
                <c:pt idx="1258" c:formatCode="yyyy/m/d">
                  <c:v>42783</c:v>
                </c:pt>
                <c:pt idx="1259" c:formatCode="yyyy/m/d">
                  <c:v>42787</c:v>
                </c:pt>
                <c:pt idx="1260" c:formatCode="yyyy/m/d">
                  <c:v>42788</c:v>
                </c:pt>
                <c:pt idx="1261" c:formatCode="yyyy/m/d">
                  <c:v>42789</c:v>
                </c:pt>
                <c:pt idx="1262" c:formatCode="yyyy/m/d">
                  <c:v>42790</c:v>
                </c:pt>
                <c:pt idx="1263" c:formatCode="yyyy/m/d">
                  <c:v>42793</c:v>
                </c:pt>
                <c:pt idx="1264" c:formatCode="yyyy/m/d">
                  <c:v>42794</c:v>
                </c:pt>
                <c:pt idx="1265" c:formatCode="yyyy/m/d">
                  <c:v>42795</c:v>
                </c:pt>
                <c:pt idx="1266" c:formatCode="yyyy/m/d">
                  <c:v>42796</c:v>
                </c:pt>
                <c:pt idx="1267" c:formatCode="yyyy/m/d">
                  <c:v>42797</c:v>
                </c:pt>
                <c:pt idx="1268" c:formatCode="yyyy/m/d">
                  <c:v>42800</c:v>
                </c:pt>
                <c:pt idx="1269" c:formatCode="yyyy/m/d">
                  <c:v>42801</c:v>
                </c:pt>
                <c:pt idx="1270" c:formatCode="yyyy/m/d">
                  <c:v>42802</c:v>
                </c:pt>
                <c:pt idx="1271" c:formatCode="yyyy/m/d">
                  <c:v>42803</c:v>
                </c:pt>
                <c:pt idx="1272" c:formatCode="yyyy/m/d">
                  <c:v>42804</c:v>
                </c:pt>
                <c:pt idx="1273" c:formatCode="yyyy/m/d">
                  <c:v>42807</c:v>
                </c:pt>
                <c:pt idx="1274" c:formatCode="yyyy/m/d">
                  <c:v>42808</c:v>
                </c:pt>
                <c:pt idx="1275" c:formatCode="yyyy/m/d">
                  <c:v>42809</c:v>
                </c:pt>
                <c:pt idx="1276" c:formatCode="yyyy/m/d">
                  <c:v>42810</c:v>
                </c:pt>
                <c:pt idx="1277" c:formatCode="yyyy/m/d">
                  <c:v>42811</c:v>
                </c:pt>
                <c:pt idx="1278" c:formatCode="yyyy/m/d">
                  <c:v>42814</c:v>
                </c:pt>
                <c:pt idx="1279" c:formatCode="yyyy/m/d">
                  <c:v>42815</c:v>
                </c:pt>
                <c:pt idx="1280" c:formatCode="yyyy/m/d">
                  <c:v>42816</c:v>
                </c:pt>
                <c:pt idx="1281" c:formatCode="yyyy/m/d">
                  <c:v>42817</c:v>
                </c:pt>
                <c:pt idx="1282" c:formatCode="yyyy/m/d">
                  <c:v>42818</c:v>
                </c:pt>
                <c:pt idx="1283" c:formatCode="yyyy/m/d">
                  <c:v>42821</c:v>
                </c:pt>
                <c:pt idx="1284" c:formatCode="yyyy/m/d">
                  <c:v>42822</c:v>
                </c:pt>
                <c:pt idx="1285" c:formatCode="yyyy/m/d">
                  <c:v>42823</c:v>
                </c:pt>
                <c:pt idx="1286" c:formatCode="yyyy/m/d">
                  <c:v>42824</c:v>
                </c:pt>
                <c:pt idx="1287" c:formatCode="yyyy/m/d">
                  <c:v>42825</c:v>
                </c:pt>
                <c:pt idx="1288" c:formatCode="yyyy/m/d">
                  <c:v>42828</c:v>
                </c:pt>
                <c:pt idx="1289" c:formatCode="yyyy/m/d">
                  <c:v>42829</c:v>
                </c:pt>
                <c:pt idx="1290" c:formatCode="yyyy/m/d">
                  <c:v>42830</c:v>
                </c:pt>
                <c:pt idx="1291" c:formatCode="yyyy/m/d">
                  <c:v>42831</c:v>
                </c:pt>
                <c:pt idx="1292" c:formatCode="yyyy/m/d">
                  <c:v>42832</c:v>
                </c:pt>
                <c:pt idx="1293" c:formatCode="yyyy/m/d">
                  <c:v>42835</c:v>
                </c:pt>
                <c:pt idx="1294" c:formatCode="yyyy/m/d">
                  <c:v>42836</c:v>
                </c:pt>
                <c:pt idx="1295" c:formatCode="yyyy/m/d">
                  <c:v>42837</c:v>
                </c:pt>
                <c:pt idx="1296" c:formatCode="yyyy/m/d">
                  <c:v>42838</c:v>
                </c:pt>
                <c:pt idx="1297" c:formatCode="yyyy/m/d">
                  <c:v>42842</c:v>
                </c:pt>
                <c:pt idx="1298" c:formatCode="yyyy/m/d">
                  <c:v>42843</c:v>
                </c:pt>
                <c:pt idx="1299" c:formatCode="yyyy/m/d">
                  <c:v>42844</c:v>
                </c:pt>
                <c:pt idx="1300" c:formatCode="yyyy/m/d">
                  <c:v>42845</c:v>
                </c:pt>
                <c:pt idx="1301" c:formatCode="yyyy/m/d">
                  <c:v>42846</c:v>
                </c:pt>
                <c:pt idx="1302" c:formatCode="yyyy/m/d">
                  <c:v>42849</c:v>
                </c:pt>
                <c:pt idx="1303" c:formatCode="yyyy/m/d">
                  <c:v>42850</c:v>
                </c:pt>
                <c:pt idx="1304" c:formatCode="yyyy/m/d">
                  <c:v>42851</c:v>
                </c:pt>
                <c:pt idx="1305" c:formatCode="yyyy/m/d">
                  <c:v>42852</c:v>
                </c:pt>
                <c:pt idx="1306" c:formatCode="yyyy/m/d">
                  <c:v>42853</c:v>
                </c:pt>
                <c:pt idx="1307" c:formatCode="yyyy/m/d">
                  <c:v>42856</c:v>
                </c:pt>
                <c:pt idx="1308" c:formatCode="yyyy/m/d">
                  <c:v>42857</c:v>
                </c:pt>
                <c:pt idx="1309" c:formatCode="yyyy/m/d">
                  <c:v>42858</c:v>
                </c:pt>
                <c:pt idx="1310" c:formatCode="yyyy/m/d">
                  <c:v>42859</c:v>
                </c:pt>
                <c:pt idx="1311" c:formatCode="yyyy/m/d">
                  <c:v>42860</c:v>
                </c:pt>
                <c:pt idx="1312" c:formatCode="yyyy/m/d">
                  <c:v>42863</c:v>
                </c:pt>
                <c:pt idx="1313" c:formatCode="yyyy/m/d">
                  <c:v>42864</c:v>
                </c:pt>
                <c:pt idx="1314" c:formatCode="yyyy/m/d">
                  <c:v>42865</c:v>
                </c:pt>
                <c:pt idx="1315" c:formatCode="yyyy/m/d">
                  <c:v>42866</c:v>
                </c:pt>
                <c:pt idx="1316" c:formatCode="yyyy/m/d">
                  <c:v>42867</c:v>
                </c:pt>
                <c:pt idx="1317" c:formatCode="yyyy/m/d">
                  <c:v>42870</c:v>
                </c:pt>
                <c:pt idx="1318" c:formatCode="yyyy/m/d">
                  <c:v>42871</c:v>
                </c:pt>
                <c:pt idx="1319" c:formatCode="yyyy/m/d">
                  <c:v>42872</c:v>
                </c:pt>
                <c:pt idx="1320" c:formatCode="yyyy/m/d">
                  <c:v>42873</c:v>
                </c:pt>
                <c:pt idx="1321" c:formatCode="yyyy/m/d">
                  <c:v>42874</c:v>
                </c:pt>
                <c:pt idx="1322" c:formatCode="yyyy/m/d">
                  <c:v>42877</c:v>
                </c:pt>
                <c:pt idx="1323" c:formatCode="yyyy/m/d">
                  <c:v>42878</c:v>
                </c:pt>
                <c:pt idx="1324" c:formatCode="yyyy/m/d">
                  <c:v>42879</c:v>
                </c:pt>
                <c:pt idx="1325" c:formatCode="yyyy/m/d">
                  <c:v>42880</c:v>
                </c:pt>
                <c:pt idx="1326" c:formatCode="yyyy/m/d">
                  <c:v>42881</c:v>
                </c:pt>
                <c:pt idx="1327" c:formatCode="yyyy/m/d">
                  <c:v>42885</c:v>
                </c:pt>
                <c:pt idx="1328" c:formatCode="yyyy/m/d">
                  <c:v>42886</c:v>
                </c:pt>
                <c:pt idx="1329" c:formatCode="yyyy/m/d">
                  <c:v>42887</c:v>
                </c:pt>
                <c:pt idx="1330" c:formatCode="yyyy/m/d">
                  <c:v>42888</c:v>
                </c:pt>
                <c:pt idx="1331" c:formatCode="yyyy/m/d">
                  <c:v>42891</c:v>
                </c:pt>
                <c:pt idx="1332" c:formatCode="yyyy/m/d">
                  <c:v>42892</c:v>
                </c:pt>
                <c:pt idx="1333" c:formatCode="yyyy/m/d">
                  <c:v>42893</c:v>
                </c:pt>
                <c:pt idx="1334" c:formatCode="yyyy/m/d">
                  <c:v>42894</c:v>
                </c:pt>
                <c:pt idx="1335" c:formatCode="yyyy/m/d">
                  <c:v>42895</c:v>
                </c:pt>
                <c:pt idx="1336" c:formatCode="yyyy/m/d">
                  <c:v>42898</c:v>
                </c:pt>
                <c:pt idx="1337" c:formatCode="yyyy/m/d">
                  <c:v>42899</c:v>
                </c:pt>
                <c:pt idx="1338" c:formatCode="yyyy/m/d">
                  <c:v>42900</c:v>
                </c:pt>
                <c:pt idx="1339" c:formatCode="yyyy/m/d">
                  <c:v>42901</c:v>
                </c:pt>
                <c:pt idx="1340" c:formatCode="yyyy/m/d">
                  <c:v>42902</c:v>
                </c:pt>
                <c:pt idx="1341" c:formatCode="yyyy/m/d">
                  <c:v>42905</c:v>
                </c:pt>
                <c:pt idx="1342" c:formatCode="yyyy/m/d">
                  <c:v>42906</c:v>
                </c:pt>
                <c:pt idx="1343" c:formatCode="yyyy/m/d">
                  <c:v>42907</c:v>
                </c:pt>
                <c:pt idx="1344" c:formatCode="yyyy/m/d">
                  <c:v>42908</c:v>
                </c:pt>
                <c:pt idx="1345" c:formatCode="yyyy/m/d">
                  <c:v>42909</c:v>
                </c:pt>
                <c:pt idx="1346" c:formatCode="yyyy/m/d">
                  <c:v>42912</c:v>
                </c:pt>
                <c:pt idx="1347" c:formatCode="yyyy/m/d">
                  <c:v>42913</c:v>
                </c:pt>
                <c:pt idx="1348" c:formatCode="yyyy/m/d">
                  <c:v>42914</c:v>
                </c:pt>
                <c:pt idx="1349" c:formatCode="yyyy/m/d">
                  <c:v>42915</c:v>
                </c:pt>
                <c:pt idx="1350" c:formatCode="yyyy/m/d">
                  <c:v>42916</c:v>
                </c:pt>
                <c:pt idx="1351" c:formatCode="yyyy/m/d">
                  <c:v>42921</c:v>
                </c:pt>
                <c:pt idx="1352" c:formatCode="yyyy/m/d">
                  <c:v>42922</c:v>
                </c:pt>
                <c:pt idx="1353" c:formatCode="yyyy/m/d">
                  <c:v>42923</c:v>
                </c:pt>
                <c:pt idx="1354" c:formatCode="yyyy/m/d">
                  <c:v>42926</c:v>
                </c:pt>
                <c:pt idx="1355" c:formatCode="yyyy/m/d">
                  <c:v>42927</c:v>
                </c:pt>
                <c:pt idx="1356" c:formatCode="yyyy/m/d">
                  <c:v>42928</c:v>
                </c:pt>
                <c:pt idx="1357" c:formatCode="yyyy/m/d">
                  <c:v>42929</c:v>
                </c:pt>
                <c:pt idx="1358" c:formatCode="yyyy/m/d">
                  <c:v>42930</c:v>
                </c:pt>
                <c:pt idx="1359" c:formatCode="yyyy/m/d">
                  <c:v>42933</c:v>
                </c:pt>
                <c:pt idx="1360" c:formatCode="yyyy/m/d">
                  <c:v>42934</c:v>
                </c:pt>
                <c:pt idx="1361" c:formatCode="yyyy/m/d">
                  <c:v>42935</c:v>
                </c:pt>
                <c:pt idx="1362" c:formatCode="yyyy/m/d">
                  <c:v>42936</c:v>
                </c:pt>
                <c:pt idx="1363" c:formatCode="yyyy/m/d">
                  <c:v>42937</c:v>
                </c:pt>
                <c:pt idx="1364" c:formatCode="yyyy/m/d">
                  <c:v>42940</c:v>
                </c:pt>
                <c:pt idx="1365" c:formatCode="yyyy/m/d">
                  <c:v>42941</c:v>
                </c:pt>
                <c:pt idx="1366" c:formatCode="yyyy/m/d">
                  <c:v>42942</c:v>
                </c:pt>
                <c:pt idx="1367" c:formatCode="yyyy/m/d">
                  <c:v>42943</c:v>
                </c:pt>
                <c:pt idx="1368" c:formatCode="yyyy/m/d">
                  <c:v>42944</c:v>
                </c:pt>
                <c:pt idx="1369" c:formatCode="yyyy/m/d">
                  <c:v>42947</c:v>
                </c:pt>
                <c:pt idx="1370" c:formatCode="yyyy/m/d">
                  <c:v>42948</c:v>
                </c:pt>
                <c:pt idx="1371" c:formatCode="yyyy/m/d">
                  <c:v>42949</c:v>
                </c:pt>
                <c:pt idx="1372" c:formatCode="yyyy/m/d">
                  <c:v>42950</c:v>
                </c:pt>
                <c:pt idx="1373" c:formatCode="yyyy/m/d">
                  <c:v>42951</c:v>
                </c:pt>
                <c:pt idx="1374" c:formatCode="yyyy/m/d">
                  <c:v>42954</c:v>
                </c:pt>
                <c:pt idx="1375" c:formatCode="yyyy/m/d">
                  <c:v>42955</c:v>
                </c:pt>
                <c:pt idx="1376" c:formatCode="yyyy/m/d">
                  <c:v>42956</c:v>
                </c:pt>
                <c:pt idx="1377" c:formatCode="yyyy/m/d">
                  <c:v>42957</c:v>
                </c:pt>
                <c:pt idx="1378" c:formatCode="yyyy/m/d">
                  <c:v>42958</c:v>
                </c:pt>
                <c:pt idx="1379" c:formatCode="yyyy/m/d">
                  <c:v>42961</c:v>
                </c:pt>
                <c:pt idx="1380" c:formatCode="yyyy/m/d">
                  <c:v>42962</c:v>
                </c:pt>
                <c:pt idx="1381" c:formatCode="yyyy/m/d">
                  <c:v>42963</c:v>
                </c:pt>
                <c:pt idx="1382" c:formatCode="yyyy/m/d">
                  <c:v>42964</c:v>
                </c:pt>
                <c:pt idx="1383" c:formatCode="yyyy/m/d">
                  <c:v>42965</c:v>
                </c:pt>
                <c:pt idx="1384" c:formatCode="yyyy/m/d">
                  <c:v>42968</c:v>
                </c:pt>
                <c:pt idx="1385" c:formatCode="yyyy/m/d">
                  <c:v>42969</c:v>
                </c:pt>
                <c:pt idx="1386" c:formatCode="yyyy/m/d">
                  <c:v>42970</c:v>
                </c:pt>
                <c:pt idx="1387" c:formatCode="yyyy/m/d">
                  <c:v>42971</c:v>
                </c:pt>
                <c:pt idx="1388" c:formatCode="yyyy/m/d">
                  <c:v>42972</c:v>
                </c:pt>
                <c:pt idx="1389" c:formatCode="yyyy/m/d">
                  <c:v>42975</c:v>
                </c:pt>
                <c:pt idx="1390" c:formatCode="yyyy/m/d">
                  <c:v>42976</c:v>
                </c:pt>
                <c:pt idx="1391" c:formatCode="yyyy/m/d">
                  <c:v>42977</c:v>
                </c:pt>
                <c:pt idx="1392" c:formatCode="yyyy/m/d">
                  <c:v>42978</c:v>
                </c:pt>
                <c:pt idx="1393" c:formatCode="yyyy/m/d">
                  <c:v>42979</c:v>
                </c:pt>
                <c:pt idx="1394" c:formatCode="yyyy/m/d">
                  <c:v>42983</c:v>
                </c:pt>
                <c:pt idx="1395" c:formatCode="yyyy/m/d">
                  <c:v>42984</c:v>
                </c:pt>
                <c:pt idx="1396" c:formatCode="yyyy/m/d">
                  <c:v>42985</c:v>
                </c:pt>
                <c:pt idx="1397" c:formatCode="yyyy/m/d">
                  <c:v>42986</c:v>
                </c:pt>
                <c:pt idx="1398" c:formatCode="yyyy/m/d">
                  <c:v>42989</c:v>
                </c:pt>
                <c:pt idx="1399" c:formatCode="yyyy/m/d">
                  <c:v>42990</c:v>
                </c:pt>
                <c:pt idx="1400" c:formatCode="yyyy/m/d">
                  <c:v>42991</c:v>
                </c:pt>
                <c:pt idx="1401" c:formatCode="yyyy/m/d">
                  <c:v>42992</c:v>
                </c:pt>
                <c:pt idx="1402" c:formatCode="yyyy/m/d">
                  <c:v>42993</c:v>
                </c:pt>
                <c:pt idx="1403" c:formatCode="yyyy/m/d">
                  <c:v>42996</c:v>
                </c:pt>
                <c:pt idx="1404" c:formatCode="yyyy/m/d">
                  <c:v>42997</c:v>
                </c:pt>
                <c:pt idx="1405" c:formatCode="yyyy/m/d">
                  <c:v>42998</c:v>
                </c:pt>
                <c:pt idx="1406" c:formatCode="yyyy/m/d">
                  <c:v>42999</c:v>
                </c:pt>
                <c:pt idx="1407" c:formatCode="yyyy/m/d">
                  <c:v>43000</c:v>
                </c:pt>
                <c:pt idx="1408" c:formatCode="yyyy/m/d">
                  <c:v>43003</c:v>
                </c:pt>
                <c:pt idx="1409" c:formatCode="yyyy/m/d">
                  <c:v>43004</c:v>
                </c:pt>
                <c:pt idx="1410" c:formatCode="yyyy/m/d">
                  <c:v>43005</c:v>
                </c:pt>
                <c:pt idx="1411" c:formatCode="yyyy/m/d">
                  <c:v>43006</c:v>
                </c:pt>
                <c:pt idx="1412" c:formatCode="yyyy/m/d">
                  <c:v>43007</c:v>
                </c:pt>
                <c:pt idx="1413" c:formatCode="yyyy/m/d">
                  <c:v>43010</c:v>
                </c:pt>
                <c:pt idx="1414" c:formatCode="yyyy/m/d">
                  <c:v>43011</c:v>
                </c:pt>
                <c:pt idx="1415" c:formatCode="yyyy/m/d">
                  <c:v>43012</c:v>
                </c:pt>
                <c:pt idx="1416" c:formatCode="yyyy/m/d">
                  <c:v>43013</c:v>
                </c:pt>
                <c:pt idx="1417" c:formatCode="yyyy/m/d">
                  <c:v>43014</c:v>
                </c:pt>
                <c:pt idx="1418" c:formatCode="yyyy/m/d">
                  <c:v>43017</c:v>
                </c:pt>
                <c:pt idx="1419" c:formatCode="yyyy/m/d">
                  <c:v>43018</c:v>
                </c:pt>
                <c:pt idx="1420" c:formatCode="yyyy/m/d">
                  <c:v>43019</c:v>
                </c:pt>
                <c:pt idx="1421" c:formatCode="yyyy/m/d">
                  <c:v>43020</c:v>
                </c:pt>
                <c:pt idx="1422" c:formatCode="yyyy/m/d">
                  <c:v>43021</c:v>
                </c:pt>
                <c:pt idx="1423" c:formatCode="yyyy/m/d">
                  <c:v>43024</c:v>
                </c:pt>
                <c:pt idx="1424" c:formatCode="yyyy/m/d">
                  <c:v>43025</c:v>
                </c:pt>
                <c:pt idx="1425" c:formatCode="yyyy/m/d">
                  <c:v>43026</c:v>
                </c:pt>
                <c:pt idx="1426" c:formatCode="yyyy/m/d">
                  <c:v>43027</c:v>
                </c:pt>
                <c:pt idx="1427" c:formatCode="yyyy/m/d">
                  <c:v>43028</c:v>
                </c:pt>
                <c:pt idx="1428" c:formatCode="yyyy/m/d">
                  <c:v>43031</c:v>
                </c:pt>
                <c:pt idx="1429" c:formatCode="yyyy/m/d">
                  <c:v>43032</c:v>
                </c:pt>
                <c:pt idx="1430" c:formatCode="yyyy/m/d">
                  <c:v>43033</c:v>
                </c:pt>
                <c:pt idx="1431" c:formatCode="yyyy/m/d">
                  <c:v>43034</c:v>
                </c:pt>
                <c:pt idx="1432" c:formatCode="yyyy/m/d">
                  <c:v>43035</c:v>
                </c:pt>
                <c:pt idx="1433" c:formatCode="yyyy/m/d">
                  <c:v>43038</c:v>
                </c:pt>
                <c:pt idx="1434" c:formatCode="yyyy/m/d">
                  <c:v>43039</c:v>
                </c:pt>
                <c:pt idx="1435" c:formatCode="yyyy/m/d">
                  <c:v>43040</c:v>
                </c:pt>
                <c:pt idx="1436" c:formatCode="yyyy/m/d">
                  <c:v>43041</c:v>
                </c:pt>
                <c:pt idx="1437" c:formatCode="yyyy/m/d">
                  <c:v>43042</c:v>
                </c:pt>
                <c:pt idx="1438" c:formatCode="yyyy/m/d">
                  <c:v>43045</c:v>
                </c:pt>
                <c:pt idx="1439" c:formatCode="yyyy/m/d">
                  <c:v>43046</c:v>
                </c:pt>
                <c:pt idx="1440" c:formatCode="yyyy/m/d">
                  <c:v>43047</c:v>
                </c:pt>
                <c:pt idx="1441" c:formatCode="yyyy/m/d">
                  <c:v>43048</c:v>
                </c:pt>
                <c:pt idx="1442" c:formatCode="yyyy/m/d">
                  <c:v>43049</c:v>
                </c:pt>
                <c:pt idx="1443" c:formatCode="yyyy/m/d">
                  <c:v>43052</c:v>
                </c:pt>
                <c:pt idx="1444" c:formatCode="yyyy/m/d">
                  <c:v>43053</c:v>
                </c:pt>
                <c:pt idx="1445" c:formatCode="yyyy/m/d">
                  <c:v>43054</c:v>
                </c:pt>
                <c:pt idx="1446" c:formatCode="yyyy/m/d">
                  <c:v>43055</c:v>
                </c:pt>
                <c:pt idx="1447" c:formatCode="yyyy/m/d">
                  <c:v>43056</c:v>
                </c:pt>
                <c:pt idx="1448" c:formatCode="yyyy/m/d">
                  <c:v>43059</c:v>
                </c:pt>
                <c:pt idx="1449" c:formatCode="yyyy/m/d">
                  <c:v>43060</c:v>
                </c:pt>
                <c:pt idx="1450" c:formatCode="yyyy/m/d">
                  <c:v>43061</c:v>
                </c:pt>
                <c:pt idx="1451" c:formatCode="yyyy/m/d">
                  <c:v>43066</c:v>
                </c:pt>
                <c:pt idx="1452" c:formatCode="yyyy/m/d">
                  <c:v>43067</c:v>
                </c:pt>
                <c:pt idx="1453" c:formatCode="yyyy/m/d">
                  <c:v>43068</c:v>
                </c:pt>
                <c:pt idx="1454" c:formatCode="yyyy/m/d">
                  <c:v>43069</c:v>
                </c:pt>
                <c:pt idx="1455" c:formatCode="yyyy/m/d">
                  <c:v>43070</c:v>
                </c:pt>
                <c:pt idx="1456" c:formatCode="yyyy/m/d">
                  <c:v>43073</c:v>
                </c:pt>
                <c:pt idx="1457" c:formatCode="yyyy/m/d">
                  <c:v>43074</c:v>
                </c:pt>
                <c:pt idx="1458" c:formatCode="yyyy/m/d">
                  <c:v>43075</c:v>
                </c:pt>
                <c:pt idx="1459" c:formatCode="yyyy/m/d">
                  <c:v>43076</c:v>
                </c:pt>
                <c:pt idx="1460" c:formatCode="yyyy/m/d">
                  <c:v>43077</c:v>
                </c:pt>
                <c:pt idx="1461" c:formatCode="yyyy/m/d">
                  <c:v>43080</c:v>
                </c:pt>
                <c:pt idx="1462" c:formatCode="yyyy/m/d">
                  <c:v>43081</c:v>
                </c:pt>
                <c:pt idx="1463" c:formatCode="yyyy/m/d">
                  <c:v>43082</c:v>
                </c:pt>
                <c:pt idx="1464" c:formatCode="yyyy/m/d">
                  <c:v>43083</c:v>
                </c:pt>
                <c:pt idx="1465" c:formatCode="yyyy/m/d">
                  <c:v>43084</c:v>
                </c:pt>
                <c:pt idx="1466" c:formatCode="yyyy/m/d">
                  <c:v>43087</c:v>
                </c:pt>
                <c:pt idx="1467" c:formatCode="yyyy/m/d">
                  <c:v>43088</c:v>
                </c:pt>
                <c:pt idx="1468" c:formatCode="yyyy/m/d">
                  <c:v>43089</c:v>
                </c:pt>
                <c:pt idx="1469" c:formatCode="yyyy/m/d">
                  <c:v>43090</c:v>
                </c:pt>
                <c:pt idx="1470" c:formatCode="yyyy/m/d">
                  <c:v>43091</c:v>
                </c:pt>
                <c:pt idx="1471" c:formatCode="yyyy/m/d">
                  <c:v>43095</c:v>
                </c:pt>
                <c:pt idx="1472" c:formatCode="yyyy/m/d">
                  <c:v>43096</c:v>
                </c:pt>
                <c:pt idx="1473" c:formatCode="yyyy/m/d">
                  <c:v>43097</c:v>
                </c:pt>
                <c:pt idx="1474" c:formatCode="yyyy/m/d">
                  <c:v>43098</c:v>
                </c:pt>
                <c:pt idx="1475" c:formatCode="yyyy/m/d">
                  <c:v>43102</c:v>
                </c:pt>
                <c:pt idx="1476" c:formatCode="yyyy/m/d">
                  <c:v>43103</c:v>
                </c:pt>
                <c:pt idx="1477" c:formatCode="yyyy/m/d">
                  <c:v>43104</c:v>
                </c:pt>
                <c:pt idx="1478" c:formatCode="yyyy/m/d">
                  <c:v>43105</c:v>
                </c:pt>
                <c:pt idx="1479" c:formatCode="yyyy/m/d">
                  <c:v>43108</c:v>
                </c:pt>
                <c:pt idx="1480" c:formatCode="yyyy/m/d">
                  <c:v>43109</c:v>
                </c:pt>
                <c:pt idx="1481" c:formatCode="yyyy/m/d">
                  <c:v>43110</c:v>
                </c:pt>
                <c:pt idx="1482" c:formatCode="yyyy/m/d">
                  <c:v>43111</c:v>
                </c:pt>
                <c:pt idx="1483" c:formatCode="yyyy/m/d">
                  <c:v>43112</c:v>
                </c:pt>
                <c:pt idx="1484" c:formatCode="yyyy/m/d">
                  <c:v>43116</c:v>
                </c:pt>
                <c:pt idx="1485" c:formatCode="yyyy/m/d">
                  <c:v>43117</c:v>
                </c:pt>
                <c:pt idx="1486" c:formatCode="yyyy/m/d">
                  <c:v>43118</c:v>
                </c:pt>
                <c:pt idx="1487" c:formatCode="yyyy/m/d">
                  <c:v>43119</c:v>
                </c:pt>
                <c:pt idx="1488" c:formatCode="yyyy/m/d">
                  <c:v>43122</c:v>
                </c:pt>
                <c:pt idx="1489" c:formatCode="yyyy/m/d">
                  <c:v>43123</c:v>
                </c:pt>
                <c:pt idx="1490" c:formatCode="yyyy/m/d">
                  <c:v>43124</c:v>
                </c:pt>
                <c:pt idx="1491" c:formatCode="yyyy/m/d">
                  <c:v>43125</c:v>
                </c:pt>
                <c:pt idx="1492" c:formatCode="yyyy/m/d">
                  <c:v>43126</c:v>
                </c:pt>
                <c:pt idx="1493" c:formatCode="yyyy/m/d">
                  <c:v>43129</c:v>
                </c:pt>
                <c:pt idx="1494" c:formatCode="yyyy/m/d">
                  <c:v>43130</c:v>
                </c:pt>
                <c:pt idx="1495" c:formatCode="yyyy/m/d">
                  <c:v>43131</c:v>
                </c:pt>
                <c:pt idx="1496" c:formatCode="yyyy/m/d">
                  <c:v>43132</c:v>
                </c:pt>
                <c:pt idx="1497" c:formatCode="yyyy/m/d">
                  <c:v>43133</c:v>
                </c:pt>
                <c:pt idx="1498" c:formatCode="yyyy/m/d">
                  <c:v>43136</c:v>
                </c:pt>
                <c:pt idx="1499" c:formatCode="yyyy/m/d">
                  <c:v>43137</c:v>
                </c:pt>
                <c:pt idx="1500" c:formatCode="yyyy/m/d">
                  <c:v>43138</c:v>
                </c:pt>
                <c:pt idx="1501" c:formatCode="yyyy/m/d">
                  <c:v>43139</c:v>
                </c:pt>
                <c:pt idx="1502" c:formatCode="yyyy/m/d">
                  <c:v>43140</c:v>
                </c:pt>
                <c:pt idx="1503" c:formatCode="yyyy/m/d">
                  <c:v>43143</c:v>
                </c:pt>
                <c:pt idx="1504" c:formatCode="yyyy/m/d">
                  <c:v>43144</c:v>
                </c:pt>
                <c:pt idx="1505" c:formatCode="yyyy/m/d">
                  <c:v>43145</c:v>
                </c:pt>
                <c:pt idx="1506" c:formatCode="yyyy/m/d">
                  <c:v>43146</c:v>
                </c:pt>
                <c:pt idx="1507" c:formatCode="yyyy/m/d">
                  <c:v>43147</c:v>
                </c:pt>
                <c:pt idx="1508" c:formatCode="yyyy/m/d">
                  <c:v>43151</c:v>
                </c:pt>
                <c:pt idx="1509" c:formatCode="yyyy/m/d">
                  <c:v>43152</c:v>
                </c:pt>
                <c:pt idx="1510" c:formatCode="yyyy/m/d">
                  <c:v>43153</c:v>
                </c:pt>
                <c:pt idx="1511" c:formatCode="yyyy/m/d">
                  <c:v>43154</c:v>
                </c:pt>
                <c:pt idx="1512" c:formatCode="yyyy/m/d">
                  <c:v>43157</c:v>
                </c:pt>
                <c:pt idx="1513" c:formatCode="yyyy/m/d">
                  <c:v>43158</c:v>
                </c:pt>
                <c:pt idx="1514" c:formatCode="yyyy/m/d">
                  <c:v>43159</c:v>
                </c:pt>
                <c:pt idx="1515" c:formatCode="yyyy/m/d">
                  <c:v>43160</c:v>
                </c:pt>
                <c:pt idx="1516" c:formatCode="yyyy/m/d">
                  <c:v>43161</c:v>
                </c:pt>
                <c:pt idx="1517" c:formatCode="yyyy/m/d">
                  <c:v>43164</c:v>
                </c:pt>
                <c:pt idx="1518" c:formatCode="yyyy/m/d">
                  <c:v>43165</c:v>
                </c:pt>
                <c:pt idx="1519" c:formatCode="yyyy/m/d">
                  <c:v>43166</c:v>
                </c:pt>
                <c:pt idx="1520" c:formatCode="yyyy/m/d">
                  <c:v>43167</c:v>
                </c:pt>
                <c:pt idx="1521" c:formatCode="yyyy/m/d">
                  <c:v>43168</c:v>
                </c:pt>
                <c:pt idx="1522" c:formatCode="yyyy/m/d">
                  <c:v>43171</c:v>
                </c:pt>
                <c:pt idx="1523" c:formatCode="yyyy/m/d">
                  <c:v>43172</c:v>
                </c:pt>
                <c:pt idx="1524" c:formatCode="yyyy/m/d">
                  <c:v>43173</c:v>
                </c:pt>
                <c:pt idx="1525" c:formatCode="yyyy/m/d">
                  <c:v>43174</c:v>
                </c:pt>
                <c:pt idx="1526" c:formatCode="yyyy/m/d">
                  <c:v>43175</c:v>
                </c:pt>
                <c:pt idx="1527" c:formatCode="yyyy/m/d">
                  <c:v>43178</c:v>
                </c:pt>
                <c:pt idx="1528" c:formatCode="yyyy/m/d">
                  <c:v>43179</c:v>
                </c:pt>
                <c:pt idx="1529" c:formatCode="yyyy/m/d">
                  <c:v>43180</c:v>
                </c:pt>
                <c:pt idx="1530" c:formatCode="yyyy/m/d">
                  <c:v>43181</c:v>
                </c:pt>
                <c:pt idx="1531" c:formatCode="yyyy/m/d">
                  <c:v>43182</c:v>
                </c:pt>
                <c:pt idx="1532" c:formatCode="yyyy/m/d">
                  <c:v>43185</c:v>
                </c:pt>
                <c:pt idx="1533" c:formatCode="yyyy/m/d">
                  <c:v>43186</c:v>
                </c:pt>
                <c:pt idx="1534" c:formatCode="yyyy/m/d">
                  <c:v>43187</c:v>
                </c:pt>
                <c:pt idx="1535" c:formatCode="yyyy/m/d">
                  <c:v>43188</c:v>
                </c:pt>
                <c:pt idx="1536" c:formatCode="yyyy/m/d">
                  <c:v>43192</c:v>
                </c:pt>
                <c:pt idx="1537" c:formatCode="yyyy/m/d">
                  <c:v>43193</c:v>
                </c:pt>
                <c:pt idx="1538" c:formatCode="yyyy/m/d">
                  <c:v>43194</c:v>
                </c:pt>
                <c:pt idx="1539" c:formatCode="yyyy/m/d">
                  <c:v>43195</c:v>
                </c:pt>
                <c:pt idx="1540" c:formatCode="yyyy/m/d">
                  <c:v>43196</c:v>
                </c:pt>
                <c:pt idx="1541" c:formatCode="yyyy/m/d">
                  <c:v>43199</c:v>
                </c:pt>
                <c:pt idx="1542" c:formatCode="yyyy/m/d">
                  <c:v>43200</c:v>
                </c:pt>
                <c:pt idx="1543" c:formatCode="yyyy/m/d">
                  <c:v>43201</c:v>
                </c:pt>
                <c:pt idx="1544" c:formatCode="yyyy/m/d">
                  <c:v>43202</c:v>
                </c:pt>
                <c:pt idx="1545" c:formatCode="yyyy/m/d">
                  <c:v>43203</c:v>
                </c:pt>
                <c:pt idx="1546" c:formatCode="yyyy/m/d">
                  <c:v>43206</c:v>
                </c:pt>
                <c:pt idx="1547" c:formatCode="yyyy/m/d">
                  <c:v>43207</c:v>
                </c:pt>
                <c:pt idx="1548" c:formatCode="yyyy/m/d">
                  <c:v>43208</c:v>
                </c:pt>
                <c:pt idx="1549" c:formatCode="yyyy/m/d">
                  <c:v>43209</c:v>
                </c:pt>
                <c:pt idx="1550" c:formatCode="yyyy/m/d">
                  <c:v>43210</c:v>
                </c:pt>
                <c:pt idx="1551" c:formatCode="yyyy/m/d">
                  <c:v>43213</c:v>
                </c:pt>
                <c:pt idx="1552" c:formatCode="yyyy/m/d">
                  <c:v>43214</c:v>
                </c:pt>
                <c:pt idx="1553" c:formatCode="yyyy/m/d">
                  <c:v>43215</c:v>
                </c:pt>
                <c:pt idx="1554" c:formatCode="yyyy/m/d">
                  <c:v>43216</c:v>
                </c:pt>
                <c:pt idx="1555" c:formatCode="yyyy/m/d">
                  <c:v>43217</c:v>
                </c:pt>
                <c:pt idx="1556" c:formatCode="yyyy/m/d">
                  <c:v>43220</c:v>
                </c:pt>
                <c:pt idx="1557" c:formatCode="yyyy/m/d">
                  <c:v>43221</c:v>
                </c:pt>
                <c:pt idx="1558" c:formatCode="yyyy/m/d">
                  <c:v>43222</c:v>
                </c:pt>
                <c:pt idx="1559" c:formatCode="yyyy/m/d">
                  <c:v>43223</c:v>
                </c:pt>
                <c:pt idx="1560" c:formatCode="yyyy/m/d">
                  <c:v>43224</c:v>
                </c:pt>
                <c:pt idx="1561" c:formatCode="yyyy/m/d">
                  <c:v>43227</c:v>
                </c:pt>
                <c:pt idx="1562" c:formatCode="yyyy/m/d">
                  <c:v>43228</c:v>
                </c:pt>
                <c:pt idx="1563" c:formatCode="yyyy/m/d">
                  <c:v>43229</c:v>
                </c:pt>
                <c:pt idx="1564" c:formatCode="yyyy/m/d">
                  <c:v>43230</c:v>
                </c:pt>
                <c:pt idx="1565" c:formatCode="yyyy/m/d">
                  <c:v>43231</c:v>
                </c:pt>
                <c:pt idx="1566" c:formatCode="yyyy/m/d">
                  <c:v>43234</c:v>
                </c:pt>
                <c:pt idx="1567" c:formatCode="yyyy/m/d">
                  <c:v>43235</c:v>
                </c:pt>
                <c:pt idx="1568" c:formatCode="yyyy/m/d">
                  <c:v>43236</c:v>
                </c:pt>
                <c:pt idx="1569" c:formatCode="yyyy/m/d">
                  <c:v>43237</c:v>
                </c:pt>
                <c:pt idx="1570" c:formatCode="yyyy/m/d">
                  <c:v>43238</c:v>
                </c:pt>
                <c:pt idx="1571" c:formatCode="yyyy/m/d">
                  <c:v>43241</c:v>
                </c:pt>
                <c:pt idx="1572" c:formatCode="yyyy/m/d">
                  <c:v>43242</c:v>
                </c:pt>
                <c:pt idx="1573" c:formatCode="yyyy/m/d">
                  <c:v>43243</c:v>
                </c:pt>
                <c:pt idx="1574" c:formatCode="yyyy/m/d">
                  <c:v>43244</c:v>
                </c:pt>
                <c:pt idx="1575" c:formatCode="yyyy/m/d">
                  <c:v>43245</c:v>
                </c:pt>
                <c:pt idx="1576" c:formatCode="yyyy/m/d">
                  <c:v>43249</c:v>
                </c:pt>
                <c:pt idx="1577" c:formatCode="yyyy/m/d">
                  <c:v>43250</c:v>
                </c:pt>
                <c:pt idx="1578" c:formatCode="yyyy/m/d">
                  <c:v>43251</c:v>
                </c:pt>
                <c:pt idx="1579" c:formatCode="yyyy/m/d">
                  <c:v>43252</c:v>
                </c:pt>
                <c:pt idx="1580" c:formatCode="yyyy/m/d">
                  <c:v>43255</c:v>
                </c:pt>
                <c:pt idx="1581" c:formatCode="yyyy/m/d">
                  <c:v>43256</c:v>
                </c:pt>
                <c:pt idx="1582" c:formatCode="yyyy/m/d">
                  <c:v>43257</c:v>
                </c:pt>
                <c:pt idx="1583" c:formatCode="yyyy/m/d">
                  <c:v>43258</c:v>
                </c:pt>
                <c:pt idx="1584" c:formatCode="yyyy/m/d">
                  <c:v>43259</c:v>
                </c:pt>
                <c:pt idx="1585" c:formatCode="yyyy/m/d">
                  <c:v>43262</c:v>
                </c:pt>
                <c:pt idx="1586" c:formatCode="yyyy/m/d">
                  <c:v>43263</c:v>
                </c:pt>
                <c:pt idx="1587" c:formatCode="yyyy/m/d">
                  <c:v>43264</c:v>
                </c:pt>
                <c:pt idx="1588" c:formatCode="yyyy/m/d">
                  <c:v>43265</c:v>
                </c:pt>
                <c:pt idx="1589" c:formatCode="yyyy/m/d">
                  <c:v>43266</c:v>
                </c:pt>
                <c:pt idx="1590" c:formatCode="yyyy/m/d">
                  <c:v>43269</c:v>
                </c:pt>
                <c:pt idx="1591" c:formatCode="yyyy/m/d">
                  <c:v>43270</c:v>
                </c:pt>
                <c:pt idx="1592" c:formatCode="yyyy/m/d">
                  <c:v>43271</c:v>
                </c:pt>
                <c:pt idx="1593" c:formatCode="yyyy/m/d">
                  <c:v>43272</c:v>
                </c:pt>
                <c:pt idx="1594" c:formatCode="yyyy/m/d">
                  <c:v>43273</c:v>
                </c:pt>
                <c:pt idx="1595" c:formatCode="yyyy/m/d">
                  <c:v>43276</c:v>
                </c:pt>
                <c:pt idx="1596" c:formatCode="yyyy/m/d">
                  <c:v>43277</c:v>
                </c:pt>
                <c:pt idx="1597" c:formatCode="yyyy/m/d">
                  <c:v>43278</c:v>
                </c:pt>
                <c:pt idx="1598" c:formatCode="yyyy/m/d">
                  <c:v>43279</c:v>
                </c:pt>
                <c:pt idx="1599" c:formatCode="yyyy/m/d">
                  <c:v>43280</c:v>
                </c:pt>
                <c:pt idx="1600" c:formatCode="yyyy/m/d">
                  <c:v>43283</c:v>
                </c:pt>
                <c:pt idx="1601" c:formatCode="yyyy/m/d">
                  <c:v>43286</c:v>
                </c:pt>
                <c:pt idx="1602" c:formatCode="yyyy/m/d">
                  <c:v>43287</c:v>
                </c:pt>
                <c:pt idx="1603" c:formatCode="yyyy/m/d">
                  <c:v>43290</c:v>
                </c:pt>
                <c:pt idx="1604" c:formatCode="yyyy/m/d">
                  <c:v>43291</c:v>
                </c:pt>
                <c:pt idx="1605" c:formatCode="yyyy/m/d">
                  <c:v>43292</c:v>
                </c:pt>
                <c:pt idx="1606" c:formatCode="yyyy/m/d">
                  <c:v>43293</c:v>
                </c:pt>
                <c:pt idx="1607" c:formatCode="yyyy/m/d">
                  <c:v>43294</c:v>
                </c:pt>
                <c:pt idx="1608" c:formatCode="yyyy/m/d">
                  <c:v>43297</c:v>
                </c:pt>
                <c:pt idx="1609" c:formatCode="yyyy/m/d">
                  <c:v>43298</c:v>
                </c:pt>
                <c:pt idx="1610" c:formatCode="yyyy/m/d">
                  <c:v>43299</c:v>
                </c:pt>
                <c:pt idx="1611" c:formatCode="yyyy/m/d">
                  <c:v>43300</c:v>
                </c:pt>
                <c:pt idx="1612" c:formatCode="yyyy/m/d">
                  <c:v>43301</c:v>
                </c:pt>
                <c:pt idx="1613" c:formatCode="yyyy/m/d">
                  <c:v>43304</c:v>
                </c:pt>
                <c:pt idx="1614" c:formatCode="yyyy/m/d">
                  <c:v>43305</c:v>
                </c:pt>
                <c:pt idx="1615" c:formatCode="yyyy/m/d">
                  <c:v>43306</c:v>
                </c:pt>
                <c:pt idx="1616" c:formatCode="yyyy/m/d">
                  <c:v>43307</c:v>
                </c:pt>
                <c:pt idx="1617" c:formatCode="yyyy/m/d">
                  <c:v>43308</c:v>
                </c:pt>
                <c:pt idx="1618" c:formatCode="yyyy/m/d">
                  <c:v>43311</c:v>
                </c:pt>
                <c:pt idx="1619" c:formatCode="yyyy/m/d">
                  <c:v>43312</c:v>
                </c:pt>
                <c:pt idx="1620" c:formatCode="yyyy/m/d">
                  <c:v>43313</c:v>
                </c:pt>
                <c:pt idx="1621" c:formatCode="yyyy/m/d">
                  <c:v>43314</c:v>
                </c:pt>
                <c:pt idx="1622" c:formatCode="yyyy/m/d">
                  <c:v>43315</c:v>
                </c:pt>
                <c:pt idx="1623" c:formatCode="yyyy/m/d">
                  <c:v>43318</c:v>
                </c:pt>
                <c:pt idx="1624" c:formatCode="yyyy/m/d">
                  <c:v>43319</c:v>
                </c:pt>
                <c:pt idx="1625" c:formatCode="yyyy/m/d">
                  <c:v>43320</c:v>
                </c:pt>
                <c:pt idx="1626" c:formatCode="yyyy/m/d">
                  <c:v>43321</c:v>
                </c:pt>
                <c:pt idx="1627" c:formatCode="yyyy/m/d">
                  <c:v>43322</c:v>
                </c:pt>
                <c:pt idx="1628" c:formatCode="yyyy/m/d">
                  <c:v>43325</c:v>
                </c:pt>
                <c:pt idx="1629" c:formatCode="yyyy/m/d">
                  <c:v>43326</c:v>
                </c:pt>
                <c:pt idx="1630" c:formatCode="yyyy/m/d">
                  <c:v>43327</c:v>
                </c:pt>
                <c:pt idx="1631" c:formatCode="yyyy/m/d">
                  <c:v>43328</c:v>
                </c:pt>
                <c:pt idx="1632" c:formatCode="yyyy/m/d">
                  <c:v>43329</c:v>
                </c:pt>
                <c:pt idx="1633" c:formatCode="yyyy/m/d">
                  <c:v>43332</c:v>
                </c:pt>
                <c:pt idx="1634" c:formatCode="yyyy/m/d">
                  <c:v>43333</c:v>
                </c:pt>
                <c:pt idx="1635" c:formatCode="yyyy/m/d">
                  <c:v>43334</c:v>
                </c:pt>
                <c:pt idx="1636" c:formatCode="yyyy/m/d">
                  <c:v>43335</c:v>
                </c:pt>
                <c:pt idx="1637" c:formatCode="yyyy/m/d">
                  <c:v>43336</c:v>
                </c:pt>
                <c:pt idx="1638" c:formatCode="yyyy/m/d">
                  <c:v>43339</c:v>
                </c:pt>
                <c:pt idx="1639" c:formatCode="yyyy/m/d">
                  <c:v>43340</c:v>
                </c:pt>
                <c:pt idx="1640" c:formatCode="yyyy/m/d">
                  <c:v>43341</c:v>
                </c:pt>
                <c:pt idx="1641" c:formatCode="yyyy/m/d">
                  <c:v>43342</c:v>
                </c:pt>
                <c:pt idx="1642" c:formatCode="yyyy/m/d">
                  <c:v>43343</c:v>
                </c:pt>
                <c:pt idx="1643" c:formatCode="yyyy/m/d">
                  <c:v>43347</c:v>
                </c:pt>
                <c:pt idx="1644" c:formatCode="yyyy/m/d">
                  <c:v>43348</c:v>
                </c:pt>
                <c:pt idx="1645" c:formatCode="yyyy/m/d">
                  <c:v>43349</c:v>
                </c:pt>
                <c:pt idx="1646" c:formatCode="yyyy/m/d">
                  <c:v>43350</c:v>
                </c:pt>
                <c:pt idx="1647" c:formatCode="yyyy/m/d">
                  <c:v>43353</c:v>
                </c:pt>
                <c:pt idx="1648" c:formatCode="yyyy/m/d">
                  <c:v>43354</c:v>
                </c:pt>
                <c:pt idx="1649" c:formatCode="yyyy/m/d">
                  <c:v>43355</c:v>
                </c:pt>
                <c:pt idx="1650" c:formatCode="yyyy/m/d">
                  <c:v>43356</c:v>
                </c:pt>
                <c:pt idx="1651" c:formatCode="yyyy/m/d">
                  <c:v>43357</c:v>
                </c:pt>
                <c:pt idx="1652" c:formatCode="yyyy/m/d">
                  <c:v>43360</c:v>
                </c:pt>
                <c:pt idx="1653" c:formatCode="yyyy/m/d">
                  <c:v>43361</c:v>
                </c:pt>
                <c:pt idx="1654" c:formatCode="yyyy/m/d">
                  <c:v>43362</c:v>
                </c:pt>
                <c:pt idx="1655" c:formatCode="yyyy/m/d">
                  <c:v>43363</c:v>
                </c:pt>
                <c:pt idx="1656" c:formatCode="yyyy/m/d">
                  <c:v>43364</c:v>
                </c:pt>
                <c:pt idx="1657" c:formatCode="yyyy/m/d">
                  <c:v>43367</c:v>
                </c:pt>
                <c:pt idx="1658" c:formatCode="yyyy/m/d">
                  <c:v>43368</c:v>
                </c:pt>
                <c:pt idx="1659" c:formatCode="yyyy/m/d">
                  <c:v>43369</c:v>
                </c:pt>
                <c:pt idx="1660" c:formatCode="yyyy/m/d">
                  <c:v>43370</c:v>
                </c:pt>
                <c:pt idx="1661" c:formatCode="yyyy/m/d">
                  <c:v>43371</c:v>
                </c:pt>
                <c:pt idx="1662" c:formatCode="yyyy/m/d">
                  <c:v>43374</c:v>
                </c:pt>
                <c:pt idx="1663" c:formatCode="yyyy/m/d">
                  <c:v>43375</c:v>
                </c:pt>
                <c:pt idx="1664" c:formatCode="yyyy/m/d">
                  <c:v>43376</c:v>
                </c:pt>
                <c:pt idx="1665" c:formatCode="yyyy/m/d">
                  <c:v>43377</c:v>
                </c:pt>
                <c:pt idx="1666" c:formatCode="yyyy/m/d">
                  <c:v>43378</c:v>
                </c:pt>
                <c:pt idx="1667" c:formatCode="yyyy/m/d">
                  <c:v>43381</c:v>
                </c:pt>
                <c:pt idx="1668" c:formatCode="yyyy/m/d">
                  <c:v>43382</c:v>
                </c:pt>
                <c:pt idx="1669" c:formatCode="yyyy/m/d">
                  <c:v>43383</c:v>
                </c:pt>
                <c:pt idx="1670" c:formatCode="yyyy/m/d">
                  <c:v>43384</c:v>
                </c:pt>
                <c:pt idx="1671" c:formatCode="yyyy/m/d">
                  <c:v>43385</c:v>
                </c:pt>
                <c:pt idx="1672" c:formatCode="yyyy/m/d">
                  <c:v>43388</c:v>
                </c:pt>
                <c:pt idx="1673" c:formatCode="yyyy/m/d">
                  <c:v>43389</c:v>
                </c:pt>
                <c:pt idx="1674" c:formatCode="yyyy/m/d">
                  <c:v>43390</c:v>
                </c:pt>
                <c:pt idx="1675" c:formatCode="yyyy/m/d">
                  <c:v>43391</c:v>
                </c:pt>
                <c:pt idx="1676" c:formatCode="yyyy/m/d">
                  <c:v>43392</c:v>
                </c:pt>
                <c:pt idx="1677" c:formatCode="yyyy/m/d">
                  <c:v>43395</c:v>
                </c:pt>
                <c:pt idx="1678" c:formatCode="yyyy/m/d">
                  <c:v>43396</c:v>
                </c:pt>
                <c:pt idx="1679" c:formatCode="yyyy/m/d">
                  <c:v>43397</c:v>
                </c:pt>
                <c:pt idx="1680" c:formatCode="yyyy/m/d">
                  <c:v>43398</c:v>
                </c:pt>
                <c:pt idx="1681" c:formatCode="yyyy/m/d">
                  <c:v>43399</c:v>
                </c:pt>
                <c:pt idx="1682" c:formatCode="yyyy/m/d">
                  <c:v>43402</c:v>
                </c:pt>
                <c:pt idx="1683" c:formatCode="yyyy/m/d">
                  <c:v>43403</c:v>
                </c:pt>
                <c:pt idx="1684" c:formatCode="yyyy/m/d">
                  <c:v>43404</c:v>
                </c:pt>
                <c:pt idx="1685" c:formatCode="yyyy/m/d">
                  <c:v>43405</c:v>
                </c:pt>
                <c:pt idx="1686" c:formatCode="yyyy/m/d">
                  <c:v>43406</c:v>
                </c:pt>
                <c:pt idx="1687" c:formatCode="yyyy/m/d">
                  <c:v>43409</c:v>
                </c:pt>
                <c:pt idx="1688" c:formatCode="yyyy/m/d">
                  <c:v>43410</c:v>
                </c:pt>
                <c:pt idx="1689" c:formatCode="yyyy/m/d">
                  <c:v>43411</c:v>
                </c:pt>
                <c:pt idx="1690" c:formatCode="yyyy/m/d">
                  <c:v>43412</c:v>
                </c:pt>
                <c:pt idx="1691" c:formatCode="yyyy/m/d">
                  <c:v>43413</c:v>
                </c:pt>
                <c:pt idx="1692" c:formatCode="yyyy/m/d">
                  <c:v>43416</c:v>
                </c:pt>
                <c:pt idx="1693" c:formatCode="yyyy/m/d">
                  <c:v>43417</c:v>
                </c:pt>
                <c:pt idx="1694" c:formatCode="yyyy/m/d">
                  <c:v>43418</c:v>
                </c:pt>
                <c:pt idx="1695" c:formatCode="yyyy/m/d">
                  <c:v>43419</c:v>
                </c:pt>
                <c:pt idx="1696" c:formatCode="yyyy/m/d">
                  <c:v>43420</c:v>
                </c:pt>
                <c:pt idx="1697" c:formatCode="yyyy/m/d">
                  <c:v>43423</c:v>
                </c:pt>
                <c:pt idx="1698" c:formatCode="yyyy/m/d">
                  <c:v>43424</c:v>
                </c:pt>
                <c:pt idx="1699" c:formatCode="yyyy/m/d">
                  <c:v>43425</c:v>
                </c:pt>
                <c:pt idx="1700" c:formatCode="yyyy/m/d">
                  <c:v>43430</c:v>
                </c:pt>
                <c:pt idx="1701" c:formatCode="yyyy/m/d">
                  <c:v>43431</c:v>
                </c:pt>
                <c:pt idx="1702" c:formatCode="yyyy/m/d">
                  <c:v>43432</c:v>
                </c:pt>
                <c:pt idx="1703" c:formatCode="yyyy/m/d">
                  <c:v>43433</c:v>
                </c:pt>
                <c:pt idx="1704" c:formatCode="yyyy/m/d">
                  <c:v>43434</c:v>
                </c:pt>
                <c:pt idx="1705" c:formatCode="yyyy/m/d">
                  <c:v>43437</c:v>
                </c:pt>
                <c:pt idx="1706" c:formatCode="yyyy/m/d">
                  <c:v>43438</c:v>
                </c:pt>
                <c:pt idx="1707" c:formatCode="yyyy/m/d">
                  <c:v>43440</c:v>
                </c:pt>
                <c:pt idx="1708" c:formatCode="yyyy/m/d">
                  <c:v>43441</c:v>
                </c:pt>
                <c:pt idx="1709" c:formatCode="yyyy/m/d">
                  <c:v>43444</c:v>
                </c:pt>
                <c:pt idx="1710" c:formatCode="yyyy/m/d">
                  <c:v>43445</c:v>
                </c:pt>
                <c:pt idx="1711" c:formatCode="yyyy/m/d">
                  <c:v>43446</c:v>
                </c:pt>
                <c:pt idx="1712" c:formatCode="yyyy/m/d">
                  <c:v>43447</c:v>
                </c:pt>
                <c:pt idx="1713" c:formatCode="yyyy/m/d">
                  <c:v>43448</c:v>
                </c:pt>
                <c:pt idx="1714" c:formatCode="yyyy/m/d">
                  <c:v>43451</c:v>
                </c:pt>
                <c:pt idx="1715" c:formatCode="yyyy/m/d">
                  <c:v>43452</c:v>
                </c:pt>
                <c:pt idx="1716" c:formatCode="yyyy/m/d">
                  <c:v>43453</c:v>
                </c:pt>
                <c:pt idx="1717" c:formatCode="yyyy/m/d">
                  <c:v>43454</c:v>
                </c:pt>
                <c:pt idx="1718" c:formatCode="yyyy/m/d">
                  <c:v>43455</c:v>
                </c:pt>
                <c:pt idx="1719" c:formatCode="yyyy/m/d">
                  <c:v>43460</c:v>
                </c:pt>
                <c:pt idx="1720" c:formatCode="yyyy/m/d">
                  <c:v>43461</c:v>
                </c:pt>
                <c:pt idx="1721" c:formatCode="yyyy/m/d">
                  <c:v>43462</c:v>
                </c:pt>
                <c:pt idx="1722" c:formatCode="yyyy/m/d">
                  <c:v>43465</c:v>
                </c:pt>
                <c:pt idx="1723" c:formatCode="yyyy/m/d">
                  <c:v>43467</c:v>
                </c:pt>
                <c:pt idx="1724" c:formatCode="yyyy/m/d">
                  <c:v>43468</c:v>
                </c:pt>
                <c:pt idx="1725" c:formatCode="yyyy/m/d">
                  <c:v>43469</c:v>
                </c:pt>
                <c:pt idx="1726" c:formatCode="yyyy/m/d">
                  <c:v>43472</c:v>
                </c:pt>
                <c:pt idx="1727" c:formatCode="yyyy/m/d">
                  <c:v>43473</c:v>
                </c:pt>
                <c:pt idx="1728" c:formatCode="yyyy/m/d">
                  <c:v>43474</c:v>
                </c:pt>
                <c:pt idx="1729" c:formatCode="yyyy/m/d">
                  <c:v>43475</c:v>
                </c:pt>
                <c:pt idx="1730" c:formatCode="yyyy/m/d">
                  <c:v>43476</c:v>
                </c:pt>
                <c:pt idx="1731" c:formatCode="yyyy/m/d">
                  <c:v>43479</c:v>
                </c:pt>
                <c:pt idx="1732" c:formatCode="yyyy/m/d">
                  <c:v>43480</c:v>
                </c:pt>
                <c:pt idx="1733" c:formatCode="yyyy/m/d">
                  <c:v>43481</c:v>
                </c:pt>
                <c:pt idx="1734" c:formatCode="yyyy/m/d">
                  <c:v>43482</c:v>
                </c:pt>
                <c:pt idx="1735" c:formatCode="yyyy/m/d">
                  <c:v>43483</c:v>
                </c:pt>
                <c:pt idx="1736" c:formatCode="yyyy/m/d">
                  <c:v>43487</c:v>
                </c:pt>
                <c:pt idx="1737" c:formatCode="yyyy/m/d">
                  <c:v>43488</c:v>
                </c:pt>
                <c:pt idx="1738" c:formatCode="yyyy/m/d">
                  <c:v>43489</c:v>
                </c:pt>
                <c:pt idx="1739" c:formatCode="yyyy/m/d">
                  <c:v>43490</c:v>
                </c:pt>
                <c:pt idx="1740" c:formatCode="yyyy/m/d">
                  <c:v>43493</c:v>
                </c:pt>
                <c:pt idx="1741" c:formatCode="yyyy/m/d">
                  <c:v>43494</c:v>
                </c:pt>
                <c:pt idx="1742" c:formatCode="yyyy/m/d">
                  <c:v>43495</c:v>
                </c:pt>
                <c:pt idx="1743" c:formatCode="yyyy/m/d">
                  <c:v>43496</c:v>
                </c:pt>
                <c:pt idx="1744" c:formatCode="yyyy/m/d">
                  <c:v>43497</c:v>
                </c:pt>
                <c:pt idx="1745" c:formatCode="yyyy/m/d">
                  <c:v>43500</c:v>
                </c:pt>
                <c:pt idx="1746" c:formatCode="yyyy/m/d">
                  <c:v>43501</c:v>
                </c:pt>
                <c:pt idx="1747" c:formatCode="yyyy/m/d">
                  <c:v>43502</c:v>
                </c:pt>
                <c:pt idx="1748" c:formatCode="yyyy/m/d">
                  <c:v>43503</c:v>
                </c:pt>
                <c:pt idx="1749" c:formatCode="yyyy/m/d">
                  <c:v>43504</c:v>
                </c:pt>
                <c:pt idx="1750" c:formatCode="yyyy/m/d">
                  <c:v>43507</c:v>
                </c:pt>
                <c:pt idx="1751" c:formatCode="yyyy/m/d">
                  <c:v>43508</c:v>
                </c:pt>
                <c:pt idx="1752" c:formatCode="yyyy/m/d">
                  <c:v>43509</c:v>
                </c:pt>
                <c:pt idx="1753" c:formatCode="yyyy/m/d">
                  <c:v>43510</c:v>
                </c:pt>
                <c:pt idx="1754" c:formatCode="yyyy/m/d">
                  <c:v>43511</c:v>
                </c:pt>
                <c:pt idx="1755" c:formatCode="yyyy/m/d">
                  <c:v>43515</c:v>
                </c:pt>
                <c:pt idx="1756" c:formatCode="yyyy/m/d">
                  <c:v>43516</c:v>
                </c:pt>
                <c:pt idx="1757" c:formatCode="yyyy/m/d">
                  <c:v>43517</c:v>
                </c:pt>
                <c:pt idx="1758" c:formatCode="yyyy/m/d">
                  <c:v>43518</c:v>
                </c:pt>
                <c:pt idx="1759" c:formatCode="yyyy/m/d">
                  <c:v>43521</c:v>
                </c:pt>
                <c:pt idx="1760" c:formatCode="yyyy/m/d">
                  <c:v>43522</c:v>
                </c:pt>
                <c:pt idx="1761" c:formatCode="yyyy/m/d">
                  <c:v>43523</c:v>
                </c:pt>
                <c:pt idx="1762" c:formatCode="yyyy/m/d">
                  <c:v>43524</c:v>
                </c:pt>
                <c:pt idx="1763" c:formatCode="yyyy/m/d">
                  <c:v>43525</c:v>
                </c:pt>
                <c:pt idx="1764" c:formatCode="yyyy/m/d">
                  <c:v>43528</c:v>
                </c:pt>
                <c:pt idx="1765" c:formatCode="yyyy/m/d">
                  <c:v>43529</c:v>
                </c:pt>
                <c:pt idx="1766" c:formatCode="yyyy/m/d">
                  <c:v>43530</c:v>
                </c:pt>
                <c:pt idx="1767" c:formatCode="yyyy/m/d">
                  <c:v>43531</c:v>
                </c:pt>
                <c:pt idx="1768" c:formatCode="yyyy/m/d">
                  <c:v>43532</c:v>
                </c:pt>
                <c:pt idx="1769" c:formatCode="yyyy/m/d">
                  <c:v>43535</c:v>
                </c:pt>
                <c:pt idx="1770" c:formatCode="yyyy/m/d">
                  <c:v>43536</c:v>
                </c:pt>
                <c:pt idx="1771" c:formatCode="yyyy/m/d">
                  <c:v>43537</c:v>
                </c:pt>
                <c:pt idx="1772" c:formatCode="yyyy/m/d">
                  <c:v>43538</c:v>
                </c:pt>
                <c:pt idx="1773" c:formatCode="yyyy/m/d">
                  <c:v>43539</c:v>
                </c:pt>
                <c:pt idx="1774" c:formatCode="yyyy/m/d">
                  <c:v>43542</c:v>
                </c:pt>
                <c:pt idx="1775" c:formatCode="yyyy/m/d">
                  <c:v>43543</c:v>
                </c:pt>
                <c:pt idx="1776" c:formatCode="yyyy/m/d">
                  <c:v>43544</c:v>
                </c:pt>
                <c:pt idx="1777" c:formatCode="yyyy/m/d">
                  <c:v>43545</c:v>
                </c:pt>
                <c:pt idx="1778" c:formatCode="yyyy/m/d">
                  <c:v>43546</c:v>
                </c:pt>
                <c:pt idx="1779" c:formatCode="yyyy/m/d">
                  <c:v>43549</c:v>
                </c:pt>
                <c:pt idx="1780" c:formatCode="yyyy/m/d">
                  <c:v>43550</c:v>
                </c:pt>
                <c:pt idx="1781" c:formatCode="yyyy/m/d">
                  <c:v>43551</c:v>
                </c:pt>
                <c:pt idx="1782" c:formatCode="yyyy/m/d">
                  <c:v>43552</c:v>
                </c:pt>
                <c:pt idx="1783" c:formatCode="yyyy/m/d">
                  <c:v>43553</c:v>
                </c:pt>
                <c:pt idx="1784" c:formatCode="yyyy/m/d">
                  <c:v>43556</c:v>
                </c:pt>
                <c:pt idx="1785" c:formatCode="yyyy/m/d">
                  <c:v>43557</c:v>
                </c:pt>
                <c:pt idx="1786" c:formatCode="yyyy/m/d">
                  <c:v>43558</c:v>
                </c:pt>
                <c:pt idx="1787" c:formatCode="yyyy/m/d">
                  <c:v>43559</c:v>
                </c:pt>
                <c:pt idx="1788" c:formatCode="yyyy/m/d">
                  <c:v>43560</c:v>
                </c:pt>
                <c:pt idx="1789" c:formatCode="yyyy/m/d">
                  <c:v>43563</c:v>
                </c:pt>
                <c:pt idx="1790" c:formatCode="yyyy/m/d">
                  <c:v>43564</c:v>
                </c:pt>
                <c:pt idx="1791" c:formatCode="yyyy/m/d">
                  <c:v>43565</c:v>
                </c:pt>
                <c:pt idx="1792" c:formatCode="yyyy/m/d">
                  <c:v>43566</c:v>
                </c:pt>
                <c:pt idx="1793" c:formatCode="yyyy/m/d">
                  <c:v>43567</c:v>
                </c:pt>
                <c:pt idx="1794" c:formatCode="yyyy/m/d">
                  <c:v>43570</c:v>
                </c:pt>
                <c:pt idx="1795" c:formatCode="yyyy/m/d">
                  <c:v>43571</c:v>
                </c:pt>
                <c:pt idx="1796" c:formatCode="yyyy/m/d">
                  <c:v>43572</c:v>
                </c:pt>
                <c:pt idx="1797" c:formatCode="yyyy/m/d">
                  <c:v>43573</c:v>
                </c:pt>
                <c:pt idx="1798" c:formatCode="yyyy/m/d">
                  <c:v>43577</c:v>
                </c:pt>
                <c:pt idx="1799" c:formatCode="yyyy/m/d">
                  <c:v>43578</c:v>
                </c:pt>
                <c:pt idx="1800" c:formatCode="yyyy/m/d">
                  <c:v>43579</c:v>
                </c:pt>
                <c:pt idx="1801" c:formatCode="yyyy/m/d">
                  <c:v>43580</c:v>
                </c:pt>
                <c:pt idx="1802" c:formatCode="yyyy/m/d">
                  <c:v>43581</c:v>
                </c:pt>
                <c:pt idx="1803" c:formatCode="yyyy/m/d">
                  <c:v>43584</c:v>
                </c:pt>
                <c:pt idx="1804" c:formatCode="yyyy/m/d">
                  <c:v>43585</c:v>
                </c:pt>
                <c:pt idx="1805" c:formatCode="yyyy/m/d">
                  <c:v>43586</c:v>
                </c:pt>
                <c:pt idx="1806" c:formatCode="yyyy/m/d">
                  <c:v>43587</c:v>
                </c:pt>
                <c:pt idx="1807" c:formatCode="yyyy/m/d">
                  <c:v>43588</c:v>
                </c:pt>
                <c:pt idx="1808" c:formatCode="yyyy/m/d">
                  <c:v>43591</c:v>
                </c:pt>
                <c:pt idx="1809" c:formatCode="yyyy/m/d">
                  <c:v>43592</c:v>
                </c:pt>
                <c:pt idx="1810" c:formatCode="yyyy/m/d">
                  <c:v>43593</c:v>
                </c:pt>
                <c:pt idx="1811" c:formatCode="yyyy/m/d">
                  <c:v>43594</c:v>
                </c:pt>
                <c:pt idx="1812" c:formatCode="yyyy/m/d">
                  <c:v>43595</c:v>
                </c:pt>
                <c:pt idx="1813" c:formatCode="yyyy/m/d">
                  <c:v>43598</c:v>
                </c:pt>
                <c:pt idx="1814" c:formatCode="yyyy/m/d">
                  <c:v>43599</c:v>
                </c:pt>
                <c:pt idx="1815" c:formatCode="yyyy/m/d">
                  <c:v>43600</c:v>
                </c:pt>
                <c:pt idx="1816" c:formatCode="yyyy/m/d">
                  <c:v>43601</c:v>
                </c:pt>
                <c:pt idx="1817" c:formatCode="yyyy/m/d">
                  <c:v>43602</c:v>
                </c:pt>
                <c:pt idx="1818" c:formatCode="yyyy/m/d">
                  <c:v>43605</c:v>
                </c:pt>
                <c:pt idx="1819" c:formatCode="yyyy/m/d">
                  <c:v>43606</c:v>
                </c:pt>
                <c:pt idx="1820" c:formatCode="yyyy/m/d">
                  <c:v>43607</c:v>
                </c:pt>
                <c:pt idx="1821" c:formatCode="yyyy/m/d">
                  <c:v>43608</c:v>
                </c:pt>
                <c:pt idx="1822" c:formatCode="yyyy/m/d">
                  <c:v>43609</c:v>
                </c:pt>
                <c:pt idx="1823" c:formatCode="yyyy/m/d">
                  <c:v>43613</c:v>
                </c:pt>
                <c:pt idx="1824" c:formatCode="yyyy/m/d">
                  <c:v>43614</c:v>
                </c:pt>
                <c:pt idx="1825" c:formatCode="yyyy/m/d">
                  <c:v>43615</c:v>
                </c:pt>
                <c:pt idx="1826" c:formatCode="yyyy/m/d">
                  <c:v>43616</c:v>
                </c:pt>
                <c:pt idx="1827" c:formatCode="yyyy/m/d">
                  <c:v>43619</c:v>
                </c:pt>
                <c:pt idx="1828" c:formatCode="yyyy/m/d">
                  <c:v>43620</c:v>
                </c:pt>
                <c:pt idx="1829" c:formatCode="yyyy/m/d">
                  <c:v>43621</c:v>
                </c:pt>
                <c:pt idx="1830" c:formatCode="yyyy/m/d">
                  <c:v>43622</c:v>
                </c:pt>
                <c:pt idx="1831" c:formatCode="yyyy/m/d">
                  <c:v>43623</c:v>
                </c:pt>
                <c:pt idx="1832" c:formatCode="yyyy/m/d">
                  <c:v>43626</c:v>
                </c:pt>
                <c:pt idx="1833" c:formatCode="yyyy/m/d">
                  <c:v>43627</c:v>
                </c:pt>
                <c:pt idx="1834" c:formatCode="yyyy/m/d">
                  <c:v>43628</c:v>
                </c:pt>
                <c:pt idx="1835" c:formatCode="yyyy/m/d">
                  <c:v>43629</c:v>
                </c:pt>
                <c:pt idx="1836" c:formatCode="yyyy/m/d">
                  <c:v>43630</c:v>
                </c:pt>
                <c:pt idx="1837" c:formatCode="yyyy/m/d">
                  <c:v>43633</c:v>
                </c:pt>
                <c:pt idx="1838" c:formatCode="yyyy/m/d">
                  <c:v>43634</c:v>
                </c:pt>
                <c:pt idx="1839" c:formatCode="yyyy/m/d">
                  <c:v>43635</c:v>
                </c:pt>
                <c:pt idx="1840" c:formatCode="yyyy/m/d">
                  <c:v>43636</c:v>
                </c:pt>
                <c:pt idx="1841" c:formatCode="yyyy/m/d">
                  <c:v>43637</c:v>
                </c:pt>
                <c:pt idx="1842" c:formatCode="yyyy/m/d">
                  <c:v>43640</c:v>
                </c:pt>
                <c:pt idx="1843" c:formatCode="yyyy/m/d">
                  <c:v>43641</c:v>
                </c:pt>
                <c:pt idx="1844" c:formatCode="yyyy/m/d">
                  <c:v>43642</c:v>
                </c:pt>
                <c:pt idx="1845" c:formatCode="yyyy/m/d">
                  <c:v>43643</c:v>
                </c:pt>
                <c:pt idx="1846" c:formatCode="yyyy/m/d">
                  <c:v>43644</c:v>
                </c:pt>
                <c:pt idx="1847" c:formatCode="yyyy/m/d">
                  <c:v>43647</c:v>
                </c:pt>
                <c:pt idx="1848" c:formatCode="yyyy/m/d">
                  <c:v>43648</c:v>
                </c:pt>
                <c:pt idx="1849" c:formatCode="yyyy/m/d">
                  <c:v>43651</c:v>
                </c:pt>
                <c:pt idx="1850" c:formatCode="yyyy/m/d">
                  <c:v>43654</c:v>
                </c:pt>
                <c:pt idx="1851" c:formatCode="yyyy/m/d">
                  <c:v>43655</c:v>
                </c:pt>
                <c:pt idx="1852" c:formatCode="yyyy/m/d">
                  <c:v>43656</c:v>
                </c:pt>
                <c:pt idx="1853" c:formatCode="yyyy/m/d">
                  <c:v>43657</c:v>
                </c:pt>
                <c:pt idx="1854" c:formatCode="yyyy/m/d">
                  <c:v>43658</c:v>
                </c:pt>
                <c:pt idx="1855" c:formatCode="yyyy/m/d">
                  <c:v>43661</c:v>
                </c:pt>
                <c:pt idx="1856" c:formatCode="yyyy/m/d">
                  <c:v>43662</c:v>
                </c:pt>
                <c:pt idx="1857" c:formatCode="yyyy/m/d">
                  <c:v>43663</c:v>
                </c:pt>
                <c:pt idx="1858" c:formatCode="yyyy/m/d">
                  <c:v>43664</c:v>
                </c:pt>
                <c:pt idx="1859" c:formatCode="yyyy/m/d">
                  <c:v>43665</c:v>
                </c:pt>
                <c:pt idx="1860" c:formatCode="yyyy/m/d">
                  <c:v>43668</c:v>
                </c:pt>
                <c:pt idx="1861" c:formatCode="yyyy/m/d">
                  <c:v>43669</c:v>
                </c:pt>
                <c:pt idx="1862" c:formatCode="yyyy/m/d">
                  <c:v>43670</c:v>
                </c:pt>
                <c:pt idx="1863" c:formatCode="yyyy/m/d">
                  <c:v>43671</c:v>
                </c:pt>
                <c:pt idx="1864" c:formatCode="yyyy/m/d">
                  <c:v>43672</c:v>
                </c:pt>
                <c:pt idx="1865" c:formatCode="yyyy/m/d">
                  <c:v>43675</c:v>
                </c:pt>
                <c:pt idx="1866" c:formatCode="yyyy/m/d">
                  <c:v>43676</c:v>
                </c:pt>
                <c:pt idx="1867" c:formatCode="yyyy/m/d">
                  <c:v>43677</c:v>
                </c:pt>
                <c:pt idx="1868" c:formatCode="yyyy/m/d">
                  <c:v>43678</c:v>
                </c:pt>
                <c:pt idx="1869" c:formatCode="yyyy/m/d">
                  <c:v>43679</c:v>
                </c:pt>
                <c:pt idx="1870" c:formatCode="yyyy/m/d">
                  <c:v>43682</c:v>
                </c:pt>
                <c:pt idx="1871" c:formatCode="yyyy/m/d">
                  <c:v>43683</c:v>
                </c:pt>
                <c:pt idx="1872" c:formatCode="yyyy/m/d">
                  <c:v>43684</c:v>
                </c:pt>
                <c:pt idx="1873" c:formatCode="yyyy/m/d">
                  <c:v>43685</c:v>
                </c:pt>
                <c:pt idx="1874" c:formatCode="yyyy/m/d">
                  <c:v>43686</c:v>
                </c:pt>
                <c:pt idx="1875" c:formatCode="yyyy/m/d">
                  <c:v>43689</c:v>
                </c:pt>
                <c:pt idx="1876" c:formatCode="yyyy/m/d">
                  <c:v>43690</c:v>
                </c:pt>
                <c:pt idx="1877" c:formatCode="yyyy/m/d">
                  <c:v>43691</c:v>
                </c:pt>
                <c:pt idx="1878" c:formatCode="yyyy/m/d">
                  <c:v>43692</c:v>
                </c:pt>
                <c:pt idx="1879" c:formatCode="yyyy/m/d">
                  <c:v>43693</c:v>
                </c:pt>
                <c:pt idx="1880" c:formatCode="yyyy/m/d">
                  <c:v>43696</c:v>
                </c:pt>
                <c:pt idx="1881" c:formatCode="yyyy/m/d">
                  <c:v>43697</c:v>
                </c:pt>
                <c:pt idx="1882" c:formatCode="yyyy/m/d">
                  <c:v>43698</c:v>
                </c:pt>
                <c:pt idx="1883" c:formatCode="yyyy/m/d">
                  <c:v>43699</c:v>
                </c:pt>
                <c:pt idx="1884" c:formatCode="yyyy/m/d">
                  <c:v>43700</c:v>
                </c:pt>
                <c:pt idx="1885" c:formatCode="yyyy/m/d">
                  <c:v>43703</c:v>
                </c:pt>
                <c:pt idx="1886" c:formatCode="yyyy/m/d">
                  <c:v>43704</c:v>
                </c:pt>
                <c:pt idx="1887" c:formatCode="yyyy/m/d">
                  <c:v>43705</c:v>
                </c:pt>
                <c:pt idx="1888" c:formatCode="yyyy/m/d">
                  <c:v>43706</c:v>
                </c:pt>
                <c:pt idx="1889" c:formatCode="yyyy/m/d">
                  <c:v>43707</c:v>
                </c:pt>
                <c:pt idx="1890" c:formatCode="yyyy/m/d">
                  <c:v>43711</c:v>
                </c:pt>
                <c:pt idx="1891" c:formatCode="yyyy/m/d">
                  <c:v>43712</c:v>
                </c:pt>
                <c:pt idx="1892" c:formatCode="yyyy/m/d">
                  <c:v>43713</c:v>
                </c:pt>
                <c:pt idx="1893" c:formatCode="yyyy/m/d">
                  <c:v>43714</c:v>
                </c:pt>
                <c:pt idx="1894" c:formatCode="yyyy/m/d">
                  <c:v>43717</c:v>
                </c:pt>
                <c:pt idx="1895" c:formatCode="yyyy/m/d">
                  <c:v>43718</c:v>
                </c:pt>
                <c:pt idx="1896" c:formatCode="yyyy/m/d">
                  <c:v>43719</c:v>
                </c:pt>
                <c:pt idx="1897" c:formatCode="yyyy/m/d">
                  <c:v>43720</c:v>
                </c:pt>
                <c:pt idx="1898" c:formatCode="yyyy/m/d">
                  <c:v>43721</c:v>
                </c:pt>
                <c:pt idx="1899" c:formatCode="yyyy/m/d">
                  <c:v>43724</c:v>
                </c:pt>
                <c:pt idx="1900" c:formatCode="yyyy/m/d">
                  <c:v>43725</c:v>
                </c:pt>
                <c:pt idx="1901" c:formatCode="yyyy/m/d">
                  <c:v>43726</c:v>
                </c:pt>
                <c:pt idx="1902" c:formatCode="yyyy/m/d">
                  <c:v>43727</c:v>
                </c:pt>
                <c:pt idx="1903" c:formatCode="yyyy/m/d">
                  <c:v>43728</c:v>
                </c:pt>
                <c:pt idx="1904" c:formatCode="yyyy/m/d">
                  <c:v>43731</c:v>
                </c:pt>
                <c:pt idx="1905" c:formatCode="yyyy/m/d">
                  <c:v>43732</c:v>
                </c:pt>
                <c:pt idx="1906" c:formatCode="yyyy/m/d">
                  <c:v>43733</c:v>
                </c:pt>
                <c:pt idx="1907" c:formatCode="yyyy/m/d">
                  <c:v>43734</c:v>
                </c:pt>
                <c:pt idx="1908" c:formatCode="yyyy/m/d">
                  <c:v>43735</c:v>
                </c:pt>
                <c:pt idx="1909" c:formatCode="yyyy/m/d">
                  <c:v>43738</c:v>
                </c:pt>
                <c:pt idx="1910" c:formatCode="yyyy/m/d">
                  <c:v>43739</c:v>
                </c:pt>
                <c:pt idx="1911" c:formatCode="yyyy/m/d">
                  <c:v>43740</c:v>
                </c:pt>
                <c:pt idx="1912" c:formatCode="yyyy/m/d">
                  <c:v>43741</c:v>
                </c:pt>
                <c:pt idx="1913" c:formatCode="yyyy/m/d">
                  <c:v>43742</c:v>
                </c:pt>
                <c:pt idx="1914" c:formatCode="yyyy/m/d">
                  <c:v>43745</c:v>
                </c:pt>
                <c:pt idx="1915" c:formatCode="yyyy/m/d">
                  <c:v>43746</c:v>
                </c:pt>
                <c:pt idx="1916" c:formatCode="yyyy/m/d">
                  <c:v>43747</c:v>
                </c:pt>
                <c:pt idx="1917" c:formatCode="yyyy/m/d">
                  <c:v>43748</c:v>
                </c:pt>
                <c:pt idx="1918" c:formatCode="yyyy/m/d">
                  <c:v>43749</c:v>
                </c:pt>
                <c:pt idx="1919" c:formatCode="yyyy/m/d">
                  <c:v>43752</c:v>
                </c:pt>
                <c:pt idx="1920" c:formatCode="yyyy/m/d">
                  <c:v>43753</c:v>
                </c:pt>
                <c:pt idx="1921" c:formatCode="yyyy/m/d">
                  <c:v>43754</c:v>
                </c:pt>
                <c:pt idx="1922" c:formatCode="yyyy/m/d">
                  <c:v>43755</c:v>
                </c:pt>
                <c:pt idx="1923" c:formatCode="yyyy/m/d">
                  <c:v>43756</c:v>
                </c:pt>
                <c:pt idx="1924" c:formatCode="yyyy/m/d">
                  <c:v>43759</c:v>
                </c:pt>
                <c:pt idx="1925" c:formatCode="yyyy/m/d">
                  <c:v>43760</c:v>
                </c:pt>
                <c:pt idx="1926" c:formatCode="yyyy/m/d">
                  <c:v>43761</c:v>
                </c:pt>
                <c:pt idx="1927" c:formatCode="yyyy/m/d">
                  <c:v>43762</c:v>
                </c:pt>
                <c:pt idx="1928" c:formatCode="yyyy/m/d">
                  <c:v>43763</c:v>
                </c:pt>
                <c:pt idx="1929" c:formatCode="yyyy/m/d">
                  <c:v>43766</c:v>
                </c:pt>
                <c:pt idx="1930" c:formatCode="yyyy/m/d">
                  <c:v>43767</c:v>
                </c:pt>
                <c:pt idx="1931" c:formatCode="yyyy/m/d">
                  <c:v>43768</c:v>
                </c:pt>
                <c:pt idx="1932" c:formatCode="yyyy/m/d">
                  <c:v>43769</c:v>
                </c:pt>
                <c:pt idx="1933" c:formatCode="yyyy/m/d">
                  <c:v>43770</c:v>
                </c:pt>
                <c:pt idx="1934" c:formatCode="yyyy/m/d">
                  <c:v>43773</c:v>
                </c:pt>
                <c:pt idx="1935" c:formatCode="yyyy/m/d">
                  <c:v>43774</c:v>
                </c:pt>
                <c:pt idx="1936" c:formatCode="yyyy/m/d">
                  <c:v>43775</c:v>
                </c:pt>
                <c:pt idx="1937" c:formatCode="yyyy/m/d">
                  <c:v>43776</c:v>
                </c:pt>
                <c:pt idx="1938" c:formatCode="yyyy/m/d">
                  <c:v>43777</c:v>
                </c:pt>
                <c:pt idx="1939" c:formatCode="yyyy/m/d">
                  <c:v>43780</c:v>
                </c:pt>
                <c:pt idx="1940" c:formatCode="yyyy/m/d">
                  <c:v>43781</c:v>
                </c:pt>
                <c:pt idx="1941" c:formatCode="yyyy/m/d">
                  <c:v>43782</c:v>
                </c:pt>
                <c:pt idx="1942" c:formatCode="yyyy/m/d">
                  <c:v>43783</c:v>
                </c:pt>
                <c:pt idx="1943" c:formatCode="yyyy/m/d">
                  <c:v>43784</c:v>
                </c:pt>
                <c:pt idx="1944" c:formatCode="yyyy/m/d">
                  <c:v>43787</c:v>
                </c:pt>
                <c:pt idx="1945" c:formatCode="yyyy/m/d">
                  <c:v>43788</c:v>
                </c:pt>
                <c:pt idx="1946" c:formatCode="yyyy/m/d">
                  <c:v>43789</c:v>
                </c:pt>
                <c:pt idx="1947" c:formatCode="yyyy/m/d">
                  <c:v>43790</c:v>
                </c:pt>
                <c:pt idx="1948" c:formatCode="yyyy/m/d">
                  <c:v>43791</c:v>
                </c:pt>
                <c:pt idx="1949" c:formatCode="yyyy/m/d">
                  <c:v>43794</c:v>
                </c:pt>
                <c:pt idx="1950" c:formatCode="yyyy/m/d">
                  <c:v>43795</c:v>
                </c:pt>
                <c:pt idx="1951" c:formatCode="yyyy/m/d">
                  <c:v>43796</c:v>
                </c:pt>
                <c:pt idx="1952" c:formatCode="yyyy/m/d">
                  <c:v>43801</c:v>
                </c:pt>
                <c:pt idx="1953" c:formatCode="yyyy/m/d">
                  <c:v>43802</c:v>
                </c:pt>
                <c:pt idx="1954" c:formatCode="yyyy/m/d">
                  <c:v>43803</c:v>
                </c:pt>
                <c:pt idx="1955" c:formatCode="yyyy/m/d">
                  <c:v>43804</c:v>
                </c:pt>
                <c:pt idx="1956" c:formatCode="yyyy/m/d">
                  <c:v>43805</c:v>
                </c:pt>
                <c:pt idx="1957" c:formatCode="yyyy/m/d">
                  <c:v>43808</c:v>
                </c:pt>
                <c:pt idx="1958" c:formatCode="yyyy/m/d">
                  <c:v>43809</c:v>
                </c:pt>
                <c:pt idx="1959" c:formatCode="yyyy/m/d">
                  <c:v>43810</c:v>
                </c:pt>
                <c:pt idx="1960" c:formatCode="yyyy/m/d">
                  <c:v>43811</c:v>
                </c:pt>
                <c:pt idx="1961" c:formatCode="yyyy/m/d">
                  <c:v>43812</c:v>
                </c:pt>
                <c:pt idx="1962" c:formatCode="yyyy/m/d">
                  <c:v>43815</c:v>
                </c:pt>
                <c:pt idx="1963" c:formatCode="yyyy/m/d">
                  <c:v>43816</c:v>
                </c:pt>
                <c:pt idx="1964" c:formatCode="yyyy/m/d">
                  <c:v>43817</c:v>
                </c:pt>
                <c:pt idx="1965" c:formatCode="yyyy/m/d">
                  <c:v>43818</c:v>
                </c:pt>
                <c:pt idx="1966" c:formatCode="yyyy/m/d">
                  <c:v>43819</c:v>
                </c:pt>
                <c:pt idx="1967" c:formatCode="yyyy/m/d">
                  <c:v>43822</c:v>
                </c:pt>
                <c:pt idx="1968" c:formatCode="yyyy/m/d">
                  <c:v>43825</c:v>
                </c:pt>
                <c:pt idx="1969" c:formatCode="yyyy/m/d">
                  <c:v>43826</c:v>
                </c:pt>
                <c:pt idx="1970" c:formatCode="yyyy/m/d">
                  <c:v>43829</c:v>
                </c:pt>
                <c:pt idx="1971" c:formatCode="yyyy/m/d">
                  <c:v>43830</c:v>
                </c:pt>
                <c:pt idx="1972" c:formatCode="yyyy/m/d">
                  <c:v>43832</c:v>
                </c:pt>
                <c:pt idx="1973" c:formatCode="yyyy/m/d">
                  <c:v>43833</c:v>
                </c:pt>
                <c:pt idx="1974" c:formatCode="yyyy/m/d">
                  <c:v>43836</c:v>
                </c:pt>
                <c:pt idx="1975" c:formatCode="yyyy/m/d">
                  <c:v>43837</c:v>
                </c:pt>
                <c:pt idx="1976" c:formatCode="yyyy/m/d">
                  <c:v>43838</c:v>
                </c:pt>
                <c:pt idx="1977" c:formatCode="yyyy/m/d">
                  <c:v>43839</c:v>
                </c:pt>
                <c:pt idx="1978" c:formatCode="yyyy/m/d">
                  <c:v>43840</c:v>
                </c:pt>
                <c:pt idx="1979" c:formatCode="yyyy/m/d">
                  <c:v>43843</c:v>
                </c:pt>
                <c:pt idx="1980" c:formatCode="yyyy/m/d">
                  <c:v>43844</c:v>
                </c:pt>
                <c:pt idx="1981" c:formatCode="yyyy/m/d">
                  <c:v>43845</c:v>
                </c:pt>
                <c:pt idx="1982" c:formatCode="yyyy/m/d">
                  <c:v>43846</c:v>
                </c:pt>
                <c:pt idx="1983" c:formatCode="yyyy/m/d">
                  <c:v>43847</c:v>
                </c:pt>
                <c:pt idx="1984" c:formatCode="yyyy/m/d">
                  <c:v>43851</c:v>
                </c:pt>
                <c:pt idx="1985" c:formatCode="yyyy/m/d">
                  <c:v>43852</c:v>
                </c:pt>
                <c:pt idx="1986" c:formatCode="yyyy/m/d">
                  <c:v>43853</c:v>
                </c:pt>
                <c:pt idx="1987" c:formatCode="yyyy/m/d">
                  <c:v>43854</c:v>
                </c:pt>
                <c:pt idx="1988" c:formatCode="yyyy/m/d">
                  <c:v>43857</c:v>
                </c:pt>
                <c:pt idx="1989" c:formatCode="yyyy/m/d">
                  <c:v>43858</c:v>
                </c:pt>
                <c:pt idx="1990" c:formatCode="yyyy/m/d">
                  <c:v>43859</c:v>
                </c:pt>
                <c:pt idx="1991" c:formatCode="yyyy/m/d">
                  <c:v>43860</c:v>
                </c:pt>
                <c:pt idx="1992" c:formatCode="yyyy/m/d">
                  <c:v>43861</c:v>
                </c:pt>
                <c:pt idx="1993" c:formatCode="yyyy/m/d">
                  <c:v>43864</c:v>
                </c:pt>
                <c:pt idx="1994" c:formatCode="yyyy/m/d">
                  <c:v>43865</c:v>
                </c:pt>
                <c:pt idx="1995" c:formatCode="yyyy/m/d">
                  <c:v>43866</c:v>
                </c:pt>
                <c:pt idx="1996" c:formatCode="yyyy/m/d">
                  <c:v>43867</c:v>
                </c:pt>
                <c:pt idx="1997" c:formatCode="yyyy/m/d">
                  <c:v>43868</c:v>
                </c:pt>
                <c:pt idx="1998" c:formatCode="yyyy/m/d">
                  <c:v>43871</c:v>
                </c:pt>
                <c:pt idx="1999" c:formatCode="yyyy/m/d">
                  <c:v>43872</c:v>
                </c:pt>
                <c:pt idx="2000" c:formatCode="yyyy/m/d">
                  <c:v>43873</c:v>
                </c:pt>
                <c:pt idx="2001" c:formatCode="yyyy/m/d">
                  <c:v>43874</c:v>
                </c:pt>
                <c:pt idx="2002" c:formatCode="yyyy/m/d">
                  <c:v>43875</c:v>
                </c:pt>
                <c:pt idx="2003" c:formatCode="yyyy/m/d">
                  <c:v>43879</c:v>
                </c:pt>
                <c:pt idx="2004" c:formatCode="yyyy/m/d">
                  <c:v>43880</c:v>
                </c:pt>
                <c:pt idx="2005" c:formatCode="yyyy/m/d">
                  <c:v>43881</c:v>
                </c:pt>
                <c:pt idx="2006" c:formatCode="yyyy/m/d">
                  <c:v>43882</c:v>
                </c:pt>
                <c:pt idx="2007" c:formatCode="yyyy/m/d">
                  <c:v>43885</c:v>
                </c:pt>
                <c:pt idx="2008" c:formatCode="yyyy/m/d">
                  <c:v>43886</c:v>
                </c:pt>
                <c:pt idx="2009" c:formatCode="yyyy/m/d">
                  <c:v>43887</c:v>
                </c:pt>
                <c:pt idx="2010" c:formatCode="yyyy/m/d">
                  <c:v>43888</c:v>
                </c:pt>
                <c:pt idx="2011" c:formatCode="yyyy/m/d">
                  <c:v>43889</c:v>
                </c:pt>
                <c:pt idx="2012" c:formatCode="yyyy/m/d">
                  <c:v>43892</c:v>
                </c:pt>
                <c:pt idx="2013" c:formatCode="yyyy/m/d">
                  <c:v>43893</c:v>
                </c:pt>
                <c:pt idx="2014" c:formatCode="yyyy/m/d">
                  <c:v>43894</c:v>
                </c:pt>
                <c:pt idx="2015" c:formatCode="yyyy/m/d">
                  <c:v>43895</c:v>
                </c:pt>
                <c:pt idx="2016" c:formatCode="yyyy/m/d">
                  <c:v>43896</c:v>
                </c:pt>
                <c:pt idx="2017" c:formatCode="yyyy/m/d">
                  <c:v>43899</c:v>
                </c:pt>
                <c:pt idx="2018" c:formatCode="yyyy/m/d">
                  <c:v>43900</c:v>
                </c:pt>
                <c:pt idx="2019" c:formatCode="yyyy/m/d">
                  <c:v>43901</c:v>
                </c:pt>
                <c:pt idx="2020" c:formatCode="yyyy/m/d">
                  <c:v>43902</c:v>
                </c:pt>
                <c:pt idx="2021" c:formatCode="yyyy/m/d">
                  <c:v>43903</c:v>
                </c:pt>
                <c:pt idx="2022" c:formatCode="yyyy/m/d">
                  <c:v>43906</c:v>
                </c:pt>
                <c:pt idx="2023" c:formatCode="yyyy/m/d">
                  <c:v>43907</c:v>
                </c:pt>
                <c:pt idx="2024" c:formatCode="yyyy/m/d">
                  <c:v>43908</c:v>
                </c:pt>
                <c:pt idx="2025" c:formatCode="yyyy/m/d">
                  <c:v>43909</c:v>
                </c:pt>
                <c:pt idx="2026" c:formatCode="yyyy/m/d">
                  <c:v>43910</c:v>
                </c:pt>
                <c:pt idx="2027" c:formatCode="yyyy/m/d">
                  <c:v>43913</c:v>
                </c:pt>
                <c:pt idx="2028" c:formatCode="yyyy/m/d">
                  <c:v>43914</c:v>
                </c:pt>
                <c:pt idx="2029" c:formatCode="yyyy/m/d">
                  <c:v>43915</c:v>
                </c:pt>
                <c:pt idx="2030" c:formatCode="yyyy/m/d">
                  <c:v>43916</c:v>
                </c:pt>
                <c:pt idx="2031" c:formatCode="yyyy/m/d">
                  <c:v>43917</c:v>
                </c:pt>
                <c:pt idx="2032" c:formatCode="yyyy/m/d">
                  <c:v>43920</c:v>
                </c:pt>
                <c:pt idx="2033" c:formatCode="yyyy/m/d">
                  <c:v>43921</c:v>
                </c:pt>
                <c:pt idx="2034" c:formatCode="yyyy/m/d">
                  <c:v>43922</c:v>
                </c:pt>
                <c:pt idx="2035" c:formatCode="yyyy/m/d">
                  <c:v>43923</c:v>
                </c:pt>
                <c:pt idx="2036" c:formatCode="yyyy/m/d">
                  <c:v>43924</c:v>
                </c:pt>
                <c:pt idx="2037" c:formatCode="yyyy/m/d">
                  <c:v>43927</c:v>
                </c:pt>
                <c:pt idx="2038" c:formatCode="yyyy/m/d">
                  <c:v>43928</c:v>
                </c:pt>
                <c:pt idx="2039" c:formatCode="yyyy/m/d">
                  <c:v>43929</c:v>
                </c:pt>
                <c:pt idx="2040" c:formatCode="yyyy/m/d">
                  <c:v>43930</c:v>
                </c:pt>
                <c:pt idx="2041" c:formatCode="yyyy/m/d">
                  <c:v>43934</c:v>
                </c:pt>
                <c:pt idx="2042" c:formatCode="yyyy/m/d">
                  <c:v>43935</c:v>
                </c:pt>
                <c:pt idx="2043" c:formatCode="yyyy/m/d">
                  <c:v>43936</c:v>
                </c:pt>
                <c:pt idx="2044" c:formatCode="yyyy/m/d">
                  <c:v>43937</c:v>
                </c:pt>
                <c:pt idx="2045" c:formatCode="yyyy/m/d">
                  <c:v>43938</c:v>
                </c:pt>
                <c:pt idx="2046" c:formatCode="yyyy/m/d">
                  <c:v>43941</c:v>
                </c:pt>
                <c:pt idx="2047" c:formatCode="yyyy/m/d">
                  <c:v>43942</c:v>
                </c:pt>
                <c:pt idx="2048" c:formatCode="yyyy/m/d">
                  <c:v>43943</c:v>
                </c:pt>
                <c:pt idx="2049" c:formatCode="yyyy/m/d">
                  <c:v>43944</c:v>
                </c:pt>
                <c:pt idx="2050" c:formatCode="yyyy/m/d">
                  <c:v>43945</c:v>
                </c:pt>
                <c:pt idx="2051" c:formatCode="yyyy/m/d">
                  <c:v>43948</c:v>
                </c:pt>
                <c:pt idx="2052" c:formatCode="yyyy/m/d">
                  <c:v>43949</c:v>
                </c:pt>
                <c:pt idx="2053" c:formatCode="yyyy/m/d">
                  <c:v>43950</c:v>
                </c:pt>
                <c:pt idx="2054" c:formatCode="yyyy/m/d">
                  <c:v>43951</c:v>
                </c:pt>
                <c:pt idx="2055" c:formatCode="yyyy/m/d">
                  <c:v>43952</c:v>
                </c:pt>
                <c:pt idx="2056" c:formatCode="yyyy/m/d">
                  <c:v>43955</c:v>
                </c:pt>
                <c:pt idx="2057" c:formatCode="yyyy/m/d">
                  <c:v>43956</c:v>
                </c:pt>
                <c:pt idx="2058" c:formatCode="yyyy/m/d">
                  <c:v>43957</c:v>
                </c:pt>
                <c:pt idx="2059" c:formatCode="yyyy/m/d">
                  <c:v>43958</c:v>
                </c:pt>
                <c:pt idx="2060" c:formatCode="yyyy/m/d">
                  <c:v>43959</c:v>
                </c:pt>
                <c:pt idx="2061" c:formatCode="yyyy/m/d">
                  <c:v>43962</c:v>
                </c:pt>
                <c:pt idx="2062" c:formatCode="yyyy/m/d">
                  <c:v>43963</c:v>
                </c:pt>
                <c:pt idx="2063" c:formatCode="yyyy/m/d">
                  <c:v>43964</c:v>
                </c:pt>
                <c:pt idx="2064" c:formatCode="yyyy/m/d">
                  <c:v>43965</c:v>
                </c:pt>
                <c:pt idx="2065" c:formatCode="yyyy/m/d">
                  <c:v>43966</c:v>
                </c:pt>
                <c:pt idx="2066" c:formatCode="yyyy/m/d">
                  <c:v>43969</c:v>
                </c:pt>
                <c:pt idx="2067" c:formatCode="yyyy/m/d">
                  <c:v>43970</c:v>
                </c:pt>
                <c:pt idx="2068" c:formatCode="yyyy/m/d">
                  <c:v>43971</c:v>
                </c:pt>
                <c:pt idx="2069" c:formatCode="yyyy/m/d">
                  <c:v>43972</c:v>
                </c:pt>
                <c:pt idx="2070" c:formatCode="yyyy/m/d">
                  <c:v>43973</c:v>
                </c:pt>
                <c:pt idx="2071" c:formatCode="yyyy/m/d">
                  <c:v>43977</c:v>
                </c:pt>
                <c:pt idx="2072" c:formatCode="yyyy/m/d">
                  <c:v>43978</c:v>
                </c:pt>
                <c:pt idx="2073" c:formatCode="yyyy/m/d">
                  <c:v>43979</c:v>
                </c:pt>
                <c:pt idx="2074" c:formatCode="yyyy/m/d">
                  <c:v>43980</c:v>
                </c:pt>
                <c:pt idx="2075" c:formatCode="yyyy/m/d">
                  <c:v>43983</c:v>
                </c:pt>
                <c:pt idx="2076" c:formatCode="yyyy/m/d">
                  <c:v>43984</c:v>
                </c:pt>
                <c:pt idx="2077" c:formatCode="yyyy/m/d">
                  <c:v>43985</c:v>
                </c:pt>
                <c:pt idx="2078" c:formatCode="yyyy/m/d">
                  <c:v>43986</c:v>
                </c:pt>
                <c:pt idx="2079" c:formatCode="yyyy/m/d">
                  <c:v>43987</c:v>
                </c:pt>
                <c:pt idx="2080" c:formatCode="yyyy/m/d">
                  <c:v>43990</c:v>
                </c:pt>
                <c:pt idx="2081" c:formatCode="yyyy/m/d">
                  <c:v>43991</c:v>
                </c:pt>
                <c:pt idx="2082" c:formatCode="yyyy/m/d">
                  <c:v>43992</c:v>
                </c:pt>
                <c:pt idx="2083" c:formatCode="yyyy/m/d">
                  <c:v>43993</c:v>
                </c:pt>
                <c:pt idx="2084" c:formatCode="yyyy/m/d">
                  <c:v>43994</c:v>
                </c:pt>
                <c:pt idx="2085" c:formatCode="yyyy/m/d">
                  <c:v>43997</c:v>
                </c:pt>
                <c:pt idx="2086" c:formatCode="yyyy/m/d">
                  <c:v>43998</c:v>
                </c:pt>
                <c:pt idx="2087" c:formatCode="yyyy/m/d">
                  <c:v>43999</c:v>
                </c:pt>
                <c:pt idx="2088" c:formatCode="yyyy/m/d">
                  <c:v>44000</c:v>
                </c:pt>
                <c:pt idx="2089" c:formatCode="yyyy/m/d">
                  <c:v>44001</c:v>
                </c:pt>
                <c:pt idx="2090" c:formatCode="yyyy/m/d">
                  <c:v>44004</c:v>
                </c:pt>
                <c:pt idx="2091" c:formatCode="yyyy/m/d">
                  <c:v>44005</c:v>
                </c:pt>
                <c:pt idx="2092" c:formatCode="yyyy/m/d">
                  <c:v>44006</c:v>
                </c:pt>
                <c:pt idx="2093" c:formatCode="yyyy/m/d">
                  <c:v>44007</c:v>
                </c:pt>
                <c:pt idx="2094" c:formatCode="yyyy/m/d">
                  <c:v>44008</c:v>
                </c:pt>
                <c:pt idx="2095" c:formatCode="yyyy/m/d">
                  <c:v>44011</c:v>
                </c:pt>
                <c:pt idx="2096" c:formatCode="yyyy/m/d">
                  <c:v>44012</c:v>
                </c:pt>
                <c:pt idx="2097" c:formatCode="yyyy/m/d">
                  <c:v>44013</c:v>
                </c:pt>
                <c:pt idx="2098" c:formatCode="yyyy/m/d">
                  <c:v>44014</c:v>
                </c:pt>
                <c:pt idx="2099" c:formatCode="yyyy/m/d">
                  <c:v>44018</c:v>
                </c:pt>
                <c:pt idx="2100" c:formatCode="yyyy/m/d">
                  <c:v>44019</c:v>
                </c:pt>
                <c:pt idx="2101" c:formatCode="yyyy/m/d">
                  <c:v>44020</c:v>
                </c:pt>
                <c:pt idx="2102" c:formatCode="yyyy/m/d">
                  <c:v>44021</c:v>
                </c:pt>
                <c:pt idx="2103" c:formatCode="yyyy/m/d">
                  <c:v>44022</c:v>
                </c:pt>
                <c:pt idx="2104" c:formatCode="yyyy/m/d">
                  <c:v>44025</c:v>
                </c:pt>
                <c:pt idx="2105" c:formatCode="yyyy/m/d">
                  <c:v>44026</c:v>
                </c:pt>
                <c:pt idx="2106" c:formatCode="yyyy/m/d">
                  <c:v>44027</c:v>
                </c:pt>
                <c:pt idx="2107" c:formatCode="yyyy/m/d">
                  <c:v>44028</c:v>
                </c:pt>
                <c:pt idx="2108" c:formatCode="yyyy/m/d">
                  <c:v>44029</c:v>
                </c:pt>
                <c:pt idx="2109" c:formatCode="yyyy/m/d">
                  <c:v>44032</c:v>
                </c:pt>
                <c:pt idx="2110" c:formatCode="yyyy/m/d">
                  <c:v>44033</c:v>
                </c:pt>
                <c:pt idx="2111" c:formatCode="yyyy/m/d">
                  <c:v>44034</c:v>
                </c:pt>
                <c:pt idx="2112" c:formatCode="yyyy/m/d">
                  <c:v>44035</c:v>
                </c:pt>
                <c:pt idx="2113" c:formatCode="yyyy/m/d">
                  <c:v>44036</c:v>
                </c:pt>
                <c:pt idx="2114" c:formatCode="yyyy/m/d">
                  <c:v>44039</c:v>
                </c:pt>
                <c:pt idx="2115" c:formatCode="yyyy/m/d">
                  <c:v>44040</c:v>
                </c:pt>
                <c:pt idx="2116" c:formatCode="yyyy/m/d">
                  <c:v>44041</c:v>
                </c:pt>
                <c:pt idx="2117" c:formatCode="yyyy/m/d">
                  <c:v>44042</c:v>
                </c:pt>
                <c:pt idx="2118" c:formatCode="yyyy/m/d">
                  <c:v>44043</c:v>
                </c:pt>
                <c:pt idx="2119" c:formatCode="yyyy/m/d">
                  <c:v>44046</c:v>
                </c:pt>
                <c:pt idx="2120" c:formatCode="yyyy/m/d">
                  <c:v>44047</c:v>
                </c:pt>
                <c:pt idx="2121" c:formatCode="yyyy/m/d">
                  <c:v>44048</c:v>
                </c:pt>
                <c:pt idx="2122" c:formatCode="yyyy/m/d">
                  <c:v>44049</c:v>
                </c:pt>
                <c:pt idx="2123" c:formatCode="yyyy/m/d">
                  <c:v>44050</c:v>
                </c:pt>
                <c:pt idx="2124" c:formatCode="yyyy/m/d">
                  <c:v>44053</c:v>
                </c:pt>
                <c:pt idx="2125" c:formatCode="yyyy/m/d">
                  <c:v>44054</c:v>
                </c:pt>
                <c:pt idx="2126" c:formatCode="yyyy/m/d">
                  <c:v>44055</c:v>
                </c:pt>
                <c:pt idx="2127" c:formatCode="yyyy/m/d">
                  <c:v>44056</c:v>
                </c:pt>
                <c:pt idx="2128" c:formatCode="yyyy/m/d">
                  <c:v>44057</c:v>
                </c:pt>
                <c:pt idx="2129" c:formatCode="yyyy/m/d">
                  <c:v>44060</c:v>
                </c:pt>
                <c:pt idx="2130" c:formatCode="yyyy/m/d">
                  <c:v>44061</c:v>
                </c:pt>
                <c:pt idx="2131" c:formatCode="yyyy/m/d">
                  <c:v>44062</c:v>
                </c:pt>
                <c:pt idx="2132" c:formatCode="yyyy/m/d">
                  <c:v>44063</c:v>
                </c:pt>
                <c:pt idx="2133" c:formatCode="yyyy/m/d">
                  <c:v>44064</c:v>
                </c:pt>
                <c:pt idx="2134" c:formatCode="yyyy/m/d">
                  <c:v>44067</c:v>
                </c:pt>
                <c:pt idx="2135" c:formatCode="yyyy/m/d">
                  <c:v>44068</c:v>
                </c:pt>
                <c:pt idx="2136" c:formatCode="yyyy/m/d">
                  <c:v>44069</c:v>
                </c:pt>
                <c:pt idx="2137" c:formatCode="yyyy/m/d">
                  <c:v>44070</c:v>
                </c:pt>
                <c:pt idx="2138" c:formatCode="yyyy/m/d">
                  <c:v>44071</c:v>
                </c:pt>
                <c:pt idx="2139" c:formatCode="yyyy/m/d">
                  <c:v>44074</c:v>
                </c:pt>
                <c:pt idx="2140" c:formatCode="yyyy/m/d">
                  <c:v>44075</c:v>
                </c:pt>
                <c:pt idx="2141" c:formatCode="yyyy/m/d">
                  <c:v>44076</c:v>
                </c:pt>
                <c:pt idx="2142" c:formatCode="yyyy/m/d">
                  <c:v>44077</c:v>
                </c:pt>
                <c:pt idx="2143" c:formatCode="yyyy/m/d">
                  <c:v>44078</c:v>
                </c:pt>
                <c:pt idx="2144" c:formatCode="yyyy/m/d">
                  <c:v>44082</c:v>
                </c:pt>
                <c:pt idx="2145" c:formatCode="yyyy/m/d">
                  <c:v>44083</c:v>
                </c:pt>
                <c:pt idx="2146" c:formatCode="yyyy/m/d">
                  <c:v>44084</c:v>
                </c:pt>
                <c:pt idx="2147" c:formatCode="yyyy/m/d">
                  <c:v>44085</c:v>
                </c:pt>
                <c:pt idx="2148" c:formatCode="yyyy/m/d">
                  <c:v>44088</c:v>
                </c:pt>
                <c:pt idx="2149" c:formatCode="yyyy/m/d">
                  <c:v>44089</c:v>
                </c:pt>
                <c:pt idx="2150" c:formatCode="yyyy/m/d">
                  <c:v>44090</c:v>
                </c:pt>
                <c:pt idx="2151" c:formatCode="yyyy/m/d">
                  <c:v>44091</c:v>
                </c:pt>
                <c:pt idx="2152" c:formatCode="yyyy/m/d">
                  <c:v>44092</c:v>
                </c:pt>
                <c:pt idx="2153" c:formatCode="yyyy/m/d">
                  <c:v>44095</c:v>
                </c:pt>
                <c:pt idx="2154" c:formatCode="yyyy/m/d">
                  <c:v>44096</c:v>
                </c:pt>
                <c:pt idx="2155" c:formatCode="yyyy/m/d">
                  <c:v>44097</c:v>
                </c:pt>
                <c:pt idx="2156" c:formatCode="yyyy/m/d">
                  <c:v>44098</c:v>
                </c:pt>
                <c:pt idx="2157" c:formatCode="yyyy/m/d">
                  <c:v>44099</c:v>
                </c:pt>
                <c:pt idx="2158" c:formatCode="yyyy/m/d">
                  <c:v>44102</c:v>
                </c:pt>
                <c:pt idx="2159" c:formatCode="yyyy/m/d">
                  <c:v>44103</c:v>
                </c:pt>
                <c:pt idx="2160" c:formatCode="yyyy/m/d">
                  <c:v>44104</c:v>
                </c:pt>
                <c:pt idx="2161" c:formatCode="yyyy/m/d">
                  <c:v>44105</c:v>
                </c:pt>
                <c:pt idx="2162" c:formatCode="yyyy/m/d">
                  <c:v>44106</c:v>
                </c:pt>
                <c:pt idx="2163" c:formatCode="yyyy/m/d">
                  <c:v>44109</c:v>
                </c:pt>
                <c:pt idx="2164" c:formatCode="yyyy/m/d">
                  <c:v>44110</c:v>
                </c:pt>
                <c:pt idx="2165" c:formatCode="yyyy/m/d">
                  <c:v>44111</c:v>
                </c:pt>
                <c:pt idx="2166" c:formatCode="yyyy/m/d">
                  <c:v>44112</c:v>
                </c:pt>
                <c:pt idx="2167" c:formatCode="yyyy/m/d">
                  <c:v>44113</c:v>
                </c:pt>
                <c:pt idx="2168" c:formatCode="yyyy/m/d">
                  <c:v>44116</c:v>
                </c:pt>
                <c:pt idx="2169" c:formatCode="yyyy/m/d">
                  <c:v>44117</c:v>
                </c:pt>
                <c:pt idx="2170" c:formatCode="yyyy/m/d">
                  <c:v>44118</c:v>
                </c:pt>
                <c:pt idx="2171" c:formatCode="yyyy/m/d">
                  <c:v>44119</c:v>
                </c:pt>
                <c:pt idx="2172" c:formatCode="yyyy/m/d">
                  <c:v>44120</c:v>
                </c:pt>
                <c:pt idx="2173" c:formatCode="yyyy/m/d">
                  <c:v>44123</c:v>
                </c:pt>
                <c:pt idx="2174" c:formatCode="yyyy/m/d">
                  <c:v>44124</c:v>
                </c:pt>
                <c:pt idx="2175" c:formatCode="yyyy/m/d">
                  <c:v>44125</c:v>
                </c:pt>
                <c:pt idx="2176" c:formatCode="yyyy/m/d">
                  <c:v>44126</c:v>
                </c:pt>
                <c:pt idx="2177" c:formatCode="yyyy/m/d">
                  <c:v>44127</c:v>
                </c:pt>
                <c:pt idx="2178" c:formatCode="yyyy/m/d">
                  <c:v>44130</c:v>
                </c:pt>
                <c:pt idx="2179" c:formatCode="yyyy/m/d">
                  <c:v>44131</c:v>
                </c:pt>
                <c:pt idx="2180" c:formatCode="yyyy/m/d">
                  <c:v>44132</c:v>
                </c:pt>
                <c:pt idx="2181" c:formatCode="yyyy/m/d">
                  <c:v>44133</c:v>
                </c:pt>
                <c:pt idx="2182" c:formatCode="yyyy/m/d">
                  <c:v>44134</c:v>
                </c:pt>
                <c:pt idx="2183" c:formatCode="yyyy/m/d">
                  <c:v>44137</c:v>
                </c:pt>
                <c:pt idx="2184" c:formatCode="yyyy/m/d">
                  <c:v>44138</c:v>
                </c:pt>
                <c:pt idx="2185" c:formatCode="yyyy/m/d">
                  <c:v>44139</c:v>
                </c:pt>
                <c:pt idx="2186" c:formatCode="yyyy/m/d">
                  <c:v>44140</c:v>
                </c:pt>
                <c:pt idx="2187" c:formatCode="yyyy/m/d">
                  <c:v>44141</c:v>
                </c:pt>
                <c:pt idx="2188" c:formatCode="yyyy/m/d">
                  <c:v>44144</c:v>
                </c:pt>
                <c:pt idx="2189" c:formatCode="yyyy/m/d">
                  <c:v>44145</c:v>
                </c:pt>
                <c:pt idx="2190" c:formatCode="yyyy/m/d">
                  <c:v>44146</c:v>
                </c:pt>
                <c:pt idx="2191" c:formatCode="yyyy/m/d">
                  <c:v>44147</c:v>
                </c:pt>
                <c:pt idx="2192" c:formatCode="yyyy/m/d">
                  <c:v>44148</c:v>
                </c:pt>
                <c:pt idx="2193" c:formatCode="yyyy/m/d">
                  <c:v>44151</c:v>
                </c:pt>
                <c:pt idx="2194" c:formatCode="yyyy/m/d">
                  <c:v>44152</c:v>
                </c:pt>
                <c:pt idx="2195" c:formatCode="yyyy/m/d">
                  <c:v>44153</c:v>
                </c:pt>
                <c:pt idx="2196" c:formatCode="yyyy/m/d">
                  <c:v>44154</c:v>
                </c:pt>
                <c:pt idx="2197" c:formatCode="yyyy/m/d">
                  <c:v>44155</c:v>
                </c:pt>
                <c:pt idx="2198" c:formatCode="yyyy/m/d">
                  <c:v>44158</c:v>
                </c:pt>
                <c:pt idx="2199" c:formatCode="yyyy/m/d">
                  <c:v>44159</c:v>
                </c:pt>
                <c:pt idx="2200" c:formatCode="yyyy/m/d">
                  <c:v>44160</c:v>
                </c:pt>
                <c:pt idx="2201" c:formatCode="yyyy/m/d">
                  <c:v>44165</c:v>
                </c:pt>
                <c:pt idx="2202" c:formatCode="yyyy/m/d">
                  <c:v>44166</c:v>
                </c:pt>
                <c:pt idx="2203" c:formatCode="yyyy/m/d">
                  <c:v>44167</c:v>
                </c:pt>
                <c:pt idx="2204" c:formatCode="yyyy/m/d">
                  <c:v>44168</c:v>
                </c:pt>
                <c:pt idx="2205" c:formatCode="yyyy/m/d">
                  <c:v>44169</c:v>
                </c:pt>
                <c:pt idx="2206" c:formatCode="yyyy/m/d">
                  <c:v>44172</c:v>
                </c:pt>
                <c:pt idx="2207" c:formatCode="yyyy/m/d">
                  <c:v>44173</c:v>
                </c:pt>
                <c:pt idx="2208" c:formatCode="yyyy/m/d">
                  <c:v>44174</c:v>
                </c:pt>
                <c:pt idx="2209" c:formatCode="yyyy/m/d">
                  <c:v>44175</c:v>
                </c:pt>
                <c:pt idx="2210" c:formatCode="yyyy/m/d">
                  <c:v>44176</c:v>
                </c:pt>
                <c:pt idx="2211" c:formatCode="yyyy/m/d">
                  <c:v>44179</c:v>
                </c:pt>
                <c:pt idx="2212" c:formatCode="yyyy/m/d">
                  <c:v>44180</c:v>
                </c:pt>
                <c:pt idx="2213" c:formatCode="yyyy/m/d">
                  <c:v>44181</c:v>
                </c:pt>
                <c:pt idx="2214" c:formatCode="yyyy/m/d">
                  <c:v>44182</c:v>
                </c:pt>
                <c:pt idx="2215" c:formatCode="yyyy/m/d">
                  <c:v>44183</c:v>
                </c:pt>
                <c:pt idx="2216" c:formatCode="yyyy/m/d">
                  <c:v>44186</c:v>
                </c:pt>
                <c:pt idx="2217" c:formatCode="yyyy/m/d">
                  <c:v>44187</c:v>
                </c:pt>
                <c:pt idx="2218" c:formatCode="yyyy/m/d">
                  <c:v>44188</c:v>
                </c:pt>
                <c:pt idx="2219" c:formatCode="yyyy/m/d">
                  <c:v>44193</c:v>
                </c:pt>
                <c:pt idx="2220" c:formatCode="yyyy/m/d">
                  <c:v>44194</c:v>
                </c:pt>
                <c:pt idx="2221" c:formatCode="yyyy/m/d">
                  <c:v>44195</c:v>
                </c:pt>
                <c:pt idx="2222" c:formatCode="yyyy/m/d">
                  <c:v>44196</c:v>
                </c:pt>
                <c:pt idx="2223" c:formatCode="yyyy/m/d">
                  <c:v>44200</c:v>
                </c:pt>
                <c:pt idx="2224" c:formatCode="yyyy/m/d">
                  <c:v>44201</c:v>
                </c:pt>
                <c:pt idx="2225" c:formatCode="yyyy/m/d">
                  <c:v>44202</c:v>
                </c:pt>
                <c:pt idx="2226" c:formatCode="yyyy/m/d">
                  <c:v>44203</c:v>
                </c:pt>
                <c:pt idx="2227" c:formatCode="yyyy/m/d">
                  <c:v>44204</c:v>
                </c:pt>
                <c:pt idx="2228" c:formatCode="yyyy/m/d">
                  <c:v>44207</c:v>
                </c:pt>
                <c:pt idx="2229" c:formatCode="yyyy/m/d">
                  <c:v>44208</c:v>
                </c:pt>
                <c:pt idx="2230" c:formatCode="yyyy/m/d">
                  <c:v>44209</c:v>
                </c:pt>
                <c:pt idx="2231" c:formatCode="yyyy/m/d">
                  <c:v>44210</c:v>
                </c:pt>
                <c:pt idx="2232" c:formatCode="yyyy/m/d">
                  <c:v>44211</c:v>
                </c:pt>
                <c:pt idx="2233" c:formatCode="yyyy/m/d">
                  <c:v>44215</c:v>
                </c:pt>
                <c:pt idx="2234" c:formatCode="yyyy/m/d">
                  <c:v>44216</c:v>
                </c:pt>
                <c:pt idx="2235" c:formatCode="yyyy/m/d">
                  <c:v>44217</c:v>
                </c:pt>
                <c:pt idx="2236" c:formatCode="yyyy/m/d">
                  <c:v>44218</c:v>
                </c:pt>
                <c:pt idx="2237" c:formatCode="yyyy/m/d">
                  <c:v>44221</c:v>
                </c:pt>
                <c:pt idx="2238" c:formatCode="yyyy/m/d">
                  <c:v>44222</c:v>
                </c:pt>
                <c:pt idx="2239" c:formatCode="yyyy/m/d">
                  <c:v>44223</c:v>
                </c:pt>
                <c:pt idx="2240" c:formatCode="yyyy/m/d">
                  <c:v>44224</c:v>
                </c:pt>
                <c:pt idx="2241" c:formatCode="yyyy/m/d">
                  <c:v>44225</c:v>
                </c:pt>
                <c:pt idx="2242" c:formatCode="yyyy/m/d">
                  <c:v>44228</c:v>
                </c:pt>
                <c:pt idx="2243" c:formatCode="yyyy/m/d">
                  <c:v>44229</c:v>
                </c:pt>
                <c:pt idx="2244" c:formatCode="yyyy/m/d">
                  <c:v>44230</c:v>
                </c:pt>
                <c:pt idx="2245" c:formatCode="yyyy/m/d">
                  <c:v>44231</c:v>
                </c:pt>
                <c:pt idx="2246" c:formatCode="yyyy/m/d">
                  <c:v>44232</c:v>
                </c:pt>
                <c:pt idx="2247" c:formatCode="yyyy/m/d">
                  <c:v>44235</c:v>
                </c:pt>
                <c:pt idx="2248" c:formatCode="yyyy/m/d">
                  <c:v>44236</c:v>
                </c:pt>
                <c:pt idx="2249" c:formatCode="yyyy/m/d">
                  <c:v>44237</c:v>
                </c:pt>
                <c:pt idx="2250" c:formatCode="yyyy/m/d">
                  <c:v>44238</c:v>
                </c:pt>
                <c:pt idx="2251" c:formatCode="yyyy/m/d">
                  <c:v>44239</c:v>
                </c:pt>
                <c:pt idx="2252" c:formatCode="yyyy/m/d">
                  <c:v>44243</c:v>
                </c:pt>
                <c:pt idx="2253" c:formatCode="yyyy/m/d">
                  <c:v>44244</c:v>
                </c:pt>
                <c:pt idx="2254" c:formatCode="yyyy/m/d">
                  <c:v>44245</c:v>
                </c:pt>
                <c:pt idx="2255" c:formatCode="yyyy/m/d">
                  <c:v>44246</c:v>
                </c:pt>
                <c:pt idx="2256" c:formatCode="yyyy/m/d">
                  <c:v>44249</c:v>
                </c:pt>
                <c:pt idx="2257" c:formatCode="yyyy/m/d">
                  <c:v>44250</c:v>
                </c:pt>
                <c:pt idx="2258" c:formatCode="yyyy/m/d">
                  <c:v>44251</c:v>
                </c:pt>
                <c:pt idx="2259" c:formatCode="yyyy/m/d">
                  <c:v>44252</c:v>
                </c:pt>
                <c:pt idx="2260" c:formatCode="yyyy/m/d">
                  <c:v>44253</c:v>
                </c:pt>
                <c:pt idx="2261" c:formatCode="yyyy/m/d">
                  <c:v>44256</c:v>
                </c:pt>
                <c:pt idx="2262" c:formatCode="yyyy/m/d">
                  <c:v>44257</c:v>
                </c:pt>
                <c:pt idx="2263" c:formatCode="yyyy/m/d">
                  <c:v>44258</c:v>
                </c:pt>
                <c:pt idx="2264" c:formatCode="yyyy/m/d">
                  <c:v>44259</c:v>
                </c:pt>
                <c:pt idx="2265" c:formatCode="yyyy/m/d">
                  <c:v>44260</c:v>
                </c:pt>
                <c:pt idx="2266" c:formatCode="yyyy/m/d">
                  <c:v>44263</c:v>
                </c:pt>
                <c:pt idx="2267" c:formatCode="yyyy/m/d">
                  <c:v>44264</c:v>
                </c:pt>
                <c:pt idx="2268" c:formatCode="yyyy/m/d">
                  <c:v>44265</c:v>
                </c:pt>
                <c:pt idx="2269" c:formatCode="yyyy/m/d">
                  <c:v>44266</c:v>
                </c:pt>
                <c:pt idx="2270" c:formatCode="yyyy/m/d">
                  <c:v>44267</c:v>
                </c:pt>
                <c:pt idx="2271" c:formatCode="yyyy/m/d">
                  <c:v>44270</c:v>
                </c:pt>
                <c:pt idx="2272" c:formatCode="yyyy/m/d">
                  <c:v>44271</c:v>
                </c:pt>
                <c:pt idx="2273" c:formatCode="yyyy/m/d">
                  <c:v>44272</c:v>
                </c:pt>
                <c:pt idx="2274" c:formatCode="yyyy/m/d">
                  <c:v>44273</c:v>
                </c:pt>
                <c:pt idx="2275" c:formatCode="yyyy/m/d">
                  <c:v>44274</c:v>
                </c:pt>
                <c:pt idx="2276" c:formatCode="yyyy/m/d">
                  <c:v>44277</c:v>
                </c:pt>
                <c:pt idx="2277" c:formatCode="yyyy/m/d">
                  <c:v>44278</c:v>
                </c:pt>
                <c:pt idx="2278" c:formatCode="yyyy/m/d">
                  <c:v>44279</c:v>
                </c:pt>
                <c:pt idx="2279" c:formatCode="yyyy/m/d">
                  <c:v>44280</c:v>
                </c:pt>
                <c:pt idx="2280" c:formatCode="yyyy/m/d">
                  <c:v>44281</c:v>
                </c:pt>
                <c:pt idx="2281" c:formatCode="yyyy/m/d">
                  <c:v>44284</c:v>
                </c:pt>
                <c:pt idx="2282" c:formatCode="yyyy/m/d">
                  <c:v>44285</c:v>
                </c:pt>
                <c:pt idx="2283" c:formatCode="yyyy/m/d">
                  <c:v>44286</c:v>
                </c:pt>
                <c:pt idx="2284" c:formatCode="yyyy/m/d">
                  <c:v>44287</c:v>
                </c:pt>
                <c:pt idx="2285" c:formatCode="yyyy/m/d">
                  <c:v>44291</c:v>
                </c:pt>
                <c:pt idx="2286" c:formatCode="yyyy/m/d">
                  <c:v>44292</c:v>
                </c:pt>
                <c:pt idx="2287" c:formatCode="yyyy/m/d">
                  <c:v>44293</c:v>
                </c:pt>
                <c:pt idx="2288" c:formatCode="yyyy/m/d">
                  <c:v>44294</c:v>
                </c:pt>
                <c:pt idx="2289" c:formatCode="yyyy/m/d">
                  <c:v>44295</c:v>
                </c:pt>
                <c:pt idx="2290" c:formatCode="yyyy/m/d">
                  <c:v>44298</c:v>
                </c:pt>
                <c:pt idx="2291" c:formatCode="yyyy/m/d">
                  <c:v>44299</c:v>
                </c:pt>
                <c:pt idx="2292" c:formatCode="yyyy/m/d">
                  <c:v>44300</c:v>
                </c:pt>
                <c:pt idx="2293" c:formatCode="yyyy/m/d">
                  <c:v>44301</c:v>
                </c:pt>
                <c:pt idx="2294" c:formatCode="yyyy/m/d">
                  <c:v>44302</c:v>
                </c:pt>
                <c:pt idx="2295" c:formatCode="yyyy/m/d">
                  <c:v>44305</c:v>
                </c:pt>
                <c:pt idx="2296" c:formatCode="yyyy/m/d">
                  <c:v>44306</c:v>
                </c:pt>
                <c:pt idx="2297" c:formatCode="yyyy/m/d">
                  <c:v>44307</c:v>
                </c:pt>
                <c:pt idx="2298" c:formatCode="yyyy/m/d">
                  <c:v>44308</c:v>
                </c:pt>
                <c:pt idx="2299" c:formatCode="yyyy/m/d">
                  <c:v>44309</c:v>
                </c:pt>
                <c:pt idx="2300" c:formatCode="yyyy/m/d">
                  <c:v>44312</c:v>
                </c:pt>
                <c:pt idx="2301" c:formatCode="yyyy/m/d">
                  <c:v>44313</c:v>
                </c:pt>
                <c:pt idx="2302" c:formatCode="yyyy/m/d">
                  <c:v>44314</c:v>
                </c:pt>
                <c:pt idx="2303" c:formatCode="yyyy/m/d">
                  <c:v>44315</c:v>
                </c:pt>
                <c:pt idx="2304" c:formatCode="yyyy/m/d">
                  <c:v>44316</c:v>
                </c:pt>
                <c:pt idx="2305" c:formatCode="yyyy/m/d">
                  <c:v>44319</c:v>
                </c:pt>
                <c:pt idx="2306" c:formatCode="yyyy/m/d">
                  <c:v>44320</c:v>
                </c:pt>
                <c:pt idx="2307" c:formatCode="yyyy/m/d">
                  <c:v>44321</c:v>
                </c:pt>
                <c:pt idx="2308" c:formatCode="yyyy/m/d">
                  <c:v>44322</c:v>
                </c:pt>
                <c:pt idx="2309" c:formatCode="yyyy/m/d">
                  <c:v>44323</c:v>
                </c:pt>
                <c:pt idx="2310" c:formatCode="yyyy/m/d">
                  <c:v>44326</c:v>
                </c:pt>
                <c:pt idx="2311" c:formatCode="yyyy/m/d">
                  <c:v>44327</c:v>
                </c:pt>
                <c:pt idx="2312" c:formatCode="yyyy/m/d">
                  <c:v>44328</c:v>
                </c:pt>
                <c:pt idx="2313" c:formatCode="yyyy/m/d">
                  <c:v>44329</c:v>
                </c:pt>
                <c:pt idx="2314" c:formatCode="yyyy/m/d">
                  <c:v>44330</c:v>
                </c:pt>
                <c:pt idx="2315" c:formatCode="yyyy/m/d">
                  <c:v>44333</c:v>
                </c:pt>
                <c:pt idx="2316" c:formatCode="yyyy/m/d">
                  <c:v>44334</c:v>
                </c:pt>
                <c:pt idx="2317" c:formatCode="yyyy/m/d">
                  <c:v>44335</c:v>
                </c:pt>
                <c:pt idx="2318" c:formatCode="yyyy/m/d">
                  <c:v>44336</c:v>
                </c:pt>
                <c:pt idx="2319" c:formatCode="yyyy/m/d">
                  <c:v>44337</c:v>
                </c:pt>
                <c:pt idx="2320" c:formatCode="yyyy/m/d">
                  <c:v>44340</c:v>
                </c:pt>
                <c:pt idx="2321" c:formatCode="yyyy/m/d">
                  <c:v>44341</c:v>
                </c:pt>
                <c:pt idx="2322" c:formatCode="yyyy/m/d">
                  <c:v>44342</c:v>
                </c:pt>
                <c:pt idx="2323" c:formatCode="yyyy/m/d">
                  <c:v>44343</c:v>
                </c:pt>
                <c:pt idx="2324" c:formatCode="yyyy/m/d">
                  <c:v>44344</c:v>
                </c:pt>
                <c:pt idx="2325" c:formatCode="yyyy/m/d">
                  <c:v>44348</c:v>
                </c:pt>
                <c:pt idx="2326" c:formatCode="yyyy/m/d">
                  <c:v>44349</c:v>
                </c:pt>
                <c:pt idx="2327" c:formatCode="yyyy/m/d">
                  <c:v>44350</c:v>
                </c:pt>
                <c:pt idx="2328" c:formatCode="yyyy/m/d">
                  <c:v>44351</c:v>
                </c:pt>
                <c:pt idx="2329" c:formatCode="yyyy/m/d">
                  <c:v>44354</c:v>
                </c:pt>
                <c:pt idx="2330" c:formatCode="yyyy/m/d">
                  <c:v>44355</c:v>
                </c:pt>
                <c:pt idx="2331" c:formatCode="yyyy/m/d">
                  <c:v>44356</c:v>
                </c:pt>
                <c:pt idx="2332" c:formatCode="yyyy/m/d">
                  <c:v>44357</c:v>
                </c:pt>
                <c:pt idx="2333" c:formatCode="yyyy/m/d">
                  <c:v>44358</c:v>
                </c:pt>
                <c:pt idx="2334" c:formatCode="yyyy/m/d">
                  <c:v>44361</c:v>
                </c:pt>
                <c:pt idx="2335" c:formatCode="yyyy/m/d">
                  <c:v>44362</c:v>
                </c:pt>
                <c:pt idx="2336" c:formatCode="yyyy/m/d">
                  <c:v>44363</c:v>
                </c:pt>
                <c:pt idx="2337" c:formatCode="yyyy/m/d">
                  <c:v>44364</c:v>
                </c:pt>
                <c:pt idx="2338" c:formatCode="yyyy/m/d">
                  <c:v>44365</c:v>
                </c:pt>
                <c:pt idx="2339" c:formatCode="yyyy/m/d">
                  <c:v>44368</c:v>
                </c:pt>
                <c:pt idx="2340" c:formatCode="yyyy/m/d">
                  <c:v>44369</c:v>
                </c:pt>
                <c:pt idx="2341" c:formatCode="yyyy/m/d">
                  <c:v>44370</c:v>
                </c:pt>
                <c:pt idx="2342" c:formatCode="yyyy/m/d">
                  <c:v>44371</c:v>
                </c:pt>
                <c:pt idx="2343" c:formatCode="yyyy/m/d">
                  <c:v>44372</c:v>
                </c:pt>
                <c:pt idx="2344" c:formatCode="yyyy/m/d">
                  <c:v>44375</c:v>
                </c:pt>
                <c:pt idx="2345" c:formatCode="yyyy/m/d">
                  <c:v>44376</c:v>
                </c:pt>
                <c:pt idx="2346" c:formatCode="yyyy/m/d">
                  <c:v>44377</c:v>
                </c:pt>
                <c:pt idx="2347" c:formatCode="yyyy/m/d">
                  <c:v>44378</c:v>
                </c:pt>
                <c:pt idx="2348" c:formatCode="yyyy/m/d">
                  <c:v>44379</c:v>
                </c:pt>
                <c:pt idx="2349" c:formatCode="yyyy/m/d">
                  <c:v>44383</c:v>
                </c:pt>
                <c:pt idx="2350" c:formatCode="yyyy/m/d">
                  <c:v>44384</c:v>
                </c:pt>
                <c:pt idx="2351" c:formatCode="yyyy/m/d">
                  <c:v>44385</c:v>
                </c:pt>
                <c:pt idx="2352" c:formatCode="yyyy/m/d">
                  <c:v>44386</c:v>
                </c:pt>
                <c:pt idx="2353" c:formatCode="yyyy/m/d">
                  <c:v>44389</c:v>
                </c:pt>
                <c:pt idx="2354" c:formatCode="yyyy/m/d">
                  <c:v>44390</c:v>
                </c:pt>
                <c:pt idx="2355" c:formatCode="yyyy/m/d">
                  <c:v>44391</c:v>
                </c:pt>
                <c:pt idx="2356" c:formatCode="yyyy/m/d">
                  <c:v>44392</c:v>
                </c:pt>
                <c:pt idx="2357" c:formatCode="yyyy/m/d">
                  <c:v>44393</c:v>
                </c:pt>
                <c:pt idx="2358" c:formatCode="yyyy/m/d">
                  <c:v>44396</c:v>
                </c:pt>
                <c:pt idx="2359" c:formatCode="yyyy/m/d">
                  <c:v>44397</c:v>
                </c:pt>
                <c:pt idx="2360" c:formatCode="yyyy/m/d">
                  <c:v>44398</c:v>
                </c:pt>
                <c:pt idx="2361" c:formatCode="yyyy/m/d">
                  <c:v>44399</c:v>
                </c:pt>
                <c:pt idx="2362" c:formatCode="yyyy/m/d">
                  <c:v>44400</c:v>
                </c:pt>
                <c:pt idx="2363" c:formatCode="yyyy/m/d">
                  <c:v>44403</c:v>
                </c:pt>
                <c:pt idx="2364" c:formatCode="yyyy/m/d">
                  <c:v>44404</c:v>
                </c:pt>
                <c:pt idx="2365" c:formatCode="yyyy/m/d">
                  <c:v>44405</c:v>
                </c:pt>
                <c:pt idx="2366" c:formatCode="yyyy/m/d">
                  <c:v>44406</c:v>
                </c:pt>
                <c:pt idx="2367" c:formatCode="yyyy/m/d">
                  <c:v>44407</c:v>
                </c:pt>
                <c:pt idx="2368" c:formatCode="yyyy/m/d">
                  <c:v>44410</c:v>
                </c:pt>
                <c:pt idx="2369" c:formatCode="yyyy/m/d">
                  <c:v>44411</c:v>
                </c:pt>
                <c:pt idx="2370" c:formatCode="yyyy/m/d">
                  <c:v>44412</c:v>
                </c:pt>
                <c:pt idx="2371" c:formatCode="yyyy/m/d">
                  <c:v>44413</c:v>
                </c:pt>
                <c:pt idx="2372" c:formatCode="yyyy/m/d">
                  <c:v>44414</c:v>
                </c:pt>
                <c:pt idx="2373" c:formatCode="yyyy/m/d">
                  <c:v>44417</c:v>
                </c:pt>
                <c:pt idx="2374" c:formatCode="yyyy/m/d">
                  <c:v>44418</c:v>
                </c:pt>
                <c:pt idx="2375" c:formatCode="yyyy/m/d">
                  <c:v>44419</c:v>
                </c:pt>
                <c:pt idx="2376" c:formatCode="yyyy/m/d">
                  <c:v>44420</c:v>
                </c:pt>
                <c:pt idx="2377" c:formatCode="yyyy/m/d">
                  <c:v>44421</c:v>
                </c:pt>
                <c:pt idx="2378" c:formatCode="yyyy/m/d">
                  <c:v>44424</c:v>
                </c:pt>
                <c:pt idx="2379" c:formatCode="yyyy/m/d">
                  <c:v>44425</c:v>
                </c:pt>
                <c:pt idx="2380" c:formatCode="yyyy/m/d">
                  <c:v>44426</c:v>
                </c:pt>
                <c:pt idx="2381" c:formatCode="yyyy/m/d">
                  <c:v>44427</c:v>
                </c:pt>
                <c:pt idx="2382" c:formatCode="yyyy/m/d">
                  <c:v>44428</c:v>
                </c:pt>
                <c:pt idx="2383" c:formatCode="yyyy/m/d">
                  <c:v>44431</c:v>
                </c:pt>
                <c:pt idx="2384" c:formatCode="yyyy/m/d">
                  <c:v>44432</c:v>
                </c:pt>
                <c:pt idx="2385" c:formatCode="yyyy/m/d">
                  <c:v>44433</c:v>
                </c:pt>
                <c:pt idx="2386" c:formatCode="yyyy/m/d">
                  <c:v>44434</c:v>
                </c:pt>
                <c:pt idx="2387" c:formatCode="yyyy/m/d">
                  <c:v>44435</c:v>
                </c:pt>
                <c:pt idx="2388" c:formatCode="yyyy/m/d">
                  <c:v>44438</c:v>
                </c:pt>
                <c:pt idx="2389" c:formatCode="yyyy/m/d">
                  <c:v>44439</c:v>
                </c:pt>
                <c:pt idx="2390" c:formatCode="yyyy/m/d">
                  <c:v>44440</c:v>
                </c:pt>
                <c:pt idx="2391" c:formatCode="yyyy/m/d">
                  <c:v>44441</c:v>
                </c:pt>
                <c:pt idx="2392" c:formatCode="yyyy/m/d">
                  <c:v>44442</c:v>
                </c:pt>
                <c:pt idx="2393" c:formatCode="yyyy/m/d">
                  <c:v>44446</c:v>
                </c:pt>
                <c:pt idx="2394" c:formatCode="yyyy/m/d">
                  <c:v>44447</c:v>
                </c:pt>
                <c:pt idx="2395" c:formatCode="yyyy/m/d">
                  <c:v>44448</c:v>
                </c:pt>
                <c:pt idx="2396" c:formatCode="yyyy/m/d">
                  <c:v>44449</c:v>
                </c:pt>
                <c:pt idx="2397" c:formatCode="yyyy/m/d">
                  <c:v>44452</c:v>
                </c:pt>
                <c:pt idx="2398" c:formatCode="yyyy/m/d">
                  <c:v>44453</c:v>
                </c:pt>
                <c:pt idx="2399" c:formatCode="yyyy/m/d">
                  <c:v>44454</c:v>
                </c:pt>
                <c:pt idx="2400" c:formatCode="yyyy/m/d">
                  <c:v>44455</c:v>
                </c:pt>
                <c:pt idx="2401" c:formatCode="yyyy/m/d">
                  <c:v>44456</c:v>
                </c:pt>
                <c:pt idx="2402" c:formatCode="yyyy/m/d">
                  <c:v>44459</c:v>
                </c:pt>
                <c:pt idx="2403" c:formatCode="yyyy/m/d">
                  <c:v>44460</c:v>
                </c:pt>
                <c:pt idx="2404" c:formatCode="yyyy/m/d">
                  <c:v>44461</c:v>
                </c:pt>
                <c:pt idx="2405" c:formatCode="yyyy/m/d">
                  <c:v>44462</c:v>
                </c:pt>
                <c:pt idx="2406" c:formatCode="yyyy/m/d">
                  <c:v>44463</c:v>
                </c:pt>
                <c:pt idx="2407" c:formatCode="yyyy/m/d">
                  <c:v>44466</c:v>
                </c:pt>
                <c:pt idx="2408" c:formatCode="yyyy/m/d">
                  <c:v>44467</c:v>
                </c:pt>
                <c:pt idx="2409" c:formatCode="yyyy/m/d">
                  <c:v>44468</c:v>
                </c:pt>
                <c:pt idx="2410" c:formatCode="yyyy/m/d">
                  <c:v>44469</c:v>
                </c:pt>
                <c:pt idx="2411" c:formatCode="yyyy/m/d">
                  <c:v>44470</c:v>
                </c:pt>
                <c:pt idx="2412" c:formatCode="yyyy/m/d">
                  <c:v>44473</c:v>
                </c:pt>
                <c:pt idx="2413" c:formatCode="yyyy/m/d">
                  <c:v>44474</c:v>
                </c:pt>
                <c:pt idx="2414" c:formatCode="yyyy/m/d">
                  <c:v>44475</c:v>
                </c:pt>
                <c:pt idx="2415" c:formatCode="yyyy/m/d">
                  <c:v>44476</c:v>
                </c:pt>
                <c:pt idx="2416" c:formatCode="yyyy/m/d">
                  <c:v>44477</c:v>
                </c:pt>
                <c:pt idx="2417" c:formatCode="yyyy/m/d">
                  <c:v>44480</c:v>
                </c:pt>
                <c:pt idx="2418" c:formatCode="yyyy/m/d">
                  <c:v>44481</c:v>
                </c:pt>
                <c:pt idx="2419" c:formatCode="yyyy/m/d">
                  <c:v>44482</c:v>
                </c:pt>
                <c:pt idx="2420" c:formatCode="yyyy/m/d">
                  <c:v>44483</c:v>
                </c:pt>
                <c:pt idx="2421" c:formatCode="yyyy/m/d">
                  <c:v>44484</c:v>
                </c:pt>
                <c:pt idx="2422" c:formatCode="yyyy/m/d">
                  <c:v>44487</c:v>
                </c:pt>
                <c:pt idx="2423" c:formatCode="yyyy/m/d">
                  <c:v>44488</c:v>
                </c:pt>
                <c:pt idx="2424" c:formatCode="yyyy/m/d">
                  <c:v>44489</c:v>
                </c:pt>
                <c:pt idx="2425" c:formatCode="yyyy/m/d">
                  <c:v>44490</c:v>
                </c:pt>
                <c:pt idx="2426" c:formatCode="yyyy/m/d">
                  <c:v>44491</c:v>
                </c:pt>
                <c:pt idx="2427" c:formatCode="yyyy/m/d">
                  <c:v>44494</c:v>
                </c:pt>
                <c:pt idx="2428" c:formatCode="yyyy/m/d">
                  <c:v>44495</c:v>
                </c:pt>
                <c:pt idx="2429" c:formatCode="yyyy/m/d">
                  <c:v>44496</c:v>
                </c:pt>
                <c:pt idx="2430" c:formatCode="yyyy/m/d">
                  <c:v>44497</c:v>
                </c:pt>
                <c:pt idx="2431" c:formatCode="yyyy/m/d">
                  <c:v>44498</c:v>
                </c:pt>
                <c:pt idx="2432" c:formatCode="yyyy/m/d">
                  <c:v>44501</c:v>
                </c:pt>
                <c:pt idx="2433" c:formatCode="yyyy/m/d">
                  <c:v>44502</c:v>
                </c:pt>
                <c:pt idx="2434" c:formatCode="yyyy/m/d">
                  <c:v>44503</c:v>
                </c:pt>
                <c:pt idx="2435" c:formatCode="yyyy/m/d">
                  <c:v>44504</c:v>
                </c:pt>
                <c:pt idx="2436" c:formatCode="yyyy/m/d">
                  <c:v>44505</c:v>
                </c:pt>
                <c:pt idx="2437" c:formatCode="yyyy/m/d">
                  <c:v>44508</c:v>
                </c:pt>
                <c:pt idx="2438" c:formatCode="yyyy/m/d">
                  <c:v>44509</c:v>
                </c:pt>
                <c:pt idx="2439" c:formatCode="yyyy/m/d">
                  <c:v>44510</c:v>
                </c:pt>
                <c:pt idx="2440" c:formatCode="yyyy/m/d">
                  <c:v>44511</c:v>
                </c:pt>
                <c:pt idx="2441" c:formatCode="yyyy/m/d">
                  <c:v>44512</c:v>
                </c:pt>
                <c:pt idx="2442" c:formatCode="yyyy/m/d">
                  <c:v>44515</c:v>
                </c:pt>
                <c:pt idx="2443" c:formatCode="yyyy/m/d">
                  <c:v>44516</c:v>
                </c:pt>
                <c:pt idx="2444" c:formatCode="yyyy/m/d">
                  <c:v>44517</c:v>
                </c:pt>
                <c:pt idx="2445" c:formatCode="yyyy/m/d">
                  <c:v>44518</c:v>
                </c:pt>
                <c:pt idx="2446" c:formatCode="yyyy/m/d">
                  <c:v>44519</c:v>
                </c:pt>
                <c:pt idx="2447" c:formatCode="yyyy/m/d">
                  <c:v>44522</c:v>
                </c:pt>
                <c:pt idx="2448" c:formatCode="yyyy/m/d">
                  <c:v>44523</c:v>
                </c:pt>
                <c:pt idx="2449" c:formatCode="yyyy/m/d">
                  <c:v>44524</c:v>
                </c:pt>
                <c:pt idx="2450" c:formatCode="yyyy/m/d">
                  <c:v>44529</c:v>
                </c:pt>
                <c:pt idx="2451" c:formatCode="yyyy/m/d">
                  <c:v>44530</c:v>
                </c:pt>
                <c:pt idx="2452" c:formatCode="yyyy/m/d">
                  <c:v>44531</c:v>
                </c:pt>
                <c:pt idx="2453" c:formatCode="yyyy/m/d">
                  <c:v>44532</c:v>
                </c:pt>
                <c:pt idx="2454" c:formatCode="yyyy/m/d">
                  <c:v>44533</c:v>
                </c:pt>
                <c:pt idx="2455" c:formatCode="yyyy/m/d">
                  <c:v>44536</c:v>
                </c:pt>
                <c:pt idx="2456" c:formatCode="yyyy/m/d">
                  <c:v>44537</c:v>
                </c:pt>
                <c:pt idx="2457" c:formatCode="yyyy/m/d">
                  <c:v>44538</c:v>
                </c:pt>
                <c:pt idx="2458" c:formatCode="yyyy/m/d">
                  <c:v>44539</c:v>
                </c:pt>
                <c:pt idx="2459" c:formatCode="yyyy/m/d">
                  <c:v>44540</c:v>
                </c:pt>
                <c:pt idx="2460" c:formatCode="yyyy/m/d">
                  <c:v>44543</c:v>
                </c:pt>
                <c:pt idx="2461" c:formatCode="yyyy/m/d">
                  <c:v>44544</c:v>
                </c:pt>
                <c:pt idx="2462" c:formatCode="yyyy/m/d">
                  <c:v>44545</c:v>
                </c:pt>
                <c:pt idx="2463" c:formatCode="yyyy/m/d">
                  <c:v>44546</c:v>
                </c:pt>
                <c:pt idx="2464" c:formatCode="yyyy/m/d">
                  <c:v>44547</c:v>
                </c:pt>
                <c:pt idx="2465" c:formatCode="yyyy/m/d">
                  <c:v>44550</c:v>
                </c:pt>
                <c:pt idx="2466" c:formatCode="yyyy/m/d">
                  <c:v>44551</c:v>
                </c:pt>
                <c:pt idx="2467" c:formatCode="yyyy/m/d">
                  <c:v>44552</c:v>
                </c:pt>
                <c:pt idx="2468" c:formatCode="yyyy/m/d">
                  <c:v>44553</c:v>
                </c:pt>
                <c:pt idx="2469" c:formatCode="yyyy/m/d">
                  <c:v>44557</c:v>
                </c:pt>
                <c:pt idx="2470" c:formatCode="yyyy/m/d">
                  <c:v>44558</c:v>
                </c:pt>
                <c:pt idx="2471" c:formatCode="yyyy/m/d">
                  <c:v>44559</c:v>
                </c:pt>
                <c:pt idx="2472" c:formatCode="yyyy/m/d">
                  <c:v>44560</c:v>
                </c:pt>
                <c:pt idx="2473" c:formatCode="yyyy/m/d">
                  <c:v>44561</c:v>
                </c:pt>
                <c:pt idx="2474" c:formatCode="yyyy/m/d">
                  <c:v>44564</c:v>
                </c:pt>
                <c:pt idx="2475" c:formatCode="yyyy/m/d">
                  <c:v>44565</c:v>
                </c:pt>
                <c:pt idx="2476" c:formatCode="yyyy/m/d">
                  <c:v>44566</c:v>
                </c:pt>
                <c:pt idx="2477" c:formatCode="yyyy/m/d">
                  <c:v>44567</c:v>
                </c:pt>
                <c:pt idx="2478" c:formatCode="yyyy/m/d">
                  <c:v>44568</c:v>
                </c:pt>
                <c:pt idx="2479" c:formatCode="yyyy/m/d">
                  <c:v>44571</c:v>
                </c:pt>
                <c:pt idx="2480" c:formatCode="yyyy/m/d">
                  <c:v>44572</c:v>
                </c:pt>
                <c:pt idx="2481" c:formatCode="yyyy/m/d">
                  <c:v>44573</c:v>
                </c:pt>
                <c:pt idx="2482" c:formatCode="yyyy/m/d">
                  <c:v>44574</c:v>
                </c:pt>
                <c:pt idx="2483" c:formatCode="yyyy/m/d">
                  <c:v>44575</c:v>
                </c:pt>
                <c:pt idx="2484" c:formatCode="yyyy/m/d">
                  <c:v>44579</c:v>
                </c:pt>
                <c:pt idx="2485" c:formatCode="yyyy/m/d">
                  <c:v>44580</c:v>
                </c:pt>
                <c:pt idx="2486" c:formatCode="yyyy/m/d">
                  <c:v>44581</c:v>
                </c:pt>
                <c:pt idx="2487" c:formatCode="yyyy/m/d">
                  <c:v>44582</c:v>
                </c:pt>
                <c:pt idx="2488" c:formatCode="yyyy/m/d">
                  <c:v>44585</c:v>
                </c:pt>
                <c:pt idx="2489" c:formatCode="yyyy/m/d">
                  <c:v>44586</c:v>
                </c:pt>
                <c:pt idx="2490" c:formatCode="yyyy/m/d">
                  <c:v>44587</c:v>
                </c:pt>
                <c:pt idx="2491" c:formatCode="yyyy/m/d">
                  <c:v>44588</c:v>
                </c:pt>
                <c:pt idx="2492" c:formatCode="yyyy/m/d">
                  <c:v>44589</c:v>
                </c:pt>
                <c:pt idx="2493" c:formatCode="yyyy/m/d">
                  <c:v>44592</c:v>
                </c:pt>
                <c:pt idx="2494" c:formatCode="yyyy/m/d">
                  <c:v>44593</c:v>
                </c:pt>
                <c:pt idx="2495" c:formatCode="yyyy/m/d">
                  <c:v>44594</c:v>
                </c:pt>
                <c:pt idx="2496" c:formatCode="yyyy/m/d">
                  <c:v>44595</c:v>
                </c:pt>
                <c:pt idx="2497" c:formatCode="yyyy/m/d">
                  <c:v>44596</c:v>
                </c:pt>
                <c:pt idx="2498" c:formatCode="yyyy/m/d">
                  <c:v>44599</c:v>
                </c:pt>
                <c:pt idx="2499" c:formatCode="yyyy/m/d">
                  <c:v>44600</c:v>
                </c:pt>
                <c:pt idx="2500" c:formatCode="yyyy/m/d">
                  <c:v>44601</c:v>
                </c:pt>
                <c:pt idx="2501" c:formatCode="yyyy/m/d">
                  <c:v>44602</c:v>
                </c:pt>
                <c:pt idx="2502" c:formatCode="yyyy/m/d">
                  <c:v>44603</c:v>
                </c:pt>
                <c:pt idx="2503" c:formatCode="yyyy/m/d">
                  <c:v>44606</c:v>
                </c:pt>
                <c:pt idx="2504" c:formatCode="yyyy/m/d">
                  <c:v>44607</c:v>
                </c:pt>
                <c:pt idx="2505" c:formatCode="yyyy/m/d">
                  <c:v>44608</c:v>
                </c:pt>
                <c:pt idx="2506" c:formatCode="yyyy/m/d">
                  <c:v>44609</c:v>
                </c:pt>
                <c:pt idx="2507" c:formatCode="yyyy/m/d">
                  <c:v>44610</c:v>
                </c:pt>
                <c:pt idx="2508" c:formatCode="yyyy/m/d">
                  <c:v>44614</c:v>
                </c:pt>
                <c:pt idx="2509" c:formatCode="yyyy/m/d">
                  <c:v>44615</c:v>
                </c:pt>
                <c:pt idx="2510" c:formatCode="yyyy/m/d">
                  <c:v>44616</c:v>
                </c:pt>
                <c:pt idx="2511" c:formatCode="yyyy/m/d">
                  <c:v>44617</c:v>
                </c:pt>
                <c:pt idx="2512" c:formatCode="yyyy/m/d">
                  <c:v>44620</c:v>
                </c:pt>
                <c:pt idx="2513" c:formatCode="yyyy/m/d">
                  <c:v>44621</c:v>
                </c:pt>
                <c:pt idx="2514" c:formatCode="yyyy/m/d">
                  <c:v>44622</c:v>
                </c:pt>
                <c:pt idx="2515" c:formatCode="yyyy/m/d">
                  <c:v>44623</c:v>
                </c:pt>
                <c:pt idx="2516" c:formatCode="yyyy/m/d">
                  <c:v>44624</c:v>
                </c:pt>
                <c:pt idx="2517" c:formatCode="yyyy/m/d">
                  <c:v>44627</c:v>
                </c:pt>
                <c:pt idx="2518" c:formatCode="yyyy/m/d">
                  <c:v>44628</c:v>
                </c:pt>
                <c:pt idx="2519" c:formatCode="yyyy/m/d">
                  <c:v>44629</c:v>
                </c:pt>
                <c:pt idx="2520" c:formatCode="yyyy/m/d">
                  <c:v>44630</c:v>
                </c:pt>
                <c:pt idx="2521" c:formatCode="yyyy/m/d">
                  <c:v>44631</c:v>
                </c:pt>
                <c:pt idx="2522" c:formatCode="yyyy/m/d">
                  <c:v>44634</c:v>
                </c:pt>
                <c:pt idx="2523" c:formatCode="yyyy/m/d">
                  <c:v>44635</c:v>
                </c:pt>
                <c:pt idx="2524" c:formatCode="yyyy/m/d">
                  <c:v>44636</c:v>
                </c:pt>
                <c:pt idx="2525" c:formatCode="yyyy/m/d">
                  <c:v>44637</c:v>
                </c:pt>
                <c:pt idx="2526" c:formatCode="yyyy/m/d">
                  <c:v>44638</c:v>
                </c:pt>
                <c:pt idx="2527" c:formatCode="yyyy/m/d">
                  <c:v>44641</c:v>
                </c:pt>
                <c:pt idx="2528" c:formatCode="yyyy/m/d">
                  <c:v>44642</c:v>
                </c:pt>
                <c:pt idx="2529" c:formatCode="yyyy/m/d">
                  <c:v>44643</c:v>
                </c:pt>
                <c:pt idx="2530" c:formatCode="yyyy/m/d">
                  <c:v>44644</c:v>
                </c:pt>
                <c:pt idx="2531" c:formatCode="yyyy/m/d">
                  <c:v>44645</c:v>
                </c:pt>
                <c:pt idx="2532" c:formatCode="yyyy/m/d">
                  <c:v>44648</c:v>
                </c:pt>
                <c:pt idx="2533" c:formatCode="yyyy/m/d">
                  <c:v>44649</c:v>
                </c:pt>
                <c:pt idx="2534" c:formatCode="yyyy/m/d">
                  <c:v>44650</c:v>
                </c:pt>
                <c:pt idx="2535" c:formatCode="yyyy/m/d">
                  <c:v>44651</c:v>
                </c:pt>
                <c:pt idx="2536" c:formatCode="yyyy/m/d">
                  <c:v>44652</c:v>
                </c:pt>
                <c:pt idx="2537" c:formatCode="yyyy/m/d">
                  <c:v>44655</c:v>
                </c:pt>
                <c:pt idx="2538" c:formatCode="yyyy/m/d">
                  <c:v>44656</c:v>
                </c:pt>
                <c:pt idx="2539" c:formatCode="yyyy/m/d">
                  <c:v>44657</c:v>
                </c:pt>
                <c:pt idx="2540" c:formatCode="yyyy/m/d">
                  <c:v>44658</c:v>
                </c:pt>
                <c:pt idx="2541" c:formatCode="yyyy/m/d">
                  <c:v>44659</c:v>
                </c:pt>
                <c:pt idx="2542" c:formatCode="yyyy/m/d">
                  <c:v>44662</c:v>
                </c:pt>
                <c:pt idx="2543" c:formatCode="yyyy/m/d">
                  <c:v>44663</c:v>
                </c:pt>
                <c:pt idx="2544" c:formatCode="yyyy/m/d">
                  <c:v>44664</c:v>
                </c:pt>
                <c:pt idx="2545" c:formatCode="yyyy/m/d">
                  <c:v>44665</c:v>
                </c:pt>
                <c:pt idx="2546" c:formatCode="yyyy/m/d">
                  <c:v>44669</c:v>
                </c:pt>
                <c:pt idx="2547" c:formatCode="yyyy/m/d">
                  <c:v>44670</c:v>
                </c:pt>
                <c:pt idx="2548" c:formatCode="yyyy/m/d">
                  <c:v>44671</c:v>
                </c:pt>
                <c:pt idx="2549" c:formatCode="yyyy/m/d">
                  <c:v>44672</c:v>
                </c:pt>
                <c:pt idx="2550" c:formatCode="yyyy/m/d">
                  <c:v>44673</c:v>
                </c:pt>
                <c:pt idx="2551" c:formatCode="yyyy/m/d">
                  <c:v>44676</c:v>
                </c:pt>
                <c:pt idx="2552" c:formatCode="yyyy/m/d">
                  <c:v>44677</c:v>
                </c:pt>
                <c:pt idx="2553" c:formatCode="yyyy/m/d">
                  <c:v>44678</c:v>
                </c:pt>
                <c:pt idx="2554" c:formatCode="yyyy/m/d">
                  <c:v>44679</c:v>
                </c:pt>
                <c:pt idx="2555" c:formatCode="yyyy/m/d">
                  <c:v>44680</c:v>
                </c:pt>
                <c:pt idx="2556" c:formatCode="yyyy/m/d">
                  <c:v>44683</c:v>
                </c:pt>
                <c:pt idx="2557" c:formatCode="yyyy/m/d">
                  <c:v>44684</c:v>
                </c:pt>
                <c:pt idx="2558" c:formatCode="yyyy/m/d">
                  <c:v>44685</c:v>
                </c:pt>
                <c:pt idx="2559" c:formatCode="yyyy/m/d">
                  <c:v>44686</c:v>
                </c:pt>
                <c:pt idx="2560" c:formatCode="yyyy/m/d">
                  <c:v>44687</c:v>
                </c:pt>
                <c:pt idx="2561" c:formatCode="yyyy/m/d">
                  <c:v>44690</c:v>
                </c:pt>
                <c:pt idx="2562" c:formatCode="yyyy/m/d">
                  <c:v>44691</c:v>
                </c:pt>
                <c:pt idx="2563" c:formatCode="yyyy/m/d">
                  <c:v>44692</c:v>
                </c:pt>
                <c:pt idx="2564" c:formatCode="yyyy/m/d">
                  <c:v>44693</c:v>
                </c:pt>
                <c:pt idx="2565" c:formatCode="yyyy/m/d">
                  <c:v>44694</c:v>
                </c:pt>
                <c:pt idx="2566" c:formatCode="yyyy/m/d">
                  <c:v>44697</c:v>
                </c:pt>
                <c:pt idx="2567" c:formatCode="yyyy/m/d">
                  <c:v>44698</c:v>
                </c:pt>
                <c:pt idx="2568" c:formatCode="yyyy/m/d">
                  <c:v>44699</c:v>
                </c:pt>
                <c:pt idx="2569" c:formatCode="yyyy/m/d">
                  <c:v>44700</c:v>
                </c:pt>
                <c:pt idx="2570" c:formatCode="yyyy/m/d">
                  <c:v>44701</c:v>
                </c:pt>
                <c:pt idx="2571" c:formatCode="yyyy/m/d">
                  <c:v>44704</c:v>
                </c:pt>
                <c:pt idx="2572" c:formatCode="yyyy/m/d">
                  <c:v>44705</c:v>
                </c:pt>
                <c:pt idx="2573" c:formatCode="yyyy/m/d">
                  <c:v>44706</c:v>
                </c:pt>
                <c:pt idx="2574" c:formatCode="yyyy/m/d">
                  <c:v>44707</c:v>
                </c:pt>
                <c:pt idx="2575" c:formatCode="yyyy/m/d">
                  <c:v>44708</c:v>
                </c:pt>
                <c:pt idx="2576" c:formatCode="yyyy/m/d">
                  <c:v>44712</c:v>
                </c:pt>
                <c:pt idx="2577" c:formatCode="yyyy/m/d">
                  <c:v>44713</c:v>
                </c:pt>
                <c:pt idx="2578" c:formatCode="yyyy/m/d">
                  <c:v>44714</c:v>
                </c:pt>
                <c:pt idx="2579" c:formatCode="yyyy/m/d">
                  <c:v>44715</c:v>
                </c:pt>
                <c:pt idx="2580" c:formatCode="yyyy/m/d">
                  <c:v>44718</c:v>
                </c:pt>
                <c:pt idx="2581" c:formatCode="yyyy/m/d">
                  <c:v>44719</c:v>
                </c:pt>
                <c:pt idx="2582" c:formatCode="yyyy/m/d">
                  <c:v>44720</c:v>
                </c:pt>
                <c:pt idx="2583" c:formatCode="yyyy/m/d">
                  <c:v>44721</c:v>
                </c:pt>
                <c:pt idx="2584" c:formatCode="yyyy/m/d">
                  <c:v>44722</c:v>
                </c:pt>
                <c:pt idx="2585" c:formatCode="yyyy/m/d">
                  <c:v>44725</c:v>
                </c:pt>
                <c:pt idx="2586" c:formatCode="yyyy/m/d">
                  <c:v>44726</c:v>
                </c:pt>
                <c:pt idx="2587" c:formatCode="yyyy/m/d">
                  <c:v>44727</c:v>
                </c:pt>
                <c:pt idx="2588" c:formatCode="yyyy/m/d">
                  <c:v>44728</c:v>
                </c:pt>
                <c:pt idx="2589" c:formatCode="yyyy/m/d">
                  <c:v>44729</c:v>
                </c:pt>
                <c:pt idx="2590" c:formatCode="yyyy/m/d">
                  <c:v>44733</c:v>
                </c:pt>
                <c:pt idx="2591" c:formatCode="yyyy/m/d">
                  <c:v>44734</c:v>
                </c:pt>
                <c:pt idx="2592" c:formatCode="yyyy/m/d">
                  <c:v>44735</c:v>
                </c:pt>
                <c:pt idx="2593" c:formatCode="yyyy/m/d">
                  <c:v>44736</c:v>
                </c:pt>
                <c:pt idx="2594" c:formatCode="yyyy/m/d">
                  <c:v>44739</c:v>
                </c:pt>
                <c:pt idx="2595" c:formatCode="yyyy/m/d">
                  <c:v>44740</c:v>
                </c:pt>
                <c:pt idx="2596" c:formatCode="yyyy/m/d">
                  <c:v>44741</c:v>
                </c:pt>
                <c:pt idx="2597" c:formatCode="yyyy/m/d">
                  <c:v>44742</c:v>
                </c:pt>
                <c:pt idx="2598" c:formatCode="yyyy/m/d">
                  <c:v>44743</c:v>
                </c:pt>
                <c:pt idx="2599" c:formatCode="yyyy/m/d">
                  <c:v>44747</c:v>
                </c:pt>
                <c:pt idx="2600" c:formatCode="yyyy/m/d">
                  <c:v>44748</c:v>
                </c:pt>
                <c:pt idx="2601" c:formatCode="yyyy/m/d">
                  <c:v>44749</c:v>
                </c:pt>
                <c:pt idx="2602" c:formatCode="yyyy/m/d">
                  <c:v>44750</c:v>
                </c:pt>
                <c:pt idx="2603" c:formatCode="yyyy/m/d">
                  <c:v>44753</c:v>
                </c:pt>
                <c:pt idx="2604" c:formatCode="yyyy/m/d">
                  <c:v>44754</c:v>
                </c:pt>
                <c:pt idx="2605" c:formatCode="yyyy/m/d">
                  <c:v>44755</c:v>
                </c:pt>
                <c:pt idx="2606" c:formatCode="yyyy/m/d">
                  <c:v>44756</c:v>
                </c:pt>
                <c:pt idx="2607" c:formatCode="yyyy/m/d">
                  <c:v>44757</c:v>
                </c:pt>
                <c:pt idx="2608" c:formatCode="yyyy/m/d">
                  <c:v>44760</c:v>
                </c:pt>
                <c:pt idx="2609" c:formatCode="yyyy/m/d">
                  <c:v>44761</c:v>
                </c:pt>
                <c:pt idx="2610" c:formatCode="yyyy/m/d">
                  <c:v>44762</c:v>
                </c:pt>
                <c:pt idx="2611" c:formatCode="yyyy/m/d">
                  <c:v>44763</c:v>
                </c:pt>
                <c:pt idx="2612" c:formatCode="yyyy/m/d">
                  <c:v>44764</c:v>
                </c:pt>
                <c:pt idx="2613" c:formatCode="yyyy/m/d">
                  <c:v>44767</c:v>
                </c:pt>
                <c:pt idx="2614" c:formatCode="yyyy/m/d">
                  <c:v>44768</c:v>
                </c:pt>
                <c:pt idx="2615" c:formatCode="yyyy/m/d">
                  <c:v>44769</c:v>
                </c:pt>
                <c:pt idx="2616" c:formatCode="yyyy/m/d">
                  <c:v>44770</c:v>
                </c:pt>
                <c:pt idx="2617" c:formatCode="yyyy/m/d">
                  <c:v>44771</c:v>
                </c:pt>
                <c:pt idx="2618" c:formatCode="yyyy/m/d">
                  <c:v>44774</c:v>
                </c:pt>
                <c:pt idx="2619" c:formatCode="yyyy/m/d">
                  <c:v>44775</c:v>
                </c:pt>
                <c:pt idx="2620" c:formatCode="yyyy/m/d">
                  <c:v>44776</c:v>
                </c:pt>
                <c:pt idx="2621" c:formatCode="yyyy/m/d">
                  <c:v>44777</c:v>
                </c:pt>
                <c:pt idx="2622" c:formatCode="yyyy/m/d">
                  <c:v>44778</c:v>
                </c:pt>
                <c:pt idx="2623" c:formatCode="yyyy/m/d">
                  <c:v>44781</c:v>
                </c:pt>
                <c:pt idx="2624" c:formatCode="yyyy/m/d">
                  <c:v>44782</c:v>
                </c:pt>
                <c:pt idx="2625" c:formatCode="yyyy/m/d">
                  <c:v>44783</c:v>
                </c:pt>
                <c:pt idx="2626" c:formatCode="yyyy/m/d">
                  <c:v>44784</c:v>
                </c:pt>
                <c:pt idx="2627" c:formatCode="yyyy/m/d">
                  <c:v>44785</c:v>
                </c:pt>
                <c:pt idx="2628" c:formatCode="yyyy/m/d">
                  <c:v>44788</c:v>
                </c:pt>
                <c:pt idx="2629" c:formatCode="yyyy/m/d">
                  <c:v>44789</c:v>
                </c:pt>
                <c:pt idx="2630" c:formatCode="yyyy/m/d">
                  <c:v>44790</c:v>
                </c:pt>
                <c:pt idx="2631" c:formatCode="yyyy/m/d">
                  <c:v>44791</c:v>
                </c:pt>
                <c:pt idx="2632" c:formatCode="yyyy/m/d">
                  <c:v>44792</c:v>
                </c:pt>
                <c:pt idx="2633" c:formatCode="yyyy/m/d">
                  <c:v>44795</c:v>
                </c:pt>
                <c:pt idx="2634" c:formatCode="yyyy/m/d">
                  <c:v>44796</c:v>
                </c:pt>
                <c:pt idx="2635" c:formatCode="yyyy/m/d">
                  <c:v>44797</c:v>
                </c:pt>
                <c:pt idx="2636" c:formatCode="yyyy/m/d">
                  <c:v>44798</c:v>
                </c:pt>
                <c:pt idx="2637" c:formatCode="yyyy/m/d">
                  <c:v>44799</c:v>
                </c:pt>
                <c:pt idx="2638" c:formatCode="yyyy/m/d">
                  <c:v>44802</c:v>
                </c:pt>
                <c:pt idx="2639" c:formatCode="yyyy/m/d">
                  <c:v>44803</c:v>
                </c:pt>
                <c:pt idx="2640" c:formatCode="yyyy/m/d">
                  <c:v>44804</c:v>
                </c:pt>
                <c:pt idx="2641" c:formatCode="yyyy/m/d">
                  <c:v>44805</c:v>
                </c:pt>
                <c:pt idx="2642" c:formatCode="yyyy/m/d">
                  <c:v>44806</c:v>
                </c:pt>
                <c:pt idx="2643" c:formatCode="yyyy/m/d">
                  <c:v>44810</c:v>
                </c:pt>
                <c:pt idx="2644" c:formatCode="yyyy/m/d">
                  <c:v>44811</c:v>
                </c:pt>
                <c:pt idx="2645" c:formatCode="yyyy/m/d">
                  <c:v>44812</c:v>
                </c:pt>
                <c:pt idx="2646" c:formatCode="yyyy/m/d">
                  <c:v>44813</c:v>
                </c:pt>
                <c:pt idx="2647" c:formatCode="yyyy/m/d">
                  <c:v>44816</c:v>
                </c:pt>
                <c:pt idx="2648" c:formatCode="yyyy/m/d">
                  <c:v>44817</c:v>
                </c:pt>
                <c:pt idx="2649" c:formatCode="yyyy/m/d">
                  <c:v>44818</c:v>
                </c:pt>
                <c:pt idx="2650" c:formatCode="yyyy/m/d">
                  <c:v>44819</c:v>
                </c:pt>
                <c:pt idx="2651" c:formatCode="yyyy/m/d">
                  <c:v>44820</c:v>
                </c:pt>
                <c:pt idx="2652" c:formatCode="yyyy/m/d">
                  <c:v>44823</c:v>
                </c:pt>
                <c:pt idx="2653" c:formatCode="yyyy/m/d">
                  <c:v>44824</c:v>
                </c:pt>
                <c:pt idx="2654" c:formatCode="yyyy/m/d">
                  <c:v>44825</c:v>
                </c:pt>
                <c:pt idx="2655" c:formatCode="yyyy/m/d">
                  <c:v>44826</c:v>
                </c:pt>
                <c:pt idx="2656" c:formatCode="yyyy/m/d">
                  <c:v>44827</c:v>
                </c:pt>
                <c:pt idx="2657" c:formatCode="yyyy/m/d">
                  <c:v>44830</c:v>
                </c:pt>
                <c:pt idx="2658" c:formatCode="yyyy/m/d">
                  <c:v>44831</c:v>
                </c:pt>
                <c:pt idx="2659" c:formatCode="yyyy/m/d">
                  <c:v>44832</c:v>
                </c:pt>
                <c:pt idx="2660" c:formatCode="yyyy/m/d">
                  <c:v>44833</c:v>
                </c:pt>
                <c:pt idx="2661" c:formatCode="yyyy/m/d">
                  <c:v>44834</c:v>
                </c:pt>
                <c:pt idx="2662" c:formatCode="yyyy/m/d">
                  <c:v>44837</c:v>
                </c:pt>
                <c:pt idx="2663" c:formatCode="yyyy/m/d">
                  <c:v>44838</c:v>
                </c:pt>
                <c:pt idx="2664" c:formatCode="yyyy/m/d">
                  <c:v>44839</c:v>
                </c:pt>
                <c:pt idx="2665" c:formatCode="yyyy/m/d">
                  <c:v>44840</c:v>
                </c:pt>
                <c:pt idx="2666" c:formatCode="yyyy/m/d">
                  <c:v>44841</c:v>
                </c:pt>
                <c:pt idx="2667" c:formatCode="yyyy/m/d">
                  <c:v>44844</c:v>
                </c:pt>
                <c:pt idx="2668" c:formatCode="yyyy/m/d">
                  <c:v>44845</c:v>
                </c:pt>
                <c:pt idx="2669" c:formatCode="yyyy/m/d">
                  <c:v>44846</c:v>
                </c:pt>
                <c:pt idx="2670" c:formatCode="yyyy/m/d">
                  <c:v>44847</c:v>
                </c:pt>
                <c:pt idx="2671" c:formatCode="yyyy/m/d">
                  <c:v>44848</c:v>
                </c:pt>
                <c:pt idx="2672" c:formatCode="yyyy/m/d">
                  <c:v>44851</c:v>
                </c:pt>
                <c:pt idx="2673" c:formatCode="yyyy/m/d">
                  <c:v>44852</c:v>
                </c:pt>
                <c:pt idx="2674" c:formatCode="yyyy/m/d">
                  <c:v>44853</c:v>
                </c:pt>
                <c:pt idx="2675" c:formatCode="yyyy/m/d">
                  <c:v>44854</c:v>
                </c:pt>
                <c:pt idx="2676" c:formatCode="yyyy/m/d">
                  <c:v>44855</c:v>
                </c:pt>
                <c:pt idx="2677" c:formatCode="yyyy/m/d">
                  <c:v>44858</c:v>
                </c:pt>
                <c:pt idx="2678" c:formatCode="yyyy/m/d">
                  <c:v>44859</c:v>
                </c:pt>
                <c:pt idx="2679" c:formatCode="yyyy/m/d">
                  <c:v>44860</c:v>
                </c:pt>
                <c:pt idx="2680" c:formatCode="yyyy/m/d">
                  <c:v>44861</c:v>
                </c:pt>
                <c:pt idx="2681" c:formatCode="yyyy/m/d">
                  <c:v>44862</c:v>
                </c:pt>
                <c:pt idx="2682" c:formatCode="yyyy/m/d">
                  <c:v>44865</c:v>
                </c:pt>
                <c:pt idx="2683" c:formatCode="yyyy/m/d">
                  <c:v>44866</c:v>
                </c:pt>
                <c:pt idx="2684" c:formatCode="yyyy/m/d">
                  <c:v>44867</c:v>
                </c:pt>
                <c:pt idx="2685" c:formatCode="yyyy/m/d">
                  <c:v>44868</c:v>
                </c:pt>
                <c:pt idx="2686" c:formatCode="yyyy/m/d">
                  <c:v>44869</c:v>
                </c:pt>
                <c:pt idx="2687" c:formatCode="yyyy/m/d">
                  <c:v>44872</c:v>
                </c:pt>
                <c:pt idx="2688" c:formatCode="yyyy/m/d">
                  <c:v>44873</c:v>
                </c:pt>
                <c:pt idx="2689" c:formatCode="yyyy/m/d">
                  <c:v>44874</c:v>
                </c:pt>
                <c:pt idx="2690" c:formatCode="yyyy/m/d">
                  <c:v>44875</c:v>
                </c:pt>
                <c:pt idx="2691" c:formatCode="yyyy/m/d">
                  <c:v>44876</c:v>
                </c:pt>
                <c:pt idx="2692" c:formatCode="yyyy/m/d">
                  <c:v>44879</c:v>
                </c:pt>
                <c:pt idx="2693" c:formatCode="yyyy/m/d">
                  <c:v>44880</c:v>
                </c:pt>
                <c:pt idx="2694" c:formatCode="yyyy/m/d">
                  <c:v>44881</c:v>
                </c:pt>
                <c:pt idx="2695" c:formatCode="yyyy/m/d">
                  <c:v>44882</c:v>
                </c:pt>
                <c:pt idx="2696" c:formatCode="yyyy/m/d">
                  <c:v>44883</c:v>
                </c:pt>
                <c:pt idx="2697" c:formatCode="yyyy/m/d">
                  <c:v>44886</c:v>
                </c:pt>
                <c:pt idx="2698" c:formatCode="yyyy/m/d">
                  <c:v>44887</c:v>
                </c:pt>
                <c:pt idx="2699" c:formatCode="yyyy/m/d">
                  <c:v>44888</c:v>
                </c:pt>
                <c:pt idx="2700" c:formatCode="yyyy/m/d">
                  <c:v>44893</c:v>
                </c:pt>
                <c:pt idx="2701" c:formatCode="yyyy/m/d">
                  <c:v>44894</c:v>
                </c:pt>
                <c:pt idx="2702" c:formatCode="yyyy/m/d">
                  <c:v>44895</c:v>
                </c:pt>
                <c:pt idx="2703" c:formatCode="yyyy/m/d">
                  <c:v>44896</c:v>
                </c:pt>
                <c:pt idx="2704" c:formatCode="yyyy/m/d">
                  <c:v>44897</c:v>
                </c:pt>
                <c:pt idx="2705" c:formatCode="yyyy/m/d">
                  <c:v>44900</c:v>
                </c:pt>
                <c:pt idx="2706" c:formatCode="yyyy/m/d">
                  <c:v>44901</c:v>
                </c:pt>
                <c:pt idx="2707" c:formatCode="yyyy/m/d">
                  <c:v>44902</c:v>
                </c:pt>
                <c:pt idx="2708" c:formatCode="yyyy/m/d">
                  <c:v>44903</c:v>
                </c:pt>
                <c:pt idx="2709" c:formatCode="yyyy/m/d">
                  <c:v>44904</c:v>
                </c:pt>
                <c:pt idx="2710" c:formatCode="yyyy/m/d">
                  <c:v>44907</c:v>
                </c:pt>
                <c:pt idx="2711" c:formatCode="yyyy/m/d">
                  <c:v>44908</c:v>
                </c:pt>
                <c:pt idx="2712" c:formatCode="yyyy/m/d">
                  <c:v>44909</c:v>
                </c:pt>
                <c:pt idx="2713" c:formatCode="yyyy/m/d">
                  <c:v>44910</c:v>
                </c:pt>
                <c:pt idx="2714" c:formatCode="yyyy/m/d">
                  <c:v>44911</c:v>
                </c:pt>
                <c:pt idx="2715" c:formatCode="yyyy/m/d">
                  <c:v>44914</c:v>
                </c:pt>
                <c:pt idx="2716" c:formatCode="yyyy/m/d">
                  <c:v>44915</c:v>
                </c:pt>
                <c:pt idx="2717" c:formatCode="yyyy/m/d">
                  <c:v>44916</c:v>
                </c:pt>
                <c:pt idx="2718" c:formatCode="yyyy/m/d">
                  <c:v>44917</c:v>
                </c:pt>
                <c:pt idx="2719" c:formatCode="yyyy/m/d">
                  <c:v>44918</c:v>
                </c:pt>
                <c:pt idx="2720" c:formatCode="yyyy/m/d">
                  <c:v>44922</c:v>
                </c:pt>
                <c:pt idx="2721" c:formatCode="yyyy/m/d">
                  <c:v>44923</c:v>
                </c:pt>
                <c:pt idx="2722" c:formatCode="yyyy/m/d">
                  <c:v>44924</c:v>
                </c:pt>
                <c:pt idx="2723" c:formatCode="yyyy/m/d">
                  <c:v>44925</c:v>
                </c:pt>
                <c:pt idx="2724" c:formatCode="yyyy/m/d">
                  <c:v>44929</c:v>
                </c:pt>
                <c:pt idx="2725" c:formatCode="yyyy/m/d">
                  <c:v>44930</c:v>
                </c:pt>
                <c:pt idx="2726" c:formatCode="yyyy/m/d">
                  <c:v>44931</c:v>
                </c:pt>
                <c:pt idx="2727" c:formatCode="yyyy/m/d">
                  <c:v>44932</c:v>
                </c:pt>
                <c:pt idx="2728" c:formatCode="yyyy/m/d">
                  <c:v>44935</c:v>
                </c:pt>
                <c:pt idx="2729" c:formatCode="yyyy/m/d">
                  <c:v>44936</c:v>
                </c:pt>
                <c:pt idx="2730" c:formatCode="yyyy/m/d">
                  <c:v>44937</c:v>
                </c:pt>
                <c:pt idx="2731" c:formatCode="yyyy/m/d">
                  <c:v>44938</c:v>
                </c:pt>
                <c:pt idx="2732" c:formatCode="yyyy/m/d">
                  <c:v>44939</c:v>
                </c:pt>
                <c:pt idx="2733" c:formatCode="yyyy/m/d">
                  <c:v>44943</c:v>
                </c:pt>
                <c:pt idx="2734" c:formatCode="yyyy/m/d">
                  <c:v>44944</c:v>
                </c:pt>
                <c:pt idx="2735" c:formatCode="yyyy/m/d">
                  <c:v>44945</c:v>
                </c:pt>
                <c:pt idx="2736" c:formatCode="yyyy/m/d">
                  <c:v>44946</c:v>
                </c:pt>
                <c:pt idx="2737" c:formatCode="yyyy/m/d">
                  <c:v>44949</c:v>
                </c:pt>
                <c:pt idx="2738" c:formatCode="yyyy/m/d">
                  <c:v>44950</c:v>
                </c:pt>
                <c:pt idx="2739" c:formatCode="yyyy/m/d">
                  <c:v>44951</c:v>
                </c:pt>
                <c:pt idx="2740" c:formatCode="yyyy/m/d">
                  <c:v>44952</c:v>
                </c:pt>
                <c:pt idx="2741" c:formatCode="yyyy/m/d">
                  <c:v>44953</c:v>
                </c:pt>
                <c:pt idx="2742" c:formatCode="yyyy/m/d">
                  <c:v>44956</c:v>
                </c:pt>
                <c:pt idx="2743" c:formatCode="yyyy/m/d">
                  <c:v>44957</c:v>
                </c:pt>
                <c:pt idx="2744" c:formatCode="yyyy/m/d">
                  <c:v>44958</c:v>
                </c:pt>
                <c:pt idx="2745" c:formatCode="yyyy/m/d">
                  <c:v>44959</c:v>
                </c:pt>
                <c:pt idx="2746" c:formatCode="yyyy/m/d">
                  <c:v>44960</c:v>
                </c:pt>
                <c:pt idx="2747" c:formatCode="yyyy/m/d">
                  <c:v>44963</c:v>
                </c:pt>
                <c:pt idx="2748" c:formatCode="yyyy/m/d">
                  <c:v>44964</c:v>
                </c:pt>
                <c:pt idx="2749" c:formatCode="yyyy/m/d">
                  <c:v>44965</c:v>
                </c:pt>
                <c:pt idx="2750" c:formatCode="yyyy/m/d">
                  <c:v>44966</c:v>
                </c:pt>
                <c:pt idx="2751" c:formatCode="yyyy/m/d">
                  <c:v>44967</c:v>
                </c:pt>
                <c:pt idx="2752" c:formatCode="yyyy/m/d">
                  <c:v>44970</c:v>
                </c:pt>
                <c:pt idx="2753" c:formatCode="yyyy/m/d">
                  <c:v>44971</c:v>
                </c:pt>
                <c:pt idx="2754" c:formatCode="yyyy/m/d">
                  <c:v>44972</c:v>
                </c:pt>
                <c:pt idx="2755" c:formatCode="yyyy/m/d">
                  <c:v>44973</c:v>
                </c:pt>
                <c:pt idx="2756" c:formatCode="yyyy/m/d">
                  <c:v>44974</c:v>
                </c:pt>
                <c:pt idx="2757" c:formatCode="yyyy/m/d">
                  <c:v>44978</c:v>
                </c:pt>
                <c:pt idx="2758" c:formatCode="yyyy/m/d">
                  <c:v>44979</c:v>
                </c:pt>
                <c:pt idx="2759" c:formatCode="yyyy/m/d">
                  <c:v>44980</c:v>
                </c:pt>
                <c:pt idx="2760" c:formatCode="yyyy/m/d">
                  <c:v>44981</c:v>
                </c:pt>
                <c:pt idx="2761" c:formatCode="yyyy/m/d">
                  <c:v>44984</c:v>
                </c:pt>
                <c:pt idx="2762" c:formatCode="yyyy/m/d">
                  <c:v>44985</c:v>
                </c:pt>
                <c:pt idx="2763" c:formatCode="yyyy/m/d">
                  <c:v>44986</c:v>
                </c:pt>
                <c:pt idx="2764" c:formatCode="yyyy/m/d">
                  <c:v>44987</c:v>
                </c:pt>
                <c:pt idx="2765" c:formatCode="yyyy/m/d">
                  <c:v>44988</c:v>
                </c:pt>
                <c:pt idx="2766" c:formatCode="yyyy/m/d">
                  <c:v>44991</c:v>
                </c:pt>
                <c:pt idx="2767" c:formatCode="yyyy/m/d">
                  <c:v>44992</c:v>
                </c:pt>
                <c:pt idx="2768" c:formatCode="yyyy/m/d">
                  <c:v>44993</c:v>
                </c:pt>
                <c:pt idx="2769" c:formatCode="yyyy/m/d">
                  <c:v>44994</c:v>
                </c:pt>
                <c:pt idx="2770" c:formatCode="yyyy/m/d">
                  <c:v>44995</c:v>
                </c:pt>
                <c:pt idx="2771" c:formatCode="yyyy/m/d">
                  <c:v>44998</c:v>
                </c:pt>
                <c:pt idx="2772" c:formatCode="yyyy/m/d">
                  <c:v>44999</c:v>
                </c:pt>
                <c:pt idx="2773" c:formatCode="yyyy/m/d">
                  <c:v>45000</c:v>
                </c:pt>
                <c:pt idx="2774" c:formatCode="yyyy/m/d">
                  <c:v>45001</c:v>
                </c:pt>
                <c:pt idx="2775" c:formatCode="yyyy/m/d">
                  <c:v>45002</c:v>
                </c:pt>
                <c:pt idx="2776" c:formatCode="yyyy/m/d">
                  <c:v>45005</c:v>
                </c:pt>
                <c:pt idx="2777" c:formatCode="yyyy/m/d">
                  <c:v>45006</c:v>
                </c:pt>
                <c:pt idx="2778" c:formatCode="yyyy/m/d">
                  <c:v>45007</c:v>
                </c:pt>
                <c:pt idx="2779" c:formatCode="yyyy/m/d">
                  <c:v>45008</c:v>
                </c:pt>
                <c:pt idx="2780" c:formatCode="yyyy/m/d">
                  <c:v>45009</c:v>
                </c:pt>
                <c:pt idx="2781" c:formatCode="yyyy/m/d">
                  <c:v>45012</c:v>
                </c:pt>
                <c:pt idx="2782" c:formatCode="yyyy/m/d">
                  <c:v>45013</c:v>
                </c:pt>
                <c:pt idx="2783" c:formatCode="yyyy/m/d">
                  <c:v>45014</c:v>
                </c:pt>
                <c:pt idx="2784" c:formatCode="yyyy/m/d">
                  <c:v>45015</c:v>
                </c:pt>
                <c:pt idx="2785" c:formatCode="yyyy/m/d">
                  <c:v>45016</c:v>
                </c:pt>
                <c:pt idx="2786" c:formatCode="yyyy/m/d">
                  <c:v>45019</c:v>
                </c:pt>
                <c:pt idx="2787" c:formatCode="yyyy/m/d">
                  <c:v>45020</c:v>
                </c:pt>
                <c:pt idx="2788" c:formatCode="yyyy/m/d">
                  <c:v>45021</c:v>
                </c:pt>
                <c:pt idx="2789" c:formatCode="yyyy/m/d">
                  <c:v>45022</c:v>
                </c:pt>
                <c:pt idx="2790" c:formatCode="yyyy/m/d">
                  <c:v>45026</c:v>
                </c:pt>
                <c:pt idx="2791" c:formatCode="yyyy/m/d">
                  <c:v>45027</c:v>
                </c:pt>
                <c:pt idx="2792" c:formatCode="yyyy/m/d">
                  <c:v>45028</c:v>
                </c:pt>
                <c:pt idx="2793" c:formatCode="yyyy/m/d">
                  <c:v>45029</c:v>
                </c:pt>
                <c:pt idx="2794" c:formatCode="yyyy/m/d">
                  <c:v>45030</c:v>
                </c:pt>
                <c:pt idx="2795" c:formatCode="yyyy/m/d">
                  <c:v>45033</c:v>
                </c:pt>
                <c:pt idx="2796" c:formatCode="yyyy/m/d">
                  <c:v>45034</c:v>
                </c:pt>
                <c:pt idx="2797" c:formatCode="yyyy/m/d">
                  <c:v>45035</c:v>
                </c:pt>
                <c:pt idx="2798" c:formatCode="yyyy/m/d">
                  <c:v>45036</c:v>
                </c:pt>
                <c:pt idx="2799" c:formatCode="yyyy/m/d">
                  <c:v>45037</c:v>
                </c:pt>
                <c:pt idx="2800" c:formatCode="yyyy/m/d">
                  <c:v>45040</c:v>
                </c:pt>
                <c:pt idx="2801" c:formatCode="yyyy/m/d">
                  <c:v>45041</c:v>
                </c:pt>
                <c:pt idx="2802" c:formatCode="yyyy/m/d">
                  <c:v>45042</c:v>
                </c:pt>
                <c:pt idx="2803" c:formatCode="yyyy/m/d">
                  <c:v>45043</c:v>
                </c:pt>
                <c:pt idx="2804" c:formatCode="yyyy/m/d">
                  <c:v>45044</c:v>
                </c:pt>
                <c:pt idx="2805" c:formatCode="yyyy/m/d">
                  <c:v>45047</c:v>
                </c:pt>
                <c:pt idx="2806" c:formatCode="yyyy/m/d">
                  <c:v>45048</c:v>
                </c:pt>
                <c:pt idx="2807" c:formatCode="yyyy/m/d">
                  <c:v>45049</c:v>
                </c:pt>
                <c:pt idx="2808" c:formatCode="yyyy/m/d">
                  <c:v>45050</c:v>
                </c:pt>
                <c:pt idx="2809" c:formatCode="yyyy/m/d">
                  <c:v>45051</c:v>
                </c:pt>
                <c:pt idx="2810" c:formatCode="yyyy/m/d">
                  <c:v>45054</c:v>
                </c:pt>
                <c:pt idx="2811" c:formatCode="yyyy/m/d">
                  <c:v>45055</c:v>
                </c:pt>
                <c:pt idx="2812" c:formatCode="yyyy/m/d">
                  <c:v>45056</c:v>
                </c:pt>
                <c:pt idx="2813" c:formatCode="yyyy/m/d">
                  <c:v>45057</c:v>
                </c:pt>
                <c:pt idx="2814" c:formatCode="yyyy/m/d">
                  <c:v>45058</c:v>
                </c:pt>
                <c:pt idx="2815" c:formatCode="yyyy/m/d">
                  <c:v>45061</c:v>
                </c:pt>
                <c:pt idx="2816" c:formatCode="yyyy/m/d">
                  <c:v>45062</c:v>
                </c:pt>
                <c:pt idx="2817" c:formatCode="yyyy/m/d">
                  <c:v>45063</c:v>
                </c:pt>
                <c:pt idx="2818" c:formatCode="yyyy/m/d">
                  <c:v>45064</c:v>
                </c:pt>
                <c:pt idx="2819" c:formatCode="yyyy/m/d">
                  <c:v>45065</c:v>
                </c:pt>
                <c:pt idx="2820" c:formatCode="yyyy/m/d">
                  <c:v>45068</c:v>
                </c:pt>
                <c:pt idx="2821" c:formatCode="yyyy/m/d">
                  <c:v>45069</c:v>
                </c:pt>
                <c:pt idx="2822" c:formatCode="yyyy/m/d">
                  <c:v>45070</c:v>
                </c:pt>
                <c:pt idx="2823" c:formatCode="yyyy/m/d">
                  <c:v>45071</c:v>
                </c:pt>
                <c:pt idx="2824" c:formatCode="yyyy/m/d">
                  <c:v>45072</c:v>
                </c:pt>
                <c:pt idx="2825" c:formatCode="yyyy/m/d">
                  <c:v>45076</c:v>
                </c:pt>
                <c:pt idx="2826" c:formatCode="yyyy/m/d">
                  <c:v>45077</c:v>
                </c:pt>
                <c:pt idx="2827" c:formatCode="yyyy/m/d">
                  <c:v>45078</c:v>
                </c:pt>
                <c:pt idx="2828" c:formatCode="yyyy/m/d">
                  <c:v>45079</c:v>
                </c:pt>
                <c:pt idx="2829" c:formatCode="yyyy/m/d">
                  <c:v>45082</c:v>
                </c:pt>
                <c:pt idx="2830" c:formatCode="yyyy/m/d">
                  <c:v>45083</c:v>
                </c:pt>
                <c:pt idx="2831" c:formatCode="yyyy/m/d">
                  <c:v>45084</c:v>
                </c:pt>
                <c:pt idx="2832" c:formatCode="yyyy/m/d">
                  <c:v>45085</c:v>
                </c:pt>
                <c:pt idx="2833" c:formatCode="yyyy/m/d">
                  <c:v>45086</c:v>
                </c:pt>
                <c:pt idx="2834" c:formatCode="yyyy/m/d">
                  <c:v>45089</c:v>
                </c:pt>
                <c:pt idx="2835" c:formatCode="yyyy/m/d">
                  <c:v>45090</c:v>
                </c:pt>
                <c:pt idx="2836" c:formatCode="yyyy/m/d">
                  <c:v>45091</c:v>
                </c:pt>
                <c:pt idx="2837" c:formatCode="yyyy/m/d">
                  <c:v>45092</c:v>
                </c:pt>
                <c:pt idx="2838" c:formatCode="yyyy/m/d">
                  <c:v>45093</c:v>
                </c:pt>
                <c:pt idx="2839" c:formatCode="yyyy/m/d">
                  <c:v>45097</c:v>
                </c:pt>
                <c:pt idx="2840" c:formatCode="yyyy/m/d">
                  <c:v>45098</c:v>
                </c:pt>
                <c:pt idx="2841" c:formatCode="yyyy/m/d">
                  <c:v>45099</c:v>
                </c:pt>
                <c:pt idx="2842" c:formatCode="yyyy/m/d">
                  <c:v>45100</c:v>
                </c:pt>
                <c:pt idx="2843" c:formatCode="yyyy/m/d">
                  <c:v>45103</c:v>
                </c:pt>
                <c:pt idx="2844" c:formatCode="yyyy/m/d">
                  <c:v>45104</c:v>
                </c:pt>
                <c:pt idx="2845" c:formatCode="yyyy/m/d">
                  <c:v>45105</c:v>
                </c:pt>
                <c:pt idx="2846" c:formatCode="yyyy/m/d">
                  <c:v>45106</c:v>
                </c:pt>
                <c:pt idx="2847" c:formatCode="yyyy/m/d">
                  <c:v>45107</c:v>
                </c:pt>
                <c:pt idx="2848" c:formatCode="yyyy/m/d">
                  <c:v>45112</c:v>
                </c:pt>
                <c:pt idx="2849" c:formatCode="yyyy/m/d">
                  <c:v>45113</c:v>
                </c:pt>
                <c:pt idx="2850" c:formatCode="yyyy/m/d">
                  <c:v>45114</c:v>
                </c:pt>
                <c:pt idx="2851" c:formatCode="yyyy/m/d">
                  <c:v>45117</c:v>
                </c:pt>
                <c:pt idx="2852" c:formatCode="yyyy/m/d">
                  <c:v>45118</c:v>
                </c:pt>
                <c:pt idx="2853" c:formatCode="yyyy/m/d">
                  <c:v>45119</c:v>
                </c:pt>
                <c:pt idx="2854" c:formatCode="yyyy/m/d">
                  <c:v>45120</c:v>
                </c:pt>
                <c:pt idx="2855" c:formatCode="yyyy/m/d">
                  <c:v>45121</c:v>
                </c:pt>
                <c:pt idx="2856" c:formatCode="yyyy/m/d">
                  <c:v>45124</c:v>
                </c:pt>
                <c:pt idx="2857" c:formatCode="yyyy/m/d">
                  <c:v>45125</c:v>
                </c:pt>
                <c:pt idx="2858" c:formatCode="yyyy/m/d">
                  <c:v>45126</c:v>
                </c:pt>
                <c:pt idx="2859" c:formatCode="yyyy/m/d">
                  <c:v>45127</c:v>
                </c:pt>
                <c:pt idx="2860" c:formatCode="yyyy/m/d">
                  <c:v>45128</c:v>
                </c:pt>
                <c:pt idx="2861" c:formatCode="yyyy/m/d">
                  <c:v>45131</c:v>
                </c:pt>
                <c:pt idx="2862" c:formatCode="yyyy/m/d">
                  <c:v>45132</c:v>
                </c:pt>
                <c:pt idx="2863" c:formatCode="yyyy/m/d">
                  <c:v>45133</c:v>
                </c:pt>
                <c:pt idx="2864" c:formatCode="yyyy/m/d">
                  <c:v>45134</c:v>
                </c:pt>
                <c:pt idx="2865" c:formatCode="yyyy/m/d">
                  <c:v>45135</c:v>
                </c:pt>
                <c:pt idx="2866" c:formatCode="yyyy/m/d">
                  <c:v>45138</c:v>
                </c:pt>
                <c:pt idx="2867" c:formatCode="yyyy/m/d">
                  <c:v>45139</c:v>
                </c:pt>
                <c:pt idx="2868" c:formatCode="yyyy/m/d">
                  <c:v>45140</c:v>
                </c:pt>
                <c:pt idx="2869" c:formatCode="yyyy/m/d">
                  <c:v>45141</c:v>
                </c:pt>
                <c:pt idx="2870" c:formatCode="yyyy/m/d">
                  <c:v>45142</c:v>
                </c:pt>
                <c:pt idx="2871" c:formatCode="yyyy/m/d">
                  <c:v>45145</c:v>
                </c:pt>
                <c:pt idx="2872" c:formatCode="yyyy/m/d">
                  <c:v>45146</c:v>
                </c:pt>
                <c:pt idx="2873" c:formatCode="yyyy/m/d">
                  <c:v>45147</c:v>
                </c:pt>
                <c:pt idx="2874" c:formatCode="yyyy/m/d">
                  <c:v>45148</c:v>
                </c:pt>
                <c:pt idx="2875" c:formatCode="yyyy/m/d">
                  <c:v>45149</c:v>
                </c:pt>
                <c:pt idx="2876" c:formatCode="yyyy/m/d">
                  <c:v>45152</c:v>
                </c:pt>
                <c:pt idx="2877" c:formatCode="yyyy/m/d">
                  <c:v>45153</c:v>
                </c:pt>
                <c:pt idx="2878" c:formatCode="yyyy/m/d">
                  <c:v>45154</c:v>
                </c:pt>
                <c:pt idx="2879" c:formatCode="yyyy/m/d">
                  <c:v>45155</c:v>
                </c:pt>
                <c:pt idx="2880" c:formatCode="yyyy/m/d">
                  <c:v>45156</c:v>
                </c:pt>
                <c:pt idx="2881" c:formatCode="yyyy/m/d">
                  <c:v>45159</c:v>
                </c:pt>
                <c:pt idx="2882" c:formatCode="yyyy/m/d">
                  <c:v>45160</c:v>
                </c:pt>
                <c:pt idx="2883" c:formatCode="yyyy/m/d">
                  <c:v>45161</c:v>
                </c:pt>
                <c:pt idx="2884" c:formatCode="yyyy/m/d">
                  <c:v>45162</c:v>
                </c:pt>
                <c:pt idx="2885" c:formatCode="yyyy/m/d">
                  <c:v>45163</c:v>
                </c:pt>
                <c:pt idx="2886" c:formatCode="yyyy/m/d">
                  <c:v>45166</c:v>
                </c:pt>
                <c:pt idx="2887" c:formatCode="yyyy/m/d">
                  <c:v>45167</c:v>
                </c:pt>
                <c:pt idx="2888" c:formatCode="yyyy/m/d">
                  <c:v>45168</c:v>
                </c:pt>
                <c:pt idx="2889" c:formatCode="yyyy/m/d">
                  <c:v>45169</c:v>
                </c:pt>
                <c:pt idx="2890" c:formatCode="yyyy/m/d">
                  <c:v>45170</c:v>
                </c:pt>
                <c:pt idx="2891" c:formatCode="yyyy/m/d">
                  <c:v>45174</c:v>
                </c:pt>
                <c:pt idx="2892" c:formatCode="yyyy/m/d">
                  <c:v>45175</c:v>
                </c:pt>
                <c:pt idx="2893" c:formatCode="yyyy/m/d">
                  <c:v>45176</c:v>
                </c:pt>
                <c:pt idx="2894" c:formatCode="yyyy/m/d">
                  <c:v>45177</c:v>
                </c:pt>
                <c:pt idx="2895" c:formatCode="yyyy/m/d">
                  <c:v>45180</c:v>
                </c:pt>
                <c:pt idx="2896" c:formatCode="yyyy/m/d">
                  <c:v>45181</c:v>
                </c:pt>
                <c:pt idx="2897" c:formatCode="yyyy/m/d">
                  <c:v>45182</c:v>
                </c:pt>
                <c:pt idx="2898" c:formatCode="yyyy/m/d">
                  <c:v>45183</c:v>
                </c:pt>
                <c:pt idx="2899" c:formatCode="yyyy/m/d">
                  <c:v>45184</c:v>
                </c:pt>
                <c:pt idx="2900" c:formatCode="yyyy/m/d">
                  <c:v>45187</c:v>
                </c:pt>
                <c:pt idx="2901" c:formatCode="yyyy/m/d">
                  <c:v>45188</c:v>
                </c:pt>
                <c:pt idx="2902" c:formatCode="yyyy/m/d">
                  <c:v>45189</c:v>
                </c:pt>
                <c:pt idx="2903" c:formatCode="yyyy/m/d">
                  <c:v>45190</c:v>
                </c:pt>
                <c:pt idx="2904" c:formatCode="yyyy/m/d">
                  <c:v>45191</c:v>
                </c:pt>
                <c:pt idx="2905" c:formatCode="yyyy/m/d">
                  <c:v>45194</c:v>
                </c:pt>
                <c:pt idx="2906" c:formatCode="yyyy/m/d">
                  <c:v>45195</c:v>
                </c:pt>
                <c:pt idx="2907" c:formatCode="yyyy/m/d">
                  <c:v>45196</c:v>
                </c:pt>
                <c:pt idx="2908" c:formatCode="yyyy/m/d">
                  <c:v>45197</c:v>
                </c:pt>
                <c:pt idx="2909" c:formatCode="yyyy/m/d">
                  <c:v>45198</c:v>
                </c:pt>
                <c:pt idx="2910" c:formatCode="yyyy/m/d">
                  <c:v>45201</c:v>
                </c:pt>
                <c:pt idx="2911" c:formatCode="yyyy/m/d">
                  <c:v>45202</c:v>
                </c:pt>
                <c:pt idx="2912" c:formatCode="yyyy/m/d">
                  <c:v>45203</c:v>
                </c:pt>
                <c:pt idx="2913" c:formatCode="yyyy/m/d">
                  <c:v>45204</c:v>
                </c:pt>
                <c:pt idx="2914" c:formatCode="yyyy/m/d">
                  <c:v>45205</c:v>
                </c:pt>
                <c:pt idx="2915" c:formatCode="yyyy/m/d">
                  <c:v>45208</c:v>
                </c:pt>
                <c:pt idx="2916" c:formatCode="yyyy/m/d">
                  <c:v>45209</c:v>
                </c:pt>
                <c:pt idx="2917" c:formatCode="yyyy/m/d">
                  <c:v>45210</c:v>
                </c:pt>
                <c:pt idx="2918" c:formatCode="yyyy/m/d">
                  <c:v>45211</c:v>
                </c:pt>
                <c:pt idx="2919" c:formatCode="yyyy/m/d">
                  <c:v>45212</c:v>
                </c:pt>
                <c:pt idx="2920" c:formatCode="yyyy/m/d">
                  <c:v>45215</c:v>
                </c:pt>
                <c:pt idx="2921" c:formatCode="yyyy/m/d">
                  <c:v>45216</c:v>
                </c:pt>
                <c:pt idx="2922" c:formatCode="yyyy/m/d">
                  <c:v>45217</c:v>
                </c:pt>
                <c:pt idx="2923" c:formatCode="yyyy/m/d">
                  <c:v>45218</c:v>
                </c:pt>
                <c:pt idx="2924" c:formatCode="yyyy/m/d">
                  <c:v>45219</c:v>
                </c:pt>
                <c:pt idx="2925" c:formatCode="yyyy/m/d">
                  <c:v>45222</c:v>
                </c:pt>
                <c:pt idx="2926" c:formatCode="yyyy/m/d">
                  <c:v>45223</c:v>
                </c:pt>
                <c:pt idx="2927" c:formatCode="yyyy/m/d">
                  <c:v>45224</c:v>
                </c:pt>
                <c:pt idx="2928" c:formatCode="yyyy/m/d">
                  <c:v>45225</c:v>
                </c:pt>
                <c:pt idx="2929" c:formatCode="yyyy/m/d">
                  <c:v>45226</c:v>
                </c:pt>
                <c:pt idx="2930" c:formatCode="yyyy/m/d">
                  <c:v>45229</c:v>
                </c:pt>
                <c:pt idx="2931" c:formatCode="yyyy/m/d">
                  <c:v>45230</c:v>
                </c:pt>
                <c:pt idx="2932" c:formatCode="yyyy/m/d">
                  <c:v>45231</c:v>
                </c:pt>
                <c:pt idx="2933" c:formatCode="yyyy/m/d">
                  <c:v>45232</c:v>
                </c:pt>
                <c:pt idx="2934" c:formatCode="yyyy/m/d">
                  <c:v>45233</c:v>
                </c:pt>
                <c:pt idx="2935" c:formatCode="yyyy/m/d">
                  <c:v>45236</c:v>
                </c:pt>
                <c:pt idx="2936" c:formatCode="yyyy/m/d">
                  <c:v>45237</c:v>
                </c:pt>
                <c:pt idx="2937" c:formatCode="yyyy/m/d">
                  <c:v>45238</c:v>
                </c:pt>
                <c:pt idx="2938" c:formatCode="yyyy/m/d">
                  <c:v>45239</c:v>
                </c:pt>
                <c:pt idx="2939" c:formatCode="yyyy/m/d">
                  <c:v>45240</c:v>
                </c:pt>
                <c:pt idx="2940" c:formatCode="yyyy/m/d">
                  <c:v>45243</c:v>
                </c:pt>
                <c:pt idx="2941" c:formatCode="yyyy/m/d">
                  <c:v>45244</c:v>
                </c:pt>
                <c:pt idx="2942" c:formatCode="yyyy/m/d">
                  <c:v>45245</c:v>
                </c:pt>
                <c:pt idx="2943" c:formatCode="yyyy/m/d">
                  <c:v>45246</c:v>
                </c:pt>
                <c:pt idx="2944" c:formatCode="yyyy/m/d">
                  <c:v>45247</c:v>
                </c:pt>
                <c:pt idx="2945" c:formatCode="yyyy/m/d">
                  <c:v>45250</c:v>
                </c:pt>
                <c:pt idx="2946" c:formatCode="yyyy/m/d">
                  <c:v>45251</c:v>
                </c:pt>
                <c:pt idx="2947" c:formatCode="yyyy/m/d">
                  <c:v>45252</c:v>
                </c:pt>
                <c:pt idx="2948" c:formatCode="yyyy/m/d">
                  <c:v>45257</c:v>
                </c:pt>
                <c:pt idx="2949" c:formatCode="yyyy/m/d">
                  <c:v>45258</c:v>
                </c:pt>
                <c:pt idx="2950" c:formatCode="yyyy/m/d">
                  <c:v>45259</c:v>
                </c:pt>
                <c:pt idx="2951" c:formatCode="yyyy/m/d">
                  <c:v>45260</c:v>
                </c:pt>
                <c:pt idx="2952" c:formatCode="yyyy/m/d">
                  <c:v>45261</c:v>
                </c:pt>
                <c:pt idx="2953" c:formatCode="yyyy/m/d">
                  <c:v>45264</c:v>
                </c:pt>
                <c:pt idx="2954" c:formatCode="yyyy/m/d">
                  <c:v>45265</c:v>
                </c:pt>
                <c:pt idx="2955" c:formatCode="yyyy/m/d">
                  <c:v>45266</c:v>
                </c:pt>
                <c:pt idx="2956" c:formatCode="yyyy/m/d">
                  <c:v>45267</c:v>
                </c:pt>
                <c:pt idx="2957" c:formatCode="yyyy/m/d">
                  <c:v>45268</c:v>
                </c:pt>
                <c:pt idx="2958" c:formatCode="yyyy/m/d">
                  <c:v>45271</c:v>
                </c:pt>
                <c:pt idx="2959" c:formatCode="yyyy/m/d">
                  <c:v>45272</c:v>
                </c:pt>
                <c:pt idx="2960" c:formatCode="yyyy/m/d">
                  <c:v>45273</c:v>
                </c:pt>
                <c:pt idx="2961" c:formatCode="yyyy/m/d">
                  <c:v>45274</c:v>
                </c:pt>
                <c:pt idx="2962" c:formatCode="yyyy/m/d">
                  <c:v>45275</c:v>
                </c:pt>
                <c:pt idx="2963" c:formatCode="yyyy/m/d">
                  <c:v>45278</c:v>
                </c:pt>
                <c:pt idx="2964" c:formatCode="yyyy/m/d">
                  <c:v>45279</c:v>
                </c:pt>
                <c:pt idx="2965" c:formatCode="yyyy/m/d">
                  <c:v>45280</c:v>
                </c:pt>
                <c:pt idx="2966" c:formatCode="yyyy/m/d">
                  <c:v>45281</c:v>
                </c:pt>
                <c:pt idx="2967" c:formatCode="yyyy/m/d">
                  <c:v>45282</c:v>
                </c:pt>
                <c:pt idx="2968" c:formatCode="yyyy/m/d">
                  <c:v>45286</c:v>
                </c:pt>
                <c:pt idx="2969" c:formatCode="yyyy/m/d">
                  <c:v>45287</c:v>
                </c:pt>
                <c:pt idx="2970" c:formatCode="yyyy/m/d">
                  <c:v>45288</c:v>
                </c:pt>
                <c:pt idx="2971" c:formatCode="yyyy/m/d">
                  <c:v>45289</c:v>
                </c:pt>
                <c:pt idx="2972" c:formatCode="yyyy/m/d">
                  <c:v>45293</c:v>
                </c:pt>
                <c:pt idx="2973" c:formatCode="yyyy/m/d">
                  <c:v>45294</c:v>
                </c:pt>
                <c:pt idx="2974" c:formatCode="yyyy/m/d">
                  <c:v>45295</c:v>
                </c:pt>
                <c:pt idx="2975" c:formatCode="yyyy/m/d">
                  <c:v>45296</c:v>
                </c:pt>
                <c:pt idx="2976" c:formatCode="yyyy/m/d">
                  <c:v>45299</c:v>
                </c:pt>
                <c:pt idx="2977" c:formatCode="yyyy/m/d">
                  <c:v>45300</c:v>
                </c:pt>
                <c:pt idx="2978" c:formatCode="yyyy/m/d">
                  <c:v>45301</c:v>
                </c:pt>
                <c:pt idx="2979" c:formatCode="yyyy/m/d">
                  <c:v>45302</c:v>
                </c:pt>
                <c:pt idx="2980" c:formatCode="yyyy/m/d">
                  <c:v>45303</c:v>
                </c:pt>
                <c:pt idx="2981" c:formatCode="yyyy/m/d">
                  <c:v>45307</c:v>
                </c:pt>
                <c:pt idx="2982" c:formatCode="yyyy/m/d">
                  <c:v>45308</c:v>
                </c:pt>
                <c:pt idx="2983" c:formatCode="yyyy/m/d">
                  <c:v>45309</c:v>
                </c:pt>
                <c:pt idx="2984" c:formatCode="yyyy/m/d">
                  <c:v>45310</c:v>
                </c:pt>
                <c:pt idx="2985" c:formatCode="yyyy/m/d">
                  <c:v>45313</c:v>
                </c:pt>
                <c:pt idx="2986" c:formatCode="yyyy/m/d">
                  <c:v>45314</c:v>
                </c:pt>
                <c:pt idx="2987" c:formatCode="yyyy/m/d">
                  <c:v>45315</c:v>
                </c:pt>
                <c:pt idx="2988" c:formatCode="yyyy/m/d">
                  <c:v>45316</c:v>
                </c:pt>
                <c:pt idx="2989" c:formatCode="yyyy/m/d">
                  <c:v>45317</c:v>
                </c:pt>
                <c:pt idx="2990" c:formatCode="yyyy/m/d">
                  <c:v>45320</c:v>
                </c:pt>
                <c:pt idx="2991" c:formatCode="yyyy/m/d">
                  <c:v>45321</c:v>
                </c:pt>
                <c:pt idx="2992" c:formatCode="yyyy/m/d">
                  <c:v>45322</c:v>
                </c:pt>
                <c:pt idx="2993" c:formatCode="yyyy/m/d">
                  <c:v>45323</c:v>
                </c:pt>
                <c:pt idx="2994" c:formatCode="yyyy/m/d">
                  <c:v>45324</c:v>
                </c:pt>
                <c:pt idx="2995" c:formatCode="yyyy/m/d">
                  <c:v>45327</c:v>
                </c:pt>
                <c:pt idx="2996" c:formatCode="yyyy/m/d">
                  <c:v>45328</c:v>
                </c:pt>
                <c:pt idx="2997" c:formatCode="yyyy/m/d">
                  <c:v>45329</c:v>
                </c:pt>
                <c:pt idx="2998" c:formatCode="yyyy/m/d">
                  <c:v>45330</c:v>
                </c:pt>
                <c:pt idx="2999" c:formatCode="yyyy/m/d">
                  <c:v>45331</c:v>
                </c:pt>
                <c:pt idx="3000" c:formatCode="yyyy/m/d">
                  <c:v>45334</c:v>
                </c:pt>
                <c:pt idx="3001" c:formatCode="yyyy/m/d">
                  <c:v>45335</c:v>
                </c:pt>
                <c:pt idx="3002" c:formatCode="yyyy/m/d">
                  <c:v>45336</c:v>
                </c:pt>
                <c:pt idx="3003" c:formatCode="yyyy/m/d">
                  <c:v>45337</c:v>
                </c:pt>
                <c:pt idx="3004" c:formatCode="yyyy/m/d">
                  <c:v>45338</c:v>
                </c:pt>
                <c:pt idx="3005" c:formatCode="yyyy/m/d">
                  <c:v>45342</c:v>
                </c:pt>
                <c:pt idx="3006" c:formatCode="yyyy/m/d">
                  <c:v>45343</c:v>
                </c:pt>
                <c:pt idx="3007" c:formatCode="yyyy/m/d">
                  <c:v>45344</c:v>
                </c:pt>
                <c:pt idx="3008" c:formatCode="yyyy/m/d">
                  <c:v>45345</c:v>
                </c:pt>
                <c:pt idx="3009" c:formatCode="yyyy/m/d">
                  <c:v>45348</c:v>
                </c:pt>
                <c:pt idx="3010" c:formatCode="yyyy/m/d">
                  <c:v>45349</c:v>
                </c:pt>
                <c:pt idx="3011" c:formatCode="yyyy/m/d">
                  <c:v>45350</c:v>
                </c:pt>
                <c:pt idx="3012" c:formatCode="yyyy/m/d">
                  <c:v>45351</c:v>
                </c:pt>
                <c:pt idx="3013" c:formatCode="yyyy/m/d">
                  <c:v>45352</c:v>
                </c:pt>
                <c:pt idx="3014" c:formatCode="yyyy/m/d">
                  <c:v>45355</c:v>
                </c:pt>
                <c:pt idx="3015" c:formatCode="yyyy/m/d">
                  <c:v>45356</c:v>
                </c:pt>
                <c:pt idx="3016" c:formatCode="yyyy/m/d">
                  <c:v>45357</c:v>
                </c:pt>
                <c:pt idx="3017" c:formatCode="yyyy/m/d">
                  <c:v>45358</c:v>
                </c:pt>
                <c:pt idx="3018" c:formatCode="yyyy/m/d">
                  <c:v>45359</c:v>
                </c:pt>
                <c:pt idx="3019" c:formatCode="yyyy/m/d">
                  <c:v>45362</c:v>
                </c:pt>
                <c:pt idx="3020" c:formatCode="yyyy/m/d">
                  <c:v>45363</c:v>
                </c:pt>
                <c:pt idx="3021" c:formatCode="yyyy/m/d">
                  <c:v>45364</c:v>
                </c:pt>
                <c:pt idx="3022" c:formatCode="yyyy/m/d">
                  <c:v>45365</c:v>
                </c:pt>
                <c:pt idx="3023" c:formatCode="yyyy/m/d">
                  <c:v>45366</c:v>
                </c:pt>
                <c:pt idx="3024" c:formatCode="yyyy/m/d">
                  <c:v>45369</c:v>
                </c:pt>
                <c:pt idx="3025" c:formatCode="yyyy/m/d">
                  <c:v>45370</c:v>
                </c:pt>
                <c:pt idx="3026" c:formatCode="yyyy/m/d">
                  <c:v>45371</c:v>
                </c:pt>
                <c:pt idx="3027" c:formatCode="yyyy/m/d">
                  <c:v>45372</c:v>
                </c:pt>
                <c:pt idx="3028" c:formatCode="yyyy/m/d">
                  <c:v>45373</c:v>
                </c:pt>
                <c:pt idx="3029" c:formatCode="yyyy/m/d">
                  <c:v>45376</c:v>
                </c:pt>
                <c:pt idx="3030" c:formatCode="yyyy/m/d">
                  <c:v>45377</c:v>
                </c:pt>
                <c:pt idx="3031" c:formatCode="yyyy/m/d">
                  <c:v>45378</c:v>
                </c:pt>
                <c:pt idx="3032" c:formatCode="yyyy/m/d">
                  <c:v>45379</c:v>
                </c:pt>
                <c:pt idx="3033" c:formatCode="yyyy/m/d">
                  <c:v>45383</c:v>
                </c:pt>
                <c:pt idx="3034" c:formatCode="yyyy/m/d">
                  <c:v>45384</c:v>
                </c:pt>
                <c:pt idx="3035" c:formatCode="yyyy/m/d">
                  <c:v>45385</c:v>
                </c:pt>
                <c:pt idx="3036" c:formatCode="yyyy/m/d">
                  <c:v>45386</c:v>
                </c:pt>
                <c:pt idx="3037" c:formatCode="yyyy/m/d">
                  <c:v>45387</c:v>
                </c:pt>
                <c:pt idx="3038" c:formatCode="yyyy/m/d">
                  <c:v>45390</c:v>
                </c:pt>
                <c:pt idx="3039" c:formatCode="yyyy/m/d">
                  <c:v>45391</c:v>
                </c:pt>
                <c:pt idx="3040" c:formatCode="yyyy/m/d">
                  <c:v>45392</c:v>
                </c:pt>
                <c:pt idx="3041" c:formatCode="yyyy/m/d">
                  <c:v>45393</c:v>
                </c:pt>
                <c:pt idx="3042" c:formatCode="yyyy/m/d">
                  <c:v>45394</c:v>
                </c:pt>
                <c:pt idx="3043" c:formatCode="yyyy/m/d">
                  <c:v>45397</c:v>
                </c:pt>
                <c:pt idx="3044" c:formatCode="yyyy/m/d">
                  <c:v>45398</c:v>
                </c:pt>
                <c:pt idx="3045" c:formatCode="yyyy/m/d">
                  <c:v>45399</c:v>
                </c:pt>
                <c:pt idx="3046" c:formatCode="yyyy/m/d">
                  <c:v>45400</c:v>
                </c:pt>
                <c:pt idx="3047" c:formatCode="yyyy/m/d">
                  <c:v>45401</c:v>
                </c:pt>
                <c:pt idx="3048" c:formatCode="yyyy/m/d">
                  <c:v>45404</c:v>
                </c:pt>
                <c:pt idx="3049" c:formatCode="yyyy/m/d">
                  <c:v>45405</c:v>
                </c:pt>
                <c:pt idx="3050" c:formatCode="yyyy/m/d">
                  <c:v>45406</c:v>
                </c:pt>
                <c:pt idx="3051" c:formatCode="yyyy/m/d">
                  <c:v>45407</c:v>
                </c:pt>
                <c:pt idx="3052" c:formatCode="yyyy/m/d">
                  <c:v>45408</c:v>
                </c:pt>
                <c:pt idx="3053" c:formatCode="yyyy/m/d">
                  <c:v>45411</c:v>
                </c:pt>
                <c:pt idx="3054" c:formatCode="yyyy/m/d">
                  <c:v>45412</c:v>
                </c:pt>
                <c:pt idx="3055" c:formatCode="yyyy/m/d">
                  <c:v>45413</c:v>
                </c:pt>
                <c:pt idx="3056" c:formatCode="yyyy/m/d">
                  <c:v>45414</c:v>
                </c:pt>
                <c:pt idx="3057" c:formatCode="yyyy/m/d">
                  <c:v>45415</c:v>
                </c:pt>
                <c:pt idx="3058" c:formatCode="yyyy/m/d">
                  <c:v>45418</c:v>
                </c:pt>
                <c:pt idx="3059" c:formatCode="yyyy/m/d">
                  <c:v>45419</c:v>
                </c:pt>
                <c:pt idx="3060" c:formatCode="yyyy/m/d">
                  <c:v>45420</c:v>
                </c:pt>
                <c:pt idx="3061" c:formatCode="yyyy/m/d">
                  <c:v>45421</c:v>
                </c:pt>
                <c:pt idx="3062" c:formatCode="yyyy/m/d">
                  <c:v>45422</c:v>
                </c:pt>
                <c:pt idx="3063" c:formatCode="yyyy/m/d">
                  <c:v>45425</c:v>
                </c:pt>
                <c:pt idx="3064" c:formatCode="yyyy/m/d">
                  <c:v>45426</c:v>
                </c:pt>
                <c:pt idx="3065" c:formatCode="yyyy/m/d">
                  <c:v>45427</c:v>
                </c:pt>
                <c:pt idx="3066" c:formatCode="yyyy/m/d">
                  <c:v>45428</c:v>
                </c:pt>
                <c:pt idx="3067" c:formatCode="yyyy/m/d">
                  <c:v>45429</c:v>
                </c:pt>
                <c:pt idx="3068" c:formatCode="yyyy/m/d">
                  <c:v>45432</c:v>
                </c:pt>
                <c:pt idx="3069" c:formatCode="yyyy/m/d">
                  <c:v>45433</c:v>
                </c:pt>
                <c:pt idx="3070" c:formatCode="yyyy/m/d">
                  <c:v>45434</c:v>
                </c:pt>
                <c:pt idx="3071" c:formatCode="yyyy/m/d">
                  <c:v>45435</c:v>
                </c:pt>
                <c:pt idx="3072" c:formatCode="yyyy/m/d">
                  <c:v>45436</c:v>
                </c:pt>
                <c:pt idx="3073" c:formatCode="yyyy/m/d">
                  <c:v>45440</c:v>
                </c:pt>
                <c:pt idx="3074" c:formatCode="yyyy/m/d">
                  <c:v>45441</c:v>
                </c:pt>
                <c:pt idx="3075" c:formatCode="yyyy/m/d">
                  <c:v>45442</c:v>
                </c:pt>
                <c:pt idx="3076" c:formatCode="yyyy/m/d">
                  <c:v>45443</c:v>
                </c:pt>
                <c:pt idx="3077" c:formatCode="yyyy/m/d">
                  <c:v>45446</c:v>
                </c:pt>
                <c:pt idx="3078" c:formatCode="yyyy/m/d">
                  <c:v>45447</c:v>
                </c:pt>
                <c:pt idx="3079" c:formatCode="yyyy/m/d">
                  <c:v>45448</c:v>
                </c:pt>
                <c:pt idx="3080" c:formatCode="yyyy/m/d">
                  <c:v>45449</c:v>
                </c:pt>
                <c:pt idx="3081" c:formatCode="yyyy/m/d">
                  <c:v>45450</c:v>
                </c:pt>
                <c:pt idx="3082" c:formatCode="yyyy/m/d">
                  <c:v>45453</c:v>
                </c:pt>
                <c:pt idx="3083" c:formatCode="yyyy/m/d">
                  <c:v>45454</c:v>
                </c:pt>
                <c:pt idx="3084" c:formatCode="yyyy/m/d">
                  <c:v>45455</c:v>
                </c:pt>
                <c:pt idx="3085" c:formatCode="yyyy/m/d">
                  <c:v>45456</c:v>
                </c:pt>
                <c:pt idx="3086" c:formatCode="yyyy/m/d">
                  <c:v>45457</c:v>
                </c:pt>
                <c:pt idx="3087" c:formatCode="yyyy/m/d">
                  <c:v>45460</c:v>
                </c:pt>
                <c:pt idx="3088" c:formatCode="yyyy/m/d">
                  <c:v>45461</c:v>
                </c:pt>
                <c:pt idx="3089" c:formatCode="yyyy/m/d">
                  <c:v>45463</c:v>
                </c:pt>
                <c:pt idx="3090" c:formatCode="yyyy/m/d">
                  <c:v>45464</c:v>
                </c:pt>
                <c:pt idx="3091" c:formatCode="yyyy/m/d">
                  <c:v>45467</c:v>
                </c:pt>
                <c:pt idx="3092" c:formatCode="yyyy/m/d">
                  <c:v>45468</c:v>
                </c:pt>
                <c:pt idx="3093" c:formatCode="yyyy/m/d">
                  <c:v>45469</c:v>
                </c:pt>
                <c:pt idx="3094" c:formatCode="yyyy/m/d">
                  <c:v>45470</c:v>
                </c:pt>
                <c:pt idx="3095" c:formatCode="yyyy/m/d">
                  <c:v>45471</c:v>
                </c:pt>
                <c:pt idx="3096" c:formatCode="yyyy/m/d">
                  <c:v>45474</c:v>
                </c:pt>
                <c:pt idx="3097" c:formatCode="yyyy/m/d">
                  <c:v>45475</c:v>
                </c:pt>
                <c:pt idx="3098" c:formatCode="yyyy/m/d">
                  <c:v>45478</c:v>
                </c:pt>
                <c:pt idx="3099" c:formatCode="yyyy/m/d">
                  <c:v>45481</c:v>
                </c:pt>
                <c:pt idx="3100" c:formatCode="yyyy/m/d">
                  <c:v>45482</c:v>
                </c:pt>
                <c:pt idx="3101" c:formatCode="yyyy/m/d">
                  <c:v>45483</c:v>
                </c:pt>
                <c:pt idx="3102" c:formatCode="yyyy/m/d">
                  <c:v>45484</c:v>
                </c:pt>
                <c:pt idx="3103" c:formatCode="yyyy/m/d">
                  <c:v>45485</c:v>
                </c:pt>
              </c:numCache>
            </c:numRef>
          </c:cat>
          <c:val>
            <c:numRef>
              <c:f>spx_vol_stats.csv!$B$2:$B$3105</c:f>
              <c:numCache>
                <c:formatCode>General</c:formatCode>
                <c:ptCount val="3104"/>
                <c:pt idx="0">
                  <c:v>0.363517149362095</c:v>
                </c:pt>
                <c:pt idx="1">
                  <c:v>0.352790872005279</c:v>
                </c:pt>
                <c:pt idx="2">
                  <c:v>0.334020056385144</c:v>
                </c:pt>
                <c:pt idx="3">
                  <c:v>0.331659497192497</c:v>
                </c:pt>
                <c:pt idx="4">
                  <c:v>0.323225702762655</c:v>
                </c:pt>
                <c:pt idx="5">
                  <c:v>0.314025593075572</c:v>
                </c:pt>
                <c:pt idx="6">
                  <c:v>0.318527316806422</c:v>
                </c:pt>
                <c:pt idx="7">
                  <c:v>0.323945404220154</c:v>
                </c:pt>
                <c:pt idx="8">
                  <c:v>0.325279737665092</c:v>
                </c:pt>
                <c:pt idx="9">
                  <c:v>0.317836943326868</c:v>
                </c:pt>
                <c:pt idx="10">
                  <c:v>0.311726679724932</c:v>
                </c:pt>
                <c:pt idx="11">
                  <c:v>0.193417559587128</c:v>
                </c:pt>
                <c:pt idx="12">
                  <c:v>0.293640337486096</c:v>
                </c:pt>
                <c:pt idx="13">
                  <c:v>0.293692334250951</c:v>
                </c:pt>
                <c:pt idx="14">
                  <c:v>0.278110962552841</c:v>
                </c:pt>
                <c:pt idx="15">
                  <c:v>0.277955533361361</c:v>
                </c:pt>
                <c:pt idx="16">
                  <c:v>0.187552180693603</c:v>
                </c:pt>
                <c:pt idx="17">
                  <c:v>0.275531719537035</c:v>
                </c:pt>
                <c:pt idx="18">
                  <c:v>0.277533859346579</c:v>
                </c:pt>
                <c:pt idx="19">
                  <c:v>0.266730045485047</c:v>
                </c:pt>
                <c:pt idx="20">
                  <c:v>0.264104058481126</c:v>
                </c:pt>
                <c:pt idx="21">
                  <c:v>0.171597561893923</c:v>
                </c:pt>
                <c:pt idx="22">
                  <c:v>0.247097455054843</c:v>
                </c:pt>
                <c:pt idx="23">
                  <c:v>0.243886568059299</c:v>
                </c:pt>
                <c:pt idx="24">
                  <c:v>0.250380472574217</c:v>
                </c:pt>
                <c:pt idx="25">
                  <c:v>0.258697654186505</c:v>
                </c:pt>
                <c:pt idx="26">
                  <c:v>0.297021829080974</c:v>
                </c:pt>
                <c:pt idx="27">
                  <c:v>0.281395121087432</c:v>
                </c:pt>
                <c:pt idx="28">
                  <c:v>0.281930126773674</c:v>
                </c:pt>
                <c:pt idx="29">
                  <c:v>0.304449077295178</c:v>
                </c:pt>
                <c:pt idx="30">
                  <c:v>0.296668755122583</c:v>
                </c:pt>
                <c:pt idx="31">
                  <c:v>0.266954438615805</c:v>
                </c:pt>
                <c:pt idx="32">
                  <c:v>0.254034876082463</c:v>
                </c:pt>
                <c:pt idx="33">
                  <c:v>0.231839708210138</c:v>
                </c:pt>
                <c:pt idx="34">
                  <c:v>0.178042649343152</c:v>
                </c:pt>
                <c:pt idx="35">
                  <c:v>0.228979885011991</c:v>
                </c:pt>
                <c:pt idx="36">
                  <c:v>0.226040046865519</c:v>
                </c:pt>
                <c:pt idx="37">
                  <c:v>0.23372540934394</c:v>
                </c:pt>
                <c:pt idx="38">
                  <c:v>0.224616418686215</c:v>
                </c:pt>
                <c:pt idx="39">
                  <c:v>0.183969406505916</c:v>
                </c:pt>
                <c:pt idx="40">
                  <c:v>0.21942473251519</c:v>
                </c:pt>
                <c:pt idx="41">
                  <c:v>0.258285113148993</c:v>
                </c:pt>
                <c:pt idx="42">
                  <c:v>0.246501282372433</c:v>
                </c:pt>
                <c:pt idx="43">
                  <c:v>0.220502700088805</c:v>
                </c:pt>
                <c:pt idx="44">
                  <c:v>0.209186992317224</c:v>
                </c:pt>
                <c:pt idx="45">
                  <c:v>0.199473262225404</c:v>
                </c:pt>
                <c:pt idx="46">
                  <c:v>0.179383238896475</c:v>
                </c:pt>
                <c:pt idx="47">
                  <c:v>0.19544692056478</c:v>
                </c:pt>
                <c:pt idx="48">
                  <c:v>0.190346881642686</c:v>
                </c:pt>
                <c:pt idx="49">
                  <c:v>0.158459724737376</c:v>
                </c:pt>
                <c:pt idx="50">
                  <c:v>0.171649883371873</c:v>
                </c:pt>
                <c:pt idx="51">
                  <c:v>0.180056890077327</c:v>
                </c:pt>
                <c:pt idx="52">
                  <c:v>0.186273830287529</c:v>
                </c:pt>
                <c:pt idx="53">
                  <c:v>0.202102012884469</c:v>
                </c:pt>
                <c:pt idx="54">
                  <c:v>0.188142975504296</c:v>
                </c:pt>
                <c:pt idx="55">
                  <c:v>0.247424064020255</c:v>
                </c:pt>
                <c:pt idx="56">
                  <c:v>0.253991652033685</c:v>
                </c:pt>
                <c:pt idx="57">
                  <c:v>0.25993268806448</c:v>
                </c:pt>
                <c:pt idx="58">
                  <c:v>0.26065031557849</c:v>
                </c:pt>
                <c:pt idx="59">
                  <c:v>0.258844766948782</c:v>
                </c:pt>
                <c:pt idx="60">
                  <c:v>0.248803528739955</c:v>
                </c:pt>
                <c:pt idx="61">
                  <c:v>0.261736860286432</c:v>
                </c:pt>
                <c:pt idx="62">
                  <c:v>0.265776502411521</c:v>
                </c:pt>
                <c:pt idx="63">
                  <c:v>0.26733052823074</c:v>
                </c:pt>
                <c:pt idx="64">
                  <c:v>0.276326500983029</c:v>
                </c:pt>
                <c:pt idx="65">
                  <c:v>0.301282845095095</c:v>
                </c:pt>
                <c:pt idx="66">
                  <c:v>0.302308085978443</c:v>
                </c:pt>
                <c:pt idx="67">
                  <c:v>0.282251702440956</c:v>
                </c:pt>
                <c:pt idx="68">
                  <c:v>0.287425078242496</c:v>
                </c:pt>
                <c:pt idx="69">
                  <c:v>0.286560404295582</c:v>
                </c:pt>
                <c:pt idx="70">
                  <c:v>0.274315130615873</c:v>
                </c:pt>
                <c:pt idx="71">
                  <c:v>0.273356507162822</c:v>
                </c:pt>
                <c:pt idx="72">
                  <c:v>0.282487136323707</c:v>
                </c:pt>
                <c:pt idx="73">
                  <c:v>0.213540707203045</c:v>
                </c:pt>
                <c:pt idx="74">
                  <c:v>0.283099888057206</c:v>
                </c:pt>
                <c:pt idx="75">
                  <c:v>0.269497828060342</c:v>
                </c:pt>
                <c:pt idx="76">
                  <c:v>0.255348334654931</c:v>
                </c:pt>
                <c:pt idx="77">
                  <c:v>0.241033632266476</c:v>
                </c:pt>
                <c:pt idx="78">
                  <c:v>0.168494550904879</c:v>
                </c:pt>
                <c:pt idx="79">
                  <c:v>0.243003715584794</c:v>
                </c:pt>
                <c:pt idx="80">
                  <c:v>0.243842644983686</c:v>
                </c:pt>
                <c:pt idx="81">
                  <c:v>0.247616550644839</c:v>
                </c:pt>
                <c:pt idx="82">
                  <c:v>0.249403690067349</c:v>
                </c:pt>
                <c:pt idx="83">
                  <c:v>0.214497719345468</c:v>
                </c:pt>
                <c:pt idx="84">
                  <c:v>0.258135635340014</c:v>
                </c:pt>
                <c:pt idx="85">
                  <c:v>0.266209861270838</c:v>
                </c:pt>
                <c:pt idx="86">
                  <c:v>0.273978660255591</c:v>
                </c:pt>
                <c:pt idx="87">
                  <c:v>0.261228163733998</c:v>
                </c:pt>
                <c:pt idx="88">
                  <c:v>0.267356512488214</c:v>
                </c:pt>
                <c:pt idx="89">
                  <c:v>0.28803771924063</c:v>
                </c:pt>
                <c:pt idx="90">
                  <c:v>0.302627705622018</c:v>
                </c:pt>
                <c:pt idx="91">
                  <c:v>0.312667757067098</c:v>
                </c:pt>
                <c:pt idx="92">
                  <c:v>0.333883860075604</c:v>
                </c:pt>
                <c:pt idx="93">
                  <c:v>0.3541780371555</c:v>
                </c:pt>
                <c:pt idx="94">
                  <c:v>0.319787195404673</c:v>
                </c:pt>
                <c:pt idx="95">
                  <c:v>0.311566856311716</c:v>
                </c:pt>
                <c:pt idx="96">
                  <c:v>0.313113327044992</c:v>
                </c:pt>
                <c:pt idx="97">
                  <c:v>0.304576942129815</c:v>
                </c:pt>
                <c:pt idx="98">
                  <c:v>0.290943377024801</c:v>
                </c:pt>
                <c:pt idx="99">
                  <c:v>0.31668179829056</c:v>
                </c:pt>
                <c:pt idx="100">
                  <c:v>0.30362163237985</c:v>
                </c:pt>
                <c:pt idx="101">
                  <c:v>0.31270491635721</c:v>
                </c:pt>
                <c:pt idx="102">
                  <c:v>0.312550286446757</c:v>
                </c:pt>
                <c:pt idx="103">
                  <c:v>0.286437409050045</c:v>
                </c:pt>
                <c:pt idx="104">
                  <c:v>0.257618708689143</c:v>
                </c:pt>
                <c:pt idx="105">
                  <c:v>0.273923239126359</c:v>
                </c:pt>
                <c:pt idx="106">
                  <c:v>0.261863894445934</c:v>
                </c:pt>
                <c:pt idx="107">
                  <c:v>0.294536277915015</c:v>
                </c:pt>
                <c:pt idx="108">
                  <c:v>0.286452073367641</c:v>
                </c:pt>
                <c:pt idx="109">
                  <c:v>0.306284536736613</c:v>
                </c:pt>
                <c:pt idx="110">
                  <c:v>0.310576122885249</c:v>
                </c:pt>
                <c:pt idx="111">
                  <c:v>0.312795060325981</c:v>
                </c:pt>
                <c:pt idx="112">
                  <c:v>0.249404770562095</c:v>
                </c:pt>
                <c:pt idx="113">
                  <c:v>0.226869660026233</c:v>
                </c:pt>
                <c:pt idx="114">
                  <c:v>0.222069676600665</c:v>
                </c:pt>
                <c:pt idx="115">
                  <c:v>0.263505881325336</c:v>
                </c:pt>
                <c:pt idx="116">
                  <c:v>0.228731705993595</c:v>
                </c:pt>
                <c:pt idx="117">
                  <c:v>0.251949710260426</c:v>
                </c:pt>
                <c:pt idx="118">
                  <c:v>0.239713900929277</c:v>
                </c:pt>
                <c:pt idx="119">
                  <c:v>0.230656363668482</c:v>
                </c:pt>
                <c:pt idx="120">
                  <c:v>0.242739759941605</c:v>
                </c:pt>
                <c:pt idx="121">
                  <c:v>0.211459446439557</c:v>
                </c:pt>
                <c:pt idx="122">
                  <c:v>0.199625101709618</c:v>
                </c:pt>
                <c:pt idx="123">
                  <c:v>0.185705757982776</c:v>
                </c:pt>
                <c:pt idx="124">
                  <c:v>0.180498834491521</c:v>
                </c:pt>
                <c:pt idx="125">
                  <c:v>0.208707496325913</c:v>
                </c:pt>
                <c:pt idx="126">
                  <c:v>0.220228811231727</c:v>
                </c:pt>
                <c:pt idx="127">
                  <c:v>0.217672797376756</c:v>
                </c:pt>
                <c:pt idx="128">
                  <c:v>0.220209446836874</c:v>
                </c:pt>
                <c:pt idx="129">
                  <c:v>0.195848753765914</c:v>
                </c:pt>
                <c:pt idx="130">
                  <c:v>0.18591009691572</c:v>
                </c:pt>
                <c:pt idx="131">
                  <c:v>0.177000271664329</c:v>
                </c:pt>
                <c:pt idx="132">
                  <c:v>0.173697965542287</c:v>
                </c:pt>
                <c:pt idx="133">
                  <c:v>0.166391774605304</c:v>
                </c:pt>
                <c:pt idx="134">
                  <c:v>0.187951725671307</c:v>
                </c:pt>
                <c:pt idx="135">
                  <c:v>0.220899757589278</c:v>
                </c:pt>
                <c:pt idx="136">
                  <c:v>0.245137264756948</c:v>
                </c:pt>
                <c:pt idx="137">
                  <c:v>0.238626703292594</c:v>
                </c:pt>
                <c:pt idx="138">
                  <c:v>0.213191725499834</c:v>
                </c:pt>
                <c:pt idx="139">
                  <c:v>0.190210451511565</c:v>
                </c:pt>
                <c:pt idx="140">
                  <c:v>0.207112962147698</c:v>
                </c:pt>
                <c:pt idx="141">
                  <c:v>0.215425482296542</c:v>
                </c:pt>
                <c:pt idx="142">
                  <c:v>0.220363904482189</c:v>
                </c:pt>
                <c:pt idx="143">
                  <c:v>0.204158651427237</c:v>
                </c:pt>
                <c:pt idx="144">
                  <c:v>0.15872341151412</c:v>
                </c:pt>
                <c:pt idx="145">
                  <c:v>0.171953837193576</c:v>
                </c:pt>
                <c:pt idx="146">
                  <c:v>0.171514885431492</c:v>
                </c:pt>
                <c:pt idx="147">
                  <c:v>0.16382016267092</c:v>
                </c:pt>
                <c:pt idx="148">
                  <c:v>0.158044339121187</c:v>
                </c:pt>
                <c:pt idx="149">
                  <c:v>0.152083247033851</c:v>
                </c:pt>
                <c:pt idx="150">
                  <c:v>0.150357638690743</c:v>
                </c:pt>
                <c:pt idx="151">
                  <c:v>0.147124627083691</c:v>
                </c:pt>
                <c:pt idx="152">
                  <c:v>0.138838018191866</c:v>
                </c:pt>
                <c:pt idx="153">
                  <c:v>0.136654709507835</c:v>
                </c:pt>
                <c:pt idx="154">
                  <c:v>0.134485360833028</c:v>
                </c:pt>
                <c:pt idx="155">
                  <c:v>0.162328008619741</c:v>
                </c:pt>
                <c:pt idx="156">
                  <c:v>0.173978531057952</c:v>
                </c:pt>
                <c:pt idx="157">
                  <c:v>0.177683120212813</c:v>
                </c:pt>
                <c:pt idx="158">
                  <c:v>0.18571414181615</c:v>
                </c:pt>
                <c:pt idx="159">
                  <c:v>0.17958485267439</c:v>
                </c:pt>
                <c:pt idx="160">
                  <c:v>0.180754314006584</c:v>
                </c:pt>
                <c:pt idx="161">
                  <c:v>0.18665774036157</c:v>
                </c:pt>
                <c:pt idx="162">
                  <c:v>0.195591909272912</c:v>
                </c:pt>
                <c:pt idx="163">
                  <c:v>0.221834027564289</c:v>
                </c:pt>
                <c:pt idx="164">
                  <c:v>0.214792172218794</c:v>
                </c:pt>
                <c:pt idx="165">
                  <c:v>0.209250970914726</c:v>
                </c:pt>
                <c:pt idx="166">
                  <c:v>0.183902196396035</c:v>
                </c:pt>
                <c:pt idx="167">
                  <c:v>0.172286301753776</c:v>
                </c:pt>
                <c:pt idx="168">
                  <c:v>0.193794583479079</c:v>
                </c:pt>
                <c:pt idx="169">
                  <c:v>0.19955281955006</c:v>
                </c:pt>
                <c:pt idx="170">
                  <c:v>0.19992754301701</c:v>
                </c:pt>
                <c:pt idx="171">
                  <c:v>0.171385932540779</c:v>
                </c:pt>
                <c:pt idx="172">
                  <c:v>0.169151396791288</c:v>
                </c:pt>
                <c:pt idx="173">
                  <c:v>0.164706831549731</c:v>
                </c:pt>
                <c:pt idx="174">
                  <c:v>0.15676303457317</c:v>
                </c:pt>
                <c:pt idx="175">
                  <c:v>0.144541909597545</c:v>
                </c:pt>
                <c:pt idx="176">
                  <c:v>0.143671644504858</c:v>
                </c:pt>
                <c:pt idx="177">
                  <c:v>0.15948832902073</c:v>
                </c:pt>
                <c:pt idx="178">
                  <c:v>0.168895945051563</c:v>
                </c:pt>
                <c:pt idx="179">
                  <c:v>0.189496032334324</c:v>
                </c:pt>
                <c:pt idx="180">
                  <c:v>0.203019989636061</c:v>
                </c:pt>
                <c:pt idx="181">
                  <c:v>0.182309116990776</c:v>
                </c:pt>
                <c:pt idx="182">
                  <c:v>0.192493984507981</c:v>
                </c:pt>
                <c:pt idx="183">
                  <c:v>0.186228874498291</c:v>
                </c:pt>
                <c:pt idx="184">
                  <c:v>0.17958618013982</c:v>
                </c:pt>
                <c:pt idx="185">
                  <c:v>0.160620697471826</c:v>
                </c:pt>
                <c:pt idx="186">
                  <c:v>0.151934911481746</c:v>
                </c:pt>
                <c:pt idx="187">
                  <c:v>0.171348971253492</c:v>
                </c:pt>
                <c:pt idx="188">
                  <c:v>0.186996908551127</c:v>
                </c:pt>
                <c:pt idx="189">
                  <c:v>0.193744212995333</c:v>
                </c:pt>
                <c:pt idx="190">
                  <c:v>0.183676508820583</c:v>
                </c:pt>
                <c:pt idx="191">
                  <c:v>0.188533975116246</c:v>
                </c:pt>
                <c:pt idx="192">
                  <c:v>0.165544774202983</c:v>
                </c:pt>
                <c:pt idx="193">
                  <c:v>0.150381479426448</c:v>
                </c:pt>
                <c:pt idx="194">
                  <c:v>0.152537876306616</c:v>
                </c:pt>
                <c:pt idx="195">
                  <c:v>0.165663691028377</c:v>
                </c:pt>
                <c:pt idx="196">
                  <c:v>0.224120725685319</c:v>
                </c:pt>
                <c:pt idx="197">
                  <c:v>0.228769128180307</c:v>
                </c:pt>
                <c:pt idx="198">
                  <c:v>0.266194521153262</c:v>
                </c:pt>
                <c:pt idx="199">
                  <c:v>0.259862579776307</c:v>
                </c:pt>
                <c:pt idx="200">
                  <c:v>0.250859001624354</c:v>
                </c:pt>
                <c:pt idx="201">
                  <c:v>0.237284987560143</c:v>
                </c:pt>
                <c:pt idx="202">
                  <c:v>0.217966662787041</c:v>
                </c:pt>
                <c:pt idx="203">
                  <c:v>0.198062740296201</c:v>
                </c:pt>
                <c:pt idx="204">
                  <c:v>0.21620661861858</c:v>
                </c:pt>
                <c:pt idx="205">
                  <c:v>0.222156858268037</c:v>
                </c:pt>
                <c:pt idx="206">
                  <c:v>0.21776791670798</c:v>
                </c:pt>
                <c:pt idx="207">
                  <c:v>0.241852861453769</c:v>
                </c:pt>
                <c:pt idx="208">
                  <c:v>0.237192050326111</c:v>
                </c:pt>
                <c:pt idx="209">
                  <c:v>0.239939324785544</c:v>
                </c:pt>
                <c:pt idx="210">
                  <c:v>0.218492664027198</c:v>
                </c:pt>
                <c:pt idx="211">
                  <c:v>0.217326937482363</c:v>
                </c:pt>
                <c:pt idx="212">
                  <c:v>0.239095066288965</c:v>
                </c:pt>
                <c:pt idx="213">
                  <c:v>0.250403795752726</c:v>
                </c:pt>
                <c:pt idx="214">
                  <c:v>0.245952482724792</c:v>
                </c:pt>
                <c:pt idx="215">
                  <c:v>0.202191286764767</c:v>
                </c:pt>
                <c:pt idx="216">
                  <c:v>0.2029284530992</c:v>
                </c:pt>
                <c:pt idx="217">
                  <c:v>0.207377774471797</c:v>
                </c:pt>
                <c:pt idx="218">
                  <c:v>0.186231162118478</c:v>
                </c:pt>
                <c:pt idx="219">
                  <c:v>0.185337535013356</c:v>
                </c:pt>
                <c:pt idx="220">
                  <c:v>0.178652510484412</c:v>
                </c:pt>
                <c:pt idx="221">
                  <c:v>0.175874883139008</c:v>
                </c:pt>
                <c:pt idx="222">
                  <c:v>0.186757074752196</c:v>
                </c:pt>
                <c:pt idx="223">
                  <c:v>0.199411416988992</c:v>
                </c:pt>
                <c:pt idx="224">
                  <c:v>0.201413870640145</c:v>
                </c:pt>
                <c:pt idx="225">
                  <c:v>0.191562891979881</c:v>
                </c:pt>
                <c:pt idx="226">
                  <c:v>0.188498752258018</c:v>
                </c:pt>
                <c:pt idx="227">
                  <c:v>0.17820044073517</c:v>
                </c:pt>
                <c:pt idx="228">
                  <c:v>0.207527000725631</c:v>
                </c:pt>
                <c:pt idx="229">
                  <c:v>0.205946124243685</c:v>
                </c:pt>
                <c:pt idx="230">
                  <c:v>0.211564677632244</c:v>
                </c:pt>
                <c:pt idx="231">
                  <c:v>0.223207970354848</c:v>
                </c:pt>
                <c:pt idx="232">
                  <c:v>0.24118569100526</c:v>
                </c:pt>
                <c:pt idx="233">
                  <c:v>0.228225773571228</c:v>
                </c:pt>
                <c:pt idx="234">
                  <c:v>0.207793979644224</c:v>
                </c:pt>
                <c:pt idx="235">
                  <c:v>0.262040027887127</c:v>
                </c:pt>
                <c:pt idx="236">
                  <c:v>0.28468239200029</c:v>
                </c:pt>
                <c:pt idx="237">
                  <c:v>0.339288224391664</c:v>
                </c:pt>
                <c:pt idx="238">
                  <c:v>0.28984311568972</c:v>
                </c:pt>
                <c:pt idx="239">
                  <c:v>0.315039951267188</c:v>
                </c:pt>
                <c:pt idx="240">
                  <c:v>0.27092065607445</c:v>
                </c:pt>
                <c:pt idx="241">
                  <c:v>0.188685017353094</c:v>
                </c:pt>
                <c:pt idx="242">
                  <c:v>0.127543975989348</c:v>
                </c:pt>
                <c:pt idx="243">
                  <c:v>0.145619045181686</c:v>
                </c:pt>
                <c:pt idx="244">
                  <c:v>0.141980212430358</c:v>
                </c:pt>
                <c:pt idx="245">
                  <c:v>0.141774305515494</c:v>
                </c:pt>
                <c:pt idx="246">
                  <c:v>0.140182929666537</c:v>
                </c:pt>
                <c:pt idx="247">
                  <c:v>0.144722773614905</c:v>
                </c:pt>
                <c:pt idx="248">
                  <c:v>0.150730171253288</c:v>
                </c:pt>
                <c:pt idx="249">
                  <c:v>0.144313783454107</c:v>
                </c:pt>
                <c:pt idx="250">
                  <c:v>0.146755800446283</c:v>
                </c:pt>
                <c:pt idx="251">
                  <c:v>0.156912069375886</c:v>
                </c:pt>
                <c:pt idx="252">
                  <c:v>0.135549379397548</c:v>
                </c:pt>
                <c:pt idx="253">
                  <c:v>0.140457642934545</c:v>
                </c:pt>
                <c:pt idx="254">
                  <c:v>0.13011230357736</c:v>
                </c:pt>
                <c:pt idx="255">
                  <c:v>0.129191550656744</c:v>
                </c:pt>
                <c:pt idx="256">
                  <c:v>0.16036142999083</c:v>
                </c:pt>
                <c:pt idx="257">
                  <c:v>0.148783757959403</c:v>
                </c:pt>
                <c:pt idx="258">
                  <c:v>0.169412765399695</c:v>
                </c:pt>
                <c:pt idx="259">
                  <c:v>0.173850493320097</c:v>
                </c:pt>
                <c:pt idx="260">
                  <c:v>0.129202600223208</c:v>
                </c:pt>
                <c:pt idx="261">
                  <c:v>0.178698491467934</c:v>
                </c:pt>
                <c:pt idx="262">
                  <c:v>0.157756948315684</c:v>
                </c:pt>
                <c:pt idx="263">
                  <c:v>0.158434802352035</c:v>
                </c:pt>
                <c:pt idx="264">
                  <c:v>0.166610306816465</c:v>
                </c:pt>
                <c:pt idx="265">
                  <c:v>0.161545261192344</c:v>
                </c:pt>
                <c:pt idx="266">
                  <c:v>0.161589154013692</c:v>
                </c:pt>
                <c:pt idx="267">
                  <c:v>0.14325729729586</c:v>
                </c:pt>
                <c:pt idx="268">
                  <c:v>0.142928933890762</c:v>
                </c:pt>
                <c:pt idx="269">
                  <c:v>0.162477720860451</c:v>
                </c:pt>
                <c:pt idx="270">
                  <c:v>0.141872090444201</c:v>
                </c:pt>
                <c:pt idx="271">
                  <c:v>0.188053545339724</c:v>
                </c:pt>
                <c:pt idx="272">
                  <c:v>0.207602617959966</c:v>
                </c:pt>
                <c:pt idx="273">
                  <c:v>0.200796465320509</c:v>
                </c:pt>
                <c:pt idx="274">
                  <c:v>0.261774112993518</c:v>
                </c:pt>
                <c:pt idx="275">
                  <c:v>0.231243384578476</c:v>
                </c:pt>
                <c:pt idx="276">
                  <c:v>0.188364013944006</c:v>
                </c:pt>
                <c:pt idx="277">
                  <c:v>0.196036183446541</c:v>
                </c:pt>
                <c:pt idx="278">
                  <c:v>0.202131242553281</c:v>
                </c:pt>
                <c:pt idx="279">
                  <c:v>0.183422823319863</c:v>
                </c:pt>
                <c:pt idx="280">
                  <c:v>0.158190422353469</c:v>
                </c:pt>
                <c:pt idx="281">
                  <c:v>0.158542412564945</c:v>
                </c:pt>
                <c:pt idx="282">
                  <c:v>0.151626136976321</c:v>
                </c:pt>
                <c:pt idx="283">
                  <c:v>0.13771384384033</c:v>
                </c:pt>
                <c:pt idx="284">
                  <c:v>0.133413189863926</c:v>
                </c:pt>
                <c:pt idx="285">
                  <c:v>0.144822827635621</c:v>
                </c:pt>
                <c:pt idx="286">
                  <c:v>0.142782958134566</c:v>
                </c:pt>
                <c:pt idx="287">
                  <c:v>0.130957518048362</c:v>
                </c:pt>
                <c:pt idx="288">
                  <c:v>0.135175766384616</c:v>
                </c:pt>
                <c:pt idx="289">
                  <c:v>0.169652281362865</c:v>
                </c:pt>
                <c:pt idx="290">
                  <c:v>0.193778977358265</c:v>
                </c:pt>
                <c:pt idx="291">
                  <c:v>0.179682898148737</c:v>
                </c:pt>
                <c:pt idx="292">
                  <c:v>0.205374405114156</c:v>
                </c:pt>
                <c:pt idx="293">
                  <c:v>0.213104623193464</c:v>
                </c:pt>
                <c:pt idx="294">
                  <c:v>0.207718057739572</c:v>
                </c:pt>
                <c:pt idx="295">
                  <c:v>0.165367743740058</c:v>
                </c:pt>
                <c:pt idx="296">
                  <c:v>0.167916721787464</c:v>
                </c:pt>
                <c:pt idx="297">
                  <c:v>0.155803873849188</c:v>
                </c:pt>
                <c:pt idx="298">
                  <c:v>0.165741710105299</c:v>
                </c:pt>
                <c:pt idx="299">
                  <c:v>0.141294236986675</c:v>
                </c:pt>
                <c:pt idx="300">
                  <c:v>0.171117137215189</c:v>
                </c:pt>
                <c:pt idx="301">
                  <c:v>0.172975115160011</c:v>
                </c:pt>
                <c:pt idx="302">
                  <c:v>0.171890656007392</c:v>
                </c:pt>
                <c:pt idx="303">
                  <c:v>0.169013752518271</c:v>
                </c:pt>
                <c:pt idx="304">
                  <c:v>0.155927032341662</c:v>
                </c:pt>
                <c:pt idx="305">
                  <c:v>0.146792947448453</c:v>
                </c:pt>
                <c:pt idx="306">
                  <c:v>0.145370767423992</c:v>
                </c:pt>
                <c:pt idx="307">
                  <c:v>0.147329738767188</c:v>
                </c:pt>
                <c:pt idx="308">
                  <c:v>0.226390128871156</c:v>
                </c:pt>
                <c:pt idx="309">
                  <c:v>0.185515041027047</c:v>
                </c:pt>
                <c:pt idx="310">
                  <c:v>0.225922637692237</c:v>
                </c:pt>
                <c:pt idx="311">
                  <c:v>0.257687932488422</c:v>
                </c:pt>
                <c:pt idx="312">
                  <c:v>0.208050456844325</c:v>
                </c:pt>
                <c:pt idx="313">
                  <c:v>0.182834990885167</c:v>
                </c:pt>
                <c:pt idx="314">
                  <c:v>0.158223387509855</c:v>
                </c:pt>
                <c:pt idx="315">
                  <c:v>0.160163018583328</c:v>
                </c:pt>
                <c:pt idx="316">
                  <c:v>0.16244510320831</c:v>
                </c:pt>
                <c:pt idx="317">
                  <c:v>0.161778677766953</c:v>
                </c:pt>
                <c:pt idx="318">
                  <c:v>0.156104585100894</c:v>
                </c:pt>
                <c:pt idx="319">
                  <c:v>0.160885568370347</c:v>
                </c:pt>
                <c:pt idx="320">
                  <c:v>0.184528865933011</c:v>
                </c:pt>
                <c:pt idx="321">
                  <c:v>0.161617241701447</c:v>
                </c:pt>
                <c:pt idx="322">
                  <c:v>0.138637846947994</c:v>
                </c:pt>
                <c:pt idx="323">
                  <c:v>0.153966565726136</c:v>
                </c:pt>
                <c:pt idx="324">
                  <c:v>0.149580472780042</c:v>
                </c:pt>
                <c:pt idx="325">
                  <c:v>0.14734406685384</c:v>
                </c:pt>
                <c:pt idx="326">
                  <c:v>0.15878962821387</c:v>
                </c:pt>
                <c:pt idx="327">
                  <c:v>0.153400056087239</c:v>
                </c:pt>
                <c:pt idx="328">
                  <c:v>0.154009187461694</c:v>
                </c:pt>
                <c:pt idx="329">
                  <c:v>0.150467777415561</c:v>
                </c:pt>
                <c:pt idx="330">
                  <c:v>0.160015594487645</c:v>
                </c:pt>
                <c:pt idx="331">
                  <c:v>0.173382768055638</c:v>
                </c:pt>
                <c:pt idx="332">
                  <c:v>0.152980750288796</c:v>
                </c:pt>
                <c:pt idx="333">
                  <c:v>0.154687971767138</c:v>
                </c:pt>
                <c:pt idx="334">
                  <c:v>0.15798352507004</c:v>
                </c:pt>
                <c:pt idx="335">
                  <c:v>0.181676061130089</c:v>
                </c:pt>
                <c:pt idx="336">
                  <c:v>0.182250384381735</c:v>
                </c:pt>
                <c:pt idx="337">
                  <c:v>0.172823340541468</c:v>
                </c:pt>
                <c:pt idx="338">
                  <c:v>0.193627577546177</c:v>
                </c:pt>
                <c:pt idx="339">
                  <c:v>0.175251546426563</c:v>
                </c:pt>
                <c:pt idx="340">
                  <c:v>0.196718740852179</c:v>
                </c:pt>
                <c:pt idx="341">
                  <c:v>0.199027626638833</c:v>
                </c:pt>
                <c:pt idx="342">
                  <c:v>0.203471698810597</c:v>
                </c:pt>
                <c:pt idx="343">
                  <c:v>0.218497038734541</c:v>
                </c:pt>
                <c:pt idx="344">
                  <c:v>0.208131954921707</c:v>
                </c:pt>
                <c:pt idx="345">
                  <c:v>0.178486441144109</c:v>
                </c:pt>
                <c:pt idx="346">
                  <c:v>0.19302225650337</c:v>
                </c:pt>
                <c:pt idx="347">
                  <c:v>0.216676136292711</c:v>
                </c:pt>
                <c:pt idx="348">
                  <c:v>0.234784481104808</c:v>
                </c:pt>
                <c:pt idx="349">
                  <c:v>0.210069309148843</c:v>
                </c:pt>
                <c:pt idx="350">
                  <c:v>0.212563637155112</c:v>
                </c:pt>
                <c:pt idx="351">
                  <c:v>0.199973217546607</c:v>
                </c:pt>
                <c:pt idx="352">
                  <c:v>0.201800415859362</c:v>
                </c:pt>
                <c:pt idx="353">
                  <c:v>0.200736469788372</c:v>
                </c:pt>
                <c:pt idx="354">
                  <c:v>0.280546935165874</c:v>
                </c:pt>
                <c:pt idx="355">
                  <c:v>0.270288434378371</c:v>
                </c:pt>
                <c:pt idx="356">
                  <c:v>0.287664371936118</c:v>
                </c:pt>
                <c:pt idx="357">
                  <c:v>0.255951392932561</c:v>
                </c:pt>
                <c:pt idx="358">
                  <c:v>0.236421158325088</c:v>
                </c:pt>
                <c:pt idx="359">
                  <c:v>0.21832090765179</c:v>
                </c:pt>
                <c:pt idx="360">
                  <c:v>0.222124072058813</c:v>
                </c:pt>
                <c:pt idx="361">
                  <c:v>0.207650003802866</c:v>
                </c:pt>
                <c:pt idx="362">
                  <c:v>0.204195436480418</c:v>
                </c:pt>
                <c:pt idx="363">
                  <c:v>0.164807206063933</c:v>
                </c:pt>
                <c:pt idx="364">
                  <c:v>0.174192001738966</c:v>
                </c:pt>
                <c:pt idx="365">
                  <c:v>0.162450746333411</c:v>
                </c:pt>
                <c:pt idx="366">
                  <c:v>0.162249580578668</c:v>
                </c:pt>
                <c:pt idx="367">
                  <c:v>0.14993522351519</c:v>
                </c:pt>
                <c:pt idx="368">
                  <c:v>0.143228046993411</c:v>
                </c:pt>
                <c:pt idx="369">
                  <c:v>0.140068717383895</c:v>
                </c:pt>
                <c:pt idx="370">
                  <c:v>0.148954168883291</c:v>
                </c:pt>
                <c:pt idx="371">
                  <c:v>0.143345146001869</c:v>
                </c:pt>
                <c:pt idx="372">
                  <c:v>0.135593049708178</c:v>
                </c:pt>
                <c:pt idx="373">
                  <c:v>0.129323863494314</c:v>
                </c:pt>
                <c:pt idx="374">
                  <c:v>0.1374474878611</c:v>
                </c:pt>
                <c:pt idx="375">
                  <c:v>0.14034312855535</c:v>
                </c:pt>
                <c:pt idx="376">
                  <c:v>0.152831551765463</c:v>
                </c:pt>
                <c:pt idx="377">
                  <c:v>0.149157112797433</c:v>
                </c:pt>
                <c:pt idx="378">
                  <c:v>0.146619813133649</c:v>
                </c:pt>
                <c:pt idx="379">
                  <c:v>0.152481259654541</c:v>
                </c:pt>
                <c:pt idx="380">
                  <c:v>0.158465616641855</c:v>
                </c:pt>
                <c:pt idx="381">
                  <c:v>0.162604862197784</c:v>
                </c:pt>
                <c:pt idx="382">
                  <c:v>0.142133134687889</c:v>
                </c:pt>
                <c:pt idx="383">
                  <c:v>0.127300906359398</c:v>
                </c:pt>
                <c:pt idx="384">
                  <c:v>0.135864650488896</c:v>
                </c:pt>
                <c:pt idx="385">
                  <c:v>0.145644214965456</c:v>
                </c:pt>
                <c:pt idx="386">
                  <c:v>0.158101135455715</c:v>
                </c:pt>
                <c:pt idx="387">
                  <c:v>0.15175177435396</c:v>
                </c:pt>
                <c:pt idx="388">
                  <c:v>0.175368997426267</c:v>
                </c:pt>
                <c:pt idx="389">
                  <c:v>0.181266530254812</c:v>
                </c:pt>
                <c:pt idx="390">
                  <c:v>0.161593741821057</c:v>
                </c:pt>
                <c:pt idx="391">
                  <c:v>0.168120457547023</c:v>
                </c:pt>
                <c:pt idx="392">
                  <c:v>0.208395327910892</c:v>
                </c:pt>
                <c:pt idx="393">
                  <c:v>0.205966627389376</c:v>
                </c:pt>
                <c:pt idx="394">
                  <c:v>0.203806196183539</c:v>
                </c:pt>
                <c:pt idx="395">
                  <c:v>0.187313916797601</c:v>
                </c:pt>
                <c:pt idx="396">
                  <c:v>0.190831565984295</c:v>
                </c:pt>
                <c:pt idx="397">
                  <c:v>0.182194600662281</c:v>
                </c:pt>
                <c:pt idx="398">
                  <c:v>0.165563177458045</c:v>
                </c:pt>
                <c:pt idx="399">
                  <c:v>0.168744579892844</c:v>
                </c:pt>
                <c:pt idx="400">
                  <c:v>0.203053940990176</c:v>
                </c:pt>
                <c:pt idx="401">
                  <c:v>0.200397009477449</c:v>
                </c:pt>
                <c:pt idx="402">
                  <c:v>0.207204337924785</c:v>
                </c:pt>
                <c:pt idx="403">
                  <c:v>0.219891097278681</c:v>
                </c:pt>
                <c:pt idx="404">
                  <c:v>0.188223625334298</c:v>
                </c:pt>
                <c:pt idx="405">
                  <c:v>0.169502548937409</c:v>
                </c:pt>
                <c:pt idx="406">
                  <c:v>0.17156759213946</c:v>
                </c:pt>
                <c:pt idx="407">
                  <c:v>0.189769479782444</c:v>
                </c:pt>
                <c:pt idx="408">
                  <c:v>0.171016318013141</c:v>
                </c:pt>
                <c:pt idx="409">
                  <c:v>0.162181643015989</c:v>
                </c:pt>
                <c:pt idx="410">
                  <c:v>0.167358897483616</c:v>
                </c:pt>
                <c:pt idx="411">
                  <c:v>0.169997740125509</c:v>
                </c:pt>
                <c:pt idx="412">
                  <c:v>0.161983493458639</c:v>
                </c:pt>
                <c:pt idx="413">
                  <c:v>0.164199424700181</c:v>
                </c:pt>
                <c:pt idx="414">
                  <c:v>0.147081358687892</c:v>
                </c:pt>
                <c:pt idx="415">
                  <c:v>0.138338278019817</c:v>
                </c:pt>
                <c:pt idx="416">
                  <c:v>0.141826373972202</c:v>
                </c:pt>
                <c:pt idx="417">
                  <c:v>0.149891171662979</c:v>
                </c:pt>
                <c:pt idx="418">
                  <c:v>0.165856741635478</c:v>
                </c:pt>
                <c:pt idx="419">
                  <c:v>0.166222425602039</c:v>
                </c:pt>
                <c:pt idx="420">
                  <c:v>0.170235999055484</c:v>
                </c:pt>
                <c:pt idx="421">
                  <c:v>0.207171390639531</c:v>
                </c:pt>
                <c:pt idx="422">
                  <c:v>0.232948024473135</c:v>
                </c:pt>
                <c:pt idx="423">
                  <c:v>0.19485772162137</c:v>
                </c:pt>
                <c:pt idx="424">
                  <c:v>0.195302575102097</c:v>
                </c:pt>
                <c:pt idx="425">
                  <c:v>0.218812592366452</c:v>
                </c:pt>
                <c:pt idx="426">
                  <c:v>0.204366093977432</c:v>
                </c:pt>
                <c:pt idx="427">
                  <c:v>0.269722630329666</c:v>
                </c:pt>
                <c:pt idx="428">
                  <c:v>0.299489644974029</c:v>
                </c:pt>
                <c:pt idx="429">
                  <c:v>0.292078498444386</c:v>
                </c:pt>
                <c:pt idx="430">
                  <c:v>0.25303822883843</c:v>
                </c:pt>
                <c:pt idx="431">
                  <c:v>0.242952593682838</c:v>
                </c:pt>
                <c:pt idx="432">
                  <c:v>0.242880160497383</c:v>
                </c:pt>
                <c:pt idx="433">
                  <c:v>0.293927205882673</c:v>
                </c:pt>
                <c:pt idx="434">
                  <c:v>0.235331999753048</c:v>
                </c:pt>
                <c:pt idx="435">
                  <c:v>0.165772841168685</c:v>
                </c:pt>
                <c:pt idx="436">
                  <c:v>0.138543851513503</c:v>
                </c:pt>
                <c:pt idx="437">
                  <c:v>0.148194468552735</c:v>
                </c:pt>
                <c:pt idx="438">
                  <c:v>0.132521169649821</c:v>
                </c:pt>
                <c:pt idx="439">
                  <c:v>0.151289157404637</c:v>
                </c:pt>
                <c:pt idx="440">
                  <c:v>0.139659515629986</c:v>
                </c:pt>
                <c:pt idx="441">
                  <c:v>0.133908020042097</c:v>
                </c:pt>
                <c:pt idx="442">
                  <c:v>0.144522648021562</c:v>
                </c:pt>
                <c:pt idx="443">
                  <c:v>0.13906796985574</c:v>
                </c:pt>
                <c:pt idx="444">
                  <c:v>0.152113928083877</c:v>
                </c:pt>
                <c:pt idx="445">
                  <c:v>0.153341344954675</c:v>
                </c:pt>
                <c:pt idx="446">
                  <c:v>0.139391478324085</c:v>
                </c:pt>
                <c:pt idx="447">
                  <c:v>0.14374623202457</c:v>
                </c:pt>
                <c:pt idx="448">
                  <c:v>0.144367481522999</c:v>
                </c:pt>
                <c:pt idx="449">
                  <c:v>0.140787588819843</c:v>
                </c:pt>
                <c:pt idx="450">
                  <c:v>0.160892122586776</c:v>
                </c:pt>
                <c:pt idx="451">
                  <c:v>0.142655789245282</c:v>
                </c:pt>
                <c:pt idx="452">
                  <c:v>0.143307007859379</c:v>
                </c:pt>
                <c:pt idx="453">
                  <c:v>0.156975638014341</c:v>
                </c:pt>
                <c:pt idx="454">
                  <c:v>0.14703842676782</c:v>
                </c:pt>
                <c:pt idx="455">
                  <c:v>0.139745460519087</c:v>
                </c:pt>
                <c:pt idx="456">
                  <c:v>0.128929441054225</c:v>
                </c:pt>
                <c:pt idx="457">
                  <c:v>0.167597683496746</c:v>
                </c:pt>
                <c:pt idx="458">
                  <c:v>0.172048504429883</c:v>
                </c:pt>
                <c:pt idx="459">
                  <c:v>0.178288672937548</c:v>
                </c:pt>
                <c:pt idx="460">
                  <c:v>0.158167319339691</c:v>
                </c:pt>
                <c:pt idx="461">
                  <c:v>0.155796933097134</c:v>
                </c:pt>
                <c:pt idx="462">
                  <c:v>0.159855687324884</c:v>
                </c:pt>
                <c:pt idx="463">
                  <c:v>0.154588289691931</c:v>
                </c:pt>
                <c:pt idx="464">
                  <c:v>0.153837909185071</c:v>
                </c:pt>
                <c:pt idx="465">
                  <c:v>0.176889794113525</c:v>
                </c:pt>
                <c:pt idx="466">
                  <c:v>0.189608926008917</c:v>
                </c:pt>
                <c:pt idx="467">
                  <c:v>0.183353657678233</c:v>
                </c:pt>
                <c:pt idx="468">
                  <c:v>0.193238938096063</c:v>
                </c:pt>
                <c:pt idx="469">
                  <c:v>0.160890695723448</c:v>
                </c:pt>
                <c:pt idx="470">
                  <c:v>0.176074407139685</c:v>
                </c:pt>
                <c:pt idx="471">
                  <c:v>0.179117974216745</c:v>
                </c:pt>
                <c:pt idx="472">
                  <c:v>0.215797174315245</c:v>
                </c:pt>
                <c:pt idx="473">
                  <c:v>0.21980456959903</c:v>
                </c:pt>
                <c:pt idx="474">
                  <c:v>0.223135426990563</c:v>
                </c:pt>
                <c:pt idx="475">
                  <c:v>0.219998774649367</c:v>
                </c:pt>
                <c:pt idx="476">
                  <c:v>0.225577752401886</c:v>
                </c:pt>
                <c:pt idx="477">
                  <c:v>0.185880342583676</c:v>
                </c:pt>
                <c:pt idx="478">
                  <c:v>0.185861750590423</c:v>
                </c:pt>
                <c:pt idx="479">
                  <c:v>0.192012894997676</c:v>
                </c:pt>
                <c:pt idx="480">
                  <c:v>0.192520740571909</c:v>
                </c:pt>
                <c:pt idx="481">
                  <c:v>0.161530083028639</c:v>
                </c:pt>
                <c:pt idx="482">
                  <c:v>0.162737124291392</c:v>
                </c:pt>
                <c:pt idx="483">
                  <c:v>0.161709057271863</c:v>
                </c:pt>
                <c:pt idx="484">
                  <c:v>0.186922294855653</c:v>
                </c:pt>
                <c:pt idx="485">
                  <c:v>0.174664274829466</c:v>
                </c:pt>
                <c:pt idx="486">
                  <c:v>0.150043161807002</c:v>
                </c:pt>
                <c:pt idx="487">
                  <c:v>0.149046610903597</c:v>
                </c:pt>
                <c:pt idx="488">
                  <c:v>0.147757240882285</c:v>
                </c:pt>
                <c:pt idx="489">
                  <c:v>0.138607211559522</c:v>
                </c:pt>
                <c:pt idx="490">
                  <c:v>0.16797072580251</c:v>
                </c:pt>
                <c:pt idx="491">
                  <c:v>0.142947684262201</c:v>
                </c:pt>
                <c:pt idx="492">
                  <c:v>0.132313520295336</c:v>
                </c:pt>
                <c:pt idx="493">
                  <c:v>0.155641594390636</c:v>
                </c:pt>
                <c:pt idx="494">
                  <c:v>0.161553670813843</c:v>
                </c:pt>
                <c:pt idx="495">
                  <c:v>0.155695955053726</c:v>
                </c:pt>
                <c:pt idx="496">
                  <c:v>0.1759180632121</c:v>
                </c:pt>
                <c:pt idx="497">
                  <c:v>0.262199978405009</c:v>
                </c:pt>
                <c:pt idx="498">
                  <c:v>0.249907911490775</c:v>
                </c:pt>
                <c:pt idx="499">
                  <c:v>0.205278524871898</c:v>
                </c:pt>
                <c:pt idx="500">
                  <c:v>0.238478782348331</c:v>
                </c:pt>
                <c:pt idx="501">
                  <c:v>0.210956554746762</c:v>
                </c:pt>
                <c:pt idx="502">
                  <c:v>0.241117147480424</c:v>
                </c:pt>
                <c:pt idx="503">
                  <c:v>0.296007399323639</c:v>
                </c:pt>
                <c:pt idx="504">
                  <c:v>0.262537837181939</c:v>
                </c:pt>
                <c:pt idx="505">
                  <c:v>0.262021518568675</c:v>
                </c:pt>
                <c:pt idx="506">
                  <c:v>0.236291772184545</c:v>
                </c:pt>
                <c:pt idx="507">
                  <c:v>0.198013010503693</c:v>
                </c:pt>
                <c:pt idx="508">
                  <c:v>0.18765874060443</c:v>
                </c:pt>
                <c:pt idx="509">
                  <c:v>0.167754415626594</c:v>
                </c:pt>
                <c:pt idx="510">
                  <c:v>0.171334777926341</c:v>
                </c:pt>
                <c:pt idx="511">
                  <c:v>0.160100344143373</c:v>
                </c:pt>
                <c:pt idx="512">
                  <c:v>0.145364317860377</c:v>
                </c:pt>
                <c:pt idx="513">
                  <c:v>0.166987194244489</c:v>
                </c:pt>
                <c:pt idx="514">
                  <c:v>0.151722251720382</c:v>
                </c:pt>
                <c:pt idx="515">
                  <c:v>0.152913583586396</c:v>
                </c:pt>
                <c:pt idx="516">
                  <c:v>0.162137447777961</c:v>
                </c:pt>
                <c:pt idx="517">
                  <c:v>0.155672873163658</c:v>
                </c:pt>
                <c:pt idx="518">
                  <c:v>0.153696187786792</c:v>
                </c:pt>
                <c:pt idx="519">
                  <c:v>0.150259703040294</c:v>
                </c:pt>
                <c:pt idx="520">
                  <c:v>0.159449086764649</c:v>
                </c:pt>
                <c:pt idx="521">
                  <c:v>0.194044603143839</c:v>
                </c:pt>
                <c:pt idx="522">
                  <c:v>0.157561735457672</c:v>
                </c:pt>
                <c:pt idx="523">
                  <c:v>0.149758245158112</c:v>
                </c:pt>
                <c:pt idx="524">
                  <c:v>0.151163768260119</c:v>
                </c:pt>
                <c:pt idx="525">
                  <c:v>0.153531116927483</c:v>
                </c:pt>
                <c:pt idx="526">
                  <c:v>0.173009908310683</c:v>
                </c:pt>
                <c:pt idx="527">
                  <c:v>0.17662403255169</c:v>
                </c:pt>
                <c:pt idx="528">
                  <c:v>0.177237776401108</c:v>
                </c:pt>
                <c:pt idx="529">
                  <c:v>0.219124307689093</c:v>
                </c:pt>
                <c:pt idx="530">
                  <c:v>0.25274689345984</c:v>
                </c:pt>
                <c:pt idx="531">
                  <c:v>0.214978555554388</c:v>
                </c:pt>
                <c:pt idx="532">
                  <c:v>0.17799980020534</c:v>
                </c:pt>
                <c:pt idx="533">
                  <c:v>0.181516641403833</c:v>
                </c:pt>
                <c:pt idx="534">
                  <c:v>0.175662944950331</c:v>
                </c:pt>
                <c:pt idx="535">
                  <c:v>0.191089128195712</c:v>
                </c:pt>
                <c:pt idx="536">
                  <c:v>0.195116040297964</c:v>
                </c:pt>
                <c:pt idx="537">
                  <c:v>0.17048087491055</c:v>
                </c:pt>
                <c:pt idx="538">
                  <c:v>0.184185804902385</c:v>
                </c:pt>
                <c:pt idx="539">
                  <c:v>0.185239720648689</c:v>
                </c:pt>
                <c:pt idx="540">
                  <c:v>0.185434090731222</c:v>
                </c:pt>
                <c:pt idx="541">
                  <c:v>0.166348018132426</c:v>
                </c:pt>
                <c:pt idx="542">
                  <c:v>0.145207138158453</c:v>
                </c:pt>
                <c:pt idx="543">
                  <c:v>0.138259021680132</c:v>
                </c:pt>
                <c:pt idx="544">
                  <c:v>0.144049744692013</c:v>
                </c:pt>
                <c:pt idx="545">
                  <c:v>0.170119453775697</c:v>
                </c:pt>
                <c:pt idx="546">
                  <c:v>0.198634149899151</c:v>
                </c:pt>
                <c:pt idx="547">
                  <c:v>0.186887745580298</c:v>
                </c:pt>
                <c:pt idx="548">
                  <c:v>0.162104190708458</c:v>
                </c:pt>
                <c:pt idx="549">
                  <c:v>0.20471872944402</c:v>
                </c:pt>
                <c:pt idx="550">
                  <c:v>0.232971343900258</c:v>
                </c:pt>
                <c:pt idx="551">
                  <c:v>0.203845327354264</c:v>
                </c:pt>
                <c:pt idx="552">
                  <c:v>0.190501178347704</c:v>
                </c:pt>
                <c:pt idx="553">
                  <c:v>0.172544259012917</c:v>
                </c:pt>
                <c:pt idx="554">
                  <c:v>0.152136516404017</c:v>
                </c:pt>
                <c:pt idx="555">
                  <c:v>0.156123048048518</c:v>
                </c:pt>
                <c:pt idx="556">
                  <c:v>0.145744231943024</c:v>
                </c:pt>
                <c:pt idx="557">
                  <c:v>0.149696407574465</c:v>
                </c:pt>
                <c:pt idx="558">
                  <c:v>0.155666162358496</c:v>
                </c:pt>
                <c:pt idx="559">
                  <c:v>0.179385565248086</c:v>
                </c:pt>
                <c:pt idx="560">
                  <c:v>0.16521895000519</c:v>
                </c:pt>
                <c:pt idx="561">
                  <c:v>0.157527763468884</c:v>
                </c:pt>
                <c:pt idx="562">
                  <c:v>0.151809744583005</c:v>
                </c:pt>
                <c:pt idx="563">
                  <c:v>0.153117806806475</c:v>
                </c:pt>
                <c:pt idx="564">
                  <c:v>0.14364150051493</c:v>
                </c:pt>
                <c:pt idx="565">
                  <c:v>0.159474564110721</c:v>
                </c:pt>
                <c:pt idx="566">
                  <c:v>0.172295451606339</c:v>
                </c:pt>
                <c:pt idx="567">
                  <c:v>0.167002170538134</c:v>
                </c:pt>
                <c:pt idx="568">
                  <c:v>0.168196930875333</c:v>
                </c:pt>
                <c:pt idx="569">
                  <c:v>0.162607921539811</c:v>
                </c:pt>
                <c:pt idx="570">
                  <c:v>0.139747340098131</c:v>
                </c:pt>
                <c:pt idx="571">
                  <c:v>0.137201739134056</c:v>
                </c:pt>
                <c:pt idx="572">
                  <c:v>0.143994897866414</c:v>
                </c:pt>
                <c:pt idx="573">
                  <c:v>0.168018250195988</c:v>
                </c:pt>
                <c:pt idx="574">
                  <c:v>0.158821154638663</c:v>
                </c:pt>
                <c:pt idx="575">
                  <c:v>0.140341259418413</c:v>
                </c:pt>
                <c:pt idx="576">
                  <c:v>0.152061623928975</c:v>
                </c:pt>
                <c:pt idx="577">
                  <c:v>0.134627670826428</c:v>
                </c:pt>
                <c:pt idx="578">
                  <c:v>0.14650549133084</c:v>
                </c:pt>
                <c:pt idx="579">
                  <c:v>0.124659781462347</c:v>
                </c:pt>
                <c:pt idx="580">
                  <c:v>0.133976447783563</c:v>
                </c:pt>
                <c:pt idx="581">
                  <c:v>0.116239515940577</c:v>
                </c:pt>
                <c:pt idx="582">
                  <c:v>0.114465748444433</c:v>
                </c:pt>
                <c:pt idx="583">
                  <c:v>0.117635822777667</c:v>
                </c:pt>
                <c:pt idx="584">
                  <c:v>0.122701600096077</c:v>
                </c:pt>
                <c:pt idx="585">
                  <c:v>0.129237063139774</c:v>
                </c:pt>
                <c:pt idx="586">
                  <c:v>0.120010468427484</c:v>
                </c:pt>
                <c:pt idx="587">
                  <c:v>0.106342807173278</c:v>
                </c:pt>
                <c:pt idx="588">
                  <c:v>0.11807135233495</c:v>
                </c:pt>
                <c:pt idx="589">
                  <c:v>0.116007975058282</c:v>
                </c:pt>
                <c:pt idx="590">
                  <c:v>0.127749509318048</c:v>
                </c:pt>
                <c:pt idx="591">
                  <c:v>0.148342895386118</c:v>
                </c:pt>
                <c:pt idx="592">
                  <c:v>0.153456160175332</c:v>
                </c:pt>
                <c:pt idx="593">
                  <c:v>0.153271093831339</c:v>
                </c:pt>
                <c:pt idx="594">
                  <c:v>0.150634950512084</c:v>
                </c:pt>
                <c:pt idx="595">
                  <c:v>0.123510592037926</c:v>
                </c:pt>
                <c:pt idx="596">
                  <c:v>0.114243106062998</c:v>
                </c:pt>
                <c:pt idx="597">
                  <c:v>0.111900695494818</c:v>
                </c:pt>
                <c:pt idx="598">
                  <c:v>0.120493934228928</c:v>
                </c:pt>
                <c:pt idx="599">
                  <c:v>0.167246524140438</c:v>
                </c:pt>
                <c:pt idx="600">
                  <c:v>0.155335979306898</c:v>
                </c:pt>
                <c:pt idx="601">
                  <c:v>0.16474807967153</c:v>
                </c:pt>
                <c:pt idx="602">
                  <c:v>0.158088486751601</c:v>
                </c:pt>
                <c:pt idx="603">
                  <c:v>0.160270121932812</c:v>
                </c:pt>
                <c:pt idx="604">
                  <c:v>0.135096199192006</c:v>
                </c:pt>
                <c:pt idx="605">
                  <c:v>0.132768980749263</c:v>
                </c:pt>
                <c:pt idx="606">
                  <c:v>0.13624159501051</c:v>
                </c:pt>
                <c:pt idx="607">
                  <c:v>0.153706873540754</c:v>
                </c:pt>
                <c:pt idx="608">
                  <c:v>0.139436451793727</c:v>
                </c:pt>
                <c:pt idx="609">
                  <c:v>0.157455537427805</c:v>
                </c:pt>
                <c:pt idx="610">
                  <c:v>0.159932590617941</c:v>
                </c:pt>
                <c:pt idx="611">
                  <c:v>0.141580225575272</c:v>
                </c:pt>
                <c:pt idx="612">
                  <c:v>0.140249138884243</c:v>
                </c:pt>
                <c:pt idx="613">
                  <c:v>0.126956051082299</c:v>
                </c:pt>
                <c:pt idx="614">
                  <c:v>0.204023844231172</c:v>
                </c:pt>
                <c:pt idx="615">
                  <c:v>0.175346919360491</c:v>
                </c:pt>
                <c:pt idx="616">
                  <c:v>0.169496361580608</c:v>
                </c:pt>
                <c:pt idx="617">
                  <c:v>0.14259699151643</c:v>
                </c:pt>
                <c:pt idx="618">
                  <c:v>0.132036513494992</c:v>
                </c:pt>
                <c:pt idx="619">
                  <c:v>0.133204547247776</c:v>
                </c:pt>
                <c:pt idx="620">
                  <c:v>0.151586427793598</c:v>
                </c:pt>
                <c:pt idx="621">
                  <c:v>0.154330364544119</c:v>
                </c:pt>
                <c:pt idx="622">
                  <c:v>0.16453495426332</c:v>
                </c:pt>
                <c:pt idx="623">
                  <c:v>0.164189507704661</c:v>
                </c:pt>
                <c:pt idx="624">
                  <c:v>0.245311645905055</c:v>
                </c:pt>
                <c:pt idx="625">
                  <c:v>0.256658612279992</c:v>
                </c:pt>
                <c:pt idx="626">
                  <c:v>0.209691878754844</c:v>
                </c:pt>
                <c:pt idx="627">
                  <c:v>0.220442833346858</c:v>
                </c:pt>
                <c:pt idx="628">
                  <c:v>0.222061871081775</c:v>
                </c:pt>
                <c:pt idx="629">
                  <c:v>0.223542131141064</c:v>
                </c:pt>
                <c:pt idx="630">
                  <c:v>0.204113262370302</c:v>
                </c:pt>
                <c:pt idx="631">
                  <c:v>0.186379763229017</c:v>
                </c:pt>
                <c:pt idx="632">
                  <c:v>0.173939583556922</c:v>
                </c:pt>
                <c:pt idx="633">
                  <c:v>0.154443375311293</c:v>
                </c:pt>
                <c:pt idx="634">
                  <c:v>0.152288597305156</c:v>
                </c:pt>
                <c:pt idx="635">
                  <c:v>0.177589633610678</c:v>
                </c:pt>
                <c:pt idx="636">
                  <c:v>0.169971324433933</c:v>
                </c:pt>
                <c:pt idx="637">
                  <c:v>0.150569083633609</c:v>
                </c:pt>
                <c:pt idx="638">
                  <c:v>0.142890496408605</c:v>
                </c:pt>
                <c:pt idx="639">
                  <c:v>0.140060664582635</c:v>
                </c:pt>
                <c:pt idx="640">
                  <c:v>0.148300147454338</c:v>
                </c:pt>
                <c:pt idx="641">
                  <c:v>0.129827819069705</c:v>
                </c:pt>
                <c:pt idx="642">
                  <c:v>0.123546099376838</c:v>
                </c:pt>
                <c:pt idx="643">
                  <c:v>0.122581953701923</c:v>
                </c:pt>
                <c:pt idx="644">
                  <c:v>0.140978516872931</c:v>
                </c:pt>
                <c:pt idx="645">
                  <c:v>0.136927339059346</c:v>
                </c:pt>
                <c:pt idx="646">
                  <c:v>0.129163275069504</c:v>
                </c:pt>
                <c:pt idx="647">
                  <c:v>0.141994285247872</c:v>
                </c:pt>
                <c:pt idx="648">
                  <c:v>0.121033560832314</c:v>
                </c:pt>
                <c:pt idx="649">
                  <c:v>0.153696748695257</c:v>
                </c:pt>
                <c:pt idx="650">
                  <c:v>0.172767073386121</c:v>
                </c:pt>
                <c:pt idx="651">
                  <c:v>0.167560013497671</c:v>
                </c:pt>
                <c:pt idx="652">
                  <c:v>0.166408992436828</c:v>
                </c:pt>
                <c:pt idx="653">
                  <c:v>0.185861109903964</c:v>
                </c:pt>
                <c:pt idx="654">
                  <c:v>0.196054721930706</c:v>
                </c:pt>
                <c:pt idx="655">
                  <c:v>0.17404428408882</c:v>
                </c:pt>
                <c:pt idx="656">
                  <c:v>0.153422845413117</c:v>
                </c:pt>
                <c:pt idx="657">
                  <c:v>0.137598281093815</c:v>
                </c:pt>
                <c:pt idx="658">
                  <c:v>0.124530318132444</c:v>
                </c:pt>
                <c:pt idx="659">
                  <c:v>0.165130410608827</c:v>
                </c:pt>
                <c:pt idx="660">
                  <c:v>0.1789873578669</c:v>
                </c:pt>
                <c:pt idx="661">
                  <c:v>0.168683035535178</c:v>
                </c:pt>
                <c:pt idx="662">
                  <c:v>0.212151337847159</c:v>
                </c:pt>
                <c:pt idx="663">
                  <c:v>0.195085422078641</c:v>
                </c:pt>
                <c:pt idx="664">
                  <c:v>0.202164110384488</c:v>
                </c:pt>
                <c:pt idx="665">
                  <c:v>0.204375433954608</c:v>
                </c:pt>
                <c:pt idx="666">
                  <c:v>0.208179639771467</c:v>
                </c:pt>
                <c:pt idx="667">
                  <c:v>0.190342499766996</c:v>
                </c:pt>
                <c:pt idx="668">
                  <c:v>0.165398839895603</c:v>
                </c:pt>
                <c:pt idx="669">
                  <c:v>0.186952642258644</c:v>
                </c:pt>
                <c:pt idx="670">
                  <c:v>0.213107057095322</c:v>
                </c:pt>
                <c:pt idx="671">
                  <c:v>0.187441943822323</c:v>
                </c:pt>
                <c:pt idx="672">
                  <c:v>0.236889705209596</c:v>
                </c:pt>
                <c:pt idx="673">
                  <c:v>0.278600902041863</c:v>
                </c:pt>
                <c:pt idx="674">
                  <c:v>0.31846009915688</c:v>
                </c:pt>
                <c:pt idx="675">
                  <c:v>0.319736202353162</c:v>
                </c:pt>
                <c:pt idx="676">
                  <c:v>0.355093893041381</c:v>
                </c:pt>
                <c:pt idx="677">
                  <c:v>0.380089422953229</c:v>
                </c:pt>
                <c:pt idx="678">
                  <c:v>0.34099859634847</c:v>
                </c:pt>
                <c:pt idx="679">
                  <c:v>0.253836290067838</c:v>
                </c:pt>
                <c:pt idx="680">
                  <c:v>0.208574656133475</c:v>
                </c:pt>
                <c:pt idx="681">
                  <c:v>0.235327920426235</c:v>
                </c:pt>
                <c:pt idx="682">
                  <c:v>0.20525694052571</c:v>
                </c:pt>
                <c:pt idx="683">
                  <c:v>0.186510364291502</c:v>
                </c:pt>
                <c:pt idx="684">
                  <c:v>0.198122451352179</c:v>
                </c:pt>
                <c:pt idx="685">
                  <c:v>0.173732232984836</c:v>
                </c:pt>
                <c:pt idx="686">
                  <c:v>0.175893005852851</c:v>
                </c:pt>
                <c:pt idx="687">
                  <c:v>0.170220031091997</c:v>
                </c:pt>
                <c:pt idx="688">
                  <c:v>0.158517684017927</c:v>
                </c:pt>
                <c:pt idx="689">
                  <c:v>0.170507815987786</c:v>
                </c:pt>
                <c:pt idx="690">
                  <c:v>0.171923865159355</c:v>
                </c:pt>
                <c:pt idx="691">
                  <c:v>0.159480267137937</c:v>
                </c:pt>
                <c:pt idx="692">
                  <c:v>0.149359393757051</c:v>
                </c:pt>
                <c:pt idx="693">
                  <c:v>0.130515359488283</c:v>
                </c:pt>
                <c:pt idx="694">
                  <c:v>0.171225988251399</c:v>
                </c:pt>
                <c:pt idx="695">
                  <c:v>0.167009796821917</c:v>
                </c:pt>
                <c:pt idx="696">
                  <c:v>0.174628213205311</c:v>
                </c:pt>
                <c:pt idx="697">
                  <c:v>0.179592674882295</c:v>
                </c:pt>
                <c:pt idx="698">
                  <c:v>0.186205955710785</c:v>
                </c:pt>
                <c:pt idx="699">
                  <c:v>0.180515264303597</c:v>
                </c:pt>
                <c:pt idx="700">
                  <c:v>0.168625969003009</c:v>
                </c:pt>
                <c:pt idx="701">
                  <c:v>0.179046842708138</c:v>
                </c:pt>
                <c:pt idx="702">
                  <c:v>0.186404011583788</c:v>
                </c:pt>
                <c:pt idx="703">
                  <c:v>0.175026587352463</c:v>
                </c:pt>
                <c:pt idx="704">
                  <c:v>0.161797699144221</c:v>
                </c:pt>
                <c:pt idx="705">
                  <c:v>0.155603428200335</c:v>
                </c:pt>
                <c:pt idx="706">
                  <c:v>0.146544469801156</c:v>
                </c:pt>
                <c:pt idx="707">
                  <c:v>0.177406718052132</c:v>
                </c:pt>
                <c:pt idx="708">
                  <c:v>0.154120280615245</c:v>
                </c:pt>
                <c:pt idx="709">
                  <c:v>0.146514763964425</c:v>
                </c:pt>
                <c:pt idx="710">
                  <c:v>0.151262569048317</c:v>
                </c:pt>
                <c:pt idx="711">
                  <c:v>0.139034041422137</c:v>
                </c:pt>
                <c:pt idx="712">
                  <c:v>0.184722802553783</c:v>
                </c:pt>
                <c:pt idx="713">
                  <c:v>0.199495400424129</c:v>
                </c:pt>
                <c:pt idx="714">
                  <c:v>0.264717323224042</c:v>
                </c:pt>
                <c:pt idx="715">
                  <c:v>0.291184887025455</c:v>
                </c:pt>
                <c:pt idx="716">
                  <c:v>0.348955552887458</c:v>
                </c:pt>
                <c:pt idx="717">
                  <c:v>0.317269495201643</c:v>
                </c:pt>
                <c:pt idx="718">
                  <c:v>0.319171174437544</c:v>
                </c:pt>
                <c:pt idx="719">
                  <c:v>0.263365469475299</c:v>
                </c:pt>
                <c:pt idx="720">
                  <c:v>0.22000004017353</c:v>
                </c:pt>
                <c:pt idx="721">
                  <c:v>0.209037543886663</c:v>
                </c:pt>
                <c:pt idx="722">
                  <c:v>0.170606835236736</c:v>
                </c:pt>
                <c:pt idx="723">
                  <c:v>0.193965985841233</c:v>
                </c:pt>
                <c:pt idx="724">
                  <c:v>0.182581673394935</c:v>
                </c:pt>
                <c:pt idx="725">
                  <c:v>0.175585051837756</c:v>
                </c:pt>
                <c:pt idx="726">
                  <c:v>0.185239459070161</c:v>
                </c:pt>
                <c:pt idx="727">
                  <c:v>0.254427242583951</c:v>
                </c:pt>
                <c:pt idx="728">
                  <c:v>0.292761387421202</c:v>
                </c:pt>
                <c:pt idx="729">
                  <c:v>0.244430171067167</c:v>
                </c:pt>
                <c:pt idx="730">
                  <c:v>0.249249182999459</c:v>
                </c:pt>
                <c:pt idx="731">
                  <c:v>0.214609546904347</c:v>
                </c:pt>
                <c:pt idx="732">
                  <c:v>0.220428640502937</c:v>
                </c:pt>
                <c:pt idx="733">
                  <c:v>0.228352326812445</c:v>
                </c:pt>
                <c:pt idx="734">
                  <c:v>0.244242735781731</c:v>
                </c:pt>
                <c:pt idx="735">
                  <c:v>0.265689202677027</c:v>
                </c:pt>
                <c:pt idx="736">
                  <c:v>0.296867345744398</c:v>
                </c:pt>
                <c:pt idx="737">
                  <c:v>0.296758737168899</c:v>
                </c:pt>
                <c:pt idx="738">
                  <c:v>0.26532255946302</c:v>
                </c:pt>
                <c:pt idx="739">
                  <c:v>0.238490417803244</c:v>
                </c:pt>
                <c:pt idx="740">
                  <c:v>0.199657449068323</c:v>
                </c:pt>
                <c:pt idx="741">
                  <c:v>0.197493080962513</c:v>
                </c:pt>
                <c:pt idx="742">
                  <c:v>0.190432331883716</c:v>
                </c:pt>
                <c:pt idx="743">
                  <c:v>0.210643518490994</c:v>
                </c:pt>
                <c:pt idx="744">
                  <c:v>0.241562915238833</c:v>
                </c:pt>
                <c:pt idx="745">
                  <c:v>0.224312946854134</c:v>
                </c:pt>
                <c:pt idx="746">
                  <c:v>0.258830999572428</c:v>
                </c:pt>
                <c:pt idx="747">
                  <c:v>0.24031306571864</c:v>
                </c:pt>
                <c:pt idx="748">
                  <c:v>0.200527632118159</c:v>
                </c:pt>
                <c:pt idx="749">
                  <c:v>0.203818203413929</c:v>
                </c:pt>
                <c:pt idx="750">
                  <c:v>0.190969507039174</c:v>
                </c:pt>
                <c:pt idx="751">
                  <c:v>0.193494586653904</c:v>
                </c:pt>
                <c:pt idx="752">
                  <c:v>0.228460713135872</c:v>
                </c:pt>
                <c:pt idx="753">
                  <c:v>0.204684078718659</c:v>
                </c:pt>
                <c:pt idx="754">
                  <c:v>0.205887853407796</c:v>
                </c:pt>
                <c:pt idx="755">
                  <c:v>0.181530194290502</c:v>
                </c:pt>
                <c:pt idx="756">
                  <c:v>0.173780175325515</c:v>
                </c:pt>
                <c:pt idx="757">
                  <c:v>0.164435414372501</c:v>
                </c:pt>
                <c:pt idx="758">
                  <c:v>0.155779460556985</c:v>
                </c:pt>
                <c:pt idx="759">
                  <c:v>0.151346579375292</c:v>
                </c:pt>
                <c:pt idx="760">
                  <c:v>0.143898794934088</c:v>
                </c:pt>
                <c:pt idx="761">
                  <c:v>0.154509953917823</c:v>
                </c:pt>
                <c:pt idx="762">
                  <c:v>0.136142807683159</c:v>
                </c:pt>
                <c:pt idx="763">
                  <c:v>0.13688162935974</c:v>
                </c:pt>
                <c:pt idx="764">
                  <c:v>0.141928733596272</c:v>
                </c:pt>
                <c:pt idx="765">
                  <c:v>0.136471746459324</c:v>
                </c:pt>
                <c:pt idx="766">
                  <c:v>0.132699351383435</c:v>
                </c:pt>
                <c:pt idx="767">
                  <c:v>0.139607197198044</c:v>
                </c:pt>
                <c:pt idx="768">
                  <c:v>0.145453808855099</c:v>
                </c:pt>
                <c:pt idx="769">
                  <c:v>0.141428058337302</c:v>
                </c:pt>
                <c:pt idx="770">
                  <c:v>0.177968080187416</c:v>
                </c:pt>
                <c:pt idx="771">
                  <c:v>0.180156591596408</c:v>
                </c:pt>
                <c:pt idx="772">
                  <c:v>0.188736585312656</c:v>
                </c:pt>
                <c:pt idx="773">
                  <c:v>0.189284880573872</c:v>
                </c:pt>
                <c:pt idx="774">
                  <c:v>0.172973788120589</c:v>
                </c:pt>
                <c:pt idx="775">
                  <c:v>0.173396792725043</c:v>
                </c:pt>
                <c:pt idx="776">
                  <c:v>0.172397920108327</c:v>
                </c:pt>
                <c:pt idx="777">
                  <c:v>0.188452634744978</c:v>
                </c:pt>
                <c:pt idx="778">
                  <c:v>0.172103934284898</c:v>
                </c:pt>
                <c:pt idx="779">
                  <c:v>0.160681210634205</c:v>
                </c:pt>
                <c:pt idx="780">
                  <c:v>0.130801575052426</c:v>
                </c:pt>
                <c:pt idx="781">
                  <c:v>0.138284925337838</c:v>
                </c:pt>
                <c:pt idx="782">
                  <c:v>0.146660700892266</c:v>
                </c:pt>
                <c:pt idx="783">
                  <c:v>0.176701489432374</c:v>
                </c:pt>
                <c:pt idx="784">
                  <c:v>0.192228506688742</c:v>
                </c:pt>
                <c:pt idx="785">
                  <c:v>0.197072635444941</c:v>
                </c:pt>
                <c:pt idx="786">
                  <c:v>0.178193022070061</c:v>
                </c:pt>
                <c:pt idx="787">
                  <c:v>0.188995435329813</c:v>
                </c:pt>
                <c:pt idx="788">
                  <c:v>0.180719400054735</c:v>
                </c:pt>
                <c:pt idx="789">
                  <c:v>0.165799698107521</c:v>
                </c:pt>
                <c:pt idx="790">
                  <c:v>0.164822929764877</c:v>
                </c:pt>
                <c:pt idx="791">
                  <c:v>0.162771840283184</c:v>
                </c:pt>
                <c:pt idx="792">
                  <c:v>0.158996000336148</c:v>
                </c:pt>
                <c:pt idx="793">
                  <c:v>0.146074056348051</c:v>
                </c:pt>
                <c:pt idx="794">
                  <c:v>0.135172146423165</c:v>
                </c:pt>
                <c:pt idx="795">
                  <c:v>0.143795450902109</c:v>
                </c:pt>
                <c:pt idx="796">
                  <c:v>0.141914099760205</c:v>
                </c:pt>
                <c:pt idx="797">
                  <c:v>0.130675289754073</c:v>
                </c:pt>
                <c:pt idx="798">
                  <c:v>0.130190920486313</c:v>
                </c:pt>
                <c:pt idx="799">
                  <c:v>0.155754870828709</c:v>
                </c:pt>
                <c:pt idx="800">
                  <c:v>0.148193778659213</c:v>
                </c:pt>
                <c:pt idx="801">
                  <c:v>0.148927179975016</c:v>
                </c:pt>
                <c:pt idx="802">
                  <c:v>0.144674083372311</c:v>
                </c:pt>
                <c:pt idx="803">
                  <c:v>0.141603254748303</c:v>
                </c:pt>
                <c:pt idx="804">
                  <c:v>0.130692649953214</c:v>
                </c:pt>
                <c:pt idx="805">
                  <c:v>0.151036748663629</c:v>
                </c:pt>
                <c:pt idx="806">
                  <c:v>0.144038523465122</c:v>
                </c:pt>
                <c:pt idx="807">
                  <c:v>0.153672687573627</c:v>
                </c:pt>
                <c:pt idx="808">
                  <c:v>0.18502551357373</c:v>
                </c:pt>
                <c:pt idx="809">
                  <c:v>0.150886565197414</c:v>
                </c:pt>
                <c:pt idx="810">
                  <c:v>0.153405586306996</c:v>
                </c:pt>
                <c:pt idx="811">
                  <c:v>0.171169344560291</c:v>
                </c:pt>
                <c:pt idx="812">
                  <c:v>0.186508546742897</c:v>
                </c:pt>
                <c:pt idx="813">
                  <c:v>0.193327277397001</c:v>
                </c:pt>
                <c:pt idx="814">
                  <c:v>0.159560226022799</c:v>
                </c:pt>
                <c:pt idx="815">
                  <c:v>0.156055208950466</c:v>
                </c:pt>
                <c:pt idx="816">
                  <c:v>0.165346702534644</c:v>
                </c:pt>
                <c:pt idx="817">
                  <c:v>0.166426842298009</c:v>
                </c:pt>
                <c:pt idx="818">
                  <c:v>0.144241961477891</c:v>
                </c:pt>
                <c:pt idx="819">
                  <c:v>0.141606979680225</c:v>
                </c:pt>
                <c:pt idx="820">
                  <c:v>0.142059795588384</c:v>
                </c:pt>
                <c:pt idx="821">
                  <c:v>0.14474736142424</c:v>
                </c:pt>
                <c:pt idx="822">
                  <c:v>0.13730139086734</c:v>
                </c:pt>
                <c:pt idx="823">
                  <c:v>0.131628746720295</c:v>
                </c:pt>
                <c:pt idx="824">
                  <c:v>0.146037946620837</c:v>
                </c:pt>
                <c:pt idx="825">
                  <c:v>0.161856761920742</c:v>
                </c:pt>
                <c:pt idx="826">
                  <c:v>0.150774525478851</c:v>
                </c:pt>
                <c:pt idx="827">
                  <c:v>0.156286221472394</c:v>
                </c:pt>
                <c:pt idx="828">
                  <c:v>0.177131428074084</c:v>
                </c:pt>
                <c:pt idx="829">
                  <c:v>0.165430966665649</c:v>
                </c:pt>
                <c:pt idx="830">
                  <c:v>0.166814670614047</c:v>
                </c:pt>
                <c:pt idx="831">
                  <c:v>0.160016221472603</c:v>
                </c:pt>
                <c:pt idx="832">
                  <c:v>0.187953933903752</c:v>
                </c:pt>
                <c:pt idx="833">
                  <c:v>0.172614465425822</c:v>
                </c:pt>
                <c:pt idx="834">
                  <c:v>0.182953513020791</c:v>
                </c:pt>
                <c:pt idx="835">
                  <c:v>0.175698842860703</c:v>
                </c:pt>
                <c:pt idx="836">
                  <c:v>0.160963118450371</c:v>
                </c:pt>
                <c:pt idx="837">
                  <c:v>0.156475142475187</c:v>
                </c:pt>
                <c:pt idx="838">
                  <c:v>0.173443248318712</c:v>
                </c:pt>
                <c:pt idx="839">
                  <c:v>0.186666526745926</c:v>
                </c:pt>
                <c:pt idx="840">
                  <c:v>0.189199854099598</c:v>
                </c:pt>
                <c:pt idx="841">
                  <c:v>0.182074319571858</c:v>
                </c:pt>
                <c:pt idx="842">
                  <c:v>0.161238639927602</c:v>
                </c:pt>
                <c:pt idx="843">
                  <c:v>0.168308884211376</c:v>
                </c:pt>
                <c:pt idx="844">
                  <c:v>0.15865580770649</c:v>
                </c:pt>
                <c:pt idx="845">
                  <c:v>0.146451002403158</c:v>
                </c:pt>
                <c:pt idx="846">
                  <c:v>0.181168345557776</c:v>
                </c:pt>
                <c:pt idx="847">
                  <c:v>0.195753647334123</c:v>
                </c:pt>
                <c:pt idx="848">
                  <c:v>0.214151401912319</c:v>
                </c:pt>
                <c:pt idx="849">
                  <c:v>0.297521169615959</c:v>
                </c:pt>
                <c:pt idx="850">
                  <c:v>0.299637440763805</c:v>
                </c:pt>
                <c:pt idx="851">
                  <c:v>0.249824556692101</c:v>
                </c:pt>
                <c:pt idx="852">
                  <c:v>0.235137005275931</c:v>
                </c:pt>
                <c:pt idx="853">
                  <c:v>0.198432267512098</c:v>
                </c:pt>
                <c:pt idx="854">
                  <c:v>0.235081609745541</c:v>
                </c:pt>
                <c:pt idx="855">
                  <c:v>0.245934260824452</c:v>
                </c:pt>
                <c:pt idx="856">
                  <c:v>0.215971464773135</c:v>
                </c:pt>
                <c:pt idx="857">
                  <c:v>0.168445427977061</c:v>
                </c:pt>
                <c:pt idx="858">
                  <c:v>0.148057239795622</c:v>
                </c:pt>
                <c:pt idx="859">
                  <c:v>0.157390438205096</c:v>
                </c:pt>
                <c:pt idx="860">
                  <c:v>0.13622618331226</c:v>
                </c:pt>
                <c:pt idx="861">
                  <c:v>0.122329590003161</c:v>
                </c:pt>
                <c:pt idx="862">
                  <c:v>0.140201653242099</c:v>
                </c:pt>
                <c:pt idx="863">
                  <c:v>0.143703117419244</c:v>
                </c:pt>
                <c:pt idx="864">
                  <c:v>0.14468832824494</c:v>
                </c:pt>
                <c:pt idx="865">
                  <c:v>0.159863045175465</c:v>
                </c:pt>
                <c:pt idx="866">
                  <c:v>0.178652892796837</c:v>
                </c:pt>
                <c:pt idx="867">
                  <c:v>0.203248609510795</c:v>
                </c:pt>
                <c:pt idx="868">
                  <c:v>0.173381154361801</c:v>
                </c:pt>
                <c:pt idx="869">
                  <c:v>0.153891987709997</c:v>
                </c:pt>
                <c:pt idx="870">
                  <c:v>0.147237409716668</c:v>
                </c:pt>
                <c:pt idx="871">
                  <c:v>0.139028307047733</c:v>
                </c:pt>
                <c:pt idx="872">
                  <c:v>0.149454260640629</c:v>
                </c:pt>
                <c:pt idx="873">
                  <c:v>0.149269021692464</c:v>
                </c:pt>
                <c:pt idx="874">
                  <c:v>0.141062989827183</c:v>
                </c:pt>
                <c:pt idx="875">
                  <c:v>0.165601088443469</c:v>
                </c:pt>
                <c:pt idx="876">
                  <c:v>0.163019401108821</c:v>
                </c:pt>
                <c:pt idx="877">
                  <c:v>0.147772823386598</c:v>
                </c:pt>
                <c:pt idx="878">
                  <c:v>0.166777731635173</c:v>
                </c:pt>
                <c:pt idx="879">
                  <c:v>0.171806932645807</c:v>
                </c:pt>
                <c:pt idx="880">
                  <c:v>0.170807236464507</c:v>
                </c:pt>
                <c:pt idx="881">
                  <c:v>0.159774108115879</c:v>
                </c:pt>
                <c:pt idx="882">
                  <c:v>0.143396787568948</c:v>
                </c:pt>
                <c:pt idx="883">
                  <c:v>0.147505596921033</c:v>
                </c:pt>
                <c:pt idx="884">
                  <c:v>0.16296699656647</c:v>
                </c:pt>
                <c:pt idx="885">
                  <c:v>0.23195707360755</c:v>
                </c:pt>
                <c:pt idx="886">
                  <c:v>0.454881171020118</c:v>
                </c:pt>
                <c:pt idx="887">
                  <c:v>0.674908881321982</c:v>
                </c:pt>
                <c:pt idx="888">
                  <c:v>0.609594287360166</c:v>
                </c:pt>
                <c:pt idx="889">
                  <c:v>0.476544044626641</c:v>
                </c:pt>
                <c:pt idx="890">
                  <c:v>0.389632794017993</c:v>
                </c:pt>
                <c:pt idx="891">
                  <c:v>0.387247479020967</c:v>
                </c:pt>
                <c:pt idx="892">
                  <c:v>0.365749249870791</c:v>
                </c:pt>
                <c:pt idx="893">
                  <c:v>0.403688750824412</c:v>
                </c:pt>
                <c:pt idx="894">
                  <c:v>0.314035481808818</c:v>
                </c:pt>
                <c:pt idx="895">
                  <c:v>0.290988537126855</c:v>
                </c:pt>
                <c:pt idx="896">
                  <c:v>0.349252708791705</c:v>
                </c:pt>
                <c:pt idx="897">
                  <c:v>0.309589694993116</c:v>
                </c:pt>
                <c:pt idx="898">
                  <c:v>0.332235737377816</c:v>
                </c:pt>
                <c:pt idx="899">
                  <c:v>0.319040749844071</c:v>
                </c:pt>
                <c:pt idx="900">
                  <c:v>0.302094914459067</c:v>
                </c:pt>
                <c:pt idx="901">
                  <c:v>0.290964277787801</c:v>
                </c:pt>
                <c:pt idx="902">
                  <c:v>0.27806541741093</c:v>
                </c:pt>
                <c:pt idx="903">
                  <c:v>0.282253619520567</c:v>
                </c:pt>
                <c:pt idx="904">
                  <c:v>0.275648906627815</c:v>
                </c:pt>
                <c:pt idx="905">
                  <c:v>0.281486707468563</c:v>
                </c:pt>
                <c:pt idx="906">
                  <c:v>0.240132110328373</c:v>
                </c:pt>
                <c:pt idx="907">
                  <c:v>0.255465164853831</c:v>
                </c:pt>
                <c:pt idx="908">
                  <c:v>0.251885951349015</c:v>
                </c:pt>
                <c:pt idx="909">
                  <c:v>0.274939762194574</c:v>
                </c:pt>
                <c:pt idx="910">
                  <c:v>0.263649444151122</c:v>
                </c:pt>
                <c:pt idx="911">
                  <c:v>0.326989013092612</c:v>
                </c:pt>
                <c:pt idx="912">
                  <c:v>0.312131993491366</c:v>
                </c:pt>
                <c:pt idx="913">
                  <c:v>0.282965969226715</c:v>
                </c:pt>
                <c:pt idx="914">
                  <c:v>0.250429442458699</c:v>
                </c:pt>
                <c:pt idx="915">
                  <c:v>0.223733491957823</c:v>
                </c:pt>
                <c:pt idx="916">
                  <c:v>0.226652874123986</c:v>
                </c:pt>
                <c:pt idx="917">
                  <c:v>0.223012028084856</c:v>
                </c:pt>
                <c:pt idx="918">
                  <c:v>0.212767353554794</c:v>
                </c:pt>
                <c:pt idx="919">
                  <c:v>0.201509315385422</c:v>
                </c:pt>
                <c:pt idx="920">
                  <c:v>0.192123775002638</c:v>
                </c:pt>
                <c:pt idx="921">
                  <c:v>0.180014553214027</c:v>
                </c:pt>
                <c:pt idx="922">
                  <c:v>0.193167425578798</c:v>
                </c:pt>
                <c:pt idx="923">
                  <c:v>0.200095514475494</c:v>
                </c:pt>
                <c:pt idx="924">
                  <c:v>0.168452057992935</c:v>
                </c:pt>
                <c:pt idx="925">
                  <c:v>0.148778357203025</c:v>
                </c:pt>
                <c:pt idx="926">
                  <c:v>0.169681315761276</c:v>
                </c:pt>
                <c:pt idx="927">
                  <c:v>0.173368595042665</c:v>
                </c:pt>
                <c:pt idx="928">
                  <c:v>0.191631902784461</c:v>
                </c:pt>
                <c:pt idx="929">
                  <c:v>0.170932866965148</c:v>
                </c:pt>
                <c:pt idx="930">
                  <c:v>0.157185766030597</c:v>
                </c:pt>
                <c:pt idx="931">
                  <c:v>0.17940519687687</c:v>
                </c:pt>
                <c:pt idx="932">
                  <c:v>0.193977925311947</c:v>
                </c:pt>
                <c:pt idx="933">
                  <c:v>0.174828301622309</c:v>
                </c:pt>
                <c:pt idx="934">
                  <c:v>0.17786176345479</c:v>
                </c:pt>
                <c:pt idx="935">
                  <c:v>0.176265856710577</c:v>
                </c:pt>
                <c:pt idx="936">
                  <c:v>0.160687351558926</c:v>
                </c:pt>
                <c:pt idx="937">
                  <c:v>0.160926287984812</c:v>
                </c:pt>
                <c:pt idx="938">
                  <c:v>0.181935552592242</c:v>
                </c:pt>
                <c:pt idx="939">
                  <c:v>0.178298136479049</c:v>
                </c:pt>
                <c:pt idx="940">
                  <c:v>0.155884483328486</c:v>
                </c:pt>
                <c:pt idx="941">
                  <c:v>0.207854571597333</c:v>
                </c:pt>
                <c:pt idx="942">
                  <c:v>0.202783563709988</c:v>
                </c:pt>
                <c:pt idx="943">
                  <c:v>0.206274178076826</c:v>
                </c:pt>
                <c:pt idx="944">
                  <c:v>0.238216308858275</c:v>
                </c:pt>
                <c:pt idx="945">
                  <c:v>0.274326186919282</c:v>
                </c:pt>
                <c:pt idx="946">
                  <c:v>0.235584622769795</c:v>
                </c:pt>
                <c:pt idx="947">
                  <c:v>0.235680686290522</c:v>
                </c:pt>
                <c:pt idx="948">
                  <c:v>0.201074350432236</c:v>
                </c:pt>
                <c:pt idx="949">
                  <c:v>0.201111344160865</c:v>
                </c:pt>
                <c:pt idx="950">
                  <c:v>0.211633773510527</c:v>
                </c:pt>
                <c:pt idx="951">
                  <c:v>0.203271840724645</c:v>
                </c:pt>
                <c:pt idx="952">
                  <c:v>0.201305337380653</c:v>
                </c:pt>
                <c:pt idx="953">
                  <c:v>0.205788847452733</c:v>
                </c:pt>
                <c:pt idx="954">
                  <c:v>0.196577262242772</c:v>
                </c:pt>
                <c:pt idx="955">
                  <c:v>0.169453365418473</c:v>
                </c:pt>
                <c:pt idx="956">
                  <c:v>0.192366769542496</c:v>
                </c:pt>
                <c:pt idx="957">
                  <c:v>0.230611514388994</c:v>
                </c:pt>
                <c:pt idx="958">
                  <c:v>0.165849150911597</c:v>
                </c:pt>
                <c:pt idx="959">
                  <c:v>0.207658405006231</c:v>
                </c:pt>
                <c:pt idx="960">
                  <c:v>0.221014657625829</c:v>
                </c:pt>
                <c:pt idx="961">
                  <c:v>0.248936172384284</c:v>
                </c:pt>
                <c:pt idx="962">
                  <c:v>0.260265070595422</c:v>
                </c:pt>
                <c:pt idx="963">
                  <c:v>0.33683967227003</c:v>
                </c:pt>
                <c:pt idx="964">
                  <c:v>0.319735470919341</c:v>
                </c:pt>
                <c:pt idx="965">
                  <c:v>0.277387225600918</c:v>
                </c:pt>
                <c:pt idx="966">
                  <c:v>0.243034184913333</c:v>
                </c:pt>
                <c:pt idx="967">
                  <c:v>0.243357333980042</c:v>
                </c:pt>
                <c:pt idx="968">
                  <c:v>0.260603672271345</c:v>
                </c:pt>
                <c:pt idx="969">
                  <c:v>0.2256617078417</c:v>
                </c:pt>
                <c:pt idx="970">
                  <c:v>0.198308817970038</c:v>
                </c:pt>
                <c:pt idx="971">
                  <c:v>0.197847760715198</c:v>
                </c:pt>
                <c:pt idx="972">
                  <c:v>0.196581165462098</c:v>
                </c:pt>
                <c:pt idx="973">
                  <c:v>0.186449648192392</c:v>
                </c:pt>
                <c:pt idx="974">
                  <c:v>0.201473397096941</c:v>
                </c:pt>
                <c:pt idx="975">
                  <c:v>0.223055788726021</c:v>
                </c:pt>
                <c:pt idx="976">
                  <c:v>0.256081794645717</c:v>
                </c:pt>
                <c:pt idx="977">
                  <c:v>0.23617834327698</c:v>
                </c:pt>
                <c:pt idx="978">
                  <c:v>0.245724749750492</c:v>
                </c:pt>
                <c:pt idx="979">
                  <c:v>0.293111501852204</c:v>
                </c:pt>
                <c:pt idx="980">
                  <c:v>0.333675655418595</c:v>
                </c:pt>
                <c:pt idx="981">
                  <c:v>0.296009274729821</c:v>
                </c:pt>
                <c:pt idx="982">
                  <c:v>0.252740064323489</c:v>
                </c:pt>
                <c:pt idx="983">
                  <c:v>0.304284690070463</c:v>
                </c:pt>
                <c:pt idx="984">
                  <c:v>0.305371512455675</c:v>
                </c:pt>
                <c:pt idx="985">
                  <c:v>0.375465915039348</c:v>
                </c:pt>
                <c:pt idx="986">
                  <c:v>0.364275847223906</c:v>
                </c:pt>
                <c:pt idx="987">
                  <c:v>0.373569283557948</c:v>
                </c:pt>
                <c:pt idx="988">
                  <c:v>0.354013157435357</c:v>
                </c:pt>
                <c:pt idx="989">
                  <c:v>0.274644719122841</c:v>
                </c:pt>
                <c:pt idx="990">
                  <c:v>0.294019644948448</c:v>
                </c:pt>
                <c:pt idx="991">
                  <c:v>0.271142499434272</c:v>
                </c:pt>
                <c:pt idx="992">
                  <c:v>0.275348061182215</c:v>
                </c:pt>
                <c:pt idx="993">
                  <c:v>0.25591869919184</c:v>
                </c:pt>
                <c:pt idx="994">
                  <c:v>0.217217371296836</c:v>
                </c:pt>
                <c:pt idx="995">
                  <c:v>0.222225998204266</c:v>
                </c:pt>
                <c:pt idx="996">
                  <c:v>0.238710372522183</c:v>
                </c:pt>
                <c:pt idx="997">
                  <c:v>0.244886310097004</c:v>
                </c:pt>
                <c:pt idx="998">
                  <c:v>0.24907524988571</c:v>
                </c:pt>
                <c:pt idx="999">
                  <c:v>0.263716258612532</c:v>
                </c:pt>
                <c:pt idx="1000">
                  <c:v>0.302502646918235</c:v>
                </c:pt>
                <c:pt idx="1001">
                  <c:v>0.316301801918032</c:v>
                </c:pt>
                <c:pt idx="1002">
                  <c:v>0.315792032729486</c:v>
                </c:pt>
                <c:pt idx="1003">
                  <c:v>0.344106461401631</c:v>
                </c:pt>
                <c:pt idx="1004">
                  <c:v>0.303739255881859</c:v>
                </c:pt>
                <c:pt idx="1005">
                  <c:v>0.258112658312013</c:v>
                </c:pt>
                <c:pt idx="1006">
                  <c:v>0.232822668140617</c:v>
                </c:pt>
                <c:pt idx="1007">
                  <c:v>0.231174054263062</c:v>
                </c:pt>
                <c:pt idx="1008">
                  <c:v>0.208064633543454</c:v>
                </c:pt>
                <c:pt idx="1009">
                  <c:v>0.188443117266729</c:v>
                </c:pt>
                <c:pt idx="1010">
                  <c:v>0.231862125646403</c:v>
                </c:pt>
                <c:pt idx="1011">
                  <c:v>0.227034279647122</c:v>
                </c:pt>
                <c:pt idx="1012">
                  <c:v>0.216837250555511</c:v>
                </c:pt>
                <c:pt idx="1013">
                  <c:v>0.213273770360204</c:v>
                </c:pt>
                <c:pt idx="1014">
                  <c:v>0.22266941057516</c:v>
                </c:pt>
                <c:pt idx="1015">
                  <c:v>0.190172217059187</c:v>
                </c:pt>
                <c:pt idx="1016">
                  <c:v>0.169973815808352</c:v>
                </c:pt>
                <c:pt idx="1017">
                  <c:v>0.177912130791827</c:v>
                </c:pt>
                <c:pt idx="1018">
                  <c:v>0.177157041634631</c:v>
                </c:pt>
                <c:pt idx="1019">
                  <c:v>0.198354566364973</c:v>
                </c:pt>
                <c:pt idx="1020">
                  <c:v>0.214162281898719</c:v>
                </c:pt>
                <c:pt idx="1021">
                  <c:v>0.212119978227728</c:v>
                </c:pt>
                <c:pt idx="1022">
                  <c:v>0.218446798652685</c:v>
                </c:pt>
                <c:pt idx="1023">
                  <c:v>0.192637651738996</c:v>
                </c:pt>
                <c:pt idx="1024">
                  <c:v>0.183191958943172</c:v>
                </c:pt>
                <c:pt idx="1025">
                  <c:v>0.189056499072883</c:v>
                </c:pt>
                <c:pt idx="1026">
                  <c:v>0.167669403986002</c:v>
                </c:pt>
                <c:pt idx="1027">
                  <c:v>0.169323035875046</c:v>
                </c:pt>
                <c:pt idx="1028">
                  <c:v>0.158241523020411</c:v>
                </c:pt>
                <c:pt idx="1029">
                  <c:v>0.153259081568063</c:v>
                </c:pt>
                <c:pt idx="1030">
                  <c:v>0.158306973088548</c:v>
                </c:pt>
                <c:pt idx="1031">
                  <c:v>0.169189835336904</c:v>
                </c:pt>
                <c:pt idx="1032">
                  <c:v>0.156490009061875</c:v>
                </c:pt>
                <c:pt idx="1033">
                  <c:v>0.135970357141533</c:v>
                </c:pt>
                <c:pt idx="1034">
                  <c:v>0.129015430702036</c:v>
                </c:pt>
                <c:pt idx="1035">
                  <c:v>0.140366217364142</c:v>
                </c:pt>
                <c:pt idx="1036">
                  <c:v>0.127554090738296</c:v>
                </c:pt>
                <c:pt idx="1037">
                  <c:v>0.140955643594125</c:v>
                </c:pt>
                <c:pt idx="1038">
                  <c:v>0.161614183176602</c:v>
                </c:pt>
                <c:pt idx="1039">
                  <c:v>0.138952599926936</c:v>
                </c:pt>
                <c:pt idx="1040">
                  <c:v>0.185407485824895</c:v>
                </c:pt>
                <c:pt idx="1041">
                  <c:v>0.181294881662284</c:v>
                </c:pt>
                <c:pt idx="1042">
                  <c:v>0.16906620286902</c:v>
                </c:pt>
                <c:pt idx="1043">
                  <c:v>0.154309084891038</c:v>
                </c:pt>
                <c:pt idx="1044">
                  <c:v>0.135906256639315</c:v>
                </c:pt>
                <c:pt idx="1045">
                  <c:v>0.139543834972291</c:v>
                </c:pt>
                <c:pt idx="1046">
                  <c:v>0.140493092774084</c:v>
                </c:pt>
                <c:pt idx="1047">
                  <c:v>0.146501821139725</c:v>
                </c:pt>
                <c:pt idx="1048">
                  <c:v>0.139906228057571</c:v>
                </c:pt>
                <c:pt idx="1049">
                  <c:v>0.13861391844369</c:v>
                </c:pt>
                <c:pt idx="1050">
                  <c:v>0.154208260634603</c:v>
                </c:pt>
                <c:pt idx="1051">
                  <c:v>0.135299597865936</c:v>
                </c:pt>
                <c:pt idx="1052">
                  <c:v>0.14667253941084</c:v>
                </c:pt>
                <c:pt idx="1053">
                  <c:v>0.145704943172288</c:v>
                </c:pt>
                <c:pt idx="1054">
                  <c:v>0.138229906406692</c:v>
                </c:pt>
                <c:pt idx="1055">
                  <c:v>0.170416626111035</c:v>
                </c:pt>
                <c:pt idx="1056">
                  <c:v>0.181717007144019</c:v>
                </c:pt>
                <c:pt idx="1057">
                  <c:v>0.157591494561487</c:v>
                </c:pt>
                <c:pt idx="1058">
                  <c:v>0.166051560878806</c:v>
                </c:pt>
                <c:pt idx="1059">
                  <c:v>0.1714012907577</c:v>
                </c:pt>
                <c:pt idx="1060">
                  <c:v>0.174303183731325</c:v>
                </c:pt>
                <c:pt idx="1061">
                  <c:v>0.155020322617475</c:v>
                </c:pt>
                <c:pt idx="1062">
                  <c:v>0.157248021489037</c:v>
                </c:pt>
                <c:pt idx="1063">
                  <c:v>0.138988021077656</c:v>
                </c:pt>
                <c:pt idx="1064">
                  <c:v>0.159332657675436</c:v>
                </c:pt>
                <c:pt idx="1065">
                  <c:v>0.161584068198355</c:v>
                </c:pt>
                <c:pt idx="1066">
                  <c:v>0.173614923558907</c:v>
                </c:pt>
                <c:pt idx="1067">
                  <c:v>0.154386340624168</c:v>
                </c:pt>
                <c:pt idx="1068">
                  <c:v>0.172304067927798</c:v>
                </c:pt>
                <c:pt idx="1069">
                  <c:v>0.182983632065418</c:v>
                </c:pt>
                <c:pt idx="1070">
                  <c:v>0.180351452571531</c:v>
                </c:pt>
                <c:pt idx="1071">
                  <c:v>0.149330799310653</c:v>
                </c:pt>
                <c:pt idx="1072">
                  <c:v>0.149241044579729</c:v>
                </c:pt>
                <c:pt idx="1073">
                  <c:v>0.140486406237601</c:v>
                </c:pt>
                <c:pt idx="1074">
                  <c:v>0.144948778907294</c:v>
                </c:pt>
                <c:pt idx="1075">
                  <c:v>0.142660403386854</c:v>
                </c:pt>
                <c:pt idx="1076">
                  <c:v>0.136769453640269</c:v>
                </c:pt>
                <c:pt idx="1077">
                  <c:v>0.134766508021926</c:v>
                </c:pt>
                <c:pt idx="1078">
                  <c:v>0.134939551523634</c:v>
                </c:pt>
                <c:pt idx="1079">
                  <c:v>0.12836986768558</c:v>
                </c:pt>
                <c:pt idx="1080">
                  <c:v>0.112312431622854</c:v>
                </c:pt>
                <c:pt idx="1081">
                  <c:v>0.126269465029481</c:v>
                </c:pt>
                <c:pt idx="1082">
                  <c:v>0.126185651138958</c:v>
                </c:pt>
                <c:pt idx="1083">
                  <c:v>0.115075940082679</c:v>
                </c:pt>
                <c:pt idx="1084">
                  <c:v>0.152771210835878</c:v>
                </c:pt>
                <c:pt idx="1085">
                  <c:v>0.192713677701914</c:v>
                </c:pt>
                <c:pt idx="1086">
                  <c:v>0.237032675415438</c:v>
                </c:pt>
                <c:pt idx="1087">
                  <c:v>0.235011596389887</c:v>
                </c:pt>
                <c:pt idx="1088">
                  <c:v>0.219283034229387</c:v>
                </c:pt>
                <c:pt idx="1089">
                  <c:v>0.271449711490242</c:v>
                </c:pt>
                <c:pt idx="1090">
                  <c:v>0.277047145890727</c:v>
                </c:pt>
                <c:pt idx="1091">
                  <c:v>0.271247677291398</c:v>
                </c:pt>
                <c:pt idx="1092">
                  <c:v>0.2759749751612</c:v>
                </c:pt>
                <c:pt idx="1093">
                  <c:v>0.344985635121085</c:v>
                </c:pt>
                <c:pt idx="1094">
                  <c:v>0.320657655588071</c:v>
                </c:pt>
                <c:pt idx="1095">
                  <c:v>0.389269188034018</c:v>
                </c:pt>
                <c:pt idx="1096">
                  <c:v>0.32900538015841</c:v>
                </c:pt>
                <c:pt idx="1097">
                  <c:v>0.231443411243657</c:v>
                </c:pt>
                <c:pt idx="1098">
                  <c:v>0.210271204552817</c:v>
                </c:pt>
                <c:pt idx="1099">
                  <c:v>0.192452963192648</c:v>
                </c:pt>
                <c:pt idx="1100">
                  <c:v>0.183262751408569</c:v>
                </c:pt>
                <c:pt idx="1101">
                  <c:v>0.173661120861989</c:v>
                </c:pt>
                <c:pt idx="1102">
                  <c:v>0.158504663847421</c:v>
                </c:pt>
                <c:pt idx="1103">
                  <c:v>0.174994958094735</c:v>
                </c:pt>
                <c:pt idx="1104">
                  <c:v>0.146337167287723</c:v>
                </c:pt>
                <c:pt idx="1105">
                  <c:v>0.135554803435696</c:v>
                </c:pt>
                <c:pt idx="1106">
                  <c:v>0.128349976187995</c:v>
                </c:pt>
                <c:pt idx="1107">
                  <c:v>0.124359166348997</c:v>
                </c:pt>
                <c:pt idx="1108">
                  <c:v>0.11351971217607</c:v>
                </c:pt>
                <c:pt idx="1109">
                  <c:v>0.104463524023966</c:v>
                </c:pt>
                <c:pt idx="1110">
                  <c:v>0.1185106003301</c:v>
                </c:pt>
                <c:pt idx="1111">
                  <c:v>0.127469481406759</c:v>
                </c:pt>
                <c:pt idx="1112">
                  <c:v>0.115387828080069</c:v>
                </c:pt>
                <c:pt idx="1113">
                  <c:v>0.138975897996126</c:v>
                </c:pt>
                <c:pt idx="1114">
                  <c:v>0.124034876182086</c:v>
                </c:pt>
                <c:pt idx="1115">
                  <c:v>0.138992489176082</c:v>
                </c:pt>
                <c:pt idx="1116">
                  <c:v>0.13697014216546</c:v>
                </c:pt>
                <c:pt idx="1117">
                  <c:v>0.128640707465351</c:v>
                </c:pt>
                <c:pt idx="1118">
                  <c:v>0.132115509750957</c:v>
                </c:pt>
                <c:pt idx="1119">
                  <c:v>0.116908870504753</c:v>
                </c:pt>
                <c:pt idx="1120">
                  <c:v>0.127681733426892</c:v>
                </c:pt>
                <c:pt idx="1121">
                  <c:v>0.140346240341434</c:v>
                </c:pt>
                <c:pt idx="1122">
                  <c:v>0.12578328554883</c:v>
                </c:pt>
                <c:pt idx="1123">
                  <c:v>0.129231132643995</c:v>
                </c:pt>
                <c:pt idx="1124">
                  <c:v>0.103262035966467</c:v>
                </c:pt>
                <c:pt idx="1125">
                  <c:v>0.11921897449257</c:v>
                </c:pt>
                <c:pt idx="1126">
                  <c:v>0.119516503999311</c:v>
                </c:pt>
                <c:pt idx="1127">
                  <c:v>0.134502703243217</c:v>
                </c:pt>
                <c:pt idx="1128">
                  <c:v>0.129940946620693</c:v>
                </c:pt>
                <c:pt idx="1129">
                  <c:v>0.129907964076625</c:v>
                </c:pt>
                <c:pt idx="1130">
                  <c:v>0.118092896888188</c:v>
                </c:pt>
                <c:pt idx="1131">
                  <c:v>0.128445079242629</c:v>
                </c:pt>
                <c:pt idx="1132">
                  <c:v>0.119983568359348</c:v>
                </c:pt>
                <c:pt idx="1133">
                  <c:v>0.132400707729278</c:v>
                </c:pt>
                <c:pt idx="1134">
                  <c:v>0.125039994713181</c:v>
                </c:pt>
                <c:pt idx="1135">
                  <c:v>0.135426046263277</c:v>
                </c:pt>
                <c:pt idx="1136">
                  <c:v>0.133118850418223</c:v>
                </c:pt>
                <c:pt idx="1137">
                  <c:v>0.16504564176395</c:v>
                </c:pt>
                <c:pt idx="1138">
                  <c:v>0.176531236377852</c:v>
                </c:pt>
                <c:pt idx="1139">
                  <c:v>0.164680347577032</c:v>
                </c:pt>
                <c:pt idx="1140">
                  <c:v>0.145593934734462</c:v>
                </c:pt>
                <c:pt idx="1141">
                  <c:v>0.144421715099681</c:v>
                </c:pt>
                <c:pt idx="1142">
                  <c:v>0.159275289447856</c:v>
                </c:pt>
                <c:pt idx="1143">
                  <c:v>0.160076818652887</c:v>
                </c:pt>
                <c:pt idx="1144">
                  <c:v>0.137754175796455</c:v>
                </c:pt>
                <c:pt idx="1145">
                  <c:v>0.125247706434921</c:v>
                </c:pt>
                <c:pt idx="1146">
                  <c:v>0.125060757940438</c:v>
                </c:pt>
                <c:pt idx="1147">
                  <c:v>0.145590839811518</c:v>
                </c:pt>
                <c:pt idx="1148">
                  <c:v>0.230330556176465</c:v>
                </c:pt>
                <c:pt idx="1149">
                  <c:v>0.186316634641673</c:v>
                </c:pt>
                <c:pt idx="1150">
                  <c:v>0.224817068380441</c:v>
                </c:pt>
                <c:pt idx="1151">
                  <c:v>0.220189950201903</c:v>
                </c:pt>
                <c:pt idx="1152">
                  <c:v>0.206541540250634</c:v>
                </c:pt>
                <c:pt idx="1153">
                  <c:v>0.190637910205979</c:v>
                </c:pt>
                <c:pt idx="1154">
                  <c:v>0.186110950395395</c:v>
                </c:pt>
                <c:pt idx="1155">
                  <c:v>0.192757666440127</c:v>
                </c:pt>
                <c:pt idx="1156">
                  <c:v>0.157202789485943</c:v>
                </c:pt>
                <c:pt idx="1157">
                  <c:v>0.1359079016664</c:v>
                </c:pt>
                <c:pt idx="1158">
                  <c:v>0.140101317997206</c:v>
                </c:pt>
                <c:pt idx="1159">
                  <c:v>0.178083772846869</c:v>
                </c:pt>
                <c:pt idx="1160">
                  <c:v>0.157905280204983</c:v>
                </c:pt>
                <c:pt idx="1161">
                  <c:v>0.139126466578154</c:v>
                </c:pt>
                <c:pt idx="1162">
                  <c:v>0.182890887527701</c:v>
                </c:pt>
                <c:pt idx="1163">
                  <c:v>0.159482972535049</c:v>
                </c:pt>
                <c:pt idx="1164">
                  <c:v>0.156026358828017</c:v>
                </c:pt>
                <c:pt idx="1165">
                  <c:v>0.154867213667718</c:v>
                </c:pt>
                <c:pt idx="1166">
                  <c:v>0.148515225101471</c:v>
                </c:pt>
                <c:pt idx="1167">
                  <c:v>0.143588504880507</c:v>
                </c:pt>
                <c:pt idx="1168">
                  <c:v>0.137674185696346</c:v>
                </c:pt>
                <c:pt idx="1169">
                  <c:v>0.125622338327237</c:v>
                </c:pt>
                <c:pt idx="1170">
                  <c:v>0.155520403595507</c:v>
                </c:pt>
                <c:pt idx="1171">
                  <c:v>0.149324812956105</c:v>
                </c:pt>
                <c:pt idx="1172">
                  <c:v>0.169994140352054</c:v>
                </c:pt>
                <c:pt idx="1173">
                  <c:v>0.160141556503037</c:v>
                </c:pt>
                <c:pt idx="1174">
                  <c:v>0.150370436606715</c:v>
                </c:pt>
                <c:pt idx="1175">
                  <c:v>0.138897189296913</c:v>
                </c:pt>
                <c:pt idx="1176">
                  <c:v>0.133272985037427</c:v>
                </c:pt>
                <c:pt idx="1177">
                  <c:v>0.132131996529518</c:v>
                </c:pt>
                <c:pt idx="1178">
                  <c:v>0.121045265888414</c:v>
                </c:pt>
                <c:pt idx="1179">
                  <c:v>0.122580838211929</c:v>
                </c:pt>
                <c:pt idx="1180">
                  <c:v>0.135811013432632</c:v>
                </c:pt>
                <c:pt idx="1181">
                  <c:v>0.147080453893493</c:v>
                </c:pt>
                <c:pt idx="1182">
                  <c:v>0.161521881634535</c:v>
                </c:pt>
                <c:pt idx="1183">
                  <c:v>0.187014404320516</c:v>
                </c:pt>
                <c:pt idx="1184">
                  <c:v>0.182991083236805</c:v>
                </c:pt>
                <c:pt idx="1185">
                  <c:v>0.275237452638324</c:v>
                </c:pt>
                <c:pt idx="1186">
                  <c:v>0.282349240486805</c:v>
                </c:pt>
                <c:pt idx="1187">
                  <c:v>0.324926148282216</c:v>
                </c:pt>
                <c:pt idx="1188">
                  <c:v>0.382273168217865</c:v>
                </c:pt>
                <c:pt idx="1189">
                  <c:v>0.353122650878581</c:v>
                </c:pt>
                <c:pt idx="1190">
                  <c:v>0.342213994354392</c:v>
                </c:pt>
                <c:pt idx="1191">
                  <c:v>0.25816648984809</c:v>
                </c:pt>
                <c:pt idx="1192">
                  <c:v>0.205055101693316</c:v>
                </c:pt>
                <c:pt idx="1193">
                  <c:v>0.188012655725709</c:v>
                </c:pt>
                <c:pt idx="1194">
                  <c:v>0.168792542426781</c:v>
                </c:pt>
                <c:pt idx="1195">
                  <c:v>0.132176972893878</c:v>
                </c:pt>
                <c:pt idx="1196">
                  <c:v>0.122005198545323</c:v>
                </c:pt>
                <c:pt idx="1197">
                  <c:v>0.129131122487644</c:v>
                </c:pt>
                <c:pt idx="1198">
                  <c:v>0.135554501654521</c:v>
                </c:pt>
                <c:pt idx="1199">
                  <c:v>0.11968522479946</c:v>
                </c:pt>
                <c:pt idx="1200">
                  <c:v>0.128158592584883</c:v>
                </c:pt>
                <c:pt idx="1201">
                  <c:v>0.13294847374393</c:v>
                </c:pt>
                <c:pt idx="1202">
                  <c:v>0.147744003767978</c:v>
                </c:pt>
                <c:pt idx="1203">
                  <c:v>0.149174319245132</c:v>
                </c:pt>
                <c:pt idx="1204">
                  <c:v>0.153017245578559</c:v>
                </c:pt>
                <c:pt idx="1205">
                  <c:v>0.172883432241021</c:v>
                </c:pt>
                <c:pt idx="1206">
                  <c:v>0.163475902079527</c:v>
                </c:pt>
                <c:pt idx="1207">
                  <c:v>0.120571430053752</c:v>
                </c:pt>
                <c:pt idx="1208">
                  <c:v>0.12232731582177</c:v>
                </c:pt>
                <c:pt idx="1209">
                  <c:v>0.114369180098951</c:v>
                </c:pt>
                <c:pt idx="1210">
                  <c:v>0.14056422986319</c:v>
                </c:pt>
                <c:pt idx="1211">
                  <c:v>0.13304234506176</c:v>
                </c:pt>
                <c:pt idx="1212">
                  <c:v>0.133794293337757</c:v>
                </c:pt>
                <c:pt idx="1213">
                  <c:v>0.129048014997679</c:v>
                </c:pt>
                <c:pt idx="1214">
                  <c:v>0.146909522899571</c:v>
                </c:pt>
                <c:pt idx="1215">
                  <c:v>0.136046743895637</c:v>
                </c:pt>
                <c:pt idx="1216">
                  <c:v>0.127767184529557</c:v>
                </c:pt>
                <c:pt idx="1217">
                  <c:v>0.109265363413823</c:v>
                </c:pt>
                <c:pt idx="1218">
                  <c:v>0.101470598891242</c:v>
                </c:pt>
                <c:pt idx="1219">
                  <c:v>0.110553970301882</c:v>
                </c:pt>
                <c:pt idx="1220">
                  <c:v>0.112259511799097</c:v>
                </c:pt>
                <c:pt idx="1221">
                  <c:v>0.115751785790747</c:v>
                </c:pt>
                <c:pt idx="1222">
                  <c:v>0.111396910013326</c:v>
                </c:pt>
                <c:pt idx="1223">
                  <c:v>0.140656883072796</c:v>
                </c:pt>
                <c:pt idx="1224">
                  <c:v>0.143668761702097</c:v>
                </c:pt>
                <c:pt idx="1225">
                  <c:v>0.17335309639121</c:v>
                </c:pt>
                <c:pt idx="1226">
                  <c:v>0.143174700683206</c:v>
                </c:pt>
                <c:pt idx="1227">
                  <c:v>0.118508290851795</c:v>
                </c:pt>
                <c:pt idx="1228">
                  <c:v>0.121922050181312</c:v>
                </c:pt>
                <c:pt idx="1229">
                  <c:v>0.10244352788524</c:v>
                </c:pt>
                <c:pt idx="1230">
                  <c:v>0.109677568493313</c:v>
                </c:pt>
                <c:pt idx="1231">
                  <c:v>0.101361159444485</c:v>
                </c:pt>
                <c:pt idx="1232">
                  <c:v>0.113760110027138</c:v>
                </c:pt>
                <c:pt idx="1233">
                  <c:v>0.12380536298139</c:v>
                </c:pt>
                <c:pt idx="1234">
                  <c:v>0.118328463057982</c:v>
                </c:pt>
                <c:pt idx="1235">
                  <c:v>0.136135467811073</c:v>
                </c:pt>
                <c:pt idx="1236">
                  <c:v>0.136486617181765</c:v>
                </c:pt>
                <c:pt idx="1237">
                  <c:v>0.153942169143273</c:v>
                </c:pt>
                <c:pt idx="1238">
                  <c:v>0.125015073338658</c:v>
                </c:pt>
                <c:pt idx="1239">
                  <c:v>0.121769790185264</c:v>
                </c:pt>
                <c:pt idx="1240">
                  <c:v>0.0971393138567233</c:v>
                </c:pt>
                <c:pt idx="1241">
                  <c:v>0.0985575807255773</c:v>
                </c:pt>
                <c:pt idx="1242">
                  <c:v>0.117957311716435</c:v>
                </c:pt>
                <c:pt idx="1243">
                  <c:v>0.113027798806337</c:v>
                </c:pt>
                <c:pt idx="1244">
                  <c:v>0.137544246438561</c:v>
                </c:pt>
                <c:pt idx="1245">
                  <c:v>0.14620982523513</c:v>
                </c:pt>
                <c:pt idx="1246">
                  <c:v>0.14597256761945</c:v>
                </c:pt>
                <c:pt idx="1247">
                  <c:v>0.146933314958439</c:v>
                </c:pt>
                <c:pt idx="1248">
                  <c:v>0.109566960496737</c:v>
                </c:pt>
                <c:pt idx="1249">
                  <c:v>0.121867656843586</c:v>
                </c:pt>
                <c:pt idx="1250">
                  <c:v>0.124156100720589</c:v>
                </c:pt>
                <c:pt idx="1251">
                  <c:v>0.116042657820679</c:v>
                </c:pt>
                <c:pt idx="1252">
                  <c:v>0.11015560357189</c:v>
                </c:pt>
                <c:pt idx="1253">
                  <c:v>0.105877108029802</c:v>
                </c:pt>
                <c:pt idx="1254">
                  <c:v>0.100834513188631</c:v>
                </c:pt>
                <c:pt idx="1255">
                  <c:v>0.0973381853093635</c:v>
                </c:pt>
                <c:pt idx="1256">
                  <c:v>0.106550384948068</c:v>
                </c:pt>
                <c:pt idx="1257">
                  <c:v>0.12548785743341</c:v>
                </c:pt>
                <c:pt idx="1258">
                  <c:v>0.113311446518123</c:v>
                </c:pt>
                <c:pt idx="1259">
                  <c:v>0.0992207988245302</c:v>
                </c:pt>
                <c:pt idx="1260">
                  <c:v>0.110434241763028</c:v>
                </c:pt>
                <c:pt idx="1261">
                  <c:v>0.122361379344509</c:v>
                </c:pt>
                <c:pt idx="1262">
                  <c:v>0.112227980723627</c:v>
                </c:pt>
                <c:pt idx="1263">
                  <c:v>0.115592079483694</c:v>
                </c:pt>
                <c:pt idx="1264">
                  <c:v>0.131333775486074</c:v>
                </c:pt>
                <c:pt idx="1265">
                  <c:v>0.106144132649178</c:v>
                </c:pt>
                <c:pt idx="1266">
                  <c:v>0.116545532924252</c:v>
                </c:pt>
                <c:pt idx="1267">
                  <c:v>0.0946343046564628</c:v>
                </c:pt>
                <c:pt idx="1268">
                  <c:v>0.0948852223344355</c:v>
                </c:pt>
                <c:pt idx="1269">
                  <c:v>0.115946638037911</c:v>
                </c:pt>
                <c:pt idx="1270">
                  <c:v>0.128836947464934</c:v>
                </c:pt>
                <c:pt idx="1271">
                  <c:v>0.145180424303035</c:v>
                </c:pt>
                <c:pt idx="1272">
                  <c:v>0.144963587603639</c:v>
                </c:pt>
                <c:pt idx="1273">
                  <c:v>0.132765598349154</c:v>
                </c:pt>
                <c:pt idx="1274">
                  <c:v>0.14123188293214</c:v>
                </c:pt>
                <c:pt idx="1275">
                  <c:v>0.115434098637859</c:v>
                </c:pt>
                <c:pt idx="1276">
                  <c:v>0.122506828784143</c:v>
                </c:pt>
                <c:pt idx="1277">
                  <c:v>0.11906085056772</c:v>
                </c:pt>
                <c:pt idx="1278">
                  <c:v>0.127643601323409</c:v>
                </c:pt>
                <c:pt idx="1279">
                  <c:v>0.179191397645206</c:v>
                </c:pt>
                <c:pt idx="1280">
                  <c:v>0.179718482587012</c:v>
                </c:pt>
                <c:pt idx="1281">
                  <c:v>0.183975815462242</c:v>
                </c:pt>
                <c:pt idx="1282">
                  <c:v>0.163841831822584</c:v>
                </c:pt>
                <c:pt idx="1283">
                  <c:v>0.151173352462844</c:v>
                </c:pt>
                <c:pt idx="1284">
                  <c:v>0.119293573893484</c:v>
                </c:pt>
                <c:pt idx="1285">
                  <c:v>0.114227538940226</c:v>
                </c:pt>
                <c:pt idx="1286">
                  <c:v>0.110461306071723</c:v>
                </c:pt>
                <c:pt idx="1287">
                  <c:v>0.106334112089541</c:v>
                </c:pt>
                <c:pt idx="1288">
                  <c:v>0.115160740157825</c:v>
                </c:pt>
                <c:pt idx="1289">
                  <c:v>0.115438026412636</c:v>
                </c:pt>
                <c:pt idx="1290">
                  <c:v>0.130750777879996</c:v>
                </c:pt>
                <c:pt idx="1291">
                  <c:v>0.132267432958186</c:v>
                </c:pt>
                <c:pt idx="1292">
                  <c:v>0.135299146736116</c:v>
                </c:pt>
                <c:pt idx="1293">
                  <c:v>0.136223411237422</c:v>
                </c:pt>
                <c:pt idx="1294">
                  <c:v>0.139476361799063</c:v>
                </c:pt>
                <c:pt idx="1295">
                  <c:v>0.198711194849163</c:v>
                </c:pt>
                <c:pt idx="1296">
                  <c:v>0.20182744190388</c:v>
                </c:pt>
                <c:pt idx="1297">
                  <c:v>0.18031151796128</c:v>
                </c:pt>
                <c:pt idx="1298">
                  <c:v>0.178583488708071</c:v>
                </c:pt>
                <c:pt idx="1299">
                  <c:v>0.198147355489646</c:v>
                </c:pt>
                <c:pt idx="1300">
                  <c:v>0.197922278863582</c:v>
                </c:pt>
                <c:pt idx="1301">
                  <c:v>0.215109404968234</c:v>
                </c:pt>
                <c:pt idx="1302">
                  <c:v>0.151050535186954</c:v>
                </c:pt>
                <c:pt idx="1303">
                  <c:v>0.105361202353438</c:v>
                </c:pt>
                <c:pt idx="1304">
                  <c:v>0.11541700166358</c:v>
                </c:pt>
                <c:pt idx="1305">
                  <c:v>0.111641296273692</c:v>
                </c:pt>
                <c:pt idx="1306">
                  <c:v>0.106343066746915</c:v>
                </c:pt>
                <c:pt idx="1307">
                  <c:v>0.14337285692246</c:v>
                </c:pt>
                <c:pt idx="1308">
                  <c:v>0.126541391556087</c:v>
                </c:pt>
                <c:pt idx="1309">
                  <c:v>0.139505793114316</c:v>
                </c:pt>
                <c:pt idx="1310">
                  <c:v>0.137574309640461</c:v>
                </c:pt>
                <c:pt idx="1311">
                  <c:v>0.148110053487552</c:v>
                </c:pt>
                <c:pt idx="1312">
                  <c:v>0.135198985176117</c:v>
                </c:pt>
                <c:pt idx="1313">
                  <c:v>0.11476247882634</c:v>
                </c:pt>
                <c:pt idx="1314">
                  <c:v>0.11254973637406</c:v>
                </c:pt>
                <c:pt idx="1315">
                  <c:v>0.133948845312347</c:v>
                </c:pt>
                <c:pt idx="1316">
                  <c:v>0.137237041059172</c:v>
                </c:pt>
                <c:pt idx="1317">
                  <c:v>0.105896336050682</c:v>
                </c:pt>
                <c:pt idx="1318">
                  <c:v>0.113349104924201</c:v>
                </c:pt>
                <c:pt idx="1319">
                  <c:v>0.243041913566564</c:v>
                </c:pt>
                <c:pt idx="1320">
                  <c:v>0.24234616762045</c:v>
                </c:pt>
                <c:pt idx="1321">
                  <c:v>0.175159022862739</c:v>
                </c:pt>
                <c:pt idx="1322">
                  <c:v>0.124261977633061</c:v>
                </c:pt>
                <c:pt idx="1323">
                  <c:v>0.113628662080241</c:v>
                </c:pt>
                <c:pt idx="1324">
                  <c:v>0.116921981891377</c:v>
                </c:pt>
                <c:pt idx="1325">
                  <c:v>0.108020234633068</c:v>
                </c:pt>
                <c:pt idx="1326">
                  <c:v>0.109575951748495</c:v>
                </c:pt>
                <c:pt idx="1327">
                  <c:v>0.107906146195723</c:v>
                </c:pt>
                <c:pt idx="1328">
                  <c:v>0.107481798652628</c:v>
                </c:pt>
                <c:pt idx="1329">
                  <c:v>0.0996125957273997</c:v>
                </c:pt>
                <c:pt idx="1330">
                  <c:v>0.0900321660309092</c:v>
                </c:pt>
                <c:pt idx="1331">
                  <c:v>0.105464312489917</c:v>
                </c:pt>
                <c:pt idx="1332">
                  <c:v>0.124309284102143</c:v>
                </c:pt>
                <c:pt idx="1333">
                  <c:v>0.120862860870572</c:v>
                </c:pt>
                <c:pt idx="1334">
                  <c:v>0.126386185092531</c:v>
                </c:pt>
                <c:pt idx="1335">
                  <c:v>0.136319990676518</c:v>
                </c:pt>
                <c:pt idx="1336">
                  <c:v>0.153618200102016</c:v>
                </c:pt>
                <c:pt idx="1337">
                  <c:v>0.125657763505477</c:v>
                </c:pt>
                <c:pt idx="1338">
                  <c:v>0.120824025174962</c:v>
                </c:pt>
                <c:pt idx="1339">
                  <c:v>0.133718524648805</c:v>
                </c:pt>
                <c:pt idx="1340">
                  <c:v>0.112825951966458</c:v>
                </c:pt>
                <c:pt idx="1341">
                  <c:v>0.0847416702484443</c:v>
                </c:pt>
                <c:pt idx="1342">
                  <c:v>0.116478165971045</c:v>
                </c:pt>
                <c:pt idx="1343">
                  <c:v>0.114175930859868</c:v>
                </c:pt>
                <c:pt idx="1344">
                  <c:v>0.117984514303291</c:v>
                </c:pt>
                <c:pt idx="1345">
                  <c:v>0.105688668228941</c:v>
                </c:pt>
                <c:pt idx="1346">
                  <c:v>0.11361344943375</c:v>
                </c:pt>
                <c:pt idx="1347">
                  <c:v>0.153615021388512</c:v>
                </c:pt>
                <c:pt idx="1348">
                  <c:v>0.126522920279823</c:v>
                </c:pt>
                <c:pt idx="1349">
                  <c:v>0.171961853162145</c:v>
                </c:pt>
                <c:pt idx="1350">
                  <c:v>0.152702384955227</c:v>
                </c:pt>
                <c:pt idx="1351">
                  <c:v>0.126925122932075</c:v>
                </c:pt>
                <c:pt idx="1352">
                  <c:v>0.146922776394476</c:v>
                </c:pt>
                <c:pt idx="1353">
                  <c:v>0.113380680303151</c:v>
                </c:pt>
                <c:pt idx="1354">
                  <c:v>0.103429717462065</c:v>
                </c:pt>
                <c:pt idx="1355">
                  <c:v>0.111108068652419</c:v>
                </c:pt>
                <c:pt idx="1356">
                  <c:v>0.0941462315814412</c:v>
                </c:pt>
                <c:pt idx="1357">
                  <c:v>0.0947015077204552</c:v>
                </c:pt>
                <c:pt idx="1358">
                  <c:v>0.0883907985962327</c:v>
                </c:pt>
                <c:pt idx="1359">
                  <c:v>0.0989198059311836</c:v>
                </c:pt>
                <c:pt idx="1360">
                  <c:v>0.102336701802679</c:v>
                </c:pt>
                <c:pt idx="1361">
                  <c:v>0.094337786513366</c:v>
                </c:pt>
                <c:pt idx="1362">
                  <c:v>0.0957532523564612</c:v>
                </c:pt>
                <c:pt idx="1363">
                  <c:v>0.090888851633263</c:v>
                </c:pt>
                <c:pt idx="1364">
                  <c:v>0.0887522172370773</c:v>
                </c:pt>
                <c:pt idx="1365">
                  <c:v>0.0863136241831318</c:v>
                </c:pt>
                <c:pt idx="1366">
                  <c:v>0.0930699039102551</c:v>
                </c:pt>
                <c:pt idx="1367">
                  <c:v>0.112242780438287</c:v>
                </c:pt>
                <c:pt idx="1368">
                  <c:v>0.107196233422633</c:v>
                </c:pt>
                <c:pt idx="1369">
                  <c:v>0.107118464802179</c:v>
                </c:pt>
                <c:pt idx="1370">
                  <c:v>0.109363430829894</c:v>
                </c:pt>
                <c:pt idx="1371">
                  <c:v>0.104464927182622</c:v>
                </c:pt>
                <c:pt idx="1372">
                  <c:v>0.124736596635452</c:v>
                </c:pt>
                <c:pt idx="1373">
                  <c:v>0.109150652155994</c:v>
                </c:pt>
                <c:pt idx="1374">
                  <c:v>0.10862759107585</c:v>
                </c:pt>
                <c:pt idx="1375">
                  <c:v>0.138399074705721</c:v>
                </c:pt>
                <c:pt idx="1376">
                  <c:v>0.154719137381726</c:v>
                </c:pt>
                <c:pt idx="1377">
                  <c:v>0.238727063996099</c:v>
                </c:pt>
                <c:pt idx="1378">
                  <c:v>0.229803766273591</c:v>
                </c:pt>
                <c:pt idx="1379">
                  <c:v>0.157535160485852</c:v>
                </c:pt>
                <c:pt idx="1380">
                  <c:v>0.136994180523701</c:v>
                </c:pt>
                <c:pt idx="1381">
                  <c:v>0.121543449476058</c:v>
                </c:pt>
                <c:pt idx="1382">
                  <c:v>0.190497115482847</c:v>
                </c:pt>
                <c:pt idx="1383">
                  <c:v>0.178036867167133</c:v>
                </c:pt>
                <c:pt idx="1384">
                  <c:v>0.139385253033878</c:v>
                </c:pt>
                <c:pt idx="1385">
                  <c:v>0.113959822632955</c:v>
                </c:pt>
                <c:pt idx="1386">
                  <c:v>0.117117566342818</c:v>
                </c:pt>
                <c:pt idx="1387">
                  <c:v>0.119535786373981</c:v>
                </c:pt>
                <c:pt idx="1388">
                  <c:v>0.110399110872439</c:v>
                </c:pt>
                <c:pt idx="1389">
                  <c:v>0.110905103418682</c:v>
                </c:pt>
                <c:pt idx="1390">
                  <c:v>0.118064019935659</c:v>
                </c:pt>
                <c:pt idx="1391">
                  <c:v>0.1234970873652</c:v>
                </c:pt>
                <c:pt idx="1392">
                  <c:v>0.11253730033074</c:v>
                </c:pt>
                <c:pt idx="1393">
                  <c:v>0.11717982620522</c:v>
                </c:pt>
                <c:pt idx="1394">
                  <c:v>0.147659494172651</c:v>
                </c:pt>
                <c:pt idx="1395">
                  <c:v>0.129665774084455</c:v>
                </c:pt>
                <c:pt idx="1396">
                  <c:v>0.1365698470706</c:v>
                </c:pt>
                <c:pt idx="1397">
                  <c:v>0.155982712891637</c:v>
                </c:pt>
                <c:pt idx="1398">
                  <c:v>0.11511475106805</c:v>
                </c:pt>
                <c:pt idx="1399">
                  <c:v>0.109546233915623</c:v>
                </c:pt>
                <c:pt idx="1400">
                  <c:v>0.11180409333348</c:v>
                </c:pt>
                <c:pt idx="1401">
                  <c:v>0.122775184674708</c:v>
                </c:pt>
                <c:pt idx="1402">
                  <c:v>0.0989991451435785</c:v>
                </c:pt>
                <c:pt idx="1403">
                  <c:v>0.0978986699003112</c:v>
                </c:pt>
                <c:pt idx="1404">
                  <c:v>0.105073660968932</c:v>
                </c:pt>
                <c:pt idx="1405">
                  <c:v>0.107257795423594</c:v>
                </c:pt>
                <c:pt idx="1406">
                  <c:v>0.113829585318882</c:v>
                </c:pt>
                <c:pt idx="1407">
                  <c:v>0.099357755321068</c:v>
                </c:pt>
                <c:pt idx="1408">
                  <c:v>0.109329694802157</c:v>
                </c:pt>
                <c:pt idx="1409">
                  <c:v>0.115055620438829</c:v>
                </c:pt>
                <c:pt idx="1410">
                  <c:v>0.103132930368416</c:v>
                </c:pt>
                <c:pt idx="1411">
                  <c:v>0.107583415216761</c:v>
                </c:pt>
                <c:pt idx="1412">
                  <c:v>0.0918905448641858</c:v>
                </c:pt>
                <c:pt idx="1413">
                  <c:v>0.0894882233568543</c:v>
                </c:pt>
                <c:pt idx="1414">
                  <c:v>0.0930945244961863</c:v>
                </c:pt>
                <c:pt idx="1415">
                  <c:v>0.093493916162087</c:v>
                </c:pt>
                <c:pt idx="1416">
                  <c:v>0.0856299228022179</c:v>
                </c:pt>
                <c:pt idx="1417">
                  <c:v>0.0937521700635075</c:v>
                </c:pt>
                <c:pt idx="1418">
                  <c:v>0.110713123761642</c:v>
                </c:pt>
                <c:pt idx="1419">
                  <c:v>0.109327368998967</c:v>
                </c:pt>
                <c:pt idx="1420">
                  <c:v>0.101566584450597</c:v>
                </c:pt>
                <c:pt idx="1421">
                  <c:v>0.112561071149786</c:v>
                </c:pt>
                <c:pt idx="1422">
                  <c:v>0.101043743437187</c:v>
                </c:pt>
                <c:pt idx="1423">
                  <c:v>0.100642332652999</c:v>
                </c:pt>
                <c:pt idx="1424">
                  <c:v>0.10486984275905</c:v>
                </c:pt>
                <c:pt idx="1425">
                  <c:v>0.102148272587907</c:v>
                </c:pt>
                <c:pt idx="1426">
                  <c:v>0.108145372471618</c:v>
                </c:pt>
                <c:pt idx="1427">
                  <c:v>0.0965772198958419</c:v>
                </c:pt>
                <c:pt idx="1428">
                  <c:v>0.12610326596677</c:v>
                </c:pt>
                <c:pt idx="1429">
                  <c:v>0.120514902873435</c:v>
                </c:pt>
                <c:pt idx="1430">
                  <c:v>0.148224784868572</c:v>
                </c:pt>
                <c:pt idx="1431">
                  <c:v>0.143196967810362</c:v>
                </c:pt>
                <c:pt idx="1432">
                  <c:v>0.113293919186081</c:v>
                </c:pt>
                <c:pt idx="1433">
                  <c:v>0.118090540337373</c:v>
                </c:pt>
                <c:pt idx="1434">
                  <c:v>0.116572381766214</c:v>
                </c:pt>
                <c:pt idx="1435">
                  <c:v>0.11195410103304</c:v>
                </c:pt>
                <c:pt idx="1436">
                  <c:v>0.108366233694561</c:v>
                </c:pt>
                <c:pt idx="1437">
                  <c:v>0.0939249985017865</c:v>
                </c:pt>
                <c:pt idx="1438">
                  <c:v>0.0884825472333288</c:v>
                </c:pt>
                <c:pt idx="1439">
                  <c:v>0.101927073237194</c:v>
                </c:pt>
                <c:pt idx="1440">
                  <c:v>0.103652143907679</c:v>
                </c:pt>
                <c:pt idx="1441">
                  <c:v>0.132545487066619</c:v>
                </c:pt>
                <c:pt idx="1442">
                  <c:v>0.14398235567221</c:v>
                </c:pt>
                <c:pt idx="1443">
                  <c:v>0.14012853352549</c:v>
                </c:pt>
                <c:pt idx="1444">
                  <c:v>0.144044306742614</c:v>
                </c:pt>
                <c:pt idx="1445">
                  <c:v>0.170021364624242</c:v>
                </c:pt>
                <c:pt idx="1446">
                  <c:v>0.151344713961298</c:v>
                </c:pt>
                <c:pt idx="1447">
                  <c:v>0.147093485423768</c:v>
                </c:pt>
                <c:pt idx="1448">
                  <c:v>0.124453596079126</c:v>
                </c:pt>
                <c:pt idx="1449">
                  <c:v>0.105282261475892</c:v>
                </c:pt>
                <c:pt idx="1450">
                  <c:v>0.111815192965715</c:v>
                </c:pt>
                <c:pt idx="1451">
                  <c:v>0.101995151437998</c:v>
                </c:pt>
                <c:pt idx="1452">
                  <c:v>0.0919905875583334</c:v>
                </c:pt>
                <c:pt idx="1453">
                  <c:v>0.11523500860729</c:v>
                </c:pt>
                <c:pt idx="1454">
                  <c:v>0.118042333228875</c:v>
                </c:pt>
                <c:pt idx="1455">
                  <c:v>0.140175767068673</c:v>
                </c:pt>
                <c:pt idx="1456">
                  <c:v>0.150523572024781</c:v>
                </c:pt>
                <c:pt idx="1457">
                  <c:v>0.149881871052894</c:v>
                </c:pt>
                <c:pt idx="1458">
                  <c:v>0.134872828176852</c:v>
                </c:pt>
                <c:pt idx="1459">
                  <c:v>0.122102878980881</c:v>
                </c:pt>
                <c:pt idx="1460">
                  <c:v>0.0983253000950676</c:v>
                </c:pt>
                <c:pt idx="1461">
                  <c:v>0.0919718902677805</c:v>
                </c:pt>
                <c:pt idx="1462">
                  <c:v>0.0953915581836753</c:v>
                </c:pt>
                <c:pt idx="1463">
                  <c:v>0.0998329524222499</c:v>
                </c:pt>
                <c:pt idx="1464">
                  <c:v>0.106752384077781</c:v>
                </c:pt>
                <c:pt idx="1465">
                  <c:v>0.0907587650659401</c:v>
                </c:pt>
                <c:pt idx="1466">
                  <c:v>0.0941360958125331</c:v>
                </c:pt>
                <c:pt idx="1467">
                  <c:v>0.105438762275973</c:v>
                </c:pt>
                <c:pt idx="1468">
                  <c:v>0.113755109688576</c:v>
                </c:pt>
                <c:pt idx="1469">
                  <c:v>0.102063255319912</c:v>
                </c:pt>
                <c:pt idx="1470">
                  <c:v>0.115530604769161</c:v>
                </c:pt>
                <c:pt idx="1471">
                  <c:v>0.116713244157465</c:v>
                </c:pt>
                <c:pt idx="1472">
                  <c:v>0.127399035913259</c:v>
                </c:pt>
                <c:pt idx="1473">
                  <c:v>0.13506039543605</c:v>
                </c:pt>
                <c:pt idx="1474">
                  <c:v>0.140858937450048</c:v>
                </c:pt>
                <c:pt idx="1475">
                  <c:v>0.0974657805734572</c:v>
                </c:pt>
                <c:pt idx="1476">
                  <c:v>0.0817697393892244</c:v>
                </c:pt>
                <c:pt idx="1477">
                  <c:v>0.0851022216483116</c:v>
                </c:pt>
                <c:pt idx="1478">
                  <c:v>0.0745317999948684</c:v>
                </c:pt>
                <c:pt idx="1479">
                  <c:v>0.0876603012274173</c:v>
                </c:pt>
                <c:pt idx="1480">
                  <c:v>0.0895883807928816</c:v>
                </c:pt>
                <c:pt idx="1481">
                  <c:v>0.0984837755753204</c:v>
                </c:pt>
                <c:pt idx="1482">
                  <c:v>0.0901303369326672</c:v>
                </c:pt>
                <c:pt idx="1483">
                  <c:v>0.102442335279305</c:v>
                </c:pt>
                <c:pt idx="1484">
                  <c:v>0.125214609955284</c:v>
                </c:pt>
                <c:pt idx="1485">
                  <c:v>0.118373006404995</c:v>
                </c:pt>
                <c:pt idx="1486">
                  <c:v>0.139530412854308</c:v>
                </c:pt>
                <c:pt idx="1487">
                  <c:v>0.117998348709092</c:v>
                </c:pt>
                <c:pt idx="1488">
                  <c:v>0.111088423980024</c:v>
                </c:pt>
                <c:pt idx="1489">
                  <c:v>0.118927297351066</c:v>
                </c:pt>
                <c:pt idx="1490">
                  <c:v>0.125473413865309</c:v>
                </c:pt>
                <c:pt idx="1491">
                  <c:v>0.132327443775899</c:v>
                </c:pt>
                <c:pt idx="1492">
                  <c:v>0.113463092631166</c:v>
                </c:pt>
                <c:pt idx="1493">
                  <c:v>0.145090614714251</c:v>
                </c:pt>
                <c:pt idx="1494">
                  <c:v>0.178133756956088</c:v>
                </c:pt>
                <c:pt idx="1495">
                  <c:v>0.162442087702769</c:v>
                </c:pt>
                <c:pt idx="1496">
                  <c:v>0.163224675674099</c:v>
                </c:pt>
                <c:pt idx="1497">
                  <c:v>0.240450940260321</c:v>
                </c:pt>
                <c:pt idx="1498">
                  <c:v>0.644927776380641</c:v>
                </c:pt>
                <c:pt idx="1499">
                  <c:v>0.627003562611195</c:v>
                </c:pt>
                <c:pt idx="1500">
                  <c:v>0.489010203868615</c:v>
                </c:pt>
                <c:pt idx="1501">
                  <c:v>0.584433096032038</c:v>
                </c:pt>
                <c:pt idx="1502">
                  <c:v>0.470727560504366</c:v>
                </c:pt>
                <c:pt idx="1503">
                  <c:v>0.369102165687915</c:v>
                </c:pt>
                <c:pt idx="1504">
                  <c:v>0.328782154464372</c:v>
                </c:pt>
                <c:pt idx="1505">
                  <c:v>0.251951007413347</c:v>
                </c:pt>
                <c:pt idx="1506">
                  <c:v>0.226177021576893</c:v>
                </c:pt>
                <c:pt idx="1507">
                  <c:v>0.248769543817352</c:v>
                </c:pt>
                <c:pt idx="1508">
                  <c:v>0.265156078295518</c:v>
                </c:pt>
                <c:pt idx="1509">
                  <c:v>0.239167412974094</c:v>
                </c:pt>
                <c:pt idx="1510">
                  <c:v>0.237366334424926</c:v>
                </c:pt>
                <c:pt idx="1511">
                  <c:v>0.180228091917583</c:v>
                </c:pt>
                <c:pt idx="1512">
                  <c:v>0.171192200974835</c:v>
                </c:pt>
                <c:pt idx="1513">
                  <c:v>0.218233189600156</c:v>
                </c:pt>
                <c:pt idx="1514">
                  <c:v>0.232107765007677</c:v>
                </c:pt>
                <c:pt idx="1515">
                  <c:v>0.280666316605028</c:v>
                </c:pt>
                <c:pt idx="1516">
                  <c:v>0.243541865022284</c:v>
                </c:pt>
                <c:pt idx="1517">
                  <c:v>0.2067076717727</c:v>
                </c:pt>
                <c:pt idx="1518">
                  <c:v>0.20417688912053</c:v>
                </c:pt>
                <c:pt idx="1519">
                  <c:v>0.201447505758779</c:v>
                </c:pt>
                <c:pt idx="1520">
                  <c:v>0.202008750059969</c:v>
                </c:pt>
                <c:pt idx="1521">
                  <c:v>0.158855616437004</c:v>
                </c:pt>
                <c:pt idx="1522">
                  <c:v>0.152670792672258</c:v>
                </c:pt>
                <c:pt idx="1523">
                  <c:v>0.173219155461208</c:v>
                </c:pt>
                <c:pt idx="1524">
                  <c:v>0.20581788630001</c:v>
                </c:pt>
                <c:pt idx="1525">
                  <c:v>0.202970271272085</c:v>
                </c:pt>
                <c:pt idx="1526">
                  <c:v>0.171444259309974</c:v>
                </c:pt>
                <c:pt idx="1527">
                  <c:v>0.263663742910397</c:v>
                </c:pt>
                <c:pt idx="1528">
                  <c:v>0.266987233893062</c:v>
                </c:pt>
                <c:pt idx="1529">
                  <c:v>0.247637090778352</c:v>
                </c:pt>
                <c:pt idx="1530">
                  <c:v>0.345560782025675</c:v>
                </c:pt>
                <c:pt idx="1531">
                  <c:v>0.417384242563331</c:v>
                </c:pt>
                <c:pt idx="1532">
                  <c:v>0.286514492616955</c:v>
                </c:pt>
                <c:pt idx="1533">
                  <c:v>0.309038968282335</c:v>
                </c:pt>
                <c:pt idx="1534">
                  <c:v>0.308192385095609</c:v>
                </c:pt>
                <c:pt idx="1535">
                  <c:v>0.256510536314056</c:v>
                </c:pt>
                <c:pt idx="1536">
                  <c:v>0.285453108966124</c:v>
                </c:pt>
                <c:pt idx="1537">
                  <c:v>0.268897901199408</c:v>
                </c:pt>
                <c:pt idx="1538">
                  <c:v>0.254548641230966</c:v>
                </c:pt>
                <c:pt idx="1539">
                  <c:v>0.237780432858099</c:v>
                </c:pt>
                <c:pt idx="1540">
                  <c:v>0.282887085151298</c:v>
                </c:pt>
                <c:pt idx="1541">
                  <c:v>0.271934386592688</c:v>
                </c:pt>
                <c:pt idx="1542">
                  <c:v>0.241389781594191</c:v>
                </c:pt>
                <c:pt idx="1543">
                  <c:v>0.24937965672202</c:v>
                </c:pt>
                <c:pt idx="1544">
                  <c:v>0.221691182071221</c:v>
                </c:pt>
                <c:pt idx="1545">
                  <c:v>0.20592197756368</c:v>
                </c:pt>
                <c:pt idx="1546">
                  <c:v>0.185034124777336</c:v>
                </c:pt>
                <c:pt idx="1547">
                  <c:v>0.171421917890395</c:v>
                </c:pt>
                <c:pt idx="1548">
                  <c:v>0.177632993820302</c:v>
                </c:pt>
                <c:pt idx="1549">
                  <c:v>0.195532465706621</c:v>
                </c:pt>
                <c:pt idx="1550">
                  <c:v>0.207715802487585</c:v>
                </c:pt>
                <c:pt idx="1551">
                  <c:v>0.191331544346916</c:v>
                </c:pt>
                <c:pt idx="1552">
                  <c:v>0.216610271359985</c:v>
                </c:pt>
                <c:pt idx="1553">
                  <c:v>0.222461016763667</c:v>
                </c:pt>
                <c:pt idx="1554">
                  <c:v>0.203545366907765</c:v>
                </c:pt>
                <c:pt idx="1555">
                  <c:v>0.180742763651295</c:v>
                </c:pt>
                <c:pt idx="1556">
                  <c:v>0.182006736905723</c:v>
                </c:pt>
                <c:pt idx="1557">
                  <c:v>0.175434207669435</c:v>
                </c:pt>
                <c:pt idx="1558">
                  <c:v>0.185714391616406</c:v>
                </c:pt>
                <c:pt idx="1559">
                  <c:v>0.197399319638923</c:v>
                </c:pt>
                <c:pt idx="1560">
                  <c:v>0.177022387220613</c:v>
                </c:pt>
                <c:pt idx="1561">
                  <c:v>0.163948046722639</c:v>
                </c:pt>
                <c:pt idx="1562">
                  <c:v>0.162929756924806</c:v>
                </c:pt>
                <c:pt idx="1563">
                  <c:v>0.141495910290798</c:v>
                </c:pt>
                <c:pt idx="1564">
                  <c:v>0.135272329231615</c:v>
                </c:pt>
                <c:pt idx="1565">
                  <c:v>0.134304562190164</c:v>
                </c:pt>
                <c:pt idx="1566">
                  <c:v>0.135232935157965</c:v>
                </c:pt>
                <c:pt idx="1567">
                  <c:v>0.165138222263822</c:v>
                </c:pt>
                <c:pt idx="1568">
                  <c:v>0.151687193009025</c:v>
                </c:pt>
                <c:pt idx="1569">
                  <c:v>0.149050089230074</c:v>
                </c:pt>
                <c:pt idx="1570">
                  <c:v>0.138703433714822</c:v>
                </c:pt>
                <c:pt idx="1571">
                  <c:v>0.122792648080469</c:v>
                </c:pt>
                <c:pt idx="1572">
                  <c:v>0.127314186244904</c:v>
                </c:pt>
                <c:pt idx="1573">
                  <c:v>0.120967165302204</c:v>
                </c:pt>
                <c:pt idx="1574">
                  <c:v>0.132507092481746</c:v>
                </c:pt>
                <c:pt idx="1575">
                  <c:v>0.151731052748126</c:v>
                </c:pt>
                <c:pt idx="1576">
                  <c:v>0.201740169419031</c:v>
                </c:pt>
                <c:pt idx="1577">
                  <c:v>0.156810415782438</c:v>
                </c:pt>
                <c:pt idx="1578">
                  <c:v>0.175211029434396</c:v>
                </c:pt>
                <c:pt idx="1579">
                  <c:v>0.134158004242153</c:v>
                </c:pt>
                <c:pt idx="1580">
                  <c:v>0.126291264614128</c:v>
                </c:pt>
                <c:pt idx="1581">
                  <c:v>0.139191746003559</c:v>
                </c:pt>
                <c:pt idx="1582">
                  <c:v>0.126217380317345</c:v>
                </c:pt>
                <c:pt idx="1583">
                  <c:v>0.155339444525209</c:v>
                </c:pt>
                <c:pt idx="1584">
                  <c:v>0.15040752748499</c:v>
                </c:pt>
                <c:pt idx="1585">
                  <c:v>0.150357173110368</c:v>
                </c:pt>
                <c:pt idx="1586">
                  <c:v>0.143716552565501</c:v>
                </c:pt>
                <c:pt idx="1587">
                  <c:v>0.150633364819399</c:v>
                </c:pt>
                <c:pt idx="1588">
                  <c:v>0.13794513229013</c:v>
                </c:pt>
                <c:pt idx="1589">
                  <c:v>0.130433913015304</c:v>
                </c:pt>
                <c:pt idx="1590">
                  <c:v>0.133602748052233</c:v>
                </c:pt>
                <c:pt idx="1591">
                  <c:v>0.152557582653952</c:v>
                </c:pt>
                <c:pt idx="1592">
                  <c:v>0.148157206923358</c:v>
                </c:pt>
                <c:pt idx="1593">
                  <c:v>0.18574023400049</c:v>
                </c:pt>
                <c:pt idx="1594">
                  <c:v>0.166601266792496</c:v>
                </c:pt>
                <c:pt idx="1595">
                  <c:v>0.212993227855722</c:v>
                </c:pt>
                <c:pt idx="1596">
                  <c:v>0.213383639168621</c:v>
                </c:pt>
                <c:pt idx="1597">
                  <c:v>0.250729972011327</c:v>
                </c:pt>
                <c:pt idx="1598">
                  <c:v>0.235775184163011</c:v>
                </c:pt>
                <c:pt idx="1599">
                  <c:v>0.223798673577814</c:v>
                </c:pt>
                <c:pt idx="1600">
                  <c:v>0.19665407687349</c:v>
                </c:pt>
                <c:pt idx="1601">
                  <c:v>0.164629523597357</c:v>
                </c:pt>
                <c:pt idx="1602">
                  <c:v>0.142513702020349</c:v>
                </c:pt>
                <c:pt idx="1603">
                  <c:v>0.12225274529824</c:v>
                </c:pt>
                <c:pt idx="1604">
                  <c:v>0.124548567804035</c:v>
                </c:pt>
                <c:pt idx="1605">
                  <c:v>0.14851967639407</c:v>
                </c:pt>
                <c:pt idx="1606">
                  <c:v>0.127746632839424</c:v>
                </c:pt>
                <c:pt idx="1607">
                  <c:v>0.121113239545782</c:v>
                </c:pt>
                <c:pt idx="1608">
                  <c:v>0.127553769499104</c:v>
                </c:pt>
                <c:pt idx="1609">
                  <c:v>0.117160322256908</c:v>
                </c:pt>
                <c:pt idx="1610">
                  <c:v>0.108668015062475</c:v>
                </c:pt>
                <c:pt idx="1611">
                  <c:v>0.131773511928745</c:v>
                </c:pt>
                <c:pt idx="1612">
                  <c:v>0.132520233386954</c:v>
                </c:pt>
                <c:pt idx="1613">
                  <c:v>0.126745839544877</c:v>
                </c:pt>
                <c:pt idx="1614">
                  <c:v>0.119619518089378</c:v>
                </c:pt>
                <c:pt idx="1615">
                  <c:v>0.118204513516625</c:v>
                </c:pt>
                <c:pt idx="1616">
                  <c:v>0.142416724159083</c:v>
                </c:pt>
                <c:pt idx="1617">
                  <c:v>0.153574915300464</c:v>
                </c:pt>
                <c:pt idx="1618">
                  <c:v>0.169862589176417</c:v>
                </c:pt>
                <c:pt idx="1619">
                  <c:v>0.149199767060186</c:v>
                </c:pt>
                <c:pt idx="1620">
                  <c:v>0.142036438629768</c:v>
                </c:pt>
                <c:pt idx="1621">
                  <c:v>0.134113680826349</c:v>
                </c:pt>
                <c:pt idx="1622">
                  <c:v>0.117479849003905</c:v>
                </c:pt>
                <c:pt idx="1623">
                  <c:v>0.110350138013498</c:v>
                </c:pt>
                <c:pt idx="1624">
                  <c:v>0.101102034140975</c:v>
                </c:pt>
                <c:pt idx="1625">
                  <c:v>0.0932544564027618</c:v>
                </c:pt>
                <c:pt idx="1626">
                  <c:v>0.111506863270229</c:v>
                </c:pt>
                <c:pt idx="1627">
                  <c:v>0.156813986009886</c:v>
                </c:pt>
                <c:pt idx="1628">
                  <c:v>0.190478720845995</c:v>
                </c:pt>
                <c:pt idx="1629">
                  <c:v>0.159081235340424</c:v>
                </c:pt>
                <c:pt idx="1630">
                  <c:v>0.190462544184109</c:v>
                </c:pt>
                <c:pt idx="1631">
                  <c:v>0.169843673908746</c:v>
                </c:pt>
                <c:pt idx="1632">
                  <c:v>0.146157352518494</c:v>
                </c:pt>
                <c:pt idx="1633">
                  <c:v>0.130743515616569</c:v>
                </c:pt>
                <c:pt idx="1634">
                  <c:v>0.131426663203524</c:v>
                </c:pt>
                <c:pt idx="1635">
                  <c:v>0.129410661897705</c:v>
                </c:pt>
                <c:pt idx="1636">
                  <c:v>0.136509424358343</c:v>
                </c:pt>
                <c:pt idx="1637">
                  <c:v>0.120019390109618</c:v>
                </c:pt>
                <c:pt idx="1638">
                  <c:v>0.111762280888296</c:v>
                </c:pt>
                <c:pt idx="1639">
                  <c:v>0.118736521603282</c:v>
                </c:pt>
                <c:pt idx="1640">
                  <c:v>0.114721247275204</c:v>
                </c:pt>
                <c:pt idx="1641">
                  <c:v>0.142550581796695</c:v>
                </c:pt>
                <c:pt idx="1642">
                  <c:v>0.149378101616403</c:v>
                </c:pt>
                <c:pt idx="1643">
                  <c:v>0.154580413938251</c:v>
                </c:pt>
                <c:pt idx="1644">
                  <c:v>0.147342207559149</c:v>
                </c:pt>
                <c:pt idx="1645">
                  <c:v>0.165508549378599</c:v>
                </c:pt>
                <c:pt idx="1646">
                  <c:v>0.165732046175561</c:v>
                </c:pt>
                <c:pt idx="1647">
                  <c:v>0.149643943202521</c:v>
                </c:pt>
                <c:pt idx="1648">
                  <c:v>0.134517884759816</c:v>
                </c:pt>
                <c:pt idx="1649">
                  <c:v>0.130153887346196</c:v>
                </c:pt>
                <c:pt idx="1650">
                  <c:v>0.116302268799787</c:v>
                </c:pt>
                <c:pt idx="1651">
                  <c:v>0.112027671726316</c:v>
                </c:pt>
                <c:pt idx="1652">
                  <c:v>0.157223888270446</c:v>
                </c:pt>
                <c:pt idx="1653">
                  <c:v>0.14717108223022</c:v>
                </c:pt>
                <c:pt idx="1654">
                  <c:v>0.139717183704035</c:v>
                </c:pt>
                <c:pt idx="1655">
                  <c:v>0.128414498477985</c:v>
                </c:pt>
                <c:pt idx="1656">
                  <c:v>0.137554898180623</c:v>
                </c:pt>
                <c:pt idx="1657">
                  <c:v>0.149143506253507</c:v>
                </c:pt>
                <c:pt idx="1658">
                  <c:v>0.146078281597082</c:v>
                </c:pt>
                <c:pt idx="1659">
                  <c:v>0.160905994515578</c:v>
                </c:pt>
                <c:pt idx="1660">
                  <c:v>0.154305854271904</c:v>
                </c:pt>
                <c:pt idx="1661">
                  <c:v>0.14757391906837</c:v>
                </c:pt>
                <c:pt idx="1662">
                  <c:v>0.136196828544008</c:v>
                </c:pt>
                <c:pt idx="1663">
                  <c:v>0.139062865931905</c:v>
                </c:pt>
                <c:pt idx="1664">
                  <c:v>0.130470152108037</c:v>
                </c:pt>
                <c:pt idx="1665">
                  <c:v>0.189530148958167</c:v>
                </c:pt>
                <c:pt idx="1666">
                  <c:v>0.217056654800633</c:v>
                </c:pt>
                <c:pt idx="1667">
                  <c:v>0.19728997620943</c:v>
                </c:pt>
                <c:pt idx="1668">
                  <c:v>0.185595889456099</c:v>
                </c:pt>
                <c:pt idx="1669">
                  <c:v>0.306135293844957</c:v>
                </c:pt>
                <c:pt idx="1670">
                  <c:v>0.384429092539054</c:v>
                </c:pt>
                <c:pt idx="1671">
                  <c:v>0.303562132373905</c:v>
                </c:pt>
                <c:pt idx="1672">
                  <c:v>0.277897477090629</c:v>
                </c:pt>
                <c:pt idx="1673">
                  <c:v>0.223837577722047</c:v>
                </c:pt>
                <c:pt idx="1674">
                  <c:v>0.226183678831878</c:v>
                </c:pt>
                <c:pt idx="1675">
                  <c:v>0.287945901451985</c:v>
                </c:pt>
                <c:pt idx="1676">
                  <c:v>0.282603862737667</c:v>
                </c:pt>
                <c:pt idx="1677">
                  <c:v>0.251948916532853</c:v>
                </c:pt>
                <c:pt idx="1678">
                  <c:v>0.274462807682925</c:v>
                </c:pt>
                <c:pt idx="1679">
                  <c:v>0.392462060252313</c:v>
                </c:pt>
                <c:pt idx="1680">
                  <c:v>0.349487475212258</c:v>
                </c:pt>
                <c:pt idx="1681">
                  <c:v>0.406234290994499</c:v>
                </c:pt>
                <c:pt idx="1682">
                  <c:v>0.413528979486446</c:v>
                </c:pt>
                <c:pt idx="1683">
                  <c:v>0.348763846195852</c:v>
                </c:pt>
                <c:pt idx="1684">
                  <c:v>0.311124146270368</c:v>
                </c:pt>
                <c:pt idx="1685">
                  <c:v>0.26975579773987</c:v>
                </c:pt>
                <c:pt idx="1686">
                  <c:v>0.269882257542948</c:v>
                </c:pt>
                <c:pt idx="1687">
                  <c:v>0.266518737655077</c:v>
                </c:pt>
                <c:pt idx="1688">
                  <c:v>0.266992182179815</c:v>
                </c:pt>
                <c:pt idx="1689">
                  <c:v>0.204198379757916</c:v>
                </c:pt>
                <c:pt idx="1690">
                  <c:v>0.201589678511451</c:v>
                </c:pt>
                <c:pt idx="1691">
                  <c:v>0.208474223404692</c:v>
                </c:pt>
                <c:pt idx="1692">
                  <c:v>0.268187110991754</c:v>
                </c:pt>
                <c:pt idx="1693">
                  <c:v>0.261764024795145</c:v>
                </c:pt>
                <c:pt idx="1694">
                  <c:v>0.272485959808519</c:v>
                </c:pt>
                <c:pt idx="1695">
                  <c:v>0.281617634742379</c:v>
                </c:pt>
                <c:pt idx="1696">
                  <c:v>0.260916344006942</c:v>
                </c:pt>
                <c:pt idx="1697">
                  <c:v>0.278245577270601</c:v>
                </c:pt>
                <c:pt idx="1698">
                  <c:v>0.305766664695507</c:v>
                </c:pt>
                <c:pt idx="1699">
                  <c:v>0.274693360711396</c:v>
                </c:pt>
                <c:pt idx="1700">
                  <c:v>0.218289557897654</c:v>
                </c:pt>
                <c:pt idx="1701">
                  <c:v>0.224396284046558</c:v>
                </c:pt>
                <c:pt idx="1702">
                  <c:v>0.234780801014311</c:v>
                </c:pt>
                <c:pt idx="1703">
                  <c:v>0.255471101352457</c:v>
                </c:pt>
                <c:pt idx="1704">
                  <c:v>0.262934698557424</c:v>
                </c:pt>
                <c:pt idx="1705">
                  <c:v>0.201123101289775</c:v>
                </c:pt>
                <c:pt idx="1706">
                  <c:v>0.286531016302431</c:v>
                </c:pt>
                <c:pt idx="1707">
                  <c:v>0.303201865728842</c:v>
                </c:pt>
                <c:pt idx="1708">
                  <c:v>0.355054692874241</c:v>
                </c:pt>
                <c:pt idx="1709">
                  <c:v>0.302510811683032</c:v>
                </c:pt>
                <c:pt idx="1710">
                  <c:v>0.279735205984688</c:v>
                </c:pt>
                <c:pt idx="1711">
                  <c:v>0.263963138228472</c:v>
                </c:pt>
                <c:pt idx="1712">
                  <c:v>0.240863593467011</c:v>
                </c:pt>
                <c:pt idx="1713">
                  <c:v>0.264221011145936</c:v>
                </c:pt>
                <c:pt idx="1714">
                  <c:v>0.353837472577364</c:v>
                </c:pt>
                <c:pt idx="1715">
                  <c:v>0.348409660164684</c:v>
                </c:pt>
                <c:pt idx="1716">
                  <c:v>0.356005598152353</c:v>
                </c:pt>
                <c:pt idx="1717">
                  <c:v>0.420642336851526</c:v>
                </c:pt>
                <c:pt idx="1718">
                  <c:v>0.486955147596337</c:v>
                </c:pt>
                <c:pt idx="1719">
                  <c:v>0.423086925674791</c:v>
                </c:pt>
                <c:pt idx="1720">
                  <c:v>0.437325900768995</c:v>
                </c:pt>
                <c:pt idx="1721">
                  <c:v>0.434970420218686</c:v>
                </c:pt>
                <c:pt idx="1722">
                  <c:v>0.366218117831645</c:v>
                </c:pt>
                <c:pt idx="1723">
                  <c:v>0.302709613772907</c:v>
                </c:pt>
                <c:pt idx="1724">
                  <c:v>0.325126716448147</c:v>
                </c:pt>
                <c:pt idx="1725">
                  <c:v>0.250452193645225</c:v>
                </c:pt>
                <c:pt idx="1726">
                  <c:v>0.235178943313475</c:v>
                </c:pt>
                <c:pt idx="1727">
                  <c:v>0.231659016199069</c:v>
                </c:pt>
                <c:pt idx="1728">
                  <c:v>0.230695147865723</c:v>
                </c:pt>
                <c:pt idx="1729">
                  <c:v>0.215865334408137</c:v>
                </c:pt>
                <c:pt idx="1730">
                  <c:v>0.19054712194622</c:v>
                </c:pt>
                <c:pt idx="1731">
                  <c:v>0.199525891128011</c:v>
                </c:pt>
                <c:pt idx="1732">
                  <c:v>0.195431599653898</c:v>
                </c:pt>
                <c:pt idx="1733">
                  <c:v>0.210609757309848</c:v>
                </c:pt>
                <c:pt idx="1734">
                  <c:v>0.201839222814304</c:v>
                </c:pt>
                <c:pt idx="1735">
                  <c:v>0.189560844611696</c:v>
                </c:pt>
                <c:pt idx="1736">
                  <c:v>0.24532025020768</c:v>
                </c:pt>
                <c:pt idx="1737">
                  <c:v>0.217034136965457</c:v>
                </c:pt>
                <c:pt idx="1738">
                  <c:v>0.208318997360214</c:v>
                </c:pt>
                <c:pt idx="1739">
                  <c:v>0.188803856045117</c:v>
                </c:pt>
                <c:pt idx="1740">
                  <c:v>0.214381397435541</c:v>
                </c:pt>
                <c:pt idx="1741">
                  <c:v>0.228765927595988</c:v>
                </c:pt>
                <c:pt idx="1742">
                  <c:v>0.198193397237941</c:v>
                </c:pt>
                <c:pt idx="1743">
                  <c:v>0.181468065874583</c:v>
                </c:pt>
                <c:pt idx="1744">
                  <c:v>0.160513665845335</c:v>
                </c:pt>
                <c:pt idx="1745">
                  <c:v>0.14457183512195</c:v>
                </c:pt>
                <c:pt idx="1746">
                  <c:v>0.150376843615932</c:v>
                </c:pt>
                <c:pt idx="1747">
                  <c:v>0.151227472549692</c:v>
                </c:pt>
                <c:pt idx="1748">
                  <c:v>0.188621436811083</c:v>
                </c:pt>
                <c:pt idx="1749">
                  <c:v>0.181404187538606</c:v>
                </c:pt>
                <c:pt idx="1750">
                  <c:v>0.184173172009181</c:v>
                </c:pt>
                <c:pt idx="1751">
                  <c:v>0.165055416645571</c:v>
                </c:pt>
                <c:pt idx="1752">
                  <c:v>0.168915936999357</c:v>
                </c:pt>
                <c:pt idx="1753">
                  <c:v>0.178330942237828</c:v>
                </c:pt>
                <c:pt idx="1754">
                  <c:v>0.162172960360306</c:v>
                </c:pt>
                <c:pt idx="1755">
                  <c:v>0.157084981564181</c:v>
                </c:pt>
                <c:pt idx="1756">
                  <c:v>0.147022720136968</c:v>
                </c:pt>
                <c:pt idx="1757">
                  <c:v>0.15613606307442</c:v>
                </c:pt>
                <c:pt idx="1758">
                  <c:v>0.141348511382119</c:v>
                </c:pt>
                <c:pt idx="1759">
                  <c:v>0.14994316459075</c:v>
                </c:pt>
                <c:pt idx="1760">
                  <c:v>0.162243693593515</c:v>
                </c:pt>
                <c:pt idx="1761">
                  <c:v>0.160851311421467</c:v>
                </c:pt>
                <c:pt idx="1762">
                  <c:v>0.177287577529541</c:v>
                </c:pt>
                <c:pt idx="1763">
                  <c:v>0.143203054819609</c:v>
                </c:pt>
                <c:pt idx="1764">
                  <c:v>0.156219435565759</c:v>
                </c:pt>
                <c:pt idx="1765">
                  <c:v>0.164278732086039</c:v>
                </c:pt>
                <c:pt idx="1766">
                  <c:v>0.178670263301047</c:v>
                </c:pt>
                <c:pt idx="1767">
                  <c:v>0.214959739566477</c:v>
                </c:pt>
                <c:pt idx="1768">
                  <c:v>0.194804295432979</c:v>
                </c:pt>
                <c:pt idx="1769">
                  <c:v>0.157842626093197</c:v>
                </c:pt>
                <c:pt idx="1770">
                  <c:v>0.154909106453713</c:v>
                </c:pt>
                <c:pt idx="1771">
                  <c:v>0.14471317665237</c:v>
                </c:pt>
                <c:pt idx="1772">
                  <c:v>0.15036576276499</c:v>
                </c:pt>
                <c:pt idx="1773">
                  <c:v>0.133647823247409</c:v>
                </c:pt>
                <c:pt idx="1774">
                  <c:v>0.131877418894467</c:v>
                </c:pt>
                <c:pt idx="1775">
                  <c:v>0.152000470459028</c:v>
                </c:pt>
                <c:pt idx="1776">
                  <c:v>0.15275095429304</c:v>
                </c:pt>
                <c:pt idx="1777">
                  <c:v>0.147738905848124</c:v>
                </c:pt>
                <c:pt idx="1778">
                  <c:v>0.208346306648913</c:v>
                </c:pt>
                <c:pt idx="1779">
                  <c:v>0.188281210762827</c:v>
                </c:pt>
                <c:pt idx="1780">
                  <c:v>0.163230885682312</c:v>
                </c:pt>
                <c:pt idx="1781">
                  <c:v>0.170183033226203</c:v>
                </c:pt>
                <c:pt idx="1782">
                  <c:v>0.162626352178457</c:v>
                </c:pt>
                <c:pt idx="1783">
                  <c:v>0.141157590115149</c:v>
                </c:pt>
                <c:pt idx="1784">
                  <c:v>0.12681678494182</c:v>
                </c:pt>
                <c:pt idx="1785">
                  <c:v>0.132298096432828</c:v>
                </c:pt>
                <c:pt idx="1786">
                  <c:v>0.132679359179343</c:v>
                </c:pt>
                <c:pt idx="1787">
                  <c:v>0.135960346779351</c:v>
                </c:pt>
                <c:pt idx="1788">
                  <c:v>0.119271913116752</c:v>
                </c:pt>
                <c:pt idx="1789">
                  <c:v>0.117595606925902</c:v>
                </c:pt>
                <c:pt idx="1790">
                  <c:v>0.151119925688</c:v>
                </c:pt>
                <c:pt idx="1791">
                  <c:v>0.132618672511083</c:v>
                </c:pt>
                <c:pt idx="1792">
                  <c:v>0.127379199078208</c:v>
                </c:pt>
                <c:pt idx="1793">
                  <c:v>0.121519133562232</c:v>
                </c:pt>
                <c:pt idx="1794">
                  <c:v>0.131531036371204</c:v>
                </c:pt>
                <c:pt idx="1795">
                  <c:v>0.129313906749953</c:v>
                </c:pt>
                <c:pt idx="1796">
                  <c:v>0.145237061648571</c:v>
                </c:pt>
                <c:pt idx="1797">
                  <c:v>0.128080843249093</c:v>
                </c:pt>
                <c:pt idx="1798">
                  <c:v>0.121483525665707</c:v>
                </c:pt>
                <c:pt idx="1799">
                  <c:v>0.119563063829302</c:v>
                </c:pt>
                <c:pt idx="1800">
                  <c:v>0.145672827303748</c:v>
                </c:pt>
                <c:pt idx="1801">
                  <c:v>0.151120383595591</c:v>
                </c:pt>
                <c:pt idx="1802">
                  <c:v>0.146426331610188</c:v>
                </c:pt>
                <c:pt idx="1803">
                  <c:v>0.145050916357888</c:v>
                </c:pt>
                <c:pt idx="1804">
                  <c:v>0.150523680514383</c:v>
                </c:pt>
                <c:pt idx="1805">
                  <c:v>0.179588777315215</c:v>
                </c:pt>
                <c:pt idx="1806">
                  <c:v>0.188151520390455</c:v>
                </c:pt>
                <c:pt idx="1807">
                  <c:v>0.144113861913486</c:v>
                </c:pt>
                <c:pt idx="1808">
                  <c:v>0.179486222638041</c:v>
                </c:pt>
                <c:pt idx="1809">
                  <c:v>0.278443761758261</c:v>
                </c:pt>
                <c:pt idx="1810">
                  <c:v>0.295652908043475</c:v>
                </c:pt>
                <c:pt idx="1811">
                  <c:v>0.284907271459898</c:v>
                </c:pt>
                <c:pt idx="1812">
                  <c:v>0.236781554324309</c:v>
                </c:pt>
                <c:pt idx="1813">
                  <c:v>0.262873433520257</c:v>
                </c:pt>
                <c:pt idx="1814">
                  <c:v>0.227436104173108</c:v>
                </c:pt>
                <c:pt idx="1815">
                  <c:v>0.199001594010066</c:v>
                </c:pt>
                <c:pt idx="1816">
                  <c:v>0.188506873311019</c:v>
                </c:pt>
                <c:pt idx="1817">
                  <c:v>0.204689293108869</c:v>
                </c:pt>
                <c:pt idx="1818">
                  <c:v>0.196594957682301</c:v>
                </c:pt>
                <c:pt idx="1819">
                  <c:v>0.176959978174878</c:v>
                </c:pt>
                <c:pt idx="1820">
                  <c:v>0.177973780376452</c:v>
                </c:pt>
                <c:pt idx="1821">
                  <c:v>0.216585839299597</c:v>
                </c:pt>
                <c:pt idx="1822">
                  <c:v>0.21122229806788</c:v>
                </c:pt>
                <c:pt idx="1823">
                  <c:v>0.201676072882951</c:v>
                </c:pt>
                <c:pt idx="1824">
                  <c:v>0.197560479669606</c:v>
                </c:pt>
                <c:pt idx="1825">
                  <c:v>0.19625966556641</c:v>
                </c:pt>
                <c:pt idx="1826">
                  <c:v>0.215704151524749</c:v>
                </c:pt>
                <c:pt idx="1827">
                  <c:v>0.210464572565342</c:v>
                </c:pt>
                <c:pt idx="1828">
                  <c:v>0.187115549056671</c:v>
                </c:pt>
                <c:pt idx="1829">
                  <c:v>0.166818745294574</c:v>
                </c:pt>
                <c:pt idx="1830">
                  <c:v>0.168010398898552</c:v>
                </c:pt>
                <c:pt idx="1831">
                  <c:v>0.168494219397182</c:v>
                </c:pt>
                <c:pt idx="1832">
                  <c:v>0.163002938070842</c:v>
                </c:pt>
                <c:pt idx="1833">
                  <c:v>0.173006308198251</c:v>
                </c:pt>
                <c:pt idx="1834">
                  <c:v>0.171990240688789</c:v>
                </c:pt>
                <c:pt idx="1835">
                  <c:v>0.172136032535441</c:v>
                </c:pt>
                <c:pt idx="1836">
                  <c:v>0.159308423053842</c:v>
                </c:pt>
                <c:pt idx="1837">
                  <c:v>0.164318301680819</c:v>
                </c:pt>
                <c:pt idx="1838">
                  <c:v>0.171916814379255</c:v>
                </c:pt>
                <c:pt idx="1839">
                  <c:v>0.157429266115621</c:v>
                </c:pt>
                <c:pt idx="1840">
                  <c:v>0.156001876504751</c:v>
                </c:pt>
                <c:pt idx="1841">
                  <c:v>0.163690449698062</c:v>
                </c:pt>
                <c:pt idx="1842">
                  <c:v>0.202886939242526</c:v>
                </c:pt>
                <c:pt idx="1843">
                  <c:v>0.236284548966491</c:v>
                </c:pt>
                <c:pt idx="1844">
                  <c:v>0.230880547680596</c:v>
                </c:pt>
                <c:pt idx="1845">
                  <c:v>0.237051413459638</c:v>
                </c:pt>
                <c:pt idx="1846">
                  <c:v>0.248380594875275</c:v>
                </c:pt>
                <c:pt idx="1847">
                  <c:v>0.186937548730081</c:v>
                </c:pt>
                <c:pt idx="1848">
                  <c:v>0.15702325192648</c:v>
                </c:pt>
                <c:pt idx="1849">
                  <c:v>0.155063483126411</c:v>
                </c:pt>
                <c:pt idx="1850">
                  <c:v>0.133457586528821</c:v>
                </c:pt>
                <c:pt idx="1851">
                  <c:v>0.132500297099884</c:v>
                </c:pt>
                <c:pt idx="1852">
                  <c:v>0.118505784913059</c:v>
                </c:pt>
                <c:pt idx="1853">
                  <c:v>0.122470738970832</c:v>
                </c:pt>
                <c:pt idx="1854">
                  <c:v>0.115076006476161</c:v>
                </c:pt>
                <c:pt idx="1855">
                  <c:v>0.12687671268349</c:v>
                </c:pt>
                <c:pt idx="1856">
                  <c:v>0.143743778715184</c:v>
                </c:pt>
                <c:pt idx="1857">
                  <c:v>0.158052965788538</c:v>
                </c:pt>
                <c:pt idx="1858">
                  <c:v>0.157934878802712</c:v>
                </c:pt>
                <c:pt idx="1859">
                  <c:v>0.160289644558805</c:v>
                </c:pt>
                <c:pt idx="1860">
                  <c:v>0.138236185518344</c:v>
                </c:pt>
                <c:pt idx="1861">
                  <c:v>0.15223114167821</c:v>
                </c:pt>
                <c:pt idx="1862">
                  <c:v>0.14521671953368</c:v>
                </c:pt>
                <c:pt idx="1863">
                  <c:v>0.156280227803142</c:v>
                </c:pt>
                <c:pt idx="1864">
                  <c:v>0.141576047850209</c:v>
                </c:pt>
                <c:pt idx="1865">
                  <c:v>0.144744441928372</c:v>
                </c:pt>
                <c:pt idx="1866">
                  <c:v>0.165008967868687</c:v>
                </c:pt>
                <c:pt idx="1867">
                  <c:v>0.209024363843693</c:v>
                </c:pt>
                <c:pt idx="1868">
                  <c:v>0.255204241275438</c:v>
                </c:pt>
                <c:pt idx="1869">
                  <c:v>0.260107737494521</c:v>
                </c:pt>
                <c:pt idx="1870">
                  <c:v>0.341274791644941</c:v>
                </c:pt>
                <c:pt idx="1871">
                  <c:v>0.278859626266539</c:v>
                </c:pt>
                <c:pt idx="1872">
                  <c:v>0.261507433681811</c:v>
                </c:pt>
                <c:pt idx="1873">
                  <c:v>0.225643757213663</c:v>
                </c:pt>
                <c:pt idx="1874">
                  <c:v>0.238599090777282</c:v>
                </c:pt>
                <c:pt idx="1875">
                  <c:v>0.258343059679892</c:v>
                </c:pt>
                <c:pt idx="1876">
                  <c:v>0.225604514640073</c:v>
                </c:pt>
                <c:pt idx="1877">
                  <c:v>0.288109972983839</c:v>
                </c:pt>
                <c:pt idx="1878">
                  <c:v>0.268403006729901</c:v>
                </c:pt>
                <c:pt idx="1879">
                  <c:v>0.225968140595797</c:v>
                </c:pt>
                <c:pt idx="1880">
                  <c:v>0.201876071736046</c:v>
                </c:pt>
                <c:pt idx="1881">
                  <c:v>0.214644044882931</c:v>
                </c:pt>
                <c:pt idx="1882">
                  <c:v>0.194713346590709</c:v>
                </c:pt>
                <c:pt idx="1883">
                  <c:v>0.205136083538409</c:v>
                </c:pt>
                <c:pt idx="1884">
                  <c:v>0.27138468852572</c:v>
                </c:pt>
                <c:pt idx="1885">
                  <c:v>0.241845638965449</c:v>
                </c:pt>
                <c:pt idx="1886">
                  <c:v>0.245865879471412</c:v>
                </c:pt>
                <c:pt idx="1887">
                  <c:v>0.243429171122052</c:v>
                </c:pt>
                <c:pt idx="1888">
                  <c:v>0.235793533807547</c:v>
                </c:pt>
                <c:pt idx="1889">
                  <c:v>0.24717789469568</c:v>
                </c:pt>
                <c:pt idx="1890">
                  <c:v>0.235677210733493</c:v>
                </c:pt>
                <c:pt idx="1891">
                  <c:v>0.192598124951076</c:v>
                </c:pt>
                <c:pt idx="1892">
                  <c:v>0.173673806919208</c:v>
                </c:pt>
                <c:pt idx="1893">
                  <c:v>0.156939036841104</c:v>
                </c:pt>
                <c:pt idx="1894">
                  <c:v>0.144291339085092</c:v>
                </c:pt>
                <c:pt idx="1895">
                  <c:v>0.168313015995451</c:v>
                </c:pt>
                <c:pt idx="1896">
                  <c:v>0.160848110598737</c:v>
                </c:pt>
                <c:pt idx="1897">
                  <c:v>0.168578669249437</c:v>
                </c:pt>
                <c:pt idx="1898">
                  <c:v>0.170442422738284</c:v>
                </c:pt>
                <c:pt idx="1899">
                  <c:v>0.183996304393072</c:v>
                </c:pt>
                <c:pt idx="1900">
                  <c:v>0.180917172880433</c:v>
                </c:pt>
                <c:pt idx="1901">
                  <c:v>0.187591230547775</c:v>
                </c:pt>
                <c:pt idx="1902">
                  <c:v>0.179135805995958</c:v>
                </c:pt>
                <c:pt idx="1903">
                  <c:v>0.181577970925528</c:v>
                </c:pt>
                <c:pt idx="1904">
                  <c:v>0.16859707828311</c:v>
                </c:pt>
                <c:pt idx="1905">
                  <c:v>0.215559692142311</c:v>
                </c:pt>
                <c:pt idx="1906">
                  <c:v>0.195636470807228</c:v>
                </c:pt>
                <c:pt idx="1907">
                  <c:v>0.199658876564383</c:v>
                </c:pt>
                <c:pt idx="1908">
                  <c:v>0.217081810809013</c:v>
                </c:pt>
                <c:pt idx="1909">
                  <c:v>0.184752079235386</c:v>
                </c:pt>
                <c:pt idx="1910">
                  <c:v>0.21760261698841</c:v>
                </c:pt>
                <c:pt idx="1911">
                  <c:v>0.251534608628644</c:v>
                </c:pt>
                <c:pt idx="1912">
                  <c:v>0.238307882360147</c:v>
                </c:pt>
                <c:pt idx="1913">
                  <c:v>0.203417007919306</c:v>
                </c:pt>
                <c:pt idx="1914">
                  <c:v>0.205337178627297</c:v>
                </c:pt>
                <c:pt idx="1915">
                  <c:v>0.233076259969583</c:v>
                </c:pt>
                <c:pt idx="1916">
                  <c:v>0.216760843358771</c:v>
                </c:pt>
                <c:pt idx="1917">
                  <c:v>0.212260966608727</c:v>
                </c:pt>
                <c:pt idx="1918">
                  <c:v>0.199795683502754</c:v>
                </c:pt>
                <c:pt idx="1919">
                  <c:v>0.175516450623472</c:v>
                </c:pt>
                <c:pt idx="1920">
                  <c:v>0.151916468570665</c:v>
                </c:pt>
                <c:pt idx="1921">
                  <c:v>0.147917213724985</c:v>
                </c:pt>
                <c:pt idx="1922">
                  <c:v>0.142547383669953</c:v>
                </c:pt>
                <c:pt idx="1923">
                  <c:v>0.142273892432989</c:v>
                </c:pt>
                <c:pt idx="1924">
                  <c:v>0.129206623763957</c:v>
                </c:pt>
                <c:pt idx="1925">
                  <c:v>0.15574072989263</c:v>
                </c:pt>
                <c:pt idx="1926">
                  <c:v>0.145154433890407</c:v>
                </c:pt>
                <c:pt idx="1927">
                  <c:v>0.140333380230148</c:v>
                </c:pt>
                <c:pt idx="1928">
                  <c:v>0.1297116514335</c:v>
                </c:pt>
                <c:pt idx="1929">
                  <c:v>0.127572769793555</c:v>
                </c:pt>
                <c:pt idx="1930">
                  <c:v>0.138523373343844</c:v>
                </c:pt>
                <c:pt idx="1931">
                  <c:v>0.128813862797894</c:v>
                </c:pt>
                <c:pt idx="1932">
                  <c:v>0.14569825051875</c:v>
                </c:pt>
                <c:pt idx="1933">
                  <c:v>0.114840384548714</c:v>
                </c:pt>
                <c:pt idx="1934">
                  <c:v>0.111303935403657</c:v>
                </c:pt>
                <c:pt idx="1935">
                  <c:v>0.124385204226655</c:v>
                </c:pt>
                <c:pt idx="1936">
                  <c:v>0.113596240001257</c:v>
                </c:pt>
                <c:pt idx="1937">
                  <c:v>0.121581288257822</c:v>
                </c:pt>
                <c:pt idx="1938">
                  <c:v>0.109498901746263</c:v>
                </c:pt>
                <c:pt idx="1939">
                  <c:v>0.115024483171039</c:v>
                </c:pt>
                <c:pt idx="1940">
                  <c:v>0.123328984152563</c:v>
                </c:pt>
                <c:pt idx="1941">
                  <c:v>0.126601426451995</c:v>
                </c:pt>
                <c:pt idx="1942">
                  <c:v>0.141704625083078</c:v>
                </c:pt>
                <c:pt idx="1943">
                  <c:v>0.122780603402075</c:v>
                </c:pt>
                <c:pt idx="1944">
                  <c:v>0.12287723068151</c:v>
                </c:pt>
                <c:pt idx="1945">
                  <c:v>0.133157342010973</c:v>
                </c:pt>
                <c:pt idx="1946">
                  <c:v>0.140786533415495</c:v>
                </c:pt>
                <c:pt idx="1947">
                  <c:v>0.173192415533072</c:v>
                </c:pt>
                <c:pt idx="1948">
                  <c:v>0.16490371459981</c:v>
                </c:pt>
                <c:pt idx="1949">
                  <c:v>0.143680911969</c:v>
                </c:pt>
                <c:pt idx="1950">
                  <c:v>0.145137761596334</c:v>
                </c:pt>
                <c:pt idx="1951">
                  <c:v>0.141281854720555</c:v>
                </c:pt>
                <c:pt idx="1952">
                  <c:v>0.174072481899443</c:v>
                </c:pt>
                <c:pt idx="1953">
                  <c:v>0.200949819688056</c:v>
                </c:pt>
                <c:pt idx="1954">
                  <c:v>0.18163312742334</c:v>
                </c:pt>
                <c:pt idx="1955">
                  <c:v>0.176809130308434</c:v>
                </c:pt>
                <c:pt idx="1956">
                  <c:v>0.152870232317348</c:v>
                </c:pt>
                <c:pt idx="1957">
                  <c:v>0.198807820151043</c:v>
                </c:pt>
                <c:pt idx="1958">
                  <c:v>0.216172891427351</c:v>
                </c:pt>
                <c:pt idx="1959">
                  <c:v>0.204985877296748</c:v>
                </c:pt>
                <c:pt idx="1960">
                  <c:v>0.190063400012</c:v>
                </c:pt>
                <c:pt idx="1961">
                  <c:v>0.189001550459593</c:v>
                </c:pt>
                <c:pt idx="1962">
                  <c:v>0.146760357878285</c:v>
                </c:pt>
                <c:pt idx="1963">
                  <c:v>0.163162294517018</c:v>
                </c:pt>
                <c:pt idx="1964">
                  <c:v>0.150548097107076</c:v>
                </c:pt>
                <c:pt idx="1965">
                  <c:v>0.141958123612251</c:v>
                </c:pt>
                <c:pt idx="1966">
                  <c:v>0.142288905616997</c:v>
                </c:pt>
                <c:pt idx="1967">
                  <c:v>0.162774408878097</c:v>
                </c:pt>
                <c:pt idx="1968">
                  <c:v>0.139898117707962</c:v>
                </c:pt>
                <c:pt idx="1969">
                  <c:v>0.150840668774902</c:v>
                </c:pt>
                <c:pt idx="1970">
                  <c:v>0.180003367737345</c:v>
                </c:pt>
                <c:pt idx="1971">
                  <c:v>0.176203262373361</c:v>
                </c:pt>
                <c:pt idx="1972">
                  <c:v>0.144430258830967</c:v>
                </c:pt>
                <c:pt idx="1973">
                  <c:v>0.159059411045826</c:v>
                </c:pt>
                <c:pt idx="1974">
                  <c:v>0.147558105547846</c:v>
                </c:pt>
                <c:pt idx="1975">
                  <c:v>0.153254287772728</c:v>
                </c:pt>
                <c:pt idx="1976">
                  <c:v>0.151447116578334</c:v>
                </c:pt>
                <c:pt idx="1977">
                  <c:v>0.147880155893603</c:v>
                </c:pt>
                <c:pt idx="1978">
                  <c:v>0.141439764423687</c:v>
                </c:pt>
                <c:pt idx="1979">
                  <c:v>0.126614720134827</c:v>
                </c:pt>
                <c:pt idx="1980">
                  <c:v>0.134151264836857</c:v>
                </c:pt>
                <c:pt idx="1981">
                  <c:v>0.13600370811657</c:v>
                </c:pt>
                <c:pt idx="1982">
                  <c:v>0.124261687744826</c:v>
                </c:pt>
                <c:pt idx="1983">
                  <c:v>0.121649339703749</c:v>
                </c:pt>
                <c:pt idx="1984">
                  <c:v>0.141420911434936</c:v>
                </c:pt>
                <c:pt idx="1985">
                  <c:v>0.129526123719993</c:v>
                </c:pt>
                <c:pt idx="1986">
                  <c:v>0.139332708813263</c:v>
                </c:pt>
                <c:pt idx="1987">
                  <c:v>0.185712342253762</c:v>
                </c:pt>
                <c:pt idx="1988">
                  <c:v>0.239794788752092</c:v>
                </c:pt>
                <c:pt idx="1989">
                  <c:v>0.228798254414186</c:v>
                </c:pt>
                <c:pt idx="1990">
                  <c:v>0.227563928835617</c:v>
                </c:pt>
                <c:pt idx="1991">
                  <c:v>0.218505900969291</c:v>
                </c:pt>
                <c:pt idx="1992">
                  <c:v>0.269311620496743</c:v>
                </c:pt>
                <c:pt idx="1993">
                  <c:v>0.227175033341046</c:v>
                </c:pt>
                <c:pt idx="1994">
                  <c:v>0.19563552281234</c:v>
                </c:pt>
                <c:pt idx="1995">
                  <c:v>0.171642045581224</c:v>
                </c:pt>
                <c:pt idx="1996">
                  <c:v>0.168811494634034</c:v>
                </c:pt>
                <c:pt idx="1997">
                  <c:v>0.181197810866448</c:v>
                </c:pt>
                <c:pt idx="1998">
                  <c:v>0.169102354437422</c:v>
                </c:pt>
                <c:pt idx="1999">
                  <c:v>0.170360200485276</c:v>
                </c:pt>
                <c:pt idx="2000">
                  <c:v>0.15673865380678</c:v>
                </c:pt>
                <c:pt idx="2001">
                  <c:v>0.165236505896487</c:v>
                </c:pt>
                <c:pt idx="2002">
                  <c:v>0.165787606842834</c:v>
                </c:pt>
                <c:pt idx="2003">
                  <c:v>0.161794012988177</c:v>
                </c:pt>
                <c:pt idx="2004">
                  <c:v>0.144047959708738</c:v>
                </c:pt>
                <c:pt idx="2005">
                  <c:v>0.161232750772733</c:v>
                </c:pt>
                <c:pt idx="2006">
                  <c:v>0.188389957422313</c:v>
                </c:pt>
                <c:pt idx="2007">
                  <c:v>0.362485035619917</c:v>
                </c:pt>
                <c:pt idx="2008">
                  <c:v>0.487201012444925</c:v>
                </c:pt>
                <c:pt idx="2009">
                  <c:v>0.440062868002106</c:v>
                </c:pt>
                <c:pt idx="2010">
                  <c:v>0.590518479470841</c:v>
                </c:pt>
                <c:pt idx="2011">
                  <c:v>0.766090917471373</c:v>
                </c:pt>
                <c:pt idx="2012">
                  <c:v>0.555862297172254</c:v>
                </c:pt>
                <c:pt idx="2013">
                  <c:v>0.579941154592985</c:v>
                </c:pt>
                <c:pt idx="2014">
                  <c:v>0.488572060986668</c:v>
                </c:pt>
                <c:pt idx="2015">
                  <c:v>0.61650081292055</c:v>
                </c:pt>
                <c:pt idx="2016">
                  <c:v>0.618010660537579</c:v>
                </c:pt>
                <c:pt idx="2017">
                  <c:v>0.794795664389067</c:v>
                </c:pt>
                <c:pt idx="2018">
                  <c:v>0.683548457780791</c:v>
                </c:pt>
                <c:pt idx="2019">
                  <c:v>0.826604373879257</c:v>
                </c:pt>
                <c:pt idx="2020">
                  <c:v>1.16304184839357</c:v>
                </c:pt>
                <c:pt idx="2021">
                  <c:v>0.936407893902426</c:v>
                </c:pt>
                <c:pt idx="2022">
                  <c:v>1.31878416833681</c:v>
                </c:pt>
                <c:pt idx="2023">
                  <c:v>1.17380312774205</c:v>
                </c:pt>
                <c:pt idx="2024">
                  <c:v>1.17047281997995</c:v>
                </c:pt>
                <c:pt idx="2025">
                  <c:v>1.11418317125647</c:v>
                </c:pt>
                <c:pt idx="2026">
                  <c:v>1.08644372070653</c:v>
                </c:pt>
                <c:pt idx="2027">
                  <c:v>0.854970596691662</c:v>
                </c:pt>
                <c:pt idx="2028">
                  <c:v>0.858653816063003</c:v>
                </c:pt>
                <c:pt idx="2029">
                  <c:v>0.947819009108977</c:v>
                </c:pt>
                <c:pt idx="2030">
                  <c:v>0.923564356455023</c:v>
                </c:pt>
                <c:pt idx="2031">
                  <c:v>0.880827371146334</c:v>
                </c:pt>
                <c:pt idx="2032">
                  <c:v>0.757692404380178</c:v>
                </c:pt>
                <c:pt idx="2033">
                  <c:v>0.771892447056884</c:v>
                </c:pt>
                <c:pt idx="2034">
                  <c:v>0.728858034081955</c:v>
                </c:pt>
                <c:pt idx="2035">
                  <c:v>0.663805345321401</c:v>
                </c:pt>
                <c:pt idx="2036">
                  <c:v>0.627780696622626</c:v>
                </c:pt>
                <c:pt idx="2037">
                  <c:v>0.571784867032444</c:v>
                </c:pt>
                <c:pt idx="2038">
                  <c:v>0.603735843343782</c:v>
                </c:pt>
                <c:pt idx="2039">
                  <c:v>0.565786596641842</c:v>
                </c:pt>
                <c:pt idx="2040">
                  <c:v>0.534866945060355</c:v>
                </c:pt>
                <c:pt idx="2041">
                  <c:v>0.461870536070163</c:v>
                </c:pt>
                <c:pt idx="2042">
                  <c:v>0.440336127556645</c:v>
                </c:pt>
                <c:pt idx="2043">
                  <c:v>0.473001760860394</c:v>
                </c:pt>
                <c:pt idx="2044">
                  <c:v>0.480590751530163</c:v>
                </c:pt>
                <c:pt idx="2045">
                  <c:v>0.420245066218776</c:v>
                </c:pt>
                <c:pt idx="2046">
                  <c:v>0.459427930513139</c:v>
                </c:pt>
                <c:pt idx="2047">
                  <c:v>0.502366111098786</c:v>
                </c:pt>
                <c:pt idx="2048">
                  <c:v>0.446565516847004</c:v>
                </c:pt>
                <c:pt idx="2049">
                  <c:v>0.443062265695746</c:v>
                </c:pt>
                <c:pt idx="2050">
                  <c:v>0.366975919674656</c:v>
                </c:pt>
                <c:pt idx="2051">
                  <c:v>0.334486982616254</c:v>
                </c:pt>
                <c:pt idx="2052">
                  <c:v>0.374328668718304</c:v>
                </c:pt>
                <c:pt idx="2053">
                  <c:v>0.345352660706869</c:v>
                </c:pt>
                <c:pt idx="2054">
                  <c:v>0.387370376465615</c:v>
                </c:pt>
                <c:pt idx="2055">
                  <c:v>0.40958482004573</c:v>
                </c:pt>
                <c:pt idx="2056">
                  <c:v>0.3768469097157</c:v>
                </c:pt>
                <c:pt idx="2057">
                  <c:v>0.383056542803171</c:v>
                </c:pt>
                <c:pt idx="2058">
                  <c:v>0.383828818139792</c:v>
                </c:pt>
                <c:pt idx="2059">
                  <c:v>0.383203060404854</c:v>
                </c:pt>
                <c:pt idx="2060">
                  <c:v>0.321111468219941</c:v>
                </c:pt>
                <c:pt idx="2061">
                  <c:v>0.295046676465698</c:v>
                </c:pt>
                <c:pt idx="2062">
                  <c:v>0.359328780631998</c:v>
                </c:pt>
                <c:pt idx="2063">
                  <c:v>0.395951764025752</c:v>
                </c:pt>
                <c:pt idx="2064">
                  <c:v>0.387376572358344</c:v>
                </c:pt>
                <c:pt idx="2065">
                  <c:v>0.359853920719339</c:v>
                </c:pt>
                <c:pt idx="2066">
                  <c:v>0.321892083714963</c:v>
                </c:pt>
                <c:pt idx="2067">
                  <c:v>0.341171838883424</c:v>
                </c:pt>
                <c:pt idx="2068">
                  <c:v>0.327471942278249</c:v>
                </c:pt>
                <c:pt idx="2069">
                  <c:v>0.335140860919371</c:v>
                </c:pt>
                <c:pt idx="2070">
                  <c:v>0.321486231494266</c:v>
                </c:pt>
                <c:pt idx="2071">
                  <c:v>0.305106420145158</c:v>
                </c:pt>
                <c:pt idx="2072">
                  <c:v>0.288016352760525</c:v>
                </c:pt>
                <c:pt idx="2073">
                  <c:v>0.325791881366308</c:v>
                </c:pt>
                <c:pt idx="2074">
                  <c:v>0.297119376756477</c:v>
                </c:pt>
                <c:pt idx="2075">
                  <c:v>0.289113217193635</c:v>
                </c:pt>
                <c:pt idx="2076">
                  <c:v>0.292366497038545</c:v>
                </c:pt>
                <c:pt idx="2077">
                  <c:v>0.260175865619904</c:v>
                </c:pt>
                <c:pt idx="2078">
                  <c:v>0.281201661251399</c:v>
                </c:pt>
                <c:pt idx="2079">
                  <c:v>0.237535232976711</c:v>
                </c:pt>
                <c:pt idx="2080">
                  <c:v>0.25936853133139</c:v>
                </c:pt>
                <c:pt idx="2081">
                  <c:v>0.299641789062034</c:v>
                </c:pt>
                <c:pt idx="2082">
                  <c:v>0.297956259448194</c:v>
                </c:pt>
                <c:pt idx="2083">
                  <c:v>0.530762596181118</c:v>
                </c:pt>
                <c:pt idx="2084">
                  <c:v>0.469482424747025</c:v>
                </c:pt>
                <c:pt idx="2085">
                  <c:v>0.410974023949473</c:v>
                </c:pt>
                <c:pt idx="2086">
                  <c:v>0.410302614057817</c:v>
                </c:pt>
                <c:pt idx="2087">
                  <c:v>0.399748069512765</c:v>
                </c:pt>
                <c:pt idx="2088">
                  <c:v>0.379513485957438</c:v>
                </c:pt>
                <c:pt idx="2089">
                  <c:v>0.367619388141392</c:v>
                </c:pt>
                <c:pt idx="2090">
                  <c:v>0.342996653099644</c:v>
                </c:pt>
                <c:pt idx="2091">
                  <c:v>0.334521114832921</c:v>
                </c:pt>
                <c:pt idx="2092">
                  <c:v>0.381954106989866</c:v>
                </c:pt>
                <c:pt idx="2093">
                  <c:v>0.414762576467825</c:v>
                </c:pt>
                <c:pt idx="2094">
                  <c:v>0.48438339598303</c:v>
                </c:pt>
                <c:pt idx="2095">
                  <c:v>0.424164174226296</c:v>
                </c:pt>
                <c:pt idx="2096">
                  <c:v>0.385804039661081</c:v>
                </c:pt>
                <c:pt idx="2097">
                  <c:v>0.35362911066246</c:v>
                </c:pt>
                <c:pt idx="2098">
                  <c:v>0.332822127631272</c:v>
                </c:pt>
                <c:pt idx="2099">
                  <c:v>0.284576257767732</c:v>
                </c:pt>
                <c:pt idx="2100">
                  <c:v>0.317943268522248</c:v>
                </c:pt>
                <c:pt idx="2101">
                  <c:v>0.285189405482253</c:v>
                </c:pt>
                <c:pt idx="2102">
                  <c:v>0.314354706181435</c:v>
                </c:pt>
                <c:pt idx="2103">
                  <c:v>0.275682524733025</c:v>
                </c:pt>
                <c:pt idx="2104">
                  <c:v>0.327804051499945</c:v>
                </c:pt>
                <c:pt idx="2105">
                  <c:v>0.320372342768506</c:v>
                </c:pt>
                <c:pt idx="2106">
                  <c:v>0.293843205634594</c:v>
                </c:pt>
                <c:pt idx="2107">
                  <c:v>0.301205743663819</c:v>
                </c:pt>
                <c:pt idx="2108">
                  <c:v>0.266377443651581</c:v>
                </c:pt>
                <c:pt idx="2109">
                  <c:v>0.239524744444708</c:v>
                </c:pt>
                <c:pt idx="2110">
                  <c:v>0.259705495523062</c:v>
                </c:pt>
                <c:pt idx="2111">
                  <c:v>0.245647639134199</c:v>
                </c:pt>
                <c:pt idx="2112">
                  <c:v>0.288383290302334</c:v>
                </c:pt>
                <c:pt idx="2113">
                  <c:v>0.270876970389163</c:v>
                </c:pt>
                <c:pt idx="2114">
                  <c:v>0.24355693205772</c:v>
                </c:pt>
                <c:pt idx="2115">
                  <c:v>0.267340370921059</c:v>
                </c:pt>
                <c:pt idx="2116">
                  <c:v>0.248078656643933</c:v>
                </c:pt>
                <c:pt idx="2117">
                  <c:v>0.280138305991793</c:v>
                </c:pt>
                <c:pt idx="2118">
                  <c:v>0.245947654978437</c:v>
                </c:pt>
                <c:pt idx="2119">
                  <c:v>0.224940171550964</c:v>
                </c:pt>
                <c:pt idx="2120">
                  <c:v>0.23311190822905</c:v>
                </c:pt>
                <c:pt idx="2121">
                  <c:v>0.216384184245503</c:v>
                </c:pt>
                <c:pt idx="2122">
                  <c:v>0.231753501110667</c:v>
                </c:pt>
                <c:pt idx="2123">
                  <c:v>0.225254443121242</c:v>
                </c:pt>
                <c:pt idx="2124">
                  <c:v>0.215574383468243</c:v>
                </c:pt>
                <c:pt idx="2125">
                  <c:v>0.272661180205005</c:v>
                </c:pt>
                <c:pt idx="2126">
                  <c:v>0.232007276985733</c:v>
                </c:pt>
                <c:pt idx="2127">
                  <c:v>0.233011312322053</c:v>
                </c:pt>
                <c:pt idx="2128">
                  <c:v>0.213850826472398</c:v>
                </c:pt>
                <c:pt idx="2129">
                  <c:v>0.195382985305939</c:v>
                </c:pt>
                <c:pt idx="2130">
                  <c:v>0.203986461679292</c:v>
                </c:pt>
                <c:pt idx="2131">
                  <c:v>0.224897918118883</c:v>
                </c:pt>
                <c:pt idx="2132">
                  <c:v>0.232018315862712</c:v>
                </c:pt>
                <c:pt idx="2133">
                  <c:v>0.212539246516647</c:v>
                </c:pt>
                <c:pt idx="2134">
                  <c:v>0.201822176164721</c:v>
                </c:pt>
                <c:pt idx="2135">
                  <c:v>0.21371735152679</c:v>
                </c:pt>
                <c:pt idx="2136">
                  <c:v>0.21226792695579</c:v>
                </c:pt>
                <c:pt idx="2137">
                  <c:v>0.244286236641074</c:v>
                </c:pt>
                <c:pt idx="2138">
                  <c:v>0.199346309164139</c:v>
                </c:pt>
                <c:pt idx="2139">
                  <c:v>0.224171364519975</c:v>
                </c:pt>
                <c:pt idx="2140">
                  <c:v>0.22779582725478</c:v>
                </c:pt>
                <c:pt idx="2141">
                  <c:v>0.244430435931209</c:v>
                </c:pt>
                <c:pt idx="2142">
                  <c:v>0.408391535464329</c:v>
                </c:pt>
                <c:pt idx="2143">
                  <c:v>0.437271512297112</c:v>
                </c:pt>
                <c:pt idx="2144">
                  <c:v>0.433688846765312</c:v>
                </c:pt>
                <c:pt idx="2145">
                  <c:v>0.340712901810141</c:v>
                </c:pt>
                <c:pt idx="2146">
                  <c:v>0.378801173969239</c:v>
                </c:pt>
                <c:pt idx="2147">
                  <c:v>0.319406233705007</c:v>
                </c:pt>
                <c:pt idx="2148">
                  <c:v>0.278429464213466</c:v>
                </c:pt>
                <c:pt idx="2149">
                  <c:v>0.276384296830226</c:v>
                </c:pt>
                <c:pt idx="2150">
                  <c:v>0.277808822900627</c:v>
                </c:pt>
                <c:pt idx="2151">
                  <c:v>0.294357399572328</c:v>
                </c:pt>
                <c:pt idx="2152">
                  <c:v>0.282405298857152</c:v>
                </c:pt>
                <c:pt idx="2153">
                  <c:v>0.290110369374731</c:v>
                </c:pt>
                <c:pt idx="2154">
                  <c:v>0.270947253442141</c:v>
                </c:pt>
                <c:pt idx="2155">
                  <c:v>0.311385418483121</c:v>
                </c:pt>
                <c:pt idx="2156">
                  <c:v>0.324156631231301</c:v>
                </c:pt>
                <c:pt idx="2157">
                  <c:v>0.287748940410493</c:v>
                </c:pt>
                <c:pt idx="2158">
                  <c:v>0.262920869371713</c:v>
                </c:pt>
                <c:pt idx="2159">
                  <c:v>0.288993289464924</c:v>
                </c:pt>
                <c:pt idx="2160">
                  <c:v>0.272548772533468</c:v>
                </c:pt>
                <c:pt idx="2161">
                  <c:v>0.276006077929928</c:v>
                </c:pt>
                <c:pt idx="2162">
                  <c:v>0.269645465412067</c:v>
                </c:pt>
                <c:pt idx="2163">
                  <c:v>0.243369540140642</c:v>
                </c:pt>
                <c:pt idx="2164">
                  <c:v>0.280119507982982</c:v>
                </c:pt>
                <c:pt idx="2165">
                  <c:v>0.242693967327768</c:v>
                </c:pt>
                <c:pt idx="2166">
                  <c:v>0.242359270388742</c:v>
                </c:pt>
                <c:pt idx="2167">
                  <c:v>0.213507895482312</c:v>
                </c:pt>
                <c:pt idx="2168">
                  <c:v>0.214979216333623</c:v>
                </c:pt>
                <c:pt idx="2169">
                  <c:v>0.235457283855224</c:v>
                </c:pt>
                <c:pt idx="2170">
                  <c:v>0.235465898330155</c:v>
                </c:pt>
                <c:pt idx="2171">
                  <c:v>0.239107876541281</c:v>
                </c:pt>
                <c:pt idx="2172">
                  <c:v>0.228226660348499</c:v>
                </c:pt>
                <c:pt idx="2173">
                  <c:v>0.259060831065547</c:v>
                </c:pt>
                <c:pt idx="2174">
                  <c:v>0.253791349101964</c:v>
                </c:pt>
                <c:pt idx="2175">
                  <c:v>0.236131024515129</c:v>
                </c:pt>
                <c:pt idx="2176">
                  <c:v>0.247438250696591</c:v>
                </c:pt>
                <c:pt idx="2177">
                  <c:v>0.227056201802416</c:v>
                </c:pt>
                <c:pt idx="2178">
                  <c:v>0.295406575369953</c:v>
                </c:pt>
                <c:pt idx="2179">
                  <c:v>0.406883457897116</c:v>
                </c:pt>
                <c:pt idx="2180">
                  <c:v>0.534166905681165</c:v>
                </c:pt>
                <c:pt idx="2181">
                  <c:v>0.517402807639349</c:v>
                </c:pt>
                <c:pt idx="2182">
                  <c:v>0.571403000797382</c:v>
                </c:pt>
                <c:pt idx="2183">
                  <c:v>0.53488008388759</c:v>
                </c:pt>
                <c:pt idx="2184">
                  <c:v>0.500441042851595</c:v>
                </c:pt>
                <c:pt idx="2185">
                  <c:v>0.419751039838908</c:v>
                </c:pt>
                <c:pt idx="2186">
                  <c:v>0.355254843680083</c:v>
                </c:pt>
                <c:pt idx="2187">
                  <c:v>0.300971451934478</c:v>
                </c:pt>
                <c:pt idx="2188">
                  <c:v>0.283422521539593</c:v>
                </c:pt>
                <c:pt idx="2189">
                  <c:v>0.297345204044885</c:v>
                </c:pt>
                <c:pt idx="2190">
                  <c:v>0.260349447881186</c:v>
                </c:pt>
                <c:pt idx="2191">
                  <c:v>0.314562447538438</c:v>
                </c:pt>
                <c:pt idx="2192">
                  <c:v>0.273895138463988</c:v>
                </c:pt>
                <c:pt idx="2193">
                  <c:v>0.233259845171072</c:v>
                </c:pt>
                <c:pt idx="2194">
                  <c:v>0.237953929058328</c:v>
                </c:pt>
                <c:pt idx="2195">
                  <c:v>0.235707618994342</c:v>
                </c:pt>
                <c:pt idx="2196">
                  <c:v>0.28152558599908</c:v>
                </c:pt>
                <c:pt idx="2197">
                  <c:v>0.298644346144933</c:v>
                </c:pt>
                <c:pt idx="2198">
                  <c:v>0.270770952426344</c:v>
                </c:pt>
                <c:pt idx="2199">
                  <c:v>0.247801208338994</c:v>
                </c:pt>
                <c:pt idx="2200">
                  <c:v>0.247587593021885</c:v>
                </c:pt>
                <c:pt idx="2201">
                  <c:v>0.229661028232344</c:v>
                </c:pt>
                <c:pt idx="2202">
                  <c:v>0.216550797285567</c:v>
                </c:pt>
                <c:pt idx="2203">
                  <c:v>0.216642428005104</c:v>
                </c:pt>
                <c:pt idx="2204">
                  <c:v>0.240100240428986</c:v>
                </c:pt>
                <c:pt idx="2205">
                  <c:v>0.208726590706684</c:v>
                </c:pt>
                <c:pt idx="2206">
                  <c:v>0.199584143708592</c:v>
                </c:pt>
                <c:pt idx="2207">
                  <c:v>0.210571321268643</c:v>
                </c:pt>
                <c:pt idx="2208">
                  <c:v>0.229029818667706</c:v>
                </c:pt>
                <c:pt idx="2209">
                  <c:v>0.241508736682941</c:v>
                </c:pt>
                <c:pt idx="2210">
                  <c:v>0.266074307046532</c:v>
                </c:pt>
                <c:pt idx="2211">
                  <c:v>0.28712455542438</c:v>
                </c:pt>
                <c:pt idx="2212">
                  <c:v>0.254829221812222</c:v>
                </c:pt>
                <c:pt idx="2213">
                  <c:v>0.246426507695467</c:v>
                </c:pt>
                <c:pt idx="2214">
                  <c:v>0.26402621938747</c:v>
                </c:pt>
                <c:pt idx="2215">
                  <c:v>0.27396655383905</c:v>
                </c:pt>
                <c:pt idx="2216">
                  <c:v>0.292361931875958</c:v>
                </c:pt>
                <c:pt idx="2217">
                  <c:v>0.306096408805901</c:v>
                </c:pt>
                <c:pt idx="2218">
                  <c:v>0.300180343714944</c:v>
                </c:pt>
                <c:pt idx="2219">
                  <c:v>0.280905651824184</c:v>
                </c:pt>
                <c:pt idx="2220">
                  <c:v>0.286302361408153</c:v>
                </c:pt>
                <c:pt idx="2221">
                  <c:v>0.288714980675682</c:v>
                </c:pt>
                <c:pt idx="2222">
                  <c:v>0.275245121758766</c:v>
                </c:pt>
                <c:pt idx="2223">
                  <c:v>0.335411272103144</c:v>
                </c:pt>
                <c:pt idx="2224">
                  <c:v>0.308363888155444</c:v>
                </c:pt>
                <c:pt idx="2225">
                  <c:v>0.317853208758268</c:v>
                </c:pt>
                <c:pt idx="2226">
                  <c:v>0.272827724928598</c:v>
                </c:pt>
                <c:pt idx="2227">
                  <c:v>0.233146698996504</c:v>
                </c:pt>
                <c:pt idx="2228">
                  <c:v>0.269709079812647</c:v>
                </c:pt>
                <c:pt idx="2229">
                  <c:v>0.265046191798351</c:v>
                </c:pt>
                <c:pt idx="2230">
                  <c:v>0.258733995566964</c:v>
                </c:pt>
                <c:pt idx="2231">
                  <c:v>0.284550905074335</c:v>
                </c:pt>
                <c:pt idx="2232">
                  <c:v>0.308143119597786</c:v>
                </c:pt>
                <c:pt idx="2233">
                  <c:v>0.268484314373481</c:v>
                </c:pt>
                <c:pt idx="2234">
                  <c:v>0.222044978263131</c:v>
                </c:pt>
                <c:pt idx="2235">
                  <c:v>0.227804627172415</c:v>
                </c:pt>
                <c:pt idx="2236">
                  <c:v>0.220540926136078</c:v>
                </c:pt>
                <c:pt idx="2237">
                  <c:v>0.22845188581457</c:v>
                </c:pt>
                <c:pt idx="2238">
                  <c:v>0.253353955157384</c:v>
                </c:pt>
                <c:pt idx="2239">
                  <c:v>0.405691134954135</c:v>
                </c:pt>
                <c:pt idx="2240">
                  <c:v>0.398287248926673</c:v>
                </c:pt>
                <c:pt idx="2241">
                  <c:v>0.403147830305924</c:v>
                </c:pt>
                <c:pt idx="2242">
                  <c:v>0.333671865217653</c:v>
                </c:pt>
                <c:pt idx="2243">
                  <c:v>0.294778421431138</c:v>
                </c:pt>
                <c:pt idx="2244">
                  <c:v>0.259893677354214</c:v>
                </c:pt>
                <c:pt idx="2245">
                  <c:v>0.228542447858318</c:v>
                </c:pt>
                <c:pt idx="2246">
                  <c:v>0.200200367391858</c:v>
                </c:pt>
                <c:pt idx="2247">
                  <c:v>0.18930611682629</c:v>
                </c:pt>
                <c:pt idx="2248">
                  <c:v>0.214540974817424</c:v>
                </c:pt>
                <c:pt idx="2249">
                  <c:v>0.246557955226642</c:v>
                </c:pt>
                <c:pt idx="2250">
                  <c:v>0.243154671899697</c:v>
                </c:pt>
                <c:pt idx="2251">
                  <c:v>0.221852066681711</c:v>
                </c:pt>
                <c:pt idx="2252">
                  <c:v>0.224830793241764</c:v>
                </c:pt>
                <c:pt idx="2253">
                  <c:v>0.213408078386034</c:v>
                </c:pt>
                <c:pt idx="2254">
                  <c:v>0.244471122275052</c:v>
                </c:pt>
                <c:pt idx="2255">
                  <c:v>0.228631059798178</c:v>
                </c:pt>
                <c:pt idx="2256">
                  <c:v>0.243043446287154</c:v>
                </c:pt>
                <c:pt idx="2257">
                  <c:v>0.256193007436235</c:v>
                </c:pt>
                <c:pt idx="2258">
                  <c:v>0.224595377963073</c:v>
                </c:pt>
                <c:pt idx="2259">
                  <c:v>0.381896617392059</c:v>
                </c:pt>
                <c:pt idx="2260">
                  <c:v>0.369178892747482</c:v>
                </c:pt>
                <c:pt idx="2261">
                  <c:v>0.281803383403035</c:v>
                </c:pt>
                <c:pt idx="2262">
                  <c:v>0.297055018150724</c:v>
                </c:pt>
                <c:pt idx="2263">
                  <c:v>0.322091268707953</c:v>
                </c:pt>
                <c:pt idx="2264">
                  <c:v>0.371855253513659</c:v>
                </c:pt>
                <c:pt idx="2265">
                  <c:v>0.315840661316426</c:v>
                </c:pt>
                <c:pt idx="2266">
                  <c:v>0.30813539718547</c:v>
                </c:pt>
                <c:pt idx="2267">
                  <c:v>0.290776339177714</c:v>
                </c:pt>
                <c:pt idx="2268">
                  <c:v>0.264456985474963</c:v>
                </c:pt>
                <c:pt idx="2269">
                  <c:v>0.25173427636801</c:v>
                </c:pt>
                <c:pt idx="2270">
                  <c:v>0.228721351753854</c:v>
                </c:pt>
                <c:pt idx="2271">
                  <c:v>0.203737280751627</c:v>
                </c:pt>
                <c:pt idx="2272">
                  <c:v>0.218876586831454</c:v>
                </c:pt>
                <c:pt idx="2273">
                  <c:v>0.203907846185308</c:v>
                </c:pt>
                <c:pt idx="2274">
                  <c:v>0.264498288746651</c:v>
                </c:pt>
                <c:pt idx="2275">
                  <c:v>0.235988570015423</c:v>
                </c:pt>
                <c:pt idx="2276">
                  <c:v>0.197664068283723</c:v>
                </c:pt>
                <c:pt idx="2277">
                  <c:v>0.236456462521348</c:v>
                </c:pt>
                <c:pt idx="2278">
                  <c:v>0.248229733233079</c:v>
                </c:pt>
                <c:pt idx="2279">
                  <c:v>0.228891510562411</c:v>
                </c:pt>
                <c:pt idx="2280">
                  <c:v>0.224743538793206</c:v>
                </c:pt>
                <c:pt idx="2281">
                  <c:v>0.247820273438631</c:v>
                </c:pt>
                <c:pt idx="2282">
                  <c:v>0.241028355999355</c:v>
                </c:pt>
                <c:pt idx="2283">
                  <c:v>0.219819753779751</c:v>
                </c:pt>
                <c:pt idx="2284">
                  <c:v>0.166609187197581</c:v>
                </c:pt>
                <c:pt idx="2285">
                  <c:v>0.150636571886805</c:v>
                </c:pt>
                <c:pt idx="2286">
                  <c:v>0.184856669941776</c:v>
                </c:pt>
                <c:pt idx="2287">
                  <c:v>0.170304027811021</c:v>
                </c:pt>
                <c:pt idx="2288">
                  <c:v>0.170623605963166</c:v>
                </c:pt>
                <c:pt idx="2289">
                  <c:v>0.151548159157767</c:v>
                </c:pt>
                <c:pt idx="2290">
                  <c:v>0.145402463373479</c:v>
                </c:pt>
                <c:pt idx="2291">
                  <c:v>0.14779279786389</c:v>
                </c:pt>
                <c:pt idx="2292">
                  <c:v>0.160726216400141</c:v>
                </c:pt>
                <c:pt idx="2293">
                  <c:v>0.159338199690336</c:v>
                </c:pt>
                <c:pt idx="2294">
                  <c:v>0.142405352979592</c:v>
                </c:pt>
                <c:pt idx="2295">
                  <c:v>0.158124579574224</c:v>
                </c:pt>
                <c:pt idx="2296">
                  <c:v>0.19347434298708</c:v>
                </c:pt>
                <c:pt idx="2297">
                  <c:v>0.155795837759639</c:v>
                </c:pt>
                <c:pt idx="2298">
                  <c:v>0.200948442503386</c:v>
                </c:pt>
                <c:pt idx="2299">
                  <c:v>0.163565880616382</c:v>
                </c:pt>
                <c:pt idx="2300">
                  <c:v>0.156603800876975</c:v>
                </c:pt>
                <c:pt idx="2301">
                  <c:v>0.165919571708638</c:v>
                </c:pt>
                <c:pt idx="2302">
                  <c:v>0.15598367718625</c:v>
                </c:pt>
                <c:pt idx="2303">
                  <c:v>0.16353504871178</c:v>
                </c:pt>
                <c:pt idx="2304">
                  <c:v>0.177829754328723</c:v>
                </c:pt>
                <c:pt idx="2305">
                  <c:v>0.173541968596701</c:v>
                </c:pt>
                <c:pt idx="2306">
                  <c:v>0.209770221923321</c:v>
                </c:pt>
                <c:pt idx="2307">
                  <c:v>0.200613396568322</c:v>
                </c:pt>
                <c:pt idx="2308">
                  <c:v>0.206017148778184</c:v>
                </c:pt>
                <c:pt idx="2309">
                  <c:v>0.177171731879335</c:v>
                </c:pt>
                <c:pt idx="2310">
                  <c:v>0.215722290553219</c:v>
                </c:pt>
                <c:pt idx="2311">
                  <c:v>0.269649246990305</c:v>
                </c:pt>
                <c:pt idx="2312">
                  <c:v>0.359147209396312</c:v>
                </c:pt>
                <c:pt idx="2313">
                  <c:v>0.307027397890483</c:v>
                </c:pt>
                <c:pt idx="2314">
                  <c:v>0.24219634410317</c:v>
                </c:pt>
                <c:pt idx="2315">
                  <c:v>0.231132512252377</c:v>
                </c:pt>
                <c:pt idx="2316">
                  <c:v>0.250020613147786</c:v>
                </c:pt>
                <c:pt idx="2317">
                  <c:v>0.253216350832212</c:v>
                </c:pt>
                <c:pt idx="2318">
                  <c:v>0.241139351457169</c:v>
                </c:pt>
                <c:pt idx="2319">
                  <c:v>0.233542619715046</c:v>
                </c:pt>
                <c:pt idx="2320">
                  <c:v>0.192566186058714</c:v>
                </c:pt>
                <c:pt idx="2321">
                  <c:v>0.194379201534582</c:v>
                </c:pt>
                <c:pt idx="2322">
                  <c:v>0.198497943182567</c:v>
                </c:pt>
                <c:pt idx="2323">
                  <c:v>0.182787268333824</c:v>
                </c:pt>
                <c:pt idx="2324">
                  <c:v>0.176463932659677</c:v>
                </c:pt>
                <c:pt idx="2325">
                  <c:v>0.17584645819337</c:v>
                </c:pt>
                <c:pt idx="2326">
                  <c:v>0.151196458747668</c:v>
                </c:pt>
                <c:pt idx="2327">
                  <c:v>0.181262998490821</c:v>
                </c:pt>
                <c:pt idx="2328">
                  <c:v>0.147553187011253</c:v>
                </c:pt>
                <c:pt idx="2329">
                  <c:v>0.143139917285353</c:v>
                </c:pt>
                <c:pt idx="2330">
                  <c:v>0.16902499981243</c:v>
                </c:pt>
                <c:pt idx="2331">
                  <c:v>0.193283597196775</c:v>
                </c:pt>
                <c:pt idx="2332">
                  <c:v>0.193401716437588</c:v>
                </c:pt>
                <c:pt idx="2333">
                  <c:v>0.175623749708258</c:v>
                </c:pt>
                <c:pt idx="2334">
                  <c:v>0.175703978214647</c:v>
                </c:pt>
                <c:pt idx="2335">
                  <c:v>0.197479437072935</c:v>
                </c:pt>
                <c:pt idx="2336">
                  <c:v>0.228280284518301</c:v>
                </c:pt>
                <c:pt idx="2337">
                  <c:v>0.223357454555587</c:v>
                </c:pt>
                <c:pt idx="2338">
                  <c:v>0.241741868068998</c:v>
                </c:pt>
                <c:pt idx="2339">
                  <c:v>0.206831800528705</c:v>
                </c:pt>
                <c:pt idx="2340">
                  <c:v>0.182286520797179</c:v>
                </c:pt>
                <c:pt idx="2341">
                  <c:v>0.165141143012547</c:v>
                </c:pt>
                <c:pt idx="2342">
                  <c:v>0.156051724745761</c:v>
                </c:pt>
                <c:pt idx="2343">
                  <c:v>0.145082512588554</c:v>
                </c:pt>
                <c:pt idx="2344">
                  <c:v>0.14311695941585</c:v>
                </c:pt>
                <c:pt idx="2345">
                  <c:v>0.148592383460999</c:v>
                </c:pt>
                <c:pt idx="2346">
                  <c:v>0.150164408159231</c:v>
                </c:pt>
                <c:pt idx="2347">
                  <c:v>0.140891514089176</c:v>
                </c:pt>
                <c:pt idx="2348">
                  <c:v>0.13736719011748</c:v>
                </c:pt>
                <c:pt idx="2349">
                  <c:v>0.169395104072822</c:v>
                </c:pt>
                <c:pt idx="2350">
                  <c:v>0.149106535023079</c:v>
                </c:pt>
                <c:pt idx="2351">
                  <c:v>0.225939423895475</c:v>
                </c:pt>
                <c:pt idx="2352">
                  <c:v>0.184642001310842</c:v>
                </c:pt>
                <c:pt idx="2353">
                  <c:v>0.160731688262358</c:v>
                </c:pt>
                <c:pt idx="2354">
                  <c:v>0.183544347662496</c:v>
                </c:pt>
                <c:pt idx="2355">
                  <c:v>0.1683653609522</c:v>
                </c:pt>
                <c:pt idx="2356">
                  <c:v>0.181172785457243</c:v>
                </c:pt>
                <c:pt idx="2357">
                  <c:v>0.1971900360563</c:v>
                </c:pt>
                <c:pt idx="2358">
                  <c:v>0.255277594797767</c:v>
                </c:pt>
                <c:pt idx="2359">
                  <c:v>0.226267549333918</c:v>
                </c:pt>
                <c:pt idx="2360">
                  <c:v>0.177139068834406</c:v>
                </c:pt>
                <c:pt idx="2361">
                  <c:v>0.184739785115659</c:v>
                </c:pt>
                <c:pt idx="2362">
                  <c:v>0.150668002597229</c:v>
                </c:pt>
                <c:pt idx="2363">
                  <c:v>0.146127999478647</c:v>
                </c:pt>
                <c:pt idx="2364">
                  <c:v>0.186690578603278</c:v>
                </c:pt>
                <c:pt idx="2365">
                  <c:v>0.171258692086456</c:v>
                </c:pt>
                <c:pt idx="2366">
                  <c:v>0.168860857029396</c:v>
                </c:pt>
                <c:pt idx="2367">
                  <c:v>0.178134577956648</c:v>
                </c:pt>
                <c:pt idx="2368">
                  <c:v>0.183704371201408</c:v>
                </c:pt>
                <c:pt idx="2369">
                  <c:v>0.168346211473083</c:v>
                </c:pt>
                <c:pt idx="2370">
                  <c:v>0.15865830670815</c:v>
                </c:pt>
                <c:pt idx="2371">
                  <c:v>0.165324962596159</c:v>
                </c:pt>
                <c:pt idx="2372">
                  <c:v>0.140783163240983</c:v>
                </c:pt>
                <c:pt idx="2373">
                  <c:v>0.134796881141311</c:v>
                </c:pt>
                <c:pt idx="2374">
                  <c:v>0.156852668389756</c:v>
                </c:pt>
                <c:pt idx="2375">
                  <c:v>0.139678755375799</c:v>
                </c:pt>
                <c:pt idx="2376">
                  <c:v>0.142808147599302</c:v>
                </c:pt>
                <c:pt idx="2377">
                  <c:v>0.135130933561815</c:v>
                </c:pt>
                <c:pt idx="2378">
                  <c:v>0.129405542136701</c:v>
                </c:pt>
                <c:pt idx="2379">
                  <c:v>0.179264975619398</c:v>
                </c:pt>
                <c:pt idx="2380">
                  <c:v>0.237032555579374</c:v>
                </c:pt>
                <c:pt idx="2381">
                  <c:v>0.288103787681146</c:v>
                </c:pt>
                <c:pt idx="2382">
                  <c:v>0.211481544940273</c:v>
                </c:pt>
                <c:pt idx="2383">
                  <c:v>0.157866217984054</c:v>
                </c:pt>
                <c:pt idx="2384">
                  <c:v>0.159371347268678</c:v>
                </c:pt>
                <c:pt idx="2385">
                  <c:v>0.146779248078667</c:v>
                </c:pt>
                <c:pt idx="2386">
                  <c:v>0.211338400092345</c:v>
                </c:pt>
                <c:pt idx="2387">
                  <c:v>0.17377161731046</c:v>
                </c:pt>
                <c:pt idx="2388">
                  <c:v>0.137755073099743</c:v>
                </c:pt>
                <c:pt idx="2389">
                  <c:v>0.152054778541442</c:v>
                </c:pt>
                <c:pt idx="2390">
                  <c:v>0.166540071776494</c:v>
                </c:pt>
                <c:pt idx="2391">
                  <c:v>0.166033996622446</c:v>
                </c:pt>
                <c:pt idx="2392">
                  <c:v>0.178149757663106</c:v>
                </c:pt>
                <c:pt idx="2393">
                  <c:v>0.19652668766644</c:v>
                </c:pt>
                <c:pt idx="2394">
                  <c:v>0.184351958858539</c:v>
                </c:pt>
                <c:pt idx="2395">
                  <c:v>0.220530679424934</c:v>
                </c:pt>
                <c:pt idx="2396">
                  <c:v>0.284565409309671</c:v>
                </c:pt>
                <c:pt idx="2397">
                  <c:v>0.283971104728455</c:v>
                </c:pt>
                <c:pt idx="2398">
                  <c:v>0.276057066397882</c:v>
                </c:pt>
                <c:pt idx="2399">
                  <c:v>0.212832451746843</c:v>
                </c:pt>
                <c:pt idx="2400">
                  <c:v>0.219285086684693</c:v>
                </c:pt>
                <c:pt idx="2401">
                  <c:v>0.259300682469324</c:v>
                </c:pt>
                <c:pt idx="2402">
                  <c:v>0.327235293377469</c:v>
                </c:pt>
                <c:pt idx="2403">
                  <c:v>0.30326364141409</c:v>
                </c:pt>
                <c:pt idx="2404">
                  <c:v>0.242803332803122</c:v>
                </c:pt>
                <c:pt idx="2405">
                  <c:v>0.211266155459675</c:v>
                </c:pt>
                <c:pt idx="2406">
                  <c:v>0.200788335795269</c:v>
                </c:pt>
                <c:pt idx="2407">
                  <c:v>0.197113800133055</c:v>
                </c:pt>
                <c:pt idx="2408">
                  <c:v>0.292547841537171</c:v>
                </c:pt>
                <c:pt idx="2409">
                  <c:v>0.277025702452724</c:v>
                </c:pt>
                <c:pt idx="2410">
                  <c:v>0.283618730075187</c:v>
                </c:pt>
                <c:pt idx="2411">
                  <c:v>0.226794218556833</c:v>
                </c:pt>
                <c:pt idx="2412">
                  <c:v>0.253963668168954</c:v>
                </c:pt>
                <c:pt idx="2413">
                  <c:v>0.242867216755173</c:v>
                </c:pt>
                <c:pt idx="2414">
                  <c:v>0.228887842029734</c:v>
                </c:pt>
                <c:pt idx="2415">
                  <c:v>0.231342523783944</c:v>
                </c:pt>
                <c:pt idx="2416">
                  <c:v>0.217700778783605</c:v>
                </c:pt>
                <c:pt idx="2417">
                  <c:v>0.222107922430273</c:v>
                </c:pt>
                <c:pt idx="2418">
                  <c:v>0.226289000520436</c:v>
                </c:pt>
                <c:pt idx="2419">
                  <c:v>0.203730354279772</c:v>
                </c:pt>
                <c:pt idx="2420">
                  <c:v>0.18760298497398</c:v>
                </c:pt>
                <c:pt idx="2421">
                  <c:v>0.165778302438657</c:v>
                </c:pt>
                <c:pt idx="2422">
                  <c:v>0.150855863256221</c:v>
                </c:pt>
                <c:pt idx="2423">
                  <c:v>0.152715387329026</c:v>
                </c:pt>
                <c:pt idx="2424">
                  <c:v>0.146862770292839</c:v>
                </c:pt>
                <c:pt idx="2425">
                  <c:v>0.150748409072361</c:v>
                </c:pt>
                <c:pt idx="2426">
                  <c:v>0.140708394259098</c:v>
                </c:pt>
                <c:pt idx="2427">
                  <c:v>0.131543343486484</c:v>
                </c:pt>
                <c:pt idx="2428">
                  <c:v>0.155799402478264</c:v>
                </c:pt>
                <c:pt idx="2429">
                  <c:v>0.174794631796753</c:v>
                </c:pt>
                <c:pt idx="2430">
                  <c:v>0.172742753280748</c:v>
                </c:pt>
                <c:pt idx="2431">
                  <c:v>0.162350690779946</c:v>
                </c:pt>
                <c:pt idx="2432">
                  <c:v>0.163261295980263</c:v>
                </c:pt>
                <c:pt idx="2433">
                  <c:v>0.173839733767337</c:v>
                </c:pt>
                <c:pt idx="2434">
                  <c:v>0.15078755401124</c:v>
                </c:pt>
                <c:pt idx="2435">
                  <c:v>0.156275745950822</c:v>
                </c:pt>
                <c:pt idx="2436">
                  <c:v>0.151165624546617</c:v>
                </c:pt>
                <c:pt idx="2437">
                  <c:v>0.151875736751819</c:v>
                </c:pt>
                <c:pt idx="2438">
                  <c:v>0.17767861806727</c:v>
                </c:pt>
                <c:pt idx="2439">
                  <c:v>0.189574732875005</c:v>
                </c:pt>
                <c:pt idx="2440">
                  <c:v>0.18743522106874</c:v>
                </c:pt>
                <c:pt idx="2441">
                  <c:v>0.151506814227295</c:v>
                </c:pt>
                <c:pt idx="2442">
                  <c:v>0.144911828881116</c:v>
                </c:pt>
                <c:pt idx="2443">
                  <c:v>0.147029710641735</c:v>
                </c:pt>
                <c:pt idx="2444">
                  <c:v>0.14570414966773</c:v>
                </c:pt>
                <c:pt idx="2445">
                  <c:v>0.182360227438804</c:v>
                </c:pt>
                <c:pt idx="2446">
                  <c:v>0.205801008954883</c:v>
                </c:pt>
                <c:pt idx="2447">
                  <c:v>0.217222100841089</c:v>
                </c:pt>
                <c:pt idx="2448">
                  <c:v>0.234892637091081</c:v>
                </c:pt>
                <c:pt idx="2449">
                  <c:v>0.225733834883122</c:v>
                </c:pt>
                <c:pt idx="2450">
                  <c:v>0.246286707762603</c:v>
                </c:pt>
                <c:pt idx="2451">
                  <c:v>0.344527612023309</c:v>
                </c:pt>
                <c:pt idx="2452">
                  <c:v>0.401507422665154</c:v>
                </c:pt>
                <c:pt idx="2453">
                  <c:v>0.376650688506474</c:v>
                </c:pt>
                <c:pt idx="2454">
                  <c:v>0.421967219206274</c:v>
                </c:pt>
                <c:pt idx="2455">
                  <c:v>0.352223302956446</c:v>
                </c:pt>
                <c:pt idx="2456">
                  <c:v>0.272797267763797</c:v>
                </c:pt>
                <c:pt idx="2457">
                  <c:v>0.213904402943063</c:v>
                </c:pt>
                <c:pt idx="2458">
                  <c:v>0.249513748213719</c:v>
                </c:pt>
                <c:pt idx="2459">
                  <c:v>0.209135925427283</c:v>
                </c:pt>
                <c:pt idx="2460">
                  <c:v>0.209657532212673</c:v>
                </c:pt>
                <c:pt idx="2461">
                  <c:v>0.24531656457922</c:v>
                </c:pt>
                <c:pt idx="2462">
                  <c:v>0.204502039407465</c:v>
                </c:pt>
                <c:pt idx="2463">
                  <c:v>0.233146458622102</c:v>
                </c:pt>
                <c:pt idx="2464">
                  <c:v>0.26007522989137</c:v>
                </c:pt>
                <c:pt idx="2465">
                  <c:v>0.262688804562828</c:v>
                </c:pt>
                <c:pt idx="2466">
                  <c:v>0.223936085482142</c:v>
                </c:pt>
                <c:pt idx="2467">
                  <c:v>0.196924480803332</c:v>
                </c:pt>
                <c:pt idx="2468">
                  <c:v>0.170180393176656</c:v>
                </c:pt>
                <c:pt idx="2469">
                  <c:v>0.147561237206984</c:v>
                </c:pt>
                <c:pt idx="2470">
                  <c:v>0.16864957006284</c:v>
                </c:pt>
                <c:pt idx="2471">
                  <c:v>0.14278971357205</c:v>
                </c:pt>
                <c:pt idx="2472">
                  <c:v>0.154949523085235</c:v>
                </c:pt>
                <c:pt idx="2473">
                  <c:v>0.153455873159033</c:v>
                </c:pt>
                <c:pt idx="2474">
                  <c:v>0.134328792340966</c:v>
                </c:pt>
                <c:pt idx="2475">
                  <c:v>0.153382233719822</c:v>
                </c:pt>
                <c:pt idx="2476">
                  <c:v>0.205794137465585</c:v>
                </c:pt>
                <c:pt idx="2477">
                  <c:v>0.22595150799627</c:v>
                </c:pt>
                <c:pt idx="2478">
                  <c:v>0.19496510548973</c:v>
                </c:pt>
                <c:pt idx="2479">
                  <c:v>0.210937255992808</c:v>
                </c:pt>
                <c:pt idx="2480">
                  <c:v>0.214495076547624</c:v>
                </c:pt>
                <c:pt idx="2481">
                  <c:v>0.206007377621584</c:v>
                </c:pt>
                <c:pt idx="2482">
                  <c:v>0.252645940258177</c:v>
                </c:pt>
                <c:pt idx="2483">
                  <c:v>0.246434608809183</c:v>
                </c:pt>
                <c:pt idx="2484">
                  <c:v>0.279784990845753</c:v>
                </c:pt>
                <c:pt idx="2485">
                  <c:v>0.273525430764744</c:v>
                </c:pt>
                <c:pt idx="2486">
                  <c:v>0.300090284633588</c:v>
                </c:pt>
                <c:pt idx="2487">
                  <c:v>0.360094176980445</c:v>
                </c:pt>
                <c:pt idx="2488">
                  <c:v>0.399807679468538</c:v>
                </c:pt>
                <c:pt idx="2489">
                  <c:v>0.430607128420833</c:v>
                </c:pt>
                <c:pt idx="2490">
                  <c:v>0.414639506405658</c:v>
                </c:pt>
                <c:pt idx="2491">
                  <c:v>0.404404165582727</c:v>
                </c:pt>
                <c:pt idx="2492">
                  <c:v>0.333790482215227</c:v>
                </c:pt>
                <c:pt idx="2493">
                  <c:v>0.289737643973146</c:v>
                </c:pt>
                <c:pt idx="2494">
                  <c:v>0.260103637628331</c:v>
                </c:pt>
                <c:pt idx="2495">
                  <c:v>0.230296250150813</c:v>
                </c:pt>
                <c:pt idx="2496">
                  <c:v>0.309324775180828</c:v>
                </c:pt>
                <c:pt idx="2497">
                  <c:v>0.265025495229014</c:v>
                </c:pt>
                <c:pt idx="2498">
                  <c:v>0.24211518515296</c:v>
                </c:pt>
                <c:pt idx="2499">
                  <c:v>0.235894330633791</c:v>
                </c:pt>
                <c:pt idx="2500">
                  <c:v>0.219914164517212</c:v>
                </c:pt>
                <c:pt idx="2501">
                  <c:v>0.287214150322141</c:v>
                </c:pt>
                <c:pt idx="2502">
                  <c:v>0.339471341797255</c:v>
                </c:pt>
                <c:pt idx="2503">
                  <c:v>0.345379748368987</c:v>
                </c:pt>
                <c:pt idx="2504">
                  <c:v>0.307601590771815</c:v>
                </c:pt>
                <c:pt idx="2505">
                  <c:v>0.296946609213151</c:v>
                </c:pt>
                <c:pt idx="2506">
                  <c:v>0.352163717318558</c:v>
                </c:pt>
                <c:pt idx="2507">
                  <c:v>0.36453258102843</c:v>
                </c:pt>
                <c:pt idx="2508">
                  <c:v>0.33204395778421</c:v>
                </c:pt>
                <c:pt idx="2509">
                  <c:v>0.33264436012222</c:v>
                </c:pt>
                <c:pt idx="2510">
                  <c:v>0.338455633894518</c:v>
                </c:pt>
                <c:pt idx="2511">
                  <c:v>0.323803233522396</c:v>
                </c:pt>
                <c:pt idx="2512">
                  <c:v>0.356588155439926</c:v>
                </c:pt>
                <c:pt idx="2513">
                  <c:v>0.42413625959131</c:v>
                </c:pt>
                <c:pt idx="2514">
                  <c:v>0.370602462965068</c:v>
                </c:pt>
                <c:pt idx="2515">
                  <c:v>0.389182768964639</c:v>
                </c:pt>
                <c:pt idx="2516">
                  <c:v>0.380131228855357</c:v>
                </c:pt>
                <c:pt idx="2517">
                  <c:v>0.402675399974423</c:v>
                </c:pt>
                <c:pt idx="2518">
                  <c:v>0.422364570512431</c:v>
                </c:pt>
                <c:pt idx="2519">
                  <c:v>0.386405166591276</c:v>
                </c:pt>
                <c:pt idx="2520">
                  <c:v>0.373969674670919</c:v>
                </c:pt>
                <c:pt idx="2521">
                  <c:v>0.362332838707046</c:v>
                </c:pt>
                <c:pt idx="2522">
                  <c:v>0.37650961186865</c:v>
                </c:pt>
                <c:pt idx="2523">
                  <c:v>0.349013580871514</c:v>
                </c:pt>
                <c:pt idx="2524">
                  <c:v>0.308039169185019</c:v>
                </c:pt>
                <c:pt idx="2525">
                  <c:v>0.303772039526359</c:v>
                </c:pt>
                <c:pt idx="2526">
                  <c:v>0.276777815494416</c:v>
                </c:pt>
                <c:pt idx="2527">
                  <c:v>0.256044186623775</c:v>
                </c:pt>
                <c:pt idx="2528">
                  <c:v>0.260552770885561</c:v>
                </c:pt>
                <c:pt idx="2529">
                  <c:v>0.266420074860052</c:v>
                </c:pt>
                <c:pt idx="2530">
                  <c:v>0.24443902399344</c:v>
                </c:pt>
                <c:pt idx="2531">
                  <c:v>0.222362671237101</c:v>
                </c:pt>
                <c:pt idx="2532">
                  <c:v>0.194328752751344</c:v>
                </c:pt>
                <c:pt idx="2533">
                  <c:v>0.190996531322129</c:v>
                </c:pt>
                <c:pt idx="2534">
                  <c:v>0.197704198404411</c:v>
                </c:pt>
                <c:pt idx="2535">
                  <c:v>0.219735519351339</c:v>
                </c:pt>
                <c:pt idx="2536">
                  <c:v>0.172341300813231</c:v>
                </c:pt>
                <c:pt idx="2537">
                  <c:v>0.152449803876078</c:v>
                </c:pt>
                <c:pt idx="2538">
                  <c:v>0.214100091383044</c:v>
                </c:pt>
                <c:pt idx="2539">
                  <c:v>0.232341940924928</c:v>
                </c:pt>
                <c:pt idx="2540">
                  <c:v>0.231550219691983</c:v>
                </c:pt>
                <c:pt idx="2541">
                  <c:v>0.234930600734666</c:v>
                </c:pt>
                <c:pt idx="2542">
                  <c:v>0.269005517385266</c:v>
                </c:pt>
                <c:pt idx="2543">
                  <c:v>0.275141789256059</c:v>
                </c:pt>
                <c:pt idx="2544">
                  <c:v>0.246143530960687</c:v>
                </c:pt>
                <c:pt idx="2545">
                  <c:v>0.239088082496985</c:v>
                </c:pt>
                <c:pt idx="2546">
                  <c:v>0.216060679223606</c:v>
                </c:pt>
                <c:pt idx="2547">
                  <c:v>0.2105340464018</c:v>
                </c:pt>
                <c:pt idx="2548">
                  <c:v>0.215731231062871</c:v>
                </c:pt>
                <c:pt idx="2549">
                  <c:v>0.257088624169107</c:v>
                </c:pt>
                <c:pt idx="2550">
                  <c:v>0.332268518478426</c:v>
                </c:pt>
                <c:pt idx="2551">
                  <c:v>0.30849944442103</c:v>
                </c:pt>
                <c:pt idx="2552">
                  <c:v>0.400116648767926</c:v>
                </c:pt>
                <c:pt idx="2553">
                  <c:v>0.410817422810395</c:v>
                </c:pt>
                <c:pt idx="2554">
                  <c:v>0.382411429703247</c:v>
                </c:pt>
                <c:pt idx="2555">
                  <c:v>0.488724930947654</c:v>
                </c:pt>
                <c:pt idx="2556">
                  <c:v>0.428455876626535</c:v>
                </c:pt>
                <c:pt idx="2557">
                  <c:v>0.375568485949392</c:v>
                </c:pt>
                <c:pt idx="2558">
                  <c:v>0.30455515546405</c:v>
                </c:pt>
                <c:pt idx="2559">
                  <c:v>0.388358918041528</c:v>
                </c:pt>
                <c:pt idx="2560">
                  <c:v>0.340910311329585</c:v>
                </c:pt>
                <c:pt idx="2561">
                  <c:v>0.386291128791584</c:v>
                </c:pt>
                <c:pt idx="2562">
                  <c:v>0.397445797620089</c:v>
                </c:pt>
                <c:pt idx="2563">
                  <c:v>0.367815685533739</c:v>
                </c:pt>
                <c:pt idx="2564">
                  <c:v>0.377321323688858</c:v>
                </c:pt>
                <c:pt idx="2565">
                  <c:v>0.347604892270761</c:v>
                </c:pt>
                <c:pt idx="2566">
                  <c:v>0.306680165024684</c:v>
                </c:pt>
                <c:pt idx="2567">
                  <c:v>0.295333923683493</c:v>
                </c:pt>
                <c:pt idx="2568">
                  <c:v>0.355336519874997</c:v>
                </c:pt>
                <c:pt idx="2569">
                  <c:v>0.339829122732742</c:v>
                </c:pt>
                <c:pt idx="2570">
                  <c:v>0.330233499649181</c:v>
                </c:pt>
                <c:pt idx="2571">
                  <c:v>0.319527708689075</c:v>
                </c:pt>
                <c:pt idx="2572">
                  <c:v>0.331223647273508</c:v>
                </c:pt>
                <c:pt idx="2573">
                  <c:v>0.31529417037632</c:v>
                </c:pt>
                <c:pt idx="2574">
                  <c:v>0.303183904583495</c:v>
                </c:pt>
                <c:pt idx="2575">
                  <c:v>0.284031786771413</c:v>
                </c:pt>
                <c:pt idx="2576">
                  <c:v>0.270643410952896</c:v>
                </c:pt>
                <c:pt idx="2577">
                  <c:v>0.251179686381921</c:v>
                </c:pt>
                <c:pt idx="2578">
                  <c:v>0.249153521234263</c:v>
                </c:pt>
                <c:pt idx="2579">
                  <c:v>0.254578808391288</c:v>
                </c:pt>
                <c:pt idx="2580">
                  <c:v>0.243887307530057</c:v>
                </c:pt>
                <c:pt idx="2581">
                  <c:v>0.242068894393105</c:v>
                </c:pt>
                <c:pt idx="2582">
                  <c:v>0.252009117047011</c:v>
                </c:pt>
                <c:pt idx="2583">
                  <c:v>0.296372460275092</c:v>
                </c:pt>
                <c:pt idx="2584">
                  <c:v>0.328747789392053</c:v>
                </c:pt>
                <c:pt idx="2585">
                  <c:v>0.45733797725771</c:v>
                </c:pt>
                <c:pt idx="2586">
                  <c:v>0.441876883327098</c:v>
                </c:pt>
                <c:pt idx="2587">
                  <c:v>0.37449700440483</c:v>
                </c:pt>
                <c:pt idx="2588">
                  <c:v>0.467998279308882</c:v>
                </c:pt>
                <c:pt idx="2589">
                  <c:v>0.40136370852668</c:v>
                </c:pt>
                <c:pt idx="2590">
                  <c:v>0.312762915221153</c:v>
                </c:pt>
                <c:pt idx="2591">
                  <c:v>0.286785361831432</c:v>
                </c:pt>
                <c:pt idx="2592">
                  <c:v>0.289631450066428</c:v>
                </c:pt>
                <c:pt idx="2593">
                  <c:v>0.28431352006444</c:v>
                </c:pt>
                <c:pt idx="2594">
                  <c:v>0.282854597972658</c:v>
                </c:pt>
                <c:pt idx="2595">
                  <c:v>0.29810192083446</c:v>
                </c:pt>
                <c:pt idx="2596">
                  <c:v>0.296742958169051</c:v>
                </c:pt>
                <c:pt idx="2597">
                  <c:v>0.315118316315454</c:v>
                </c:pt>
                <c:pt idx="2598">
                  <c:v>0.285140801299105</c:v>
                </c:pt>
                <c:pt idx="2599">
                  <c:v>0.272631754963825</c:v>
                </c:pt>
                <c:pt idx="2600">
                  <c:v>0.288737941473742</c:v>
                </c:pt>
                <c:pt idx="2601">
                  <c:v>0.28146902764581</c:v>
                </c:pt>
                <c:pt idx="2602">
                  <c:v>0.261921391808321</c:v>
                </c:pt>
                <c:pt idx="2603">
                  <c:v>0.256581016286948</c:v>
                </c:pt>
                <c:pt idx="2604">
                  <c:v>0.281698544772208</c:v>
                </c:pt>
                <c:pt idx="2605">
                  <c:v>0.272649094398837</c:v>
                </c:pt>
                <c:pt idx="2606">
                  <c:v>0.268106803336826</c:v>
                </c:pt>
                <c:pt idx="2607">
                  <c:v>0.230797554972887</c:v>
                </c:pt>
                <c:pt idx="2608">
                  <c:v>0.230975953879252</c:v>
                </c:pt>
                <c:pt idx="2609">
                  <c:v>0.252726703772515</c:v>
                </c:pt>
                <c:pt idx="2610">
                  <c:v>0.256956692857678</c:v>
                </c:pt>
                <c:pt idx="2611">
                  <c:v>0.264432250977694</c:v>
                </c:pt>
                <c:pt idx="2612">
                  <c:v>0.250608738193432</c:v>
                </c:pt>
                <c:pt idx="2613">
                  <c:v>0.236319032454289</c:v>
                </c:pt>
                <c:pt idx="2614">
                  <c:v>0.265727936953146</c:v>
                </c:pt>
                <c:pt idx="2615">
                  <c:v>0.242965684444644</c:v>
                </c:pt>
                <c:pt idx="2616">
                  <c:v>0.230153608177877</c:v>
                </c:pt>
                <c:pt idx="2617">
                  <c:v>0.207393850531277</c:v>
                </c:pt>
                <c:pt idx="2618">
                  <c:v>0.220605162945696</c:v>
                </c:pt>
                <c:pt idx="2619">
                  <c:v>0.23344182913396</c:v>
                </c:pt>
                <c:pt idx="2620">
                  <c:v>0.227894639052806</c:v>
                </c:pt>
                <c:pt idx="2621">
                  <c:v>0.222238174148567</c:v>
                </c:pt>
                <c:pt idx="2622">
                  <c:v>0.207849871992567</c:v>
                </c:pt>
                <c:pt idx="2623">
                  <c:v>0.206860515035354</c:v>
                </c:pt>
                <c:pt idx="2624">
                  <c:v>0.218827403356902</c:v>
                </c:pt>
                <c:pt idx="2625">
                  <c:v>0.18979991570556</c:v>
                </c:pt>
                <c:pt idx="2626">
                  <c:v>0.195893622349882</c:v>
                </c:pt>
                <c:pt idx="2627">
                  <c:v>0.181964575431851</c:v>
                </c:pt>
                <c:pt idx="2628">
                  <c:v>0.174071115444237</c:v>
                </c:pt>
                <c:pt idx="2629">
                  <c:v>0.178365261940563</c:v>
                </c:pt>
                <c:pt idx="2630">
                  <c:v>0.181683671701314</c:v>
                </c:pt>
                <c:pt idx="2631">
                  <c:v>0.179396635848825</c:v>
                </c:pt>
                <c:pt idx="2632">
                  <c:v>0.196835459447431</c:v>
                </c:pt>
                <c:pt idx="2633">
                  <c:v>0.23296994525796</c:v>
                </c:pt>
                <c:pt idx="2634">
                  <c:v>0.240932207965749</c:v>
                </c:pt>
                <c:pt idx="2635">
                  <c:v>0.226882292943733</c:v>
                </c:pt>
                <c:pt idx="2636">
                  <c:v>0.226923253737742</c:v>
                </c:pt>
                <c:pt idx="2637">
                  <c:v>0.281976678289113</c:v>
                </c:pt>
                <c:pt idx="2638">
                  <c:v>0.261284576865013</c:v>
                </c:pt>
                <c:pt idx="2639">
                  <c:v>0.274179258721708</c:v>
                </c:pt>
                <c:pt idx="2640">
                  <c:v>0.270853545355085</c:v>
                </c:pt>
                <c:pt idx="2641">
                  <c:v>0.274769288110844</c:v>
                </c:pt>
                <c:pt idx="2642">
                  <c:v>0.286720978408413</c:v>
                </c:pt>
                <c:pt idx="2643">
                  <c:v>0.296905440450397</c:v>
                </c:pt>
                <c:pt idx="2644">
                  <c:v>0.269589436660906</c:v>
                </c:pt>
                <c:pt idx="2645">
                  <c:v>0.259611219561392</c:v>
                </c:pt>
                <c:pt idx="2646">
                  <c:v>0.244414181764746</c:v>
                </c:pt>
                <c:pt idx="2647">
                  <c:v>0.247264668838309</c:v>
                </c:pt>
                <c:pt idx="2648">
                  <c:v>0.31906717434221</c:v>
                </c:pt>
                <c:pt idx="2649">
                  <c:v>0.300855879970857</c:v>
                </c:pt>
                <c:pt idx="2650">
                  <c:v>0.299088676985858</c:v>
                </c:pt>
                <c:pt idx="2651">
                  <c:v>0.295764815443144</c:v>
                </c:pt>
                <c:pt idx="2652">
                  <c:v>0.281237361171632</c:v>
                </c:pt>
                <c:pt idx="2653">
                  <c:v>0.325622401336591</c:v>
                </c:pt>
                <c:pt idx="2654">
                  <c:v>0.321141905382132</c:v>
                </c:pt>
                <c:pt idx="2655">
                  <c:v>0.295188457069534</c:v>
                </c:pt>
                <c:pt idx="2656">
                  <c:v>0.332872700847057</c:v>
                </c:pt>
                <c:pt idx="2657">
                  <c:v>0.33692103143061</c:v>
                </c:pt>
                <c:pt idx="2658">
                  <c:v>0.344049113690627</c:v>
                </c:pt>
                <c:pt idx="2659">
                  <c:v>0.332228629660504</c:v>
                </c:pt>
                <c:pt idx="2660">
                  <c:v>0.349109734498876</c:v>
                </c:pt>
                <c:pt idx="2661">
                  <c:v>0.335382370158078</c:v>
                </c:pt>
                <c:pt idx="2662">
                  <c:v>0.297188343888229</c:v>
                </c:pt>
                <c:pt idx="2663">
                  <c:v>0.291171363005366</c:v>
                </c:pt>
                <c:pt idx="2664">
                  <c:v>0.28701317319932</c:v>
                </c:pt>
                <c:pt idx="2665">
                  <c:v>0.341174338145061</c:v>
                </c:pt>
                <c:pt idx="2666">
                  <c:v>0.34519407170911</c:v>
                </c:pt>
                <c:pt idx="2667">
                  <c:v>0.319177348858596</c:v>
                </c:pt>
                <c:pt idx="2668">
                  <c:v>0.358710703820196</c:v>
                </c:pt>
                <c:pt idx="2669">
                  <c:v>0.366377465812347</c:v>
                </c:pt>
                <c:pt idx="2670">
                  <c:v>0.346975625138449</c:v>
                </c:pt>
                <c:pt idx="2671">
                  <c:v>0.349298337899471</c:v>
                </c:pt>
                <c:pt idx="2672">
                  <c:v>0.293082809594388</c:v>
                </c:pt>
                <c:pt idx="2673">
                  <c:v>0.291856646660214</c:v>
                </c:pt>
                <c:pt idx="2674">
                  <c:v>0.283807050968649</c:v>
                </c:pt>
                <c:pt idx="2675">
                  <c:v>0.273193917993053</c:v>
                </c:pt>
                <c:pt idx="2676">
                  <c:v>0.284861264687949</c:v>
                </c:pt>
                <c:pt idx="2677">
                  <c:v>0.272415903909893</c:v>
                </c:pt>
                <c:pt idx="2678">
                  <c:v>0.270672398908223</c:v>
                </c:pt>
                <c:pt idx="2679">
                  <c:v>0.293480967968787</c:v>
                </c:pt>
                <c:pt idx="2680">
                  <c:v>0.292876780480552</c:v>
                </c:pt>
                <c:pt idx="2681">
                  <c:v>0.289601464468522</c:v>
                </c:pt>
                <c:pt idx="2682">
                  <c:v>0.265133893512531</c:v>
                </c:pt>
                <c:pt idx="2683">
                  <c:v>0.270840269875398</c:v>
                </c:pt>
                <c:pt idx="2684">
                  <c:v>0.260217055541742</c:v>
                </c:pt>
                <c:pt idx="2685">
                  <c:v>0.285512219383495</c:v>
                </c:pt>
                <c:pt idx="2686">
                  <c:v>0.276856806761468</c:v>
                </c:pt>
                <c:pt idx="2687">
                  <c:v>0.271660033865036</c:v>
                </c:pt>
                <c:pt idx="2688">
                  <c:v>0.291640726216268</c:v>
                </c:pt>
                <c:pt idx="2689">
                  <c:v>0.301487067441957</c:v>
                </c:pt>
                <c:pt idx="2690">
                  <c:v>0.26554707168541</c:v>
                </c:pt>
                <c:pt idx="2691">
                  <c:v>0.247442112059035</c:v>
                </c:pt>
                <c:pt idx="2692">
                  <c:v>0.234447516251632</c:v>
                </c:pt>
                <c:pt idx="2693">
                  <c:v>0.237754006705706</c:v>
                </c:pt>
                <c:pt idx="2694">
                  <c:v>0.232246877847202</c:v>
                </c:pt>
                <c:pt idx="2695">
                  <c:v>0.254267635050598</c:v>
                </c:pt>
                <c:pt idx="2696">
                  <c:v>0.239488124918899</c:v>
                </c:pt>
                <c:pt idx="2697">
                  <c:v>0.224498415074812</c:v>
                </c:pt>
                <c:pt idx="2698">
                  <c:v>0.220327750272462</c:v>
                </c:pt>
                <c:pt idx="2699">
                  <c:v>0.22585683911416</c:v>
                </c:pt>
                <c:pt idx="2700">
                  <c:v>0.212098640192752</c:v>
                </c:pt>
                <c:pt idx="2701">
                  <c:v>0.205961433138454</c:v>
                </c:pt>
                <c:pt idx="2702">
                  <c:v>0.195550872315954</c:v>
                </c:pt>
                <c:pt idx="2703">
                  <c:v>0.182756009597984</c:v>
                </c:pt>
                <c:pt idx="2704">
                  <c:v>0.162968633374175</c:v>
                </c:pt>
                <c:pt idx="2705">
                  <c:v>0.174364906428247</c:v>
                </c:pt>
                <c:pt idx="2706">
                  <c:v>0.264965837691192</c:v>
                </c:pt>
                <c:pt idx="2707">
                  <c:v>0.29220079179675</c:v>
                </c:pt>
                <c:pt idx="2708">
                  <c:v>0.296863192629299</c:v>
                </c:pt>
                <c:pt idx="2709">
                  <c:v>0.295033422742245</c:v>
                </c:pt>
                <c:pt idx="2710">
                  <c:v>0.315348260821776</c:v>
                </c:pt>
                <c:pt idx="2711">
                  <c:v>0.258880237165652</c:v>
                </c:pt>
                <c:pt idx="2712">
                  <c:v>0.214449748175404</c:v>
                </c:pt>
                <c:pt idx="2713">
                  <c:v>0.237481418522451</c:v>
                </c:pt>
                <c:pt idx="2714">
                  <c:v>0.221363637366095</c:v>
                </c:pt>
                <c:pt idx="2715">
                  <c:v>0.216393303468477</c:v>
                </c:pt>
                <c:pt idx="2716">
                  <c:v>0.20978245818752</c:v>
                </c:pt>
                <c:pt idx="2717">
                  <c:v>0.192672675538673</c:v>
                </c:pt>
                <c:pt idx="2718">
                  <c:v>0.236967638073492</c:v>
                </c:pt>
                <c:pt idx="2719">
                  <c:v>0.219887091570519</c:v>
                </c:pt>
                <c:pt idx="2720">
                  <c:v>0.196431845875971</c:v>
                </c:pt>
                <c:pt idx="2721">
                  <c:v>0.207771993584958</c:v>
                </c:pt>
                <c:pt idx="2722">
                  <c:v>0.22394535635578</c:v>
                </c:pt>
                <c:pt idx="2723">
                  <c:v>0.224772019026691</c:v>
                </c:pt>
                <c:pt idx="2724">
                  <c:v>0.211529587569024</c:v>
                </c:pt>
                <c:pt idx="2725">
                  <c:v>0.194876303259458</c:v>
                </c:pt>
                <c:pt idx="2726">
                  <c:v>0.262280940931927</c:v>
                </c:pt>
                <c:pt idx="2727">
                  <c:v>0.234193769288565</c:v>
                </c:pt>
                <c:pt idx="2728">
                  <c:v>0.239675816186682</c:v>
                </c:pt>
                <c:pt idx="2729">
                  <c:v>0.23741817536237</c:v>
                </c:pt>
                <c:pt idx="2730">
                  <c:v>0.259425334728293</c:v>
                </c:pt>
                <c:pt idx="2731">
                  <c:v>0.214267056058156</c:v>
                </c:pt>
                <c:pt idx="2732">
                  <c:v>0.187370969792668</c:v>
                </c:pt>
                <c:pt idx="2733">
                  <c:v>0.171647629863743</c:v>
                </c:pt>
                <c:pt idx="2734">
                  <c:v>0.177110786446175</c:v>
                </c:pt>
                <c:pt idx="2735">
                  <c:v>0.184921844628169</c:v>
                </c:pt>
                <c:pt idx="2736">
                  <c:v>0.176454736067006</c:v>
                </c:pt>
                <c:pt idx="2737">
                  <c:v>0.177278005090911</c:v>
                </c:pt>
                <c:pt idx="2738">
                  <c:v>0.185386942372735</c:v>
                </c:pt>
                <c:pt idx="2739">
                  <c:v>0.213374856026497</c:v>
                </c:pt>
                <c:pt idx="2740">
                  <c:v>0.21165066000166</c:v>
                </c:pt>
                <c:pt idx="2741">
                  <c:v>0.220863486830783</c:v>
                </c:pt>
                <c:pt idx="2742">
                  <c:v>0.231343201452615</c:v>
                </c:pt>
                <c:pt idx="2743">
                  <c:v>0.234925832952361</c:v>
                </c:pt>
                <c:pt idx="2744">
                  <c:v>0.208399483766373</c:v>
                </c:pt>
                <c:pt idx="2745">
                  <c:v>0.205009251287842</c:v>
                </c:pt>
                <c:pt idx="2746">
                  <c:v>0.190544981736512</c:v>
                </c:pt>
                <c:pt idx="2747">
                  <c:v>0.181125580537476</c:v>
                </c:pt>
                <c:pt idx="2748">
                  <c:v>0.215493616903283</c:v>
                </c:pt>
                <c:pt idx="2749">
                  <c:v>0.229060404360899</c:v>
                </c:pt>
                <c:pt idx="2750">
                  <c:v>0.258512642122911</c:v>
                </c:pt>
                <c:pt idx="2751">
                  <c:v>0.252593381572567</c:v>
                </c:pt>
                <c:pt idx="2752">
                  <c:v>0.244734517968605</c:v>
                </c:pt>
                <c:pt idx="2753">
                  <c:v>0.209587897418996</c:v>
                </c:pt>
                <c:pt idx="2754">
                  <c:v>0.194577082310169</c:v>
                </c:pt>
                <c:pt idx="2755">
                  <c:v>0.23846731966024</c:v>
                </c:pt>
                <c:pt idx="2756">
                  <c:v>0.219438554490339</c:v>
                </c:pt>
                <c:pt idx="2757">
                  <c:v>0.232313072878296</c:v>
                </c:pt>
                <c:pt idx="2758">
                  <c:v>0.213535349765358</c:v>
                </c:pt>
                <c:pt idx="2759">
                  <c:v>0.195017256081209</c:v>
                </c:pt>
                <c:pt idx="2760">
                  <c:v>0.187125892115533</c:v>
                </c:pt>
                <c:pt idx="2761">
                  <c:v>0.174714379836892</c:v>
                </c:pt>
                <c:pt idx="2762">
                  <c:v>0.187194679500114</c:v>
                </c:pt>
                <c:pt idx="2763">
                  <c:v>0.184435311657057</c:v>
                </c:pt>
                <c:pt idx="2764">
                  <c:v>0.179162868899737</c:v>
                </c:pt>
                <c:pt idx="2765">
                  <c:v>0.191272378187568</c:v>
                </c:pt>
                <c:pt idx="2766">
                  <c:v>0.188430104928896</c:v>
                </c:pt>
                <c:pt idx="2767">
                  <c:v>0.232121436633031</c:v>
                </c:pt>
                <c:pt idx="2768">
                  <c:v>0.22886374520043</c:v>
                </c:pt>
                <c:pt idx="2769">
                  <c:v>0.274640311390544</c:v>
                </c:pt>
                <c:pt idx="2770">
                  <c:v>0.29949030055278</c:v>
                </c:pt>
                <c:pt idx="2771">
                  <c:v>0.314374634764808</c:v>
                </c:pt>
                <c:pt idx="2772">
                  <c:v>0.262762750980741</c:v>
                </c:pt>
                <c:pt idx="2773">
                  <c:v>0.326035037548672</c:v>
                </c:pt>
                <c:pt idx="2774">
                  <c:v>0.303408735049328</c:v>
                </c:pt>
                <c:pt idx="2775">
                  <c:v>0.314207805888886</c:v>
                </c:pt>
                <c:pt idx="2776">
                  <c:v>0.294460648548932</c:v>
                </c:pt>
                <c:pt idx="2777">
                  <c:v>0.269473808630367</c:v>
                </c:pt>
                <c:pt idx="2778">
                  <c:v>0.268662742467931</c:v>
                </c:pt>
                <c:pt idx="2779">
                  <c:v>0.273995428150341</c:v>
                </c:pt>
                <c:pt idx="2780">
                  <c:v>0.257441145414141</c:v>
                </c:pt>
                <c:pt idx="2781">
                  <c:v>0.218418420419274</c:v>
                </c:pt>
                <c:pt idx="2782">
                  <c:v>0.204143709923365</c:v>
                </c:pt>
                <c:pt idx="2783">
                  <c:v>0.191441257112732</c:v>
                </c:pt>
                <c:pt idx="2784">
                  <c:v>0.192627667891072</c:v>
                </c:pt>
                <c:pt idx="2785">
                  <c:v>0.205379814410174</c:v>
                </c:pt>
                <c:pt idx="2786">
                  <c:v>0.179189185696057</c:v>
                </c:pt>
                <c:pt idx="2787">
                  <c:v>0.203953808218168</c:v>
                </c:pt>
                <c:pt idx="2788">
                  <c:v>0.196592224010242</c:v>
                </c:pt>
                <c:pt idx="2789">
                  <c:v>0.187205436500276</c:v>
                </c:pt>
                <c:pt idx="2790">
                  <c:v>0.181130221731524</c:v>
                </c:pt>
                <c:pt idx="2791">
                  <c:v>0.185459767774542</c:v>
                </c:pt>
                <c:pt idx="2792">
                  <c:v>0.185222783599221</c:v>
                </c:pt>
                <c:pt idx="2793">
                  <c:v>0.163716397723249</c:v>
                </c:pt>
                <c:pt idx="2794">
                  <c:v>0.160068396479573</c:v>
                </c:pt>
                <c:pt idx="2795">
                  <c:v>0.14392772377928</c:v>
                </c:pt>
                <c:pt idx="2796">
                  <c:v>0.149291034722342</c:v>
                </c:pt>
                <c:pt idx="2797">
                  <c:v>0.153411550664798</c:v>
                </c:pt>
                <c:pt idx="2798">
                  <c:v>0.166046054315423</c:v>
                </c:pt>
                <c:pt idx="2799">
                  <c:v>0.162421761845276</c:v>
                </c:pt>
                <c:pt idx="2800">
                  <c:v>0.152698382550465</c:v>
                </c:pt>
                <c:pt idx="2801">
                  <c:v>0.191736815315814</c:v>
                </c:pt>
                <c:pt idx="2802">
                  <c:v>0.205125760996855</c:v>
                </c:pt>
                <c:pt idx="2803">
                  <c:v>0.189175646802655</c:v>
                </c:pt>
                <c:pt idx="2804">
                  <c:v>0.18192942066831</c:v>
                </c:pt>
                <c:pt idx="2805">
                  <c:v>0.173669669340794</c:v>
                </c:pt>
                <c:pt idx="2806">
                  <c:v>0.197693675861647</c:v>
                </c:pt>
                <c:pt idx="2807">
                  <c:v>0.211571036544644</c:v>
                </c:pt>
                <c:pt idx="2808">
                  <c:v>0.230050752383341</c:v>
                </c:pt>
                <c:pt idx="2809">
                  <c:v>0.183324707726978</c:v>
                </c:pt>
                <c:pt idx="2810">
                  <c:v>0.173074801674465</c:v>
                </c:pt>
                <c:pt idx="2811">
                  <c:v>0.181868346668218</c:v>
                </c:pt>
                <c:pt idx="2812">
                  <c:v>0.168156540922174</c:v>
                </c:pt>
                <c:pt idx="2813">
                  <c:v>0.170544591033349</c:v>
                </c:pt>
                <c:pt idx="2814">
                  <c:v>0.176493668766702</c:v>
                </c:pt>
                <c:pt idx="2815">
                  <c:v>0.164665112976493</c:v>
                </c:pt>
                <c:pt idx="2816">
                  <c:v>0.181749712858868</c:v>
                </c:pt>
                <c:pt idx="2817">
                  <c:v>0.158333171180387</c:v>
                </c:pt>
                <c:pt idx="2818">
                  <c:v>0.156944277985439</c:v>
                </c:pt>
                <c:pt idx="2819">
                  <c:v>0.158849197785011</c:v>
                </c:pt>
                <c:pt idx="2820">
                  <c:v>0.16851673574035</c:v>
                </c:pt>
                <c:pt idx="2821">
                  <c:v>0.197928206335453</c:v>
                </c:pt>
                <c:pt idx="2822">
                  <c:v>0.233019637488547</c:v>
                </c:pt>
                <c:pt idx="2823">
                  <c:v>0.234466427549681</c:v>
                </c:pt>
                <c:pt idx="2824">
                  <c:v>0.226823448136108</c:v>
                </c:pt>
                <c:pt idx="2825">
                  <c:v>0.204343248680367</c:v>
                </c:pt>
                <c:pt idx="2826">
                  <c:v>0.180672227975876</c:v>
                </c:pt>
                <c:pt idx="2827">
                  <c:v>0.148706628057968</c:v>
                </c:pt>
                <c:pt idx="2828">
                  <c:v>0.12288806179669</c:v>
                </c:pt>
                <c:pt idx="2829">
                  <c:v>0.125313393021718</c:v>
                </c:pt>
                <c:pt idx="2830">
                  <c:v>0.131274832974316</c:v>
                </c:pt>
                <c:pt idx="2831">
                  <c:v>0.152930651043087</c:v>
                </c:pt>
                <c:pt idx="2832">
                  <c:v>0.147814980971031</c:v>
                </c:pt>
                <c:pt idx="2833">
                  <c:v>0.149940870886218</c:v>
                </c:pt>
                <c:pt idx="2834">
                  <c:v>0.156465060447953</c:v>
                </c:pt>
                <c:pt idx="2835">
                  <c:v>0.155366470208337</c:v>
                </c:pt>
                <c:pt idx="2836">
                  <c:v>0.150282873658343</c:v>
                </c:pt>
                <c:pt idx="2837">
                  <c:v>0.141637811561708</c:v>
                </c:pt>
                <c:pt idx="2838">
                  <c:v>0.142207721603058</c:v>
                </c:pt>
                <c:pt idx="2839">
                  <c:v>0.12774173192551</c:v>
                </c:pt>
                <c:pt idx="2840">
                  <c:v>0.117949471114229</c:v>
                </c:pt>
                <c:pt idx="2841">
                  <c:v>0.109434069761024</c:v>
                </c:pt>
                <c:pt idx="2842">
                  <c:v>0.122524479270614</c:v>
                </c:pt>
                <c:pt idx="2843">
                  <c:v>0.140302260905077</c:v>
                </c:pt>
                <c:pt idx="2844">
                  <c:v>0.134125917245626</c:v>
                </c:pt>
                <c:pt idx="2845">
                  <c:v>0.141066217923109</c:v>
                </c:pt>
                <c:pt idx="2846">
                  <c:v>0.146445191615774</c:v>
                </c:pt>
                <c:pt idx="2847">
                  <c:v>0.131489457818152</c:v>
                </c:pt>
                <c:pt idx="2848">
                  <c:v>0.136535659272306</c:v>
                </c:pt>
                <c:pt idx="2849">
                  <c:v>0.15144296658643</c:v>
                </c:pt>
                <c:pt idx="2850">
                  <c:v>0.141384589097093</c:v>
                </c:pt>
                <c:pt idx="2851">
                  <c:v>0.135100263756533</c:v>
                </c:pt>
                <c:pt idx="2852">
                  <c:v>0.142750834059256</c:v>
                </c:pt>
                <c:pt idx="2853">
                  <c:v>0.118775808090542</c:v>
                </c:pt>
                <c:pt idx="2854">
                  <c:v>0.116193298508868</c:v>
                </c:pt>
                <c:pt idx="2855">
                  <c:v>0.120074623463032</c:v>
                </c:pt>
                <c:pt idx="2856">
                  <c:v>0.109776255012912</c:v>
                </c:pt>
                <c:pt idx="2857">
                  <c:v>0.107898901164896</c:v>
                </c:pt>
                <c:pt idx="2858">
                  <c:v>0.128354716861229</c:v>
                </c:pt>
                <c:pt idx="2859">
                  <c:v>0.144969661700796</c:v>
                </c:pt>
                <c:pt idx="2860">
                  <c:v>0.133614788797821</c:v>
                </c:pt>
                <c:pt idx="2861">
                  <c:v>0.133582438808772</c:v>
                </c:pt>
                <c:pt idx="2862">
                  <c:v>0.140274072265001</c:v>
                </c:pt>
                <c:pt idx="2863">
                  <c:v>0.126045613971874</c:v>
                </c:pt>
                <c:pt idx="2864">
                  <c:v>0.145364094893178</c:v>
                </c:pt>
                <c:pt idx="2865">
                  <c:v>0.118881917256048</c:v>
                </c:pt>
                <c:pt idx="2866">
                  <c:v>0.118194243709068</c:v>
                </c:pt>
                <c:pt idx="2867">
                  <c:v>0.125230755703633</c:v>
                </c:pt>
                <c:pt idx="2868">
                  <c:v>0.158955868976438</c:v>
                </c:pt>
                <c:pt idx="2869">
                  <c:v>0.165001904945053</c:v>
                </c:pt>
                <c:pt idx="2870">
                  <c:v>0.18152602636194</c:v>
                </c:pt>
                <c:pt idx="2871">
                  <c:v>0.158614011866718</c:v>
                </c:pt>
                <c:pt idx="2872">
                  <c:v>0.162561171581593</c:v>
                </c:pt>
                <c:pt idx="2873">
                  <c:v>0.173429745510326</c:v>
                </c:pt>
                <c:pt idx="2874">
                  <c:v>0.175396673799023</c:v>
                </c:pt>
                <c:pt idx="2875">
                  <c:v>0.164386724228304</c:v>
                </c:pt>
                <c:pt idx="2876">
                  <c:v>0.148538011451783</c:v>
                </c:pt>
                <c:pt idx="2877">
                  <c:v>0.165273003209047</c:v>
                </c:pt>
                <c:pt idx="2878">
                  <c:v>0.164807966747272</c:v>
                </c:pt>
                <c:pt idx="2879">
                  <c:v>0.179608468402495</c:v>
                </c:pt>
                <c:pt idx="2880">
                  <c:v>0.183180016796737</c:v>
                </c:pt>
                <c:pt idx="2881">
                  <c:v>0.170784139764037</c:v>
                </c:pt>
                <c:pt idx="2882">
                  <c:v>0.168229163304353</c:v>
                </c:pt>
                <c:pt idx="2883">
                  <c:v>0.160997047146994</c:v>
                </c:pt>
                <c:pt idx="2884">
                  <c:v>0.173461901067777</c:v>
                </c:pt>
                <c:pt idx="2885">
                  <c:v>0.151759646753626</c:v>
                </c:pt>
                <c:pt idx="2886">
                  <c:v>0.14683909917484</c:v>
                </c:pt>
                <c:pt idx="2887">
                  <c:v>0.143308849727571</c:v>
                </c:pt>
                <c:pt idx="2888">
                  <c:v>0.140929433451689</c:v>
                </c:pt>
                <c:pt idx="2889">
                  <c:v>0.132936023507035</c:v>
                </c:pt>
                <c:pt idx="2890">
                  <c:v>0.125036205519271</c:v>
                </c:pt>
                <c:pt idx="2891">
                  <c:v>0.128243006986584</c:v>
                </c:pt>
                <c:pt idx="2892">
                  <c:v>0.145339168399508</c:v>
                </c:pt>
                <c:pt idx="2893">
                  <c:v>0.149529104605557</c:v>
                </c:pt>
                <c:pt idx="2894">
                  <c:v>0.142201595832206</c:v>
                </c:pt>
                <c:pt idx="2895">
                  <c:v>0.129120225475294</c:v>
                </c:pt>
                <c:pt idx="2896">
                  <c:v>0.14104308780467</c:v>
                </c:pt>
                <c:pt idx="2897">
                  <c:v>0.137057730141384</c:v>
                </c:pt>
                <c:pt idx="2898">
                  <c:v>0.122880823691078</c:v>
                </c:pt>
                <c:pt idx="2899">
                  <c:v>0.147303264327115</c:v>
                </c:pt>
                <c:pt idx="2900">
                  <c:v>0.136088554902306</c:v>
                </c:pt>
                <c:pt idx="2901">
                  <c:v>0.145299298789584</c:v>
                </c:pt>
                <c:pt idx="2902">
                  <c:v>0.155720530435803</c:v>
                </c:pt>
                <c:pt idx="2903">
                  <c:v>0.210472218503382</c:v>
                </c:pt>
                <c:pt idx="2904">
                  <c:v>0.223352052470519</c:v>
                </c:pt>
                <c:pt idx="2905">
                  <c:v>0.20360746820872</c:v>
                </c:pt>
                <c:pt idx="2906">
                  <c:v>0.22299308696766</c:v>
                </c:pt>
                <c:pt idx="2907">
                  <c:v>0.208781894705207</c:v>
                </c:pt>
                <c:pt idx="2908">
                  <c:v>0.196525791909157</c:v>
                </c:pt>
                <c:pt idx="2909">
                  <c:v>0.195894640567151</c:v>
                </c:pt>
                <c:pt idx="2910">
                  <c:v>0.179743254243105</c:v>
                </c:pt>
                <c:pt idx="2911">
                  <c:v>0.210841701530166</c:v>
                </c:pt>
                <c:pt idx="2912">
                  <c:v>0.18931143196141</c:v>
                </c:pt>
                <c:pt idx="2913">
                  <c:v>0.197013494205395</c:v>
                </c:pt>
                <c:pt idx="2914">
                  <c:v>0.177983519681895</c:v>
                </c:pt>
                <c:pt idx="2915">
                  <c:v>0.183585403229659</c:v>
                </c:pt>
                <c:pt idx="2916">
                  <c:v>0.18552219244818</c:v>
                </c:pt>
                <c:pt idx="2917">
                  <c:v>0.175859877466047</c:v>
                </c:pt>
                <c:pt idx="2918">
                  <c:v>0.186692510475844</c:v>
                </c:pt>
                <c:pt idx="2919">
                  <c:v>0.211943149733933</c:v>
                </c:pt>
                <c:pt idx="2920">
                  <c:v>0.184008793195499</c:v>
                </c:pt>
                <c:pt idx="2921">
                  <c:v>0.185800959262737</c:v>
                </c:pt>
                <c:pt idx="2922">
                  <c:v>0.215365102024022</c:v>
                </c:pt>
                <c:pt idx="2923">
                  <c:v>0.229286655755817</c:v>
                </c:pt>
                <c:pt idx="2924">
                  <c:v>0.231476302147341</c:v>
                </c:pt>
                <c:pt idx="2925">
                  <c:v>0.213194414261267</c:v>
                </c:pt>
                <c:pt idx="2926">
                  <c:v>0.196899946450172</c:v>
                </c:pt>
                <c:pt idx="2927">
                  <c:v>0.221086266887957</c:v>
                </c:pt>
                <c:pt idx="2928">
                  <c:v>0.226899508008839</c:v>
                </c:pt>
                <c:pt idx="2929">
                  <c:v>0.235167626700803</c:v>
                </c:pt>
                <c:pt idx="2930">
                  <c:v>0.212550259947874</c:v>
                </c:pt>
                <c:pt idx="2931">
                  <c:v>0.200120073971628</c:v>
                </c:pt>
                <c:pt idx="2932">
                  <c:v>0.181762483855682</c:v>
                </c:pt>
                <c:pt idx="2933">
                  <c:v>0.162865268158778</c:v>
                </c:pt>
                <c:pt idx="2934">
                  <c:v>0.151623203937263</c:v>
                </c:pt>
                <c:pt idx="2935">
                  <c:v>0.147251163743808</c:v>
                </c:pt>
                <c:pt idx="2936">
                  <c:v>0.150017090429274</c:v>
                </c:pt>
                <c:pt idx="2937">
                  <c:v>0.14439326557021</c:v>
                </c:pt>
                <c:pt idx="2938">
                  <c:v>0.165698311931676</c:v>
                </c:pt>
                <c:pt idx="2939">
                  <c:v>0.144067052541638</c:v>
                </c:pt>
                <c:pt idx="2940">
                  <c:v>0.148880323741405</c:v>
                </c:pt>
                <c:pt idx="2941">
                  <c:v>0.133956933414294</c:v>
                </c:pt>
                <c:pt idx="2942">
                  <c:v>0.134168542530882</c:v>
                </c:pt>
                <c:pt idx="2943">
                  <c:v>0.14530508604735</c:v>
                </c:pt>
                <c:pt idx="2944">
                  <c:v>0.142964698283643</c:v>
                </c:pt>
                <c:pt idx="2945">
                  <c:v>0.127260195427757</c:v>
                </c:pt>
                <c:pt idx="2946">
                  <c:v>0.135054742487882</c:v>
                </c:pt>
                <c:pt idx="2947">
                  <c:v>0.125794826868099</c:v>
                </c:pt>
                <c:pt idx="2948">
                  <c:v>0.109368601859214</c:v>
                </c:pt>
                <c:pt idx="2949">
                  <c:v>0.107005265651313</c:v>
                </c:pt>
                <c:pt idx="2950">
                  <c:v>0.117351404795963</c:v>
                </c:pt>
                <c:pt idx="2951">
                  <c:v>0.119294029109737</c:v>
                </c:pt>
                <c:pt idx="2952">
                  <c:v>0.117181953129586</c:v>
                </c:pt>
                <c:pt idx="2953">
                  <c:v>0.119618345557949</c:v>
                </c:pt>
                <c:pt idx="2954">
                  <c:v>0.126370767229602</c:v>
                </c:pt>
                <c:pt idx="2955">
                  <c:v>0.144149956027697</c:v>
                </c:pt>
                <c:pt idx="2956">
                  <c:v>0.14837578149081</c:v>
                </c:pt>
                <c:pt idx="2957">
                  <c:v>0.141602455214212</c:v>
                </c:pt>
                <c:pt idx="2958">
                  <c:v>0.129750815208305</c:v>
                </c:pt>
                <c:pt idx="2959">
                  <c:v>0.116200451576588</c:v>
                </c:pt>
                <c:pt idx="2960">
                  <c:v>0.11252199834718</c:v>
                </c:pt>
                <c:pt idx="2961">
                  <c:v>0.116246815752801</c:v>
                </c:pt>
                <c:pt idx="2962">
                  <c:v>0.109324933486787</c:v>
                </c:pt>
                <c:pt idx="2963">
                  <c:v>0.101995387333802</c:v>
                </c:pt>
                <c:pt idx="2964">
                  <c:v>0.10186505576097</c:v>
                </c:pt>
                <c:pt idx="2965">
                  <c:v>0.143078212774705</c:v>
                </c:pt>
                <c:pt idx="2966">
                  <c:v>0.13805820913905</c:v>
                </c:pt>
                <c:pt idx="2967">
                  <c:v>0.146170513646058</c:v>
                </c:pt>
                <c:pt idx="2968">
                  <c:v>0.129414972416261</c:v>
                </c:pt>
                <c:pt idx="2969">
                  <c:v>0.120997370601941</c:v>
                </c:pt>
                <c:pt idx="2970">
                  <c:v>0.125166929050187</c:v>
                </c:pt>
                <c:pt idx="2971">
                  <c:v>0.125422810392587</c:v>
                </c:pt>
                <c:pt idx="2972">
                  <c:v>0.122265283726332</c:v>
                </c:pt>
                <c:pt idx="2973">
                  <c:v>0.124117310379615</c:v>
                </c:pt>
                <c:pt idx="2974">
                  <c:v>0.135636280081741</c:v>
                </c:pt>
                <c:pt idx="2975">
                  <c:v>0.126142822713358</c:v>
                </c:pt>
                <c:pt idx="2976">
                  <c:v>0.12429040413428</c:v>
                </c:pt>
                <c:pt idx="2977">
                  <c:v>0.125543416988201</c:v>
                </c:pt>
                <c:pt idx="2978">
                  <c:v>0.12648085535131</c:v>
                </c:pt>
                <c:pt idx="2979">
                  <c:v>0.128295283673268</c:v>
                </c:pt>
                <c:pt idx="2980">
                  <c:v>0.127452548926939</c:v>
                </c:pt>
                <c:pt idx="2981">
                  <c:v>0.133706590844779</c:v>
                </c:pt>
                <c:pt idx="2982">
                  <c:v>0.136462925338194</c:v>
                </c:pt>
                <c:pt idx="2983">
                  <c:v>0.129224219318466</c:v>
                </c:pt>
                <c:pt idx="2984">
                  <c:v>0.117618195603077</c:v>
                </c:pt>
                <c:pt idx="2985">
                  <c:v>0.115317998109596</c:v>
                </c:pt>
                <c:pt idx="2986">
                  <c:v>0.10503585564205</c:v>
                </c:pt>
                <c:pt idx="2987">
                  <c:v>0.125372242016238</c:v>
                </c:pt>
                <c:pt idx="2988">
                  <c:v>0.134368760807136</c:v>
                </c:pt>
                <c:pt idx="2989">
                  <c:v>0.138739548123974</c:v>
                </c:pt>
                <c:pt idx="2990">
                  <c:v>0.137281875714437</c:v>
                </c:pt>
                <c:pt idx="2991">
                  <c:v>0.136804700899183</c:v>
                </c:pt>
                <c:pt idx="2992">
                  <c:v>0.155509987191491</c:v>
                </c:pt>
                <c:pt idx="2993">
                  <c:v>0.134902623475876</c:v>
                </c:pt>
                <c:pt idx="2994">
                  <c:v>0.129922427574546</c:v>
                </c:pt>
                <c:pt idx="2995">
                  <c:v>0.124121391425334</c:v>
                </c:pt>
                <c:pt idx="2996">
                  <c:v>0.129126069834321</c:v>
                </c:pt>
                <c:pt idx="2997">
                  <c:v>0.120536836343641</c:v>
                </c:pt>
                <c:pt idx="2998">
                  <c:v>0.120061185748501</c:v>
                </c:pt>
                <c:pt idx="2999">
                  <c:v>0.120175485127901</c:v>
                </c:pt>
                <c:pt idx="3000">
                  <c:v>0.147349541938774</c:v>
                </c:pt>
                <c:pt idx="3001">
                  <c:v>0.187295671318017</c:v>
                </c:pt>
                <c:pt idx="3002">
                  <c:v>0.162734518787865</c:v>
                </c:pt>
                <c:pt idx="3003">
                  <c:v>0.153955730676857</c:v>
                </c:pt>
                <c:pt idx="3004">
                  <c:v>0.164360145040888</c:v>
                </c:pt>
                <c:pt idx="3005">
                  <c:v>0.168297337441506</c:v>
                </c:pt>
                <c:pt idx="3006">
                  <c:v>0.157168114494045</c:v>
                </c:pt>
                <c:pt idx="3007">
                  <c:v>0.12937581137205</c:v>
                </c:pt>
                <c:pt idx="3008">
                  <c:v>0.156077389737325</c:v>
                </c:pt>
                <c:pt idx="3009">
                  <c:v>0.150798826677399</c:v>
                </c:pt>
                <c:pt idx="3010">
                  <c:v>0.145516442064959</c:v>
                </c:pt>
                <c:pt idx="3011">
                  <c:v>0.153513315566191</c:v>
                </c:pt>
                <c:pt idx="3012">
                  <c:v>0.14344113344219</c:v>
                </c:pt>
                <c:pt idx="3013">
                  <c:v>0.135891787386912</c:v>
                </c:pt>
                <c:pt idx="3014">
                  <c:v>0.142789155383175</c:v>
                </c:pt>
                <c:pt idx="3015">
                  <c:v>0.169929145771579</c:v>
                </c:pt>
                <c:pt idx="3016">
                  <c:v>0.160819269475905</c:v>
                </c:pt>
                <c:pt idx="3017">
                  <c:v>0.152461076975156</c:v>
                </c:pt>
                <c:pt idx="3018">
                  <c:v>0.169697069787066</c:v>
                </c:pt>
                <c:pt idx="3019">
                  <c:v>0.181825448217671</c:v>
                </c:pt>
                <c:pt idx="3020">
                  <c:v>0.153988316921372</c:v>
                </c:pt>
                <c:pt idx="3021">
                  <c:v>0.158290695064394</c:v>
                </c:pt>
                <c:pt idx="3022">
                  <c:v>0.170763379618823</c:v>
                </c:pt>
                <c:pt idx="3023">
                  <c:v>0.17867510386846</c:v>
                </c:pt>
                <c:pt idx="3024">
                  <c:v>0.157576981029469</c:v>
                </c:pt>
                <c:pt idx="3025">
                  <c:v>0.150840802675418</c:v>
                </c:pt>
                <c:pt idx="3026">
                  <c:v>0.134306967884281</c:v>
                </c:pt>
                <c:pt idx="3027">
                  <c:v>0.122189868804566</c:v>
                </c:pt>
                <c:pt idx="3028">
                  <c:v>0.153263528281529</c:v>
                </c:pt>
                <c:pt idx="3029">
                  <c:v>0.154672301242355</c:v>
                </c:pt>
                <c:pt idx="3030">
                  <c:v>0.155584343264189</c:v>
                </c:pt>
                <c:pt idx="3031">
                  <c:v>0.144465296241695</c:v>
                </c:pt>
                <c:pt idx="3032">
                  <c:v>0.147831904286562</c:v>
                </c:pt>
                <c:pt idx="3033">
                  <c:v>0.148906124110595</c:v>
                </c:pt>
                <c:pt idx="3034">
                  <c:v>0.164649499487751</c:v>
                </c:pt>
                <c:pt idx="3035">
                  <c:v>0.160218269449075</c:v>
                </c:pt>
                <c:pt idx="3036">
                  <c:v>0.188822361469689</c:v>
                </c:pt>
                <c:pt idx="3037">
                  <c:v>0.184101819157421</c:v>
                </c:pt>
                <c:pt idx="3038">
                  <c:v>0.172060173467516</c:v>
                </c:pt>
                <c:pt idx="3039">
                  <c:v>0.168344057090612</c:v>
                </c:pt>
                <c:pt idx="3040">
                  <c:v>0.179586678013338</c:v>
                </c:pt>
                <c:pt idx="3041">
                  <c:v>0.160773241229776</c:v>
                </c:pt>
                <c:pt idx="3042">
                  <c:v>0.203478254451606</c:v>
                </c:pt>
                <c:pt idx="3043">
                  <c:v>0.215506899136541</c:v>
                </c:pt>
                <c:pt idx="3044">
                  <c:v>0.199270711021069</c:v>
                </c:pt>
                <c:pt idx="3045">
                  <c:v>0.186528571692746</c:v>
                </c:pt>
                <c:pt idx="3046">
                  <c:v>0.183413724248573</c:v>
                </c:pt>
                <c:pt idx="3047">
                  <c:v>0.195113138606274</c:v>
                </c:pt>
                <c:pt idx="3048">
                  <c:v>0.166947762133287</c:v>
                </c:pt>
                <c:pt idx="3049">
                  <c:v>0.155220322146793</c:v>
                </c:pt>
                <c:pt idx="3050">
                  <c:v>0.16283783086747</c:v>
                </c:pt>
                <c:pt idx="3051">
                  <c:v>0.177368200982561</c:v>
                </c:pt>
                <c:pt idx="3052">
                  <c:v>0.164166658614736</c:v>
                </c:pt>
                <c:pt idx="3053">
                  <c:v>0.15821386291646</c:v>
                </c:pt>
                <c:pt idx="3054">
                  <c:v>0.174910962371117</c:v>
                </c:pt>
                <c:pt idx="3055">
                  <c:v>0.191979854166219</c:v>
                </c:pt>
                <c:pt idx="3056">
                  <c:v>0.153344899357375</c:v>
                </c:pt>
                <c:pt idx="3057">
                  <c:v>0.126800729910695</c:v>
                </c:pt>
                <c:pt idx="3058">
                  <c:v>0.116537872665766</c:v>
                </c:pt>
                <c:pt idx="3059">
                  <c:v>0.118388324106662</c:v>
                </c:pt>
                <c:pt idx="3060">
                  <c:v>0.13294098351775</c:v>
                </c:pt>
                <c:pt idx="3061">
                  <c:v>0.126599381123432</c:v>
                </c:pt>
                <c:pt idx="3062">
                  <c:v>0.123567597171626</c:v>
                </c:pt>
                <c:pt idx="3063">
                  <c:v>0.130199791840451</c:v>
                </c:pt>
                <c:pt idx="3064">
                  <c:v>0.128838374798635</c:v>
                </c:pt>
                <c:pt idx="3065">
                  <c:v>0.10737160025873</c:v>
                </c:pt>
                <c:pt idx="3066">
                  <c:v>0.115225322674068</c:v>
                </c:pt>
                <c:pt idx="3067">
                  <c:v>0.102270423139683</c:v>
                </c:pt>
                <c:pt idx="3068">
                  <c:v>0.112840189349704</c:v>
                </c:pt>
                <c:pt idx="3069">
                  <c:v>0.110195481767051</c:v>
                </c:pt>
                <c:pt idx="3070">
                  <c:v>0.125555433885419</c:v>
                </c:pt>
                <c:pt idx="3071">
                  <c:v>0.138985668586156</c:v>
                </c:pt>
                <c:pt idx="3072">
                  <c:v>0.113267475864409</c:v>
                </c:pt>
                <c:pt idx="3073">
                  <c:v>0.112670472971936</c:v>
                </c:pt>
                <c:pt idx="3074">
                  <c:v>0.131875382849285</c:v>
                </c:pt>
                <c:pt idx="3075">
                  <c:v>0.133341255185039</c:v>
                </c:pt>
                <c:pt idx="3076">
                  <c:v>0.12251574055931</c:v>
                </c:pt>
                <c:pt idx="3077">
                  <c:v>0.121467453402177</c:v>
                </c:pt>
                <c:pt idx="3078">
                  <c:v>0.123699225697634</c:v>
                </c:pt>
                <c:pt idx="3079">
                  <c:v>0.148957500047797</c:v>
                </c:pt>
                <c:pt idx="3080">
                  <c:v>0.146637024145487</c:v>
                </c:pt>
                <c:pt idx="3081">
                  <c:v>0.134046057078927</c:v>
                </c:pt>
                <c:pt idx="3082">
                  <c:v>0.133767241235128</c:v>
                </c:pt>
                <c:pt idx="3083">
                  <c:v>0.136974098200013</c:v>
                </c:pt>
                <c:pt idx="3084">
                  <c:v>0.118607823876491</c:v>
                </c:pt>
                <c:pt idx="3085">
                  <c:v>0.11171883166939</c:v>
                </c:pt>
                <c:pt idx="3086">
                  <c:v>0.126123681081509</c:v>
                </c:pt>
                <c:pt idx="3087">
                  <c:v>0.11910903348639</c:v>
                </c:pt>
                <c:pt idx="3088">
                  <c:v>0.109871844615916</c:v>
                </c:pt>
                <c:pt idx="3089">
                  <c:v>0.116015496328345</c:v>
                </c:pt>
                <c:pt idx="3090">
                  <c:v>0.112942596095721</c:v>
                </c:pt>
                <c:pt idx="3091">
                  <c:v>0.11410792255865</c:v>
                </c:pt>
                <c:pt idx="3092">
                  <c:v>0.110068775856107</c:v>
                </c:pt>
                <c:pt idx="3093">
                  <c:v>0.100054059985343</c:v>
                </c:pt>
                <c:pt idx="3094">
                  <c:v>0.112720795637057</c:v>
                </c:pt>
                <c:pt idx="3095">
                  <c:v>0.121738862111579</c:v>
                </c:pt>
                <c:pt idx="3096">
                  <c:v>0.106610143775928</c:v>
                </c:pt>
                <c:pt idx="3097">
                  <c:v>0.10355880755096</c:v>
                </c:pt>
                <c:pt idx="3098">
                  <c:v>0.110405135253524</c:v>
                </c:pt>
                <c:pt idx="3099">
                  <c:v>0.105166476349327</c:v>
                </c:pt>
                <c:pt idx="3100">
                  <c:v>0.106907959760615</c:v>
                </c:pt>
                <c:pt idx="3101">
                  <c:v>0.112950107971428</c:v>
                </c:pt>
                <c:pt idx="3102">
                  <c:v>0.125810035122079</c:v>
                </c:pt>
                <c:pt idx="3103">
                  <c:v>0.104310901414187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spx_vol_stats.csv!$C$1</c:f>
              <c:strCache>
                <c:ptCount val="1"/>
                <c:pt idx="0">
                  <c:v>历史波动率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spx_vol_stats.csv!$A$2:$A$3105</c:f>
              <c:numCache>
                <c:formatCode>yyyy/m/d</c:formatCode>
                <c:ptCount val="3104"/>
                <c:pt idx="0" c:formatCode="yyyy/m/d">
                  <c:v>40907</c:v>
                </c:pt>
                <c:pt idx="1" c:formatCode="yyyy/m/d">
                  <c:v>40912</c:v>
                </c:pt>
                <c:pt idx="2" c:formatCode="yyyy/m/d">
                  <c:v>40913</c:v>
                </c:pt>
                <c:pt idx="3" c:formatCode="yyyy/m/d">
                  <c:v>40914</c:v>
                </c:pt>
                <c:pt idx="4" c:formatCode="yyyy/m/d">
                  <c:v>40917</c:v>
                </c:pt>
                <c:pt idx="5" c:formatCode="yyyy/m/d">
                  <c:v>40918</c:v>
                </c:pt>
                <c:pt idx="6" c:formatCode="yyyy/m/d">
                  <c:v>40919</c:v>
                </c:pt>
                <c:pt idx="7" c:formatCode="yyyy/m/d">
                  <c:v>40920</c:v>
                </c:pt>
                <c:pt idx="8" c:formatCode="yyyy/m/d">
                  <c:v>40925</c:v>
                </c:pt>
                <c:pt idx="9" c:formatCode="yyyy/m/d">
                  <c:v>40926</c:v>
                </c:pt>
                <c:pt idx="10" c:formatCode="yyyy/m/d">
                  <c:v>40927</c:v>
                </c:pt>
                <c:pt idx="11" c:formatCode="yyyy/m/d">
                  <c:v>40928</c:v>
                </c:pt>
                <c:pt idx="12" c:formatCode="yyyy/m/d">
                  <c:v>40931</c:v>
                </c:pt>
                <c:pt idx="13" c:formatCode="yyyy/m/d">
                  <c:v>40932</c:v>
                </c:pt>
                <c:pt idx="14" c:formatCode="yyyy/m/d">
                  <c:v>40933</c:v>
                </c:pt>
                <c:pt idx="15" c:formatCode="yyyy/m/d">
                  <c:v>40934</c:v>
                </c:pt>
                <c:pt idx="16" c:formatCode="yyyy/m/d">
                  <c:v>40935</c:v>
                </c:pt>
                <c:pt idx="17" c:formatCode="yyyy/m/d">
                  <c:v>40938</c:v>
                </c:pt>
                <c:pt idx="18" c:formatCode="yyyy/m/d">
                  <c:v>40939</c:v>
                </c:pt>
                <c:pt idx="19" c:formatCode="yyyy/m/d">
                  <c:v>40940</c:v>
                </c:pt>
                <c:pt idx="20" c:formatCode="yyyy/m/d">
                  <c:v>40941</c:v>
                </c:pt>
                <c:pt idx="21" c:formatCode="yyyy/m/d">
                  <c:v>40942</c:v>
                </c:pt>
                <c:pt idx="22" c:formatCode="yyyy/m/d">
                  <c:v>40945</c:v>
                </c:pt>
                <c:pt idx="23" c:formatCode="yyyy/m/d">
                  <c:v>40946</c:v>
                </c:pt>
                <c:pt idx="24" c:formatCode="yyyy/m/d">
                  <c:v>40947</c:v>
                </c:pt>
                <c:pt idx="25" c:formatCode="yyyy/m/d">
                  <c:v>40948</c:v>
                </c:pt>
                <c:pt idx="26" c:formatCode="yyyy/m/d">
                  <c:v>40949</c:v>
                </c:pt>
                <c:pt idx="27" c:formatCode="yyyy/m/d">
                  <c:v>40952</c:v>
                </c:pt>
                <c:pt idx="28" c:formatCode="yyyy/m/d">
                  <c:v>40953</c:v>
                </c:pt>
                <c:pt idx="29" c:formatCode="yyyy/m/d">
                  <c:v>40954</c:v>
                </c:pt>
                <c:pt idx="30" c:formatCode="yyyy/m/d">
                  <c:v>40955</c:v>
                </c:pt>
                <c:pt idx="31" c:formatCode="yyyy/m/d">
                  <c:v>40960</c:v>
                </c:pt>
                <c:pt idx="32" c:formatCode="yyyy/m/d">
                  <c:v>40961</c:v>
                </c:pt>
                <c:pt idx="33" c:formatCode="yyyy/m/d">
                  <c:v>40962</c:v>
                </c:pt>
                <c:pt idx="34" c:formatCode="yyyy/m/d">
                  <c:v>40963</c:v>
                </c:pt>
                <c:pt idx="35" c:formatCode="yyyy/m/d">
                  <c:v>40966</c:v>
                </c:pt>
                <c:pt idx="36" c:formatCode="yyyy/m/d">
                  <c:v>40967</c:v>
                </c:pt>
                <c:pt idx="37" c:formatCode="yyyy/m/d">
                  <c:v>40968</c:v>
                </c:pt>
                <c:pt idx="38" c:formatCode="yyyy/m/d">
                  <c:v>40969</c:v>
                </c:pt>
                <c:pt idx="39" c:formatCode="yyyy/m/d">
                  <c:v>40970</c:v>
                </c:pt>
                <c:pt idx="40" c:formatCode="yyyy/m/d">
                  <c:v>40973</c:v>
                </c:pt>
                <c:pt idx="41" c:formatCode="yyyy/m/d">
                  <c:v>40974</c:v>
                </c:pt>
                <c:pt idx="42" c:formatCode="yyyy/m/d">
                  <c:v>40975</c:v>
                </c:pt>
                <c:pt idx="43" c:formatCode="yyyy/m/d">
                  <c:v>40976</c:v>
                </c:pt>
                <c:pt idx="44" c:formatCode="yyyy/m/d">
                  <c:v>40977</c:v>
                </c:pt>
                <c:pt idx="45" c:formatCode="yyyy/m/d">
                  <c:v>40980</c:v>
                </c:pt>
                <c:pt idx="46" c:formatCode="yyyy/m/d">
                  <c:v>40981</c:v>
                </c:pt>
                <c:pt idx="47" c:formatCode="yyyy/m/d">
                  <c:v>40982</c:v>
                </c:pt>
                <c:pt idx="48" c:formatCode="yyyy/m/d">
                  <c:v>40983</c:v>
                </c:pt>
                <c:pt idx="49" c:formatCode="yyyy/m/d">
                  <c:v>40984</c:v>
                </c:pt>
                <c:pt idx="50" c:formatCode="yyyy/m/d">
                  <c:v>40987</c:v>
                </c:pt>
                <c:pt idx="51" c:formatCode="yyyy/m/d">
                  <c:v>40988</c:v>
                </c:pt>
                <c:pt idx="52" c:formatCode="yyyy/m/d">
                  <c:v>40989</c:v>
                </c:pt>
                <c:pt idx="53" c:formatCode="yyyy/m/d">
                  <c:v>40990</c:v>
                </c:pt>
                <c:pt idx="54" c:formatCode="yyyy/m/d">
                  <c:v>40991</c:v>
                </c:pt>
                <c:pt idx="55" c:formatCode="yyyy/m/d">
                  <c:v>40994</c:v>
                </c:pt>
                <c:pt idx="56" c:formatCode="yyyy/m/d">
                  <c:v>40995</c:v>
                </c:pt>
                <c:pt idx="57" c:formatCode="yyyy/m/d">
                  <c:v>40996</c:v>
                </c:pt>
                <c:pt idx="58" c:formatCode="yyyy/m/d">
                  <c:v>40997</c:v>
                </c:pt>
                <c:pt idx="59" c:formatCode="yyyy/m/d">
                  <c:v>40998</c:v>
                </c:pt>
                <c:pt idx="60" c:formatCode="yyyy/m/d">
                  <c:v>41001</c:v>
                </c:pt>
                <c:pt idx="61" c:formatCode="yyyy/m/d">
                  <c:v>41002</c:v>
                </c:pt>
                <c:pt idx="62" c:formatCode="yyyy/m/d">
                  <c:v>41003</c:v>
                </c:pt>
                <c:pt idx="63" c:formatCode="yyyy/m/d">
                  <c:v>41004</c:v>
                </c:pt>
                <c:pt idx="64" c:formatCode="yyyy/m/d">
                  <c:v>41008</c:v>
                </c:pt>
                <c:pt idx="65" c:formatCode="yyyy/m/d">
                  <c:v>41009</c:v>
                </c:pt>
                <c:pt idx="66" c:formatCode="yyyy/m/d">
                  <c:v>41010</c:v>
                </c:pt>
                <c:pt idx="67" c:formatCode="yyyy/m/d">
                  <c:v>41011</c:v>
                </c:pt>
                <c:pt idx="68" c:formatCode="yyyy/m/d">
                  <c:v>41012</c:v>
                </c:pt>
                <c:pt idx="69" c:formatCode="yyyy/m/d">
                  <c:v>41015</c:v>
                </c:pt>
                <c:pt idx="70" c:formatCode="yyyy/m/d">
                  <c:v>41016</c:v>
                </c:pt>
                <c:pt idx="71" c:formatCode="yyyy/m/d">
                  <c:v>41017</c:v>
                </c:pt>
                <c:pt idx="72" c:formatCode="yyyy/m/d">
                  <c:v>41018</c:v>
                </c:pt>
                <c:pt idx="73" c:formatCode="yyyy/m/d">
                  <c:v>41019</c:v>
                </c:pt>
                <c:pt idx="74" c:formatCode="yyyy/m/d">
                  <c:v>41022</c:v>
                </c:pt>
                <c:pt idx="75" c:formatCode="yyyy/m/d">
                  <c:v>41023</c:v>
                </c:pt>
                <c:pt idx="76" c:formatCode="yyyy/m/d">
                  <c:v>41024</c:v>
                </c:pt>
                <c:pt idx="77" c:formatCode="yyyy/m/d">
                  <c:v>41025</c:v>
                </c:pt>
                <c:pt idx="78" c:formatCode="yyyy/m/d">
                  <c:v>41026</c:v>
                </c:pt>
                <c:pt idx="79" c:formatCode="yyyy/m/d">
                  <c:v>41029</c:v>
                </c:pt>
                <c:pt idx="80" c:formatCode="yyyy/m/d">
                  <c:v>41030</c:v>
                </c:pt>
                <c:pt idx="81" c:formatCode="yyyy/m/d">
                  <c:v>41031</c:v>
                </c:pt>
                <c:pt idx="82" c:formatCode="yyyy/m/d">
                  <c:v>41032</c:v>
                </c:pt>
                <c:pt idx="83" c:formatCode="yyyy/m/d">
                  <c:v>41033</c:v>
                </c:pt>
                <c:pt idx="84" c:formatCode="yyyy/m/d">
                  <c:v>41036</c:v>
                </c:pt>
                <c:pt idx="85" c:formatCode="yyyy/m/d">
                  <c:v>41037</c:v>
                </c:pt>
                <c:pt idx="86" c:formatCode="yyyy/m/d">
                  <c:v>41038</c:v>
                </c:pt>
                <c:pt idx="87" c:formatCode="yyyy/m/d">
                  <c:v>41039</c:v>
                </c:pt>
                <c:pt idx="88" c:formatCode="yyyy/m/d">
                  <c:v>41040</c:v>
                </c:pt>
                <c:pt idx="89" c:formatCode="yyyy/m/d">
                  <c:v>41043</c:v>
                </c:pt>
                <c:pt idx="90" c:formatCode="yyyy/m/d">
                  <c:v>41044</c:v>
                </c:pt>
                <c:pt idx="91" c:formatCode="yyyy/m/d">
                  <c:v>41045</c:v>
                </c:pt>
                <c:pt idx="92" c:formatCode="yyyy/m/d">
                  <c:v>41046</c:v>
                </c:pt>
                <c:pt idx="93" c:formatCode="yyyy/m/d">
                  <c:v>41047</c:v>
                </c:pt>
                <c:pt idx="94" c:formatCode="yyyy/m/d">
                  <c:v>41050</c:v>
                </c:pt>
                <c:pt idx="95" c:formatCode="yyyy/m/d">
                  <c:v>41051</c:v>
                </c:pt>
                <c:pt idx="96" c:formatCode="yyyy/m/d">
                  <c:v>41052</c:v>
                </c:pt>
                <c:pt idx="97" c:formatCode="yyyy/m/d">
                  <c:v>41053</c:v>
                </c:pt>
                <c:pt idx="98" c:formatCode="yyyy/m/d">
                  <c:v>41058</c:v>
                </c:pt>
                <c:pt idx="99" c:formatCode="yyyy/m/d">
                  <c:v>41059</c:v>
                </c:pt>
                <c:pt idx="100" c:formatCode="yyyy/m/d">
                  <c:v>41060</c:v>
                </c:pt>
                <c:pt idx="101" c:formatCode="yyyy/m/d">
                  <c:v>41061</c:v>
                </c:pt>
                <c:pt idx="102" c:formatCode="yyyy/m/d">
                  <c:v>41064</c:v>
                </c:pt>
                <c:pt idx="103" c:formatCode="yyyy/m/d">
                  <c:v>41065</c:v>
                </c:pt>
                <c:pt idx="104" c:formatCode="yyyy/m/d">
                  <c:v>41066</c:v>
                </c:pt>
                <c:pt idx="105" c:formatCode="yyyy/m/d">
                  <c:v>41067</c:v>
                </c:pt>
                <c:pt idx="106" c:formatCode="yyyy/m/d">
                  <c:v>41068</c:v>
                </c:pt>
                <c:pt idx="107" c:formatCode="yyyy/m/d">
                  <c:v>41071</c:v>
                </c:pt>
                <c:pt idx="108" c:formatCode="yyyy/m/d">
                  <c:v>41072</c:v>
                </c:pt>
                <c:pt idx="109" c:formatCode="yyyy/m/d">
                  <c:v>41073</c:v>
                </c:pt>
                <c:pt idx="110" c:formatCode="yyyy/m/d">
                  <c:v>41074</c:v>
                </c:pt>
                <c:pt idx="111" c:formatCode="yyyy/m/d">
                  <c:v>41075</c:v>
                </c:pt>
                <c:pt idx="112" c:formatCode="yyyy/m/d">
                  <c:v>41078</c:v>
                </c:pt>
                <c:pt idx="113" c:formatCode="yyyy/m/d">
                  <c:v>41079</c:v>
                </c:pt>
                <c:pt idx="114" c:formatCode="yyyy/m/d">
                  <c:v>41080</c:v>
                </c:pt>
                <c:pt idx="115" c:formatCode="yyyy/m/d">
                  <c:v>41081</c:v>
                </c:pt>
                <c:pt idx="116" c:formatCode="yyyy/m/d">
                  <c:v>41082</c:v>
                </c:pt>
                <c:pt idx="117" c:formatCode="yyyy/m/d">
                  <c:v>41085</c:v>
                </c:pt>
                <c:pt idx="118" c:formatCode="yyyy/m/d">
                  <c:v>41086</c:v>
                </c:pt>
                <c:pt idx="119" c:formatCode="yyyy/m/d">
                  <c:v>41087</c:v>
                </c:pt>
                <c:pt idx="120" c:formatCode="yyyy/m/d">
                  <c:v>41088</c:v>
                </c:pt>
                <c:pt idx="121" c:formatCode="yyyy/m/d">
                  <c:v>41089</c:v>
                </c:pt>
                <c:pt idx="122" c:formatCode="yyyy/m/d">
                  <c:v>41092</c:v>
                </c:pt>
                <c:pt idx="123" c:formatCode="yyyy/m/d">
                  <c:v>41095</c:v>
                </c:pt>
                <c:pt idx="124" c:formatCode="yyyy/m/d">
                  <c:v>41096</c:v>
                </c:pt>
                <c:pt idx="125" c:formatCode="yyyy/m/d">
                  <c:v>41099</c:v>
                </c:pt>
                <c:pt idx="126" c:formatCode="yyyy/m/d">
                  <c:v>41100</c:v>
                </c:pt>
                <c:pt idx="127" c:formatCode="yyyy/m/d">
                  <c:v>41101</c:v>
                </c:pt>
                <c:pt idx="128" c:formatCode="yyyy/m/d">
                  <c:v>41102</c:v>
                </c:pt>
                <c:pt idx="129" c:formatCode="yyyy/m/d">
                  <c:v>41103</c:v>
                </c:pt>
                <c:pt idx="130" c:formatCode="yyyy/m/d">
                  <c:v>41106</c:v>
                </c:pt>
                <c:pt idx="131" c:formatCode="yyyy/m/d">
                  <c:v>41107</c:v>
                </c:pt>
                <c:pt idx="132" c:formatCode="yyyy/m/d">
                  <c:v>41108</c:v>
                </c:pt>
                <c:pt idx="133" c:formatCode="yyyy/m/d">
                  <c:v>41109</c:v>
                </c:pt>
                <c:pt idx="134" c:formatCode="yyyy/m/d">
                  <c:v>41110</c:v>
                </c:pt>
                <c:pt idx="135" c:formatCode="yyyy/m/d">
                  <c:v>41113</c:v>
                </c:pt>
                <c:pt idx="136" c:formatCode="yyyy/m/d">
                  <c:v>41114</c:v>
                </c:pt>
                <c:pt idx="137" c:formatCode="yyyy/m/d">
                  <c:v>41115</c:v>
                </c:pt>
                <c:pt idx="138" c:formatCode="yyyy/m/d">
                  <c:v>41116</c:v>
                </c:pt>
                <c:pt idx="139" c:formatCode="yyyy/m/d">
                  <c:v>41117</c:v>
                </c:pt>
                <c:pt idx="140" c:formatCode="yyyy/m/d">
                  <c:v>41120</c:v>
                </c:pt>
                <c:pt idx="141" c:formatCode="yyyy/m/d">
                  <c:v>41121</c:v>
                </c:pt>
                <c:pt idx="142" c:formatCode="yyyy/m/d">
                  <c:v>41122</c:v>
                </c:pt>
                <c:pt idx="143" c:formatCode="yyyy/m/d">
                  <c:v>41123</c:v>
                </c:pt>
                <c:pt idx="144" c:formatCode="yyyy/m/d">
                  <c:v>41124</c:v>
                </c:pt>
                <c:pt idx="145" c:formatCode="yyyy/m/d">
                  <c:v>41127</c:v>
                </c:pt>
                <c:pt idx="146" c:formatCode="yyyy/m/d">
                  <c:v>41128</c:v>
                </c:pt>
                <c:pt idx="147" c:formatCode="yyyy/m/d">
                  <c:v>41129</c:v>
                </c:pt>
                <c:pt idx="148" c:formatCode="yyyy/m/d">
                  <c:v>41130</c:v>
                </c:pt>
                <c:pt idx="149" c:formatCode="yyyy/m/d">
                  <c:v>41131</c:v>
                </c:pt>
                <c:pt idx="150" c:formatCode="yyyy/m/d">
                  <c:v>41134</c:v>
                </c:pt>
                <c:pt idx="151" c:formatCode="yyyy/m/d">
                  <c:v>41135</c:v>
                </c:pt>
                <c:pt idx="152" c:formatCode="yyyy/m/d">
                  <c:v>41136</c:v>
                </c:pt>
                <c:pt idx="153" c:formatCode="yyyy/m/d">
                  <c:v>41137</c:v>
                </c:pt>
                <c:pt idx="154" c:formatCode="yyyy/m/d">
                  <c:v>41138</c:v>
                </c:pt>
                <c:pt idx="155" c:formatCode="yyyy/m/d">
                  <c:v>41141</c:v>
                </c:pt>
                <c:pt idx="156" c:formatCode="yyyy/m/d">
                  <c:v>41142</c:v>
                </c:pt>
                <c:pt idx="157" c:formatCode="yyyy/m/d">
                  <c:v>41143</c:v>
                </c:pt>
                <c:pt idx="158" c:formatCode="yyyy/m/d">
                  <c:v>41144</c:v>
                </c:pt>
                <c:pt idx="159" c:formatCode="yyyy/m/d">
                  <c:v>41145</c:v>
                </c:pt>
                <c:pt idx="160" c:formatCode="yyyy/m/d">
                  <c:v>41148</c:v>
                </c:pt>
                <c:pt idx="161" c:formatCode="yyyy/m/d">
                  <c:v>41149</c:v>
                </c:pt>
                <c:pt idx="162" c:formatCode="yyyy/m/d">
                  <c:v>41150</c:v>
                </c:pt>
                <c:pt idx="163" c:formatCode="yyyy/m/d">
                  <c:v>41151</c:v>
                </c:pt>
                <c:pt idx="164" c:formatCode="yyyy/m/d">
                  <c:v>41156</c:v>
                </c:pt>
                <c:pt idx="165" c:formatCode="yyyy/m/d">
                  <c:v>41157</c:v>
                </c:pt>
                <c:pt idx="166" c:formatCode="yyyy/m/d">
                  <c:v>41158</c:v>
                </c:pt>
                <c:pt idx="167" c:formatCode="yyyy/m/d">
                  <c:v>41159</c:v>
                </c:pt>
                <c:pt idx="168" c:formatCode="yyyy/m/d">
                  <c:v>41162</c:v>
                </c:pt>
                <c:pt idx="169" c:formatCode="yyyy/m/d">
                  <c:v>41163</c:v>
                </c:pt>
                <c:pt idx="170" c:formatCode="yyyy/m/d">
                  <c:v>41164</c:v>
                </c:pt>
                <c:pt idx="171" c:formatCode="yyyy/m/d">
                  <c:v>41165</c:v>
                </c:pt>
                <c:pt idx="172" c:formatCode="yyyy/m/d">
                  <c:v>41166</c:v>
                </c:pt>
                <c:pt idx="173" c:formatCode="yyyy/m/d">
                  <c:v>41169</c:v>
                </c:pt>
                <c:pt idx="174" c:formatCode="yyyy/m/d">
                  <c:v>41170</c:v>
                </c:pt>
                <c:pt idx="175" c:formatCode="yyyy/m/d">
                  <c:v>41171</c:v>
                </c:pt>
                <c:pt idx="176" c:formatCode="yyyy/m/d">
                  <c:v>41172</c:v>
                </c:pt>
                <c:pt idx="177" c:formatCode="yyyy/m/d">
                  <c:v>41173</c:v>
                </c:pt>
                <c:pt idx="178" c:formatCode="yyyy/m/d">
                  <c:v>41176</c:v>
                </c:pt>
                <c:pt idx="179" c:formatCode="yyyy/m/d">
                  <c:v>41177</c:v>
                </c:pt>
                <c:pt idx="180" c:formatCode="yyyy/m/d">
                  <c:v>41178</c:v>
                </c:pt>
                <c:pt idx="181" c:formatCode="yyyy/m/d">
                  <c:v>41179</c:v>
                </c:pt>
                <c:pt idx="182" c:formatCode="yyyy/m/d">
                  <c:v>41180</c:v>
                </c:pt>
                <c:pt idx="183" c:formatCode="yyyy/m/d">
                  <c:v>41183</c:v>
                </c:pt>
                <c:pt idx="184" c:formatCode="yyyy/m/d">
                  <c:v>41184</c:v>
                </c:pt>
                <c:pt idx="185" c:formatCode="yyyy/m/d">
                  <c:v>41185</c:v>
                </c:pt>
                <c:pt idx="186" c:formatCode="yyyy/m/d">
                  <c:v>41186</c:v>
                </c:pt>
                <c:pt idx="187" c:formatCode="yyyy/m/d">
                  <c:v>41190</c:v>
                </c:pt>
                <c:pt idx="188" c:formatCode="yyyy/m/d">
                  <c:v>41191</c:v>
                </c:pt>
                <c:pt idx="189" c:formatCode="yyyy/m/d">
                  <c:v>41192</c:v>
                </c:pt>
                <c:pt idx="190" c:formatCode="yyyy/m/d">
                  <c:v>41193</c:v>
                </c:pt>
                <c:pt idx="191" c:formatCode="yyyy/m/d">
                  <c:v>41194</c:v>
                </c:pt>
                <c:pt idx="192" c:formatCode="yyyy/m/d">
                  <c:v>41197</c:v>
                </c:pt>
                <c:pt idx="193" c:formatCode="yyyy/m/d">
                  <c:v>41198</c:v>
                </c:pt>
                <c:pt idx="194" c:formatCode="yyyy/m/d">
                  <c:v>41199</c:v>
                </c:pt>
                <c:pt idx="195" c:formatCode="yyyy/m/d">
                  <c:v>41200</c:v>
                </c:pt>
                <c:pt idx="196" c:formatCode="yyyy/m/d">
                  <c:v>41201</c:v>
                </c:pt>
                <c:pt idx="197" c:formatCode="yyyy/m/d">
                  <c:v>41204</c:v>
                </c:pt>
                <c:pt idx="198" c:formatCode="yyyy/m/d">
                  <c:v>41205</c:v>
                </c:pt>
                <c:pt idx="199" c:formatCode="yyyy/m/d">
                  <c:v>41206</c:v>
                </c:pt>
                <c:pt idx="200" c:formatCode="yyyy/m/d">
                  <c:v>41207</c:v>
                </c:pt>
                <c:pt idx="201" c:formatCode="yyyy/m/d">
                  <c:v>41208</c:v>
                </c:pt>
                <c:pt idx="202" c:formatCode="yyyy/m/d">
                  <c:v>41213</c:v>
                </c:pt>
                <c:pt idx="203" c:formatCode="yyyy/m/d">
                  <c:v>41214</c:v>
                </c:pt>
                <c:pt idx="204" c:formatCode="yyyy/m/d">
                  <c:v>41215</c:v>
                </c:pt>
                <c:pt idx="205" c:formatCode="yyyy/m/d">
                  <c:v>41218</c:v>
                </c:pt>
                <c:pt idx="206" c:formatCode="yyyy/m/d">
                  <c:v>41219</c:v>
                </c:pt>
                <c:pt idx="207" c:formatCode="yyyy/m/d">
                  <c:v>41220</c:v>
                </c:pt>
                <c:pt idx="208" c:formatCode="yyyy/m/d">
                  <c:v>41221</c:v>
                </c:pt>
                <c:pt idx="209" c:formatCode="yyyy/m/d">
                  <c:v>41222</c:v>
                </c:pt>
                <c:pt idx="210" c:formatCode="yyyy/m/d">
                  <c:v>41225</c:v>
                </c:pt>
                <c:pt idx="211" c:formatCode="yyyy/m/d">
                  <c:v>41226</c:v>
                </c:pt>
                <c:pt idx="212" c:formatCode="yyyy/m/d">
                  <c:v>41227</c:v>
                </c:pt>
                <c:pt idx="213" c:formatCode="yyyy/m/d">
                  <c:v>41228</c:v>
                </c:pt>
                <c:pt idx="214" c:formatCode="yyyy/m/d">
                  <c:v>41229</c:v>
                </c:pt>
                <c:pt idx="215" c:formatCode="yyyy/m/d">
                  <c:v>41232</c:v>
                </c:pt>
                <c:pt idx="216" c:formatCode="yyyy/m/d">
                  <c:v>41233</c:v>
                </c:pt>
                <c:pt idx="217" c:formatCode="yyyy/m/d">
                  <c:v>41234</c:v>
                </c:pt>
                <c:pt idx="218" c:formatCode="yyyy/m/d">
                  <c:v>41239</c:v>
                </c:pt>
                <c:pt idx="219" c:formatCode="yyyy/m/d">
                  <c:v>41240</c:v>
                </c:pt>
                <c:pt idx="220" c:formatCode="yyyy/m/d">
                  <c:v>41241</c:v>
                </c:pt>
                <c:pt idx="221" c:formatCode="yyyy/m/d">
                  <c:v>41242</c:v>
                </c:pt>
                <c:pt idx="222" c:formatCode="yyyy/m/d">
                  <c:v>41243</c:v>
                </c:pt>
                <c:pt idx="223" c:formatCode="yyyy/m/d">
                  <c:v>41246</c:v>
                </c:pt>
                <c:pt idx="224" c:formatCode="yyyy/m/d">
                  <c:v>41247</c:v>
                </c:pt>
                <c:pt idx="225" c:formatCode="yyyy/m/d">
                  <c:v>41248</c:v>
                </c:pt>
                <c:pt idx="226" c:formatCode="yyyy/m/d">
                  <c:v>41249</c:v>
                </c:pt>
                <c:pt idx="227" c:formatCode="yyyy/m/d">
                  <c:v>41250</c:v>
                </c:pt>
                <c:pt idx="228" c:formatCode="yyyy/m/d">
                  <c:v>41253</c:v>
                </c:pt>
                <c:pt idx="229" c:formatCode="yyyy/m/d">
                  <c:v>41254</c:v>
                </c:pt>
                <c:pt idx="230" c:formatCode="yyyy/m/d">
                  <c:v>41255</c:v>
                </c:pt>
                <c:pt idx="231" c:formatCode="yyyy/m/d">
                  <c:v>41256</c:v>
                </c:pt>
                <c:pt idx="232" c:formatCode="yyyy/m/d">
                  <c:v>41257</c:v>
                </c:pt>
                <c:pt idx="233" c:formatCode="yyyy/m/d">
                  <c:v>41260</c:v>
                </c:pt>
                <c:pt idx="234" c:formatCode="yyyy/m/d">
                  <c:v>41261</c:v>
                </c:pt>
                <c:pt idx="235" c:formatCode="yyyy/m/d">
                  <c:v>41262</c:v>
                </c:pt>
                <c:pt idx="236" c:formatCode="yyyy/m/d">
                  <c:v>41263</c:v>
                </c:pt>
                <c:pt idx="237" c:formatCode="yyyy/m/d">
                  <c:v>41264</c:v>
                </c:pt>
                <c:pt idx="238" c:formatCode="yyyy/m/d">
                  <c:v>41270</c:v>
                </c:pt>
                <c:pt idx="239" c:formatCode="yyyy/m/d">
                  <c:v>41271</c:v>
                </c:pt>
                <c:pt idx="240" c:formatCode="yyyy/m/d">
                  <c:v>41274</c:v>
                </c:pt>
                <c:pt idx="241" c:formatCode="yyyy/m/d">
                  <c:v>41277</c:v>
                </c:pt>
                <c:pt idx="242" c:formatCode="yyyy/m/d">
                  <c:v>41278</c:v>
                </c:pt>
                <c:pt idx="243" c:formatCode="yyyy/m/d">
                  <c:v>41281</c:v>
                </c:pt>
                <c:pt idx="244" c:formatCode="yyyy/m/d">
                  <c:v>41282</c:v>
                </c:pt>
                <c:pt idx="245" c:formatCode="yyyy/m/d">
                  <c:v>41283</c:v>
                </c:pt>
                <c:pt idx="246" c:formatCode="yyyy/m/d">
                  <c:v>41284</c:v>
                </c:pt>
                <c:pt idx="247" c:formatCode="yyyy/m/d">
                  <c:v>41285</c:v>
                </c:pt>
                <c:pt idx="248" c:formatCode="yyyy/m/d">
                  <c:v>41288</c:v>
                </c:pt>
                <c:pt idx="249" c:formatCode="yyyy/m/d">
                  <c:v>41289</c:v>
                </c:pt>
                <c:pt idx="250" c:formatCode="yyyy/m/d">
                  <c:v>41290</c:v>
                </c:pt>
                <c:pt idx="251" c:formatCode="yyyy/m/d">
                  <c:v>41291</c:v>
                </c:pt>
                <c:pt idx="252" c:formatCode="yyyy/m/d">
                  <c:v>41296</c:v>
                </c:pt>
                <c:pt idx="253" c:formatCode="yyyy/m/d">
                  <c:v>41297</c:v>
                </c:pt>
                <c:pt idx="254" c:formatCode="yyyy/m/d">
                  <c:v>41298</c:v>
                </c:pt>
                <c:pt idx="255" c:formatCode="yyyy/m/d">
                  <c:v>41299</c:v>
                </c:pt>
                <c:pt idx="256" c:formatCode="yyyy/m/d">
                  <c:v>41302</c:v>
                </c:pt>
                <c:pt idx="257" c:formatCode="yyyy/m/d">
                  <c:v>41303</c:v>
                </c:pt>
                <c:pt idx="258" c:formatCode="yyyy/m/d">
                  <c:v>41304</c:v>
                </c:pt>
                <c:pt idx="259" c:formatCode="yyyy/m/d">
                  <c:v>41305</c:v>
                </c:pt>
                <c:pt idx="260" c:formatCode="yyyy/m/d">
                  <c:v>41306</c:v>
                </c:pt>
                <c:pt idx="261" c:formatCode="yyyy/m/d">
                  <c:v>41309</c:v>
                </c:pt>
                <c:pt idx="262" c:formatCode="yyyy/m/d">
                  <c:v>41310</c:v>
                </c:pt>
                <c:pt idx="263" c:formatCode="yyyy/m/d">
                  <c:v>41311</c:v>
                </c:pt>
                <c:pt idx="264" c:formatCode="yyyy/m/d">
                  <c:v>41312</c:v>
                </c:pt>
                <c:pt idx="265" c:formatCode="yyyy/m/d">
                  <c:v>41313</c:v>
                </c:pt>
                <c:pt idx="266" c:formatCode="yyyy/m/d">
                  <c:v>41316</c:v>
                </c:pt>
                <c:pt idx="267" c:formatCode="yyyy/m/d">
                  <c:v>41317</c:v>
                </c:pt>
                <c:pt idx="268" c:formatCode="yyyy/m/d">
                  <c:v>41318</c:v>
                </c:pt>
                <c:pt idx="269" c:formatCode="yyyy/m/d">
                  <c:v>41319</c:v>
                </c:pt>
                <c:pt idx="270" c:formatCode="yyyy/m/d">
                  <c:v>41324</c:v>
                </c:pt>
                <c:pt idx="271" c:formatCode="yyyy/m/d">
                  <c:v>41325</c:v>
                </c:pt>
                <c:pt idx="272" c:formatCode="yyyy/m/d">
                  <c:v>41326</c:v>
                </c:pt>
                <c:pt idx="273" c:formatCode="yyyy/m/d">
                  <c:v>41327</c:v>
                </c:pt>
                <c:pt idx="274" c:formatCode="yyyy/m/d">
                  <c:v>41330</c:v>
                </c:pt>
                <c:pt idx="275" c:formatCode="yyyy/m/d">
                  <c:v>41331</c:v>
                </c:pt>
                <c:pt idx="276" c:formatCode="yyyy/m/d">
                  <c:v>41332</c:v>
                </c:pt>
                <c:pt idx="277" c:formatCode="yyyy/m/d">
                  <c:v>41333</c:v>
                </c:pt>
                <c:pt idx="278" c:formatCode="yyyy/m/d">
                  <c:v>41334</c:v>
                </c:pt>
                <c:pt idx="279" c:formatCode="yyyy/m/d">
                  <c:v>41337</c:v>
                </c:pt>
                <c:pt idx="280" c:formatCode="yyyy/m/d">
                  <c:v>41338</c:v>
                </c:pt>
                <c:pt idx="281" c:formatCode="yyyy/m/d">
                  <c:v>41339</c:v>
                </c:pt>
                <c:pt idx="282" c:formatCode="yyyy/m/d">
                  <c:v>41340</c:v>
                </c:pt>
                <c:pt idx="283" c:formatCode="yyyy/m/d">
                  <c:v>41341</c:v>
                </c:pt>
                <c:pt idx="284" c:formatCode="yyyy/m/d">
                  <c:v>41344</c:v>
                </c:pt>
                <c:pt idx="285" c:formatCode="yyyy/m/d">
                  <c:v>41345</c:v>
                </c:pt>
                <c:pt idx="286" c:formatCode="yyyy/m/d">
                  <c:v>41346</c:v>
                </c:pt>
                <c:pt idx="287" c:formatCode="yyyy/m/d">
                  <c:v>41347</c:v>
                </c:pt>
                <c:pt idx="288" c:formatCode="yyyy/m/d">
                  <c:v>41348</c:v>
                </c:pt>
                <c:pt idx="289" c:formatCode="yyyy/m/d">
                  <c:v>41351</c:v>
                </c:pt>
                <c:pt idx="290" c:formatCode="yyyy/m/d">
                  <c:v>41352</c:v>
                </c:pt>
                <c:pt idx="291" c:formatCode="yyyy/m/d">
                  <c:v>41353</c:v>
                </c:pt>
                <c:pt idx="292" c:formatCode="yyyy/m/d">
                  <c:v>41354</c:v>
                </c:pt>
                <c:pt idx="293" c:formatCode="yyyy/m/d">
                  <c:v>41355</c:v>
                </c:pt>
                <c:pt idx="294" c:formatCode="yyyy/m/d">
                  <c:v>41358</c:v>
                </c:pt>
                <c:pt idx="295" c:formatCode="yyyy/m/d">
                  <c:v>41359</c:v>
                </c:pt>
                <c:pt idx="296" c:formatCode="yyyy/m/d">
                  <c:v>41360</c:v>
                </c:pt>
                <c:pt idx="297" c:formatCode="yyyy/m/d">
                  <c:v>41361</c:v>
                </c:pt>
                <c:pt idx="298" c:formatCode="yyyy/m/d">
                  <c:v>41365</c:v>
                </c:pt>
                <c:pt idx="299" c:formatCode="yyyy/m/d">
                  <c:v>41366</c:v>
                </c:pt>
                <c:pt idx="300" c:formatCode="yyyy/m/d">
                  <c:v>41367</c:v>
                </c:pt>
                <c:pt idx="301" c:formatCode="yyyy/m/d">
                  <c:v>41368</c:v>
                </c:pt>
                <c:pt idx="302" c:formatCode="yyyy/m/d">
                  <c:v>41369</c:v>
                </c:pt>
                <c:pt idx="303" c:formatCode="yyyy/m/d">
                  <c:v>41372</c:v>
                </c:pt>
                <c:pt idx="304" c:formatCode="yyyy/m/d">
                  <c:v>41373</c:v>
                </c:pt>
                <c:pt idx="305" c:formatCode="yyyy/m/d">
                  <c:v>41374</c:v>
                </c:pt>
                <c:pt idx="306" c:formatCode="yyyy/m/d">
                  <c:v>41375</c:v>
                </c:pt>
                <c:pt idx="307" c:formatCode="yyyy/m/d">
                  <c:v>41376</c:v>
                </c:pt>
                <c:pt idx="308" c:formatCode="yyyy/m/d">
                  <c:v>41379</c:v>
                </c:pt>
                <c:pt idx="309" c:formatCode="yyyy/m/d">
                  <c:v>41380</c:v>
                </c:pt>
                <c:pt idx="310" c:formatCode="yyyy/m/d">
                  <c:v>41381</c:v>
                </c:pt>
                <c:pt idx="311" c:formatCode="yyyy/m/d">
                  <c:v>41382</c:v>
                </c:pt>
                <c:pt idx="312" c:formatCode="yyyy/m/d">
                  <c:v>41383</c:v>
                </c:pt>
                <c:pt idx="313" c:formatCode="yyyy/m/d">
                  <c:v>41386</c:v>
                </c:pt>
                <c:pt idx="314" c:formatCode="yyyy/m/d">
                  <c:v>41387</c:v>
                </c:pt>
                <c:pt idx="315" c:formatCode="yyyy/m/d">
                  <c:v>41388</c:v>
                </c:pt>
                <c:pt idx="316" c:formatCode="yyyy/m/d">
                  <c:v>41389</c:v>
                </c:pt>
                <c:pt idx="317" c:formatCode="yyyy/m/d">
                  <c:v>41390</c:v>
                </c:pt>
                <c:pt idx="318" c:formatCode="yyyy/m/d">
                  <c:v>41393</c:v>
                </c:pt>
                <c:pt idx="319" c:formatCode="yyyy/m/d">
                  <c:v>41394</c:v>
                </c:pt>
                <c:pt idx="320" c:formatCode="yyyy/m/d">
                  <c:v>41395</c:v>
                </c:pt>
                <c:pt idx="321" c:formatCode="yyyy/m/d">
                  <c:v>41396</c:v>
                </c:pt>
                <c:pt idx="322" c:formatCode="yyyy/m/d">
                  <c:v>41397</c:v>
                </c:pt>
                <c:pt idx="323" c:formatCode="yyyy/m/d">
                  <c:v>41400</c:v>
                </c:pt>
                <c:pt idx="324" c:formatCode="yyyy/m/d">
                  <c:v>41401</c:v>
                </c:pt>
                <c:pt idx="325" c:formatCode="yyyy/m/d">
                  <c:v>41402</c:v>
                </c:pt>
                <c:pt idx="326" c:formatCode="yyyy/m/d">
                  <c:v>41403</c:v>
                </c:pt>
                <c:pt idx="327" c:formatCode="yyyy/m/d">
                  <c:v>41404</c:v>
                </c:pt>
                <c:pt idx="328" c:formatCode="yyyy/m/d">
                  <c:v>41407</c:v>
                </c:pt>
                <c:pt idx="329" c:formatCode="yyyy/m/d">
                  <c:v>41408</c:v>
                </c:pt>
                <c:pt idx="330" c:formatCode="yyyy/m/d">
                  <c:v>41409</c:v>
                </c:pt>
                <c:pt idx="331" c:formatCode="yyyy/m/d">
                  <c:v>41410</c:v>
                </c:pt>
                <c:pt idx="332" c:formatCode="yyyy/m/d">
                  <c:v>41411</c:v>
                </c:pt>
                <c:pt idx="333" c:formatCode="yyyy/m/d">
                  <c:v>41414</c:v>
                </c:pt>
                <c:pt idx="334" c:formatCode="yyyy/m/d">
                  <c:v>41415</c:v>
                </c:pt>
                <c:pt idx="335" c:formatCode="yyyy/m/d">
                  <c:v>41416</c:v>
                </c:pt>
                <c:pt idx="336" c:formatCode="yyyy/m/d">
                  <c:v>41417</c:v>
                </c:pt>
                <c:pt idx="337" c:formatCode="yyyy/m/d">
                  <c:v>41422</c:v>
                </c:pt>
                <c:pt idx="338" c:formatCode="yyyy/m/d">
                  <c:v>41423</c:v>
                </c:pt>
                <c:pt idx="339" c:formatCode="yyyy/m/d">
                  <c:v>41424</c:v>
                </c:pt>
                <c:pt idx="340" c:formatCode="yyyy/m/d">
                  <c:v>41425</c:v>
                </c:pt>
                <c:pt idx="341" c:formatCode="yyyy/m/d">
                  <c:v>41428</c:v>
                </c:pt>
                <c:pt idx="342" c:formatCode="yyyy/m/d">
                  <c:v>41429</c:v>
                </c:pt>
                <c:pt idx="343" c:formatCode="yyyy/m/d">
                  <c:v>41430</c:v>
                </c:pt>
                <c:pt idx="344" c:formatCode="yyyy/m/d">
                  <c:v>41431</c:v>
                </c:pt>
                <c:pt idx="345" c:formatCode="yyyy/m/d">
                  <c:v>41432</c:v>
                </c:pt>
                <c:pt idx="346" c:formatCode="yyyy/m/d">
                  <c:v>41435</c:v>
                </c:pt>
                <c:pt idx="347" c:formatCode="yyyy/m/d">
                  <c:v>41436</c:v>
                </c:pt>
                <c:pt idx="348" c:formatCode="yyyy/m/d">
                  <c:v>41437</c:v>
                </c:pt>
                <c:pt idx="349" c:formatCode="yyyy/m/d">
                  <c:v>41438</c:v>
                </c:pt>
                <c:pt idx="350" c:formatCode="yyyy/m/d">
                  <c:v>41439</c:v>
                </c:pt>
                <c:pt idx="351" c:formatCode="yyyy/m/d">
                  <c:v>41442</c:v>
                </c:pt>
                <c:pt idx="352" c:formatCode="yyyy/m/d">
                  <c:v>41443</c:v>
                </c:pt>
                <c:pt idx="353" c:formatCode="yyyy/m/d">
                  <c:v>41444</c:v>
                </c:pt>
                <c:pt idx="354" c:formatCode="yyyy/m/d">
                  <c:v>41445</c:v>
                </c:pt>
                <c:pt idx="355" c:formatCode="yyyy/m/d">
                  <c:v>41446</c:v>
                </c:pt>
                <c:pt idx="356" c:formatCode="yyyy/m/d">
                  <c:v>41449</c:v>
                </c:pt>
                <c:pt idx="357" c:formatCode="yyyy/m/d">
                  <c:v>41450</c:v>
                </c:pt>
                <c:pt idx="358" c:formatCode="yyyy/m/d">
                  <c:v>41451</c:v>
                </c:pt>
                <c:pt idx="359" c:formatCode="yyyy/m/d">
                  <c:v>41452</c:v>
                </c:pt>
                <c:pt idx="360" c:formatCode="yyyy/m/d">
                  <c:v>41453</c:v>
                </c:pt>
                <c:pt idx="361" c:formatCode="yyyy/m/d">
                  <c:v>41456</c:v>
                </c:pt>
                <c:pt idx="362" c:formatCode="yyyy/m/d">
                  <c:v>41457</c:v>
                </c:pt>
                <c:pt idx="363" c:formatCode="yyyy/m/d">
                  <c:v>41460</c:v>
                </c:pt>
                <c:pt idx="364" c:formatCode="yyyy/m/d">
                  <c:v>41463</c:v>
                </c:pt>
                <c:pt idx="365" c:formatCode="yyyy/m/d">
                  <c:v>41464</c:v>
                </c:pt>
                <c:pt idx="366" c:formatCode="yyyy/m/d">
                  <c:v>41465</c:v>
                </c:pt>
                <c:pt idx="367" c:formatCode="yyyy/m/d">
                  <c:v>41466</c:v>
                </c:pt>
                <c:pt idx="368" c:formatCode="yyyy/m/d">
                  <c:v>41467</c:v>
                </c:pt>
                <c:pt idx="369" c:formatCode="yyyy/m/d">
                  <c:v>41470</c:v>
                </c:pt>
                <c:pt idx="370" c:formatCode="yyyy/m/d">
                  <c:v>41471</c:v>
                </c:pt>
                <c:pt idx="371" c:formatCode="yyyy/m/d">
                  <c:v>41472</c:v>
                </c:pt>
                <c:pt idx="372" c:formatCode="yyyy/m/d">
                  <c:v>41473</c:v>
                </c:pt>
                <c:pt idx="373" c:formatCode="yyyy/m/d">
                  <c:v>41474</c:v>
                </c:pt>
                <c:pt idx="374" c:formatCode="yyyy/m/d">
                  <c:v>41477</c:v>
                </c:pt>
                <c:pt idx="375" c:formatCode="yyyy/m/d">
                  <c:v>41478</c:v>
                </c:pt>
                <c:pt idx="376" c:formatCode="yyyy/m/d">
                  <c:v>41479</c:v>
                </c:pt>
                <c:pt idx="377" c:formatCode="yyyy/m/d">
                  <c:v>41480</c:v>
                </c:pt>
                <c:pt idx="378" c:formatCode="yyyy/m/d">
                  <c:v>41481</c:v>
                </c:pt>
                <c:pt idx="379" c:formatCode="yyyy/m/d">
                  <c:v>41484</c:v>
                </c:pt>
                <c:pt idx="380" c:formatCode="yyyy/m/d">
                  <c:v>41485</c:v>
                </c:pt>
                <c:pt idx="381" c:formatCode="yyyy/m/d">
                  <c:v>41486</c:v>
                </c:pt>
                <c:pt idx="382" c:formatCode="yyyy/m/d">
                  <c:v>41487</c:v>
                </c:pt>
                <c:pt idx="383" c:formatCode="yyyy/m/d">
                  <c:v>41488</c:v>
                </c:pt>
                <c:pt idx="384" c:formatCode="yyyy/m/d">
                  <c:v>41491</c:v>
                </c:pt>
                <c:pt idx="385" c:formatCode="yyyy/m/d">
                  <c:v>41492</c:v>
                </c:pt>
                <c:pt idx="386" c:formatCode="yyyy/m/d">
                  <c:v>41493</c:v>
                </c:pt>
                <c:pt idx="387" c:formatCode="yyyy/m/d">
                  <c:v>41494</c:v>
                </c:pt>
                <c:pt idx="388" c:formatCode="yyyy/m/d">
                  <c:v>41495</c:v>
                </c:pt>
                <c:pt idx="389" c:formatCode="yyyy/m/d">
                  <c:v>41498</c:v>
                </c:pt>
                <c:pt idx="390" c:formatCode="yyyy/m/d">
                  <c:v>41499</c:v>
                </c:pt>
                <c:pt idx="391" c:formatCode="yyyy/m/d">
                  <c:v>41500</c:v>
                </c:pt>
                <c:pt idx="392" c:formatCode="yyyy/m/d">
                  <c:v>41501</c:v>
                </c:pt>
                <c:pt idx="393" c:formatCode="yyyy/m/d">
                  <c:v>41502</c:v>
                </c:pt>
                <c:pt idx="394" c:formatCode="yyyy/m/d">
                  <c:v>41505</c:v>
                </c:pt>
                <c:pt idx="395" c:formatCode="yyyy/m/d">
                  <c:v>41506</c:v>
                </c:pt>
                <c:pt idx="396" c:formatCode="yyyy/m/d">
                  <c:v>41507</c:v>
                </c:pt>
                <c:pt idx="397" c:formatCode="yyyy/m/d">
                  <c:v>41508</c:v>
                </c:pt>
                <c:pt idx="398" c:formatCode="yyyy/m/d">
                  <c:v>41509</c:v>
                </c:pt>
                <c:pt idx="399" c:formatCode="yyyy/m/d">
                  <c:v>41512</c:v>
                </c:pt>
                <c:pt idx="400" c:formatCode="yyyy/m/d">
                  <c:v>41513</c:v>
                </c:pt>
                <c:pt idx="401" c:formatCode="yyyy/m/d">
                  <c:v>41514</c:v>
                </c:pt>
                <c:pt idx="402" c:formatCode="yyyy/m/d">
                  <c:v>41515</c:v>
                </c:pt>
                <c:pt idx="403" c:formatCode="yyyy/m/d">
                  <c:v>41520</c:v>
                </c:pt>
                <c:pt idx="404" c:formatCode="yyyy/m/d">
                  <c:v>41521</c:v>
                </c:pt>
                <c:pt idx="405" c:formatCode="yyyy/m/d">
                  <c:v>41522</c:v>
                </c:pt>
                <c:pt idx="406" c:formatCode="yyyy/m/d">
                  <c:v>41523</c:v>
                </c:pt>
                <c:pt idx="407" c:formatCode="yyyy/m/d">
                  <c:v>41526</c:v>
                </c:pt>
                <c:pt idx="408" c:formatCode="yyyy/m/d">
                  <c:v>41527</c:v>
                </c:pt>
                <c:pt idx="409" c:formatCode="yyyy/m/d">
                  <c:v>41528</c:v>
                </c:pt>
                <c:pt idx="410" c:formatCode="yyyy/m/d">
                  <c:v>41529</c:v>
                </c:pt>
                <c:pt idx="411" c:formatCode="yyyy/m/d">
                  <c:v>41530</c:v>
                </c:pt>
                <c:pt idx="412" c:formatCode="yyyy/m/d">
                  <c:v>41533</c:v>
                </c:pt>
                <c:pt idx="413" c:formatCode="yyyy/m/d">
                  <c:v>41534</c:v>
                </c:pt>
                <c:pt idx="414" c:formatCode="yyyy/m/d">
                  <c:v>41535</c:v>
                </c:pt>
                <c:pt idx="415" c:formatCode="yyyy/m/d">
                  <c:v>41536</c:v>
                </c:pt>
                <c:pt idx="416" c:formatCode="yyyy/m/d">
                  <c:v>41537</c:v>
                </c:pt>
                <c:pt idx="417" c:formatCode="yyyy/m/d">
                  <c:v>41540</c:v>
                </c:pt>
                <c:pt idx="418" c:formatCode="yyyy/m/d">
                  <c:v>41541</c:v>
                </c:pt>
                <c:pt idx="419" c:formatCode="yyyy/m/d">
                  <c:v>41542</c:v>
                </c:pt>
                <c:pt idx="420" c:formatCode="yyyy/m/d">
                  <c:v>41543</c:v>
                </c:pt>
                <c:pt idx="421" c:formatCode="yyyy/m/d">
                  <c:v>41544</c:v>
                </c:pt>
                <c:pt idx="422" c:formatCode="yyyy/m/d">
                  <c:v>41547</c:v>
                </c:pt>
                <c:pt idx="423" c:formatCode="yyyy/m/d">
                  <c:v>41548</c:v>
                </c:pt>
                <c:pt idx="424" c:formatCode="yyyy/m/d">
                  <c:v>41549</c:v>
                </c:pt>
                <c:pt idx="425" c:formatCode="yyyy/m/d">
                  <c:v>41550</c:v>
                </c:pt>
                <c:pt idx="426" c:formatCode="yyyy/m/d">
                  <c:v>41551</c:v>
                </c:pt>
                <c:pt idx="427" c:formatCode="yyyy/m/d">
                  <c:v>41554</c:v>
                </c:pt>
                <c:pt idx="428" c:formatCode="yyyy/m/d">
                  <c:v>41555</c:v>
                </c:pt>
                <c:pt idx="429" c:formatCode="yyyy/m/d">
                  <c:v>41556</c:v>
                </c:pt>
                <c:pt idx="430" c:formatCode="yyyy/m/d">
                  <c:v>41557</c:v>
                </c:pt>
                <c:pt idx="431" c:formatCode="yyyy/m/d">
                  <c:v>41558</c:v>
                </c:pt>
                <c:pt idx="432" c:formatCode="yyyy/m/d">
                  <c:v>41561</c:v>
                </c:pt>
                <c:pt idx="433" c:formatCode="yyyy/m/d">
                  <c:v>41562</c:v>
                </c:pt>
                <c:pt idx="434" c:formatCode="yyyy/m/d">
                  <c:v>41563</c:v>
                </c:pt>
                <c:pt idx="435" c:formatCode="yyyy/m/d">
                  <c:v>41564</c:v>
                </c:pt>
                <c:pt idx="436" c:formatCode="yyyy/m/d">
                  <c:v>41565</c:v>
                </c:pt>
                <c:pt idx="437" c:formatCode="yyyy/m/d">
                  <c:v>41568</c:v>
                </c:pt>
                <c:pt idx="438" c:formatCode="yyyy/m/d">
                  <c:v>41569</c:v>
                </c:pt>
                <c:pt idx="439" c:formatCode="yyyy/m/d">
                  <c:v>41570</c:v>
                </c:pt>
                <c:pt idx="440" c:formatCode="yyyy/m/d">
                  <c:v>41571</c:v>
                </c:pt>
                <c:pt idx="441" c:formatCode="yyyy/m/d">
                  <c:v>41572</c:v>
                </c:pt>
                <c:pt idx="442" c:formatCode="yyyy/m/d">
                  <c:v>41575</c:v>
                </c:pt>
                <c:pt idx="443" c:formatCode="yyyy/m/d">
                  <c:v>41576</c:v>
                </c:pt>
                <c:pt idx="444" c:formatCode="yyyy/m/d">
                  <c:v>41577</c:v>
                </c:pt>
                <c:pt idx="445" c:formatCode="yyyy/m/d">
                  <c:v>41578</c:v>
                </c:pt>
                <c:pt idx="446" c:formatCode="yyyy/m/d">
                  <c:v>41579</c:v>
                </c:pt>
                <c:pt idx="447" c:formatCode="yyyy/m/d">
                  <c:v>41582</c:v>
                </c:pt>
                <c:pt idx="448" c:formatCode="yyyy/m/d">
                  <c:v>41583</c:v>
                </c:pt>
                <c:pt idx="449" c:formatCode="yyyy/m/d">
                  <c:v>41584</c:v>
                </c:pt>
                <c:pt idx="450" c:formatCode="yyyy/m/d">
                  <c:v>41585</c:v>
                </c:pt>
                <c:pt idx="451" c:formatCode="yyyy/m/d">
                  <c:v>41586</c:v>
                </c:pt>
                <c:pt idx="452" c:formatCode="yyyy/m/d">
                  <c:v>41589</c:v>
                </c:pt>
                <c:pt idx="453" c:formatCode="yyyy/m/d">
                  <c:v>41590</c:v>
                </c:pt>
                <c:pt idx="454" c:formatCode="yyyy/m/d">
                  <c:v>41591</c:v>
                </c:pt>
                <c:pt idx="455" c:formatCode="yyyy/m/d">
                  <c:v>41592</c:v>
                </c:pt>
                <c:pt idx="456" c:formatCode="yyyy/m/d">
                  <c:v>41593</c:v>
                </c:pt>
                <c:pt idx="457" c:formatCode="yyyy/m/d">
                  <c:v>41596</c:v>
                </c:pt>
                <c:pt idx="458" c:formatCode="yyyy/m/d">
                  <c:v>41597</c:v>
                </c:pt>
                <c:pt idx="459" c:formatCode="yyyy/m/d">
                  <c:v>41598</c:v>
                </c:pt>
                <c:pt idx="460" c:formatCode="yyyy/m/d">
                  <c:v>41599</c:v>
                </c:pt>
                <c:pt idx="461" c:formatCode="yyyy/m/d">
                  <c:v>41600</c:v>
                </c:pt>
                <c:pt idx="462" c:formatCode="yyyy/m/d">
                  <c:v>41603</c:v>
                </c:pt>
                <c:pt idx="463" c:formatCode="yyyy/m/d">
                  <c:v>41604</c:v>
                </c:pt>
                <c:pt idx="464" c:formatCode="yyyy/m/d">
                  <c:v>41605</c:v>
                </c:pt>
                <c:pt idx="465" c:formatCode="yyyy/m/d">
                  <c:v>41610</c:v>
                </c:pt>
                <c:pt idx="466" c:formatCode="yyyy/m/d">
                  <c:v>41611</c:v>
                </c:pt>
                <c:pt idx="467" c:formatCode="yyyy/m/d">
                  <c:v>41612</c:v>
                </c:pt>
                <c:pt idx="468" c:formatCode="yyyy/m/d">
                  <c:v>41613</c:v>
                </c:pt>
                <c:pt idx="469" c:formatCode="yyyy/m/d">
                  <c:v>41614</c:v>
                </c:pt>
                <c:pt idx="470" c:formatCode="yyyy/m/d">
                  <c:v>41617</c:v>
                </c:pt>
                <c:pt idx="471" c:formatCode="yyyy/m/d">
                  <c:v>41618</c:v>
                </c:pt>
                <c:pt idx="472" c:formatCode="yyyy/m/d">
                  <c:v>41619</c:v>
                </c:pt>
                <c:pt idx="473" c:formatCode="yyyy/m/d">
                  <c:v>41620</c:v>
                </c:pt>
                <c:pt idx="474" c:formatCode="yyyy/m/d">
                  <c:v>41621</c:v>
                </c:pt>
                <c:pt idx="475" c:formatCode="yyyy/m/d">
                  <c:v>41624</c:v>
                </c:pt>
                <c:pt idx="476" c:formatCode="yyyy/m/d">
                  <c:v>41625</c:v>
                </c:pt>
                <c:pt idx="477" c:formatCode="yyyy/m/d">
                  <c:v>41626</c:v>
                </c:pt>
                <c:pt idx="478" c:formatCode="yyyy/m/d">
                  <c:v>41627</c:v>
                </c:pt>
                <c:pt idx="479" c:formatCode="yyyy/m/d">
                  <c:v>41628</c:v>
                </c:pt>
                <c:pt idx="480" c:formatCode="yyyy/m/d">
                  <c:v>41631</c:v>
                </c:pt>
                <c:pt idx="481" c:formatCode="yyyy/m/d">
                  <c:v>41635</c:v>
                </c:pt>
                <c:pt idx="482" c:formatCode="yyyy/m/d">
                  <c:v>41638</c:v>
                </c:pt>
                <c:pt idx="483" c:formatCode="yyyy/m/d">
                  <c:v>41639</c:v>
                </c:pt>
                <c:pt idx="484" c:formatCode="yyyy/m/d">
                  <c:v>41642</c:v>
                </c:pt>
                <c:pt idx="485" c:formatCode="yyyy/m/d">
                  <c:v>41645</c:v>
                </c:pt>
                <c:pt idx="486" c:formatCode="yyyy/m/d">
                  <c:v>41646</c:v>
                </c:pt>
                <c:pt idx="487" c:formatCode="yyyy/m/d">
                  <c:v>41647</c:v>
                </c:pt>
                <c:pt idx="488" c:formatCode="yyyy/m/d">
                  <c:v>41648</c:v>
                </c:pt>
                <c:pt idx="489" c:formatCode="yyyy/m/d">
                  <c:v>41649</c:v>
                </c:pt>
                <c:pt idx="490" c:formatCode="yyyy/m/d">
                  <c:v>41652</c:v>
                </c:pt>
                <c:pt idx="491" c:formatCode="yyyy/m/d">
                  <c:v>41653</c:v>
                </c:pt>
                <c:pt idx="492" c:formatCode="yyyy/m/d">
                  <c:v>41654</c:v>
                </c:pt>
                <c:pt idx="493" c:formatCode="yyyy/m/d">
                  <c:v>41655</c:v>
                </c:pt>
                <c:pt idx="494" c:formatCode="yyyy/m/d">
                  <c:v>41660</c:v>
                </c:pt>
                <c:pt idx="495" c:formatCode="yyyy/m/d">
                  <c:v>41661</c:v>
                </c:pt>
                <c:pt idx="496" c:formatCode="yyyy/m/d">
                  <c:v>41662</c:v>
                </c:pt>
                <c:pt idx="497" c:formatCode="yyyy/m/d">
                  <c:v>41663</c:v>
                </c:pt>
                <c:pt idx="498" c:formatCode="yyyy/m/d">
                  <c:v>41666</c:v>
                </c:pt>
                <c:pt idx="499" c:formatCode="yyyy/m/d">
                  <c:v>41667</c:v>
                </c:pt>
                <c:pt idx="500" c:formatCode="yyyy/m/d">
                  <c:v>41668</c:v>
                </c:pt>
                <c:pt idx="501" c:formatCode="yyyy/m/d">
                  <c:v>41669</c:v>
                </c:pt>
                <c:pt idx="502" c:formatCode="yyyy/m/d">
                  <c:v>41670</c:v>
                </c:pt>
                <c:pt idx="503" c:formatCode="yyyy/m/d">
                  <c:v>41673</c:v>
                </c:pt>
                <c:pt idx="504" c:formatCode="yyyy/m/d">
                  <c:v>41674</c:v>
                </c:pt>
                <c:pt idx="505" c:formatCode="yyyy/m/d">
                  <c:v>41675</c:v>
                </c:pt>
                <c:pt idx="506" c:formatCode="yyyy/m/d">
                  <c:v>41676</c:v>
                </c:pt>
                <c:pt idx="507" c:formatCode="yyyy/m/d">
                  <c:v>41677</c:v>
                </c:pt>
                <c:pt idx="508" c:formatCode="yyyy/m/d">
                  <c:v>41680</c:v>
                </c:pt>
                <c:pt idx="509" c:formatCode="yyyy/m/d">
                  <c:v>41681</c:v>
                </c:pt>
                <c:pt idx="510" c:formatCode="yyyy/m/d">
                  <c:v>41682</c:v>
                </c:pt>
                <c:pt idx="511" c:formatCode="yyyy/m/d">
                  <c:v>41683</c:v>
                </c:pt>
                <c:pt idx="512" c:formatCode="yyyy/m/d">
                  <c:v>41688</c:v>
                </c:pt>
                <c:pt idx="513" c:formatCode="yyyy/m/d">
                  <c:v>41689</c:v>
                </c:pt>
                <c:pt idx="514" c:formatCode="yyyy/m/d">
                  <c:v>41690</c:v>
                </c:pt>
                <c:pt idx="515" c:formatCode="yyyy/m/d">
                  <c:v>41691</c:v>
                </c:pt>
                <c:pt idx="516" c:formatCode="yyyy/m/d">
                  <c:v>41694</c:v>
                </c:pt>
                <c:pt idx="517" c:formatCode="yyyy/m/d">
                  <c:v>41695</c:v>
                </c:pt>
                <c:pt idx="518" c:formatCode="yyyy/m/d">
                  <c:v>41696</c:v>
                </c:pt>
                <c:pt idx="519" c:formatCode="yyyy/m/d">
                  <c:v>41697</c:v>
                </c:pt>
                <c:pt idx="520" c:formatCode="yyyy/m/d">
                  <c:v>41698</c:v>
                </c:pt>
                <c:pt idx="521" c:formatCode="yyyy/m/d">
                  <c:v>41701</c:v>
                </c:pt>
                <c:pt idx="522" c:formatCode="yyyy/m/d">
                  <c:v>41702</c:v>
                </c:pt>
                <c:pt idx="523" c:formatCode="yyyy/m/d">
                  <c:v>41703</c:v>
                </c:pt>
                <c:pt idx="524" c:formatCode="yyyy/m/d">
                  <c:v>41704</c:v>
                </c:pt>
                <c:pt idx="525" c:formatCode="yyyy/m/d">
                  <c:v>41705</c:v>
                </c:pt>
                <c:pt idx="526" c:formatCode="yyyy/m/d">
                  <c:v>41708</c:v>
                </c:pt>
                <c:pt idx="527" c:formatCode="yyyy/m/d">
                  <c:v>41709</c:v>
                </c:pt>
                <c:pt idx="528" c:formatCode="yyyy/m/d">
                  <c:v>41710</c:v>
                </c:pt>
                <c:pt idx="529" c:formatCode="yyyy/m/d">
                  <c:v>41711</c:v>
                </c:pt>
                <c:pt idx="530" c:formatCode="yyyy/m/d">
                  <c:v>41712</c:v>
                </c:pt>
                <c:pt idx="531" c:formatCode="yyyy/m/d">
                  <c:v>41715</c:v>
                </c:pt>
                <c:pt idx="532" c:formatCode="yyyy/m/d">
                  <c:v>41716</c:v>
                </c:pt>
                <c:pt idx="533" c:formatCode="yyyy/m/d">
                  <c:v>41717</c:v>
                </c:pt>
                <c:pt idx="534" c:formatCode="yyyy/m/d">
                  <c:v>41718</c:v>
                </c:pt>
                <c:pt idx="535" c:formatCode="yyyy/m/d">
                  <c:v>41719</c:v>
                </c:pt>
                <c:pt idx="536" c:formatCode="yyyy/m/d">
                  <c:v>41722</c:v>
                </c:pt>
                <c:pt idx="537" c:formatCode="yyyy/m/d">
                  <c:v>41723</c:v>
                </c:pt>
                <c:pt idx="538" c:formatCode="yyyy/m/d">
                  <c:v>41724</c:v>
                </c:pt>
                <c:pt idx="539" c:formatCode="yyyy/m/d">
                  <c:v>41725</c:v>
                </c:pt>
                <c:pt idx="540" c:formatCode="yyyy/m/d">
                  <c:v>41726</c:v>
                </c:pt>
                <c:pt idx="541" c:formatCode="yyyy/m/d">
                  <c:v>41729</c:v>
                </c:pt>
                <c:pt idx="542" c:formatCode="yyyy/m/d">
                  <c:v>41730</c:v>
                </c:pt>
                <c:pt idx="543" c:formatCode="yyyy/m/d">
                  <c:v>41731</c:v>
                </c:pt>
                <c:pt idx="544" c:formatCode="yyyy/m/d">
                  <c:v>41732</c:v>
                </c:pt>
                <c:pt idx="545" c:formatCode="yyyy/m/d">
                  <c:v>41733</c:v>
                </c:pt>
                <c:pt idx="546" c:formatCode="yyyy/m/d">
                  <c:v>41736</c:v>
                </c:pt>
                <c:pt idx="547" c:formatCode="yyyy/m/d">
                  <c:v>41737</c:v>
                </c:pt>
                <c:pt idx="548" c:formatCode="yyyy/m/d">
                  <c:v>41738</c:v>
                </c:pt>
                <c:pt idx="549" c:formatCode="yyyy/m/d">
                  <c:v>41739</c:v>
                </c:pt>
                <c:pt idx="550" c:formatCode="yyyy/m/d">
                  <c:v>41740</c:v>
                </c:pt>
                <c:pt idx="551" c:formatCode="yyyy/m/d">
                  <c:v>41743</c:v>
                </c:pt>
                <c:pt idx="552" c:formatCode="yyyy/m/d">
                  <c:v>41744</c:v>
                </c:pt>
                <c:pt idx="553" c:formatCode="yyyy/m/d">
                  <c:v>41745</c:v>
                </c:pt>
                <c:pt idx="554" c:formatCode="yyyy/m/d">
                  <c:v>41746</c:v>
                </c:pt>
                <c:pt idx="555" c:formatCode="yyyy/m/d">
                  <c:v>41750</c:v>
                </c:pt>
                <c:pt idx="556" c:formatCode="yyyy/m/d">
                  <c:v>41751</c:v>
                </c:pt>
                <c:pt idx="557" c:formatCode="yyyy/m/d">
                  <c:v>41752</c:v>
                </c:pt>
                <c:pt idx="558" c:formatCode="yyyy/m/d">
                  <c:v>41753</c:v>
                </c:pt>
                <c:pt idx="559" c:formatCode="yyyy/m/d">
                  <c:v>41754</c:v>
                </c:pt>
                <c:pt idx="560" c:formatCode="yyyy/m/d">
                  <c:v>41757</c:v>
                </c:pt>
                <c:pt idx="561" c:formatCode="yyyy/m/d">
                  <c:v>41758</c:v>
                </c:pt>
                <c:pt idx="562" c:formatCode="yyyy/m/d">
                  <c:v>41759</c:v>
                </c:pt>
                <c:pt idx="563" c:formatCode="yyyy/m/d">
                  <c:v>41760</c:v>
                </c:pt>
                <c:pt idx="564" c:formatCode="yyyy/m/d">
                  <c:v>41761</c:v>
                </c:pt>
                <c:pt idx="565" c:formatCode="yyyy/m/d">
                  <c:v>41764</c:v>
                </c:pt>
                <c:pt idx="566" c:formatCode="yyyy/m/d">
                  <c:v>41765</c:v>
                </c:pt>
                <c:pt idx="567" c:formatCode="yyyy/m/d">
                  <c:v>41766</c:v>
                </c:pt>
                <c:pt idx="568" c:formatCode="yyyy/m/d">
                  <c:v>41767</c:v>
                </c:pt>
                <c:pt idx="569" c:formatCode="yyyy/m/d">
                  <c:v>41768</c:v>
                </c:pt>
                <c:pt idx="570" c:formatCode="yyyy/m/d">
                  <c:v>41771</c:v>
                </c:pt>
                <c:pt idx="571" c:formatCode="yyyy/m/d">
                  <c:v>41772</c:v>
                </c:pt>
                <c:pt idx="572" c:formatCode="yyyy/m/d">
                  <c:v>41773</c:v>
                </c:pt>
                <c:pt idx="573" c:formatCode="yyyy/m/d">
                  <c:v>41774</c:v>
                </c:pt>
                <c:pt idx="574" c:formatCode="yyyy/m/d">
                  <c:v>41775</c:v>
                </c:pt>
                <c:pt idx="575" c:formatCode="yyyy/m/d">
                  <c:v>41778</c:v>
                </c:pt>
                <c:pt idx="576" c:formatCode="yyyy/m/d">
                  <c:v>41779</c:v>
                </c:pt>
                <c:pt idx="577" c:formatCode="yyyy/m/d">
                  <c:v>41780</c:v>
                </c:pt>
                <c:pt idx="578" c:formatCode="yyyy/m/d">
                  <c:v>41781</c:v>
                </c:pt>
                <c:pt idx="579" c:formatCode="yyyy/m/d">
                  <c:v>41786</c:v>
                </c:pt>
                <c:pt idx="580" c:formatCode="yyyy/m/d">
                  <c:v>41787</c:v>
                </c:pt>
                <c:pt idx="581" c:formatCode="yyyy/m/d">
                  <c:v>41788</c:v>
                </c:pt>
                <c:pt idx="582" c:formatCode="yyyy/m/d">
                  <c:v>41789</c:v>
                </c:pt>
                <c:pt idx="583" c:formatCode="yyyy/m/d">
                  <c:v>41792</c:v>
                </c:pt>
                <c:pt idx="584" c:formatCode="yyyy/m/d">
                  <c:v>41793</c:v>
                </c:pt>
                <c:pt idx="585" c:formatCode="yyyy/m/d">
                  <c:v>41794</c:v>
                </c:pt>
                <c:pt idx="586" c:formatCode="yyyy/m/d">
                  <c:v>41795</c:v>
                </c:pt>
                <c:pt idx="587" c:formatCode="yyyy/m/d">
                  <c:v>41796</c:v>
                </c:pt>
                <c:pt idx="588" c:formatCode="yyyy/m/d">
                  <c:v>41799</c:v>
                </c:pt>
                <c:pt idx="589" c:formatCode="yyyy/m/d">
                  <c:v>41800</c:v>
                </c:pt>
                <c:pt idx="590" c:formatCode="yyyy/m/d">
                  <c:v>41801</c:v>
                </c:pt>
                <c:pt idx="591" c:formatCode="yyyy/m/d">
                  <c:v>41802</c:v>
                </c:pt>
                <c:pt idx="592" c:formatCode="yyyy/m/d">
                  <c:v>41803</c:v>
                </c:pt>
                <c:pt idx="593" c:formatCode="yyyy/m/d">
                  <c:v>41806</c:v>
                </c:pt>
                <c:pt idx="594" c:formatCode="yyyy/m/d">
                  <c:v>41807</c:v>
                </c:pt>
                <c:pt idx="595" c:formatCode="yyyy/m/d">
                  <c:v>41808</c:v>
                </c:pt>
                <c:pt idx="596" c:formatCode="yyyy/m/d">
                  <c:v>41809</c:v>
                </c:pt>
                <c:pt idx="597" c:formatCode="yyyy/m/d">
                  <c:v>41810</c:v>
                </c:pt>
                <c:pt idx="598" c:formatCode="yyyy/m/d">
                  <c:v>41813</c:v>
                </c:pt>
                <c:pt idx="599" c:formatCode="yyyy/m/d">
                  <c:v>41814</c:v>
                </c:pt>
                <c:pt idx="600" c:formatCode="yyyy/m/d">
                  <c:v>41815</c:v>
                </c:pt>
                <c:pt idx="601" c:formatCode="yyyy/m/d">
                  <c:v>41816</c:v>
                </c:pt>
                <c:pt idx="602" c:formatCode="yyyy/m/d">
                  <c:v>41817</c:v>
                </c:pt>
                <c:pt idx="603" c:formatCode="yyyy/m/d">
                  <c:v>41820</c:v>
                </c:pt>
                <c:pt idx="604" c:formatCode="yyyy/m/d">
                  <c:v>41821</c:v>
                </c:pt>
                <c:pt idx="605" c:formatCode="yyyy/m/d">
                  <c:v>41822</c:v>
                </c:pt>
                <c:pt idx="606" c:formatCode="yyyy/m/d">
                  <c:v>41827</c:v>
                </c:pt>
                <c:pt idx="607" c:formatCode="yyyy/m/d">
                  <c:v>41828</c:v>
                </c:pt>
                <c:pt idx="608" c:formatCode="yyyy/m/d">
                  <c:v>41829</c:v>
                </c:pt>
                <c:pt idx="609" c:formatCode="yyyy/m/d">
                  <c:v>41830</c:v>
                </c:pt>
                <c:pt idx="610" c:formatCode="yyyy/m/d">
                  <c:v>41831</c:v>
                </c:pt>
                <c:pt idx="611" c:formatCode="yyyy/m/d">
                  <c:v>41834</c:v>
                </c:pt>
                <c:pt idx="612" c:formatCode="yyyy/m/d">
                  <c:v>41835</c:v>
                </c:pt>
                <c:pt idx="613" c:formatCode="yyyy/m/d">
                  <c:v>41836</c:v>
                </c:pt>
                <c:pt idx="614" c:formatCode="yyyy/m/d">
                  <c:v>41837</c:v>
                </c:pt>
                <c:pt idx="615" c:formatCode="yyyy/m/d">
                  <c:v>41838</c:v>
                </c:pt>
                <c:pt idx="616" c:formatCode="yyyy/m/d">
                  <c:v>41841</c:v>
                </c:pt>
                <c:pt idx="617" c:formatCode="yyyy/m/d">
                  <c:v>41842</c:v>
                </c:pt>
                <c:pt idx="618" c:formatCode="yyyy/m/d">
                  <c:v>41843</c:v>
                </c:pt>
                <c:pt idx="619" c:formatCode="yyyy/m/d">
                  <c:v>41844</c:v>
                </c:pt>
                <c:pt idx="620" c:formatCode="yyyy/m/d">
                  <c:v>41845</c:v>
                </c:pt>
                <c:pt idx="621" c:formatCode="yyyy/m/d">
                  <c:v>41848</c:v>
                </c:pt>
                <c:pt idx="622" c:formatCode="yyyy/m/d">
                  <c:v>41849</c:v>
                </c:pt>
                <c:pt idx="623" c:formatCode="yyyy/m/d">
                  <c:v>41850</c:v>
                </c:pt>
                <c:pt idx="624" c:formatCode="yyyy/m/d">
                  <c:v>41851</c:v>
                </c:pt>
                <c:pt idx="625" c:formatCode="yyyy/m/d">
                  <c:v>41852</c:v>
                </c:pt>
                <c:pt idx="626" c:formatCode="yyyy/m/d">
                  <c:v>41855</c:v>
                </c:pt>
                <c:pt idx="627" c:formatCode="yyyy/m/d">
                  <c:v>41856</c:v>
                </c:pt>
                <c:pt idx="628" c:formatCode="yyyy/m/d">
                  <c:v>41857</c:v>
                </c:pt>
                <c:pt idx="629" c:formatCode="yyyy/m/d">
                  <c:v>41858</c:v>
                </c:pt>
                <c:pt idx="630" c:formatCode="yyyy/m/d">
                  <c:v>41859</c:v>
                </c:pt>
                <c:pt idx="631" c:formatCode="yyyy/m/d">
                  <c:v>41862</c:v>
                </c:pt>
                <c:pt idx="632" c:formatCode="yyyy/m/d">
                  <c:v>41863</c:v>
                </c:pt>
                <c:pt idx="633" c:formatCode="yyyy/m/d">
                  <c:v>41864</c:v>
                </c:pt>
                <c:pt idx="634" c:formatCode="yyyy/m/d">
                  <c:v>41865</c:v>
                </c:pt>
                <c:pt idx="635" c:formatCode="yyyy/m/d">
                  <c:v>41866</c:v>
                </c:pt>
                <c:pt idx="636" c:formatCode="yyyy/m/d">
                  <c:v>41869</c:v>
                </c:pt>
                <c:pt idx="637" c:formatCode="yyyy/m/d">
                  <c:v>41870</c:v>
                </c:pt>
                <c:pt idx="638" c:formatCode="yyyy/m/d">
                  <c:v>41871</c:v>
                </c:pt>
                <c:pt idx="639" c:formatCode="yyyy/m/d">
                  <c:v>41872</c:v>
                </c:pt>
                <c:pt idx="640" c:formatCode="yyyy/m/d">
                  <c:v>41873</c:v>
                </c:pt>
                <c:pt idx="641" c:formatCode="yyyy/m/d">
                  <c:v>41876</c:v>
                </c:pt>
                <c:pt idx="642" c:formatCode="yyyy/m/d">
                  <c:v>41877</c:v>
                </c:pt>
                <c:pt idx="643" c:formatCode="yyyy/m/d">
                  <c:v>41878</c:v>
                </c:pt>
                <c:pt idx="644" c:formatCode="yyyy/m/d">
                  <c:v>41879</c:v>
                </c:pt>
                <c:pt idx="645" c:formatCode="yyyy/m/d">
                  <c:v>41884</c:v>
                </c:pt>
                <c:pt idx="646" c:formatCode="yyyy/m/d">
                  <c:v>41885</c:v>
                </c:pt>
                <c:pt idx="647" c:formatCode="yyyy/m/d">
                  <c:v>41886</c:v>
                </c:pt>
                <c:pt idx="648" c:formatCode="yyyy/m/d">
                  <c:v>41887</c:v>
                </c:pt>
                <c:pt idx="649" c:formatCode="yyyy/m/d">
                  <c:v>41890</c:v>
                </c:pt>
                <c:pt idx="650" c:formatCode="yyyy/m/d">
                  <c:v>41891</c:v>
                </c:pt>
                <c:pt idx="651" c:formatCode="yyyy/m/d">
                  <c:v>41892</c:v>
                </c:pt>
                <c:pt idx="652" c:formatCode="yyyy/m/d">
                  <c:v>41893</c:v>
                </c:pt>
                <c:pt idx="653" c:formatCode="yyyy/m/d">
                  <c:v>41894</c:v>
                </c:pt>
                <c:pt idx="654" c:formatCode="yyyy/m/d">
                  <c:v>41897</c:v>
                </c:pt>
                <c:pt idx="655" c:formatCode="yyyy/m/d">
                  <c:v>41898</c:v>
                </c:pt>
                <c:pt idx="656" c:formatCode="yyyy/m/d">
                  <c:v>41899</c:v>
                </c:pt>
                <c:pt idx="657" c:formatCode="yyyy/m/d">
                  <c:v>41900</c:v>
                </c:pt>
                <c:pt idx="658" c:formatCode="yyyy/m/d">
                  <c:v>41901</c:v>
                </c:pt>
                <c:pt idx="659" c:formatCode="yyyy/m/d">
                  <c:v>41904</c:v>
                </c:pt>
                <c:pt idx="660" c:formatCode="yyyy/m/d">
                  <c:v>41905</c:v>
                </c:pt>
                <c:pt idx="661" c:formatCode="yyyy/m/d">
                  <c:v>41906</c:v>
                </c:pt>
                <c:pt idx="662" c:formatCode="yyyy/m/d">
                  <c:v>41907</c:v>
                </c:pt>
                <c:pt idx="663" c:formatCode="yyyy/m/d">
                  <c:v>41908</c:v>
                </c:pt>
                <c:pt idx="664" c:formatCode="yyyy/m/d">
                  <c:v>41911</c:v>
                </c:pt>
                <c:pt idx="665" c:formatCode="yyyy/m/d">
                  <c:v>41912</c:v>
                </c:pt>
                <c:pt idx="666" c:formatCode="yyyy/m/d">
                  <c:v>41913</c:v>
                </c:pt>
                <c:pt idx="667" c:formatCode="yyyy/m/d">
                  <c:v>41914</c:v>
                </c:pt>
                <c:pt idx="668" c:formatCode="yyyy/m/d">
                  <c:v>41915</c:v>
                </c:pt>
                <c:pt idx="669" c:formatCode="yyyy/m/d">
                  <c:v>41918</c:v>
                </c:pt>
                <c:pt idx="670" c:formatCode="yyyy/m/d">
                  <c:v>41919</c:v>
                </c:pt>
                <c:pt idx="671" c:formatCode="yyyy/m/d">
                  <c:v>41920</c:v>
                </c:pt>
                <c:pt idx="672" c:formatCode="yyyy/m/d">
                  <c:v>41921</c:v>
                </c:pt>
                <c:pt idx="673" c:formatCode="yyyy/m/d">
                  <c:v>41922</c:v>
                </c:pt>
                <c:pt idx="674" c:formatCode="yyyy/m/d">
                  <c:v>41925</c:v>
                </c:pt>
                <c:pt idx="675" c:formatCode="yyyy/m/d">
                  <c:v>41926</c:v>
                </c:pt>
                <c:pt idx="676" c:formatCode="yyyy/m/d">
                  <c:v>41927</c:v>
                </c:pt>
                <c:pt idx="677" c:formatCode="yyyy/m/d">
                  <c:v>41928</c:v>
                </c:pt>
                <c:pt idx="678" c:formatCode="yyyy/m/d">
                  <c:v>41929</c:v>
                </c:pt>
                <c:pt idx="679" c:formatCode="yyyy/m/d">
                  <c:v>41932</c:v>
                </c:pt>
                <c:pt idx="680" c:formatCode="yyyy/m/d">
                  <c:v>41933</c:v>
                </c:pt>
                <c:pt idx="681" c:formatCode="yyyy/m/d">
                  <c:v>41934</c:v>
                </c:pt>
                <c:pt idx="682" c:formatCode="yyyy/m/d">
                  <c:v>41935</c:v>
                </c:pt>
                <c:pt idx="683" c:formatCode="yyyy/m/d">
                  <c:v>41936</c:v>
                </c:pt>
                <c:pt idx="684" c:formatCode="yyyy/m/d">
                  <c:v>41939</c:v>
                </c:pt>
                <c:pt idx="685" c:formatCode="yyyy/m/d">
                  <c:v>41940</c:v>
                </c:pt>
                <c:pt idx="686" c:formatCode="yyyy/m/d">
                  <c:v>41941</c:v>
                </c:pt>
                <c:pt idx="687" c:formatCode="yyyy/m/d">
                  <c:v>41942</c:v>
                </c:pt>
                <c:pt idx="688" c:formatCode="yyyy/m/d">
                  <c:v>41943</c:v>
                </c:pt>
                <c:pt idx="689" c:formatCode="yyyy/m/d">
                  <c:v>41946</c:v>
                </c:pt>
                <c:pt idx="690" c:formatCode="yyyy/m/d">
                  <c:v>41947</c:v>
                </c:pt>
                <c:pt idx="691" c:formatCode="yyyy/m/d">
                  <c:v>41948</c:v>
                </c:pt>
                <c:pt idx="692" c:formatCode="yyyy/m/d">
                  <c:v>41949</c:v>
                </c:pt>
                <c:pt idx="693" c:formatCode="yyyy/m/d">
                  <c:v>41950</c:v>
                </c:pt>
                <c:pt idx="694" c:formatCode="yyyy/m/d">
                  <c:v>41953</c:v>
                </c:pt>
                <c:pt idx="695" c:formatCode="yyyy/m/d">
                  <c:v>41954</c:v>
                </c:pt>
                <c:pt idx="696" c:formatCode="yyyy/m/d">
                  <c:v>41955</c:v>
                </c:pt>
                <c:pt idx="697" c:formatCode="yyyy/m/d">
                  <c:v>41956</c:v>
                </c:pt>
                <c:pt idx="698" c:formatCode="yyyy/m/d">
                  <c:v>41957</c:v>
                </c:pt>
                <c:pt idx="699" c:formatCode="yyyy/m/d">
                  <c:v>41960</c:v>
                </c:pt>
                <c:pt idx="700" c:formatCode="yyyy/m/d">
                  <c:v>41961</c:v>
                </c:pt>
                <c:pt idx="701" c:formatCode="yyyy/m/d">
                  <c:v>41962</c:v>
                </c:pt>
                <c:pt idx="702" c:formatCode="yyyy/m/d">
                  <c:v>41963</c:v>
                </c:pt>
                <c:pt idx="703" c:formatCode="yyyy/m/d">
                  <c:v>41964</c:v>
                </c:pt>
                <c:pt idx="704" c:formatCode="yyyy/m/d">
                  <c:v>41967</c:v>
                </c:pt>
                <c:pt idx="705" c:formatCode="yyyy/m/d">
                  <c:v>41968</c:v>
                </c:pt>
                <c:pt idx="706" c:formatCode="yyyy/m/d">
                  <c:v>41969</c:v>
                </c:pt>
                <c:pt idx="707" c:formatCode="yyyy/m/d">
                  <c:v>41974</c:v>
                </c:pt>
                <c:pt idx="708" c:formatCode="yyyy/m/d">
                  <c:v>41975</c:v>
                </c:pt>
                <c:pt idx="709" c:formatCode="yyyy/m/d">
                  <c:v>41976</c:v>
                </c:pt>
                <c:pt idx="710" c:formatCode="yyyy/m/d">
                  <c:v>41977</c:v>
                </c:pt>
                <c:pt idx="711" c:formatCode="yyyy/m/d">
                  <c:v>41978</c:v>
                </c:pt>
                <c:pt idx="712" c:formatCode="yyyy/m/d">
                  <c:v>41981</c:v>
                </c:pt>
                <c:pt idx="713" c:formatCode="yyyy/m/d">
                  <c:v>41982</c:v>
                </c:pt>
                <c:pt idx="714" c:formatCode="yyyy/m/d">
                  <c:v>41983</c:v>
                </c:pt>
                <c:pt idx="715" c:formatCode="yyyy/m/d">
                  <c:v>41984</c:v>
                </c:pt>
                <c:pt idx="716" c:formatCode="yyyy/m/d">
                  <c:v>41985</c:v>
                </c:pt>
                <c:pt idx="717" c:formatCode="yyyy/m/d">
                  <c:v>41988</c:v>
                </c:pt>
                <c:pt idx="718" c:formatCode="yyyy/m/d">
                  <c:v>41989</c:v>
                </c:pt>
                <c:pt idx="719" c:formatCode="yyyy/m/d">
                  <c:v>41990</c:v>
                </c:pt>
                <c:pt idx="720" c:formatCode="yyyy/m/d">
                  <c:v>41991</c:v>
                </c:pt>
                <c:pt idx="721" c:formatCode="yyyy/m/d">
                  <c:v>41992</c:v>
                </c:pt>
                <c:pt idx="722" c:formatCode="yyyy/m/d">
                  <c:v>41995</c:v>
                </c:pt>
                <c:pt idx="723" c:formatCode="yyyy/m/d">
                  <c:v>41996</c:v>
                </c:pt>
                <c:pt idx="724" c:formatCode="yyyy/m/d">
                  <c:v>41999</c:v>
                </c:pt>
                <c:pt idx="725" c:formatCode="yyyy/m/d">
                  <c:v>42002</c:v>
                </c:pt>
                <c:pt idx="726" c:formatCode="yyyy/m/d">
                  <c:v>42003</c:v>
                </c:pt>
                <c:pt idx="727" c:formatCode="yyyy/m/d">
                  <c:v>42004</c:v>
                </c:pt>
                <c:pt idx="728" c:formatCode="yyyy/m/d">
                  <c:v>42009</c:v>
                </c:pt>
                <c:pt idx="729" c:formatCode="yyyy/m/d">
                  <c:v>42010</c:v>
                </c:pt>
                <c:pt idx="730" c:formatCode="yyyy/m/d">
                  <c:v>42011</c:v>
                </c:pt>
                <c:pt idx="731" c:formatCode="yyyy/m/d">
                  <c:v>42012</c:v>
                </c:pt>
                <c:pt idx="732" c:formatCode="yyyy/m/d">
                  <c:v>42013</c:v>
                </c:pt>
                <c:pt idx="733" c:formatCode="yyyy/m/d">
                  <c:v>42016</c:v>
                </c:pt>
                <c:pt idx="734" c:formatCode="yyyy/m/d">
                  <c:v>42017</c:v>
                </c:pt>
                <c:pt idx="735" c:formatCode="yyyy/m/d">
                  <c:v>42018</c:v>
                </c:pt>
                <c:pt idx="736" c:formatCode="yyyy/m/d">
                  <c:v>42019</c:v>
                </c:pt>
                <c:pt idx="737" c:formatCode="yyyy/m/d">
                  <c:v>42020</c:v>
                </c:pt>
                <c:pt idx="738" c:formatCode="yyyy/m/d">
                  <c:v>42024</c:v>
                </c:pt>
                <c:pt idx="739" c:formatCode="yyyy/m/d">
                  <c:v>42025</c:v>
                </c:pt>
                <c:pt idx="740" c:formatCode="yyyy/m/d">
                  <c:v>42026</c:v>
                </c:pt>
                <c:pt idx="741" c:formatCode="yyyy/m/d">
                  <c:v>42027</c:v>
                </c:pt>
                <c:pt idx="742" c:formatCode="yyyy/m/d">
                  <c:v>42030</c:v>
                </c:pt>
                <c:pt idx="743" c:formatCode="yyyy/m/d">
                  <c:v>42031</c:v>
                </c:pt>
                <c:pt idx="744" c:formatCode="yyyy/m/d">
                  <c:v>42032</c:v>
                </c:pt>
                <c:pt idx="745" c:formatCode="yyyy/m/d">
                  <c:v>42033</c:v>
                </c:pt>
                <c:pt idx="746" c:formatCode="yyyy/m/d">
                  <c:v>42034</c:v>
                </c:pt>
                <c:pt idx="747" c:formatCode="yyyy/m/d">
                  <c:v>42037</c:v>
                </c:pt>
                <c:pt idx="748" c:formatCode="yyyy/m/d">
                  <c:v>42038</c:v>
                </c:pt>
                <c:pt idx="749" c:formatCode="yyyy/m/d">
                  <c:v>42039</c:v>
                </c:pt>
                <c:pt idx="750" c:formatCode="yyyy/m/d">
                  <c:v>42040</c:v>
                </c:pt>
                <c:pt idx="751" c:formatCode="yyyy/m/d">
                  <c:v>42041</c:v>
                </c:pt>
                <c:pt idx="752" c:formatCode="yyyy/m/d">
                  <c:v>42044</c:v>
                </c:pt>
                <c:pt idx="753" c:formatCode="yyyy/m/d">
                  <c:v>42045</c:v>
                </c:pt>
                <c:pt idx="754" c:formatCode="yyyy/m/d">
                  <c:v>42046</c:v>
                </c:pt>
                <c:pt idx="755" c:formatCode="yyyy/m/d">
                  <c:v>42047</c:v>
                </c:pt>
                <c:pt idx="756" c:formatCode="yyyy/m/d">
                  <c:v>42048</c:v>
                </c:pt>
                <c:pt idx="757" c:formatCode="yyyy/m/d">
                  <c:v>42052</c:v>
                </c:pt>
                <c:pt idx="758" c:formatCode="yyyy/m/d">
                  <c:v>42053</c:v>
                </c:pt>
                <c:pt idx="759" c:formatCode="yyyy/m/d">
                  <c:v>42054</c:v>
                </c:pt>
                <c:pt idx="760" c:formatCode="yyyy/m/d">
                  <c:v>42055</c:v>
                </c:pt>
                <c:pt idx="761" c:formatCode="yyyy/m/d">
                  <c:v>42058</c:v>
                </c:pt>
                <c:pt idx="762" c:formatCode="yyyy/m/d">
                  <c:v>42059</c:v>
                </c:pt>
                <c:pt idx="763" c:formatCode="yyyy/m/d">
                  <c:v>42060</c:v>
                </c:pt>
                <c:pt idx="764" c:formatCode="yyyy/m/d">
                  <c:v>42061</c:v>
                </c:pt>
                <c:pt idx="765" c:formatCode="yyyy/m/d">
                  <c:v>42062</c:v>
                </c:pt>
                <c:pt idx="766" c:formatCode="yyyy/m/d">
                  <c:v>42065</c:v>
                </c:pt>
                <c:pt idx="767" c:formatCode="yyyy/m/d">
                  <c:v>42066</c:v>
                </c:pt>
                <c:pt idx="768" c:formatCode="yyyy/m/d">
                  <c:v>42067</c:v>
                </c:pt>
                <c:pt idx="769" c:formatCode="yyyy/m/d">
                  <c:v>42068</c:v>
                </c:pt>
                <c:pt idx="770" c:formatCode="yyyy/m/d">
                  <c:v>42069</c:v>
                </c:pt>
                <c:pt idx="771" c:formatCode="yyyy/m/d">
                  <c:v>42072</c:v>
                </c:pt>
                <c:pt idx="772" c:formatCode="yyyy/m/d">
                  <c:v>42073</c:v>
                </c:pt>
                <c:pt idx="773" c:formatCode="yyyy/m/d">
                  <c:v>42074</c:v>
                </c:pt>
                <c:pt idx="774" c:formatCode="yyyy/m/d">
                  <c:v>42075</c:v>
                </c:pt>
                <c:pt idx="775" c:formatCode="yyyy/m/d">
                  <c:v>42076</c:v>
                </c:pt>
                <c:pt idx="776" c:formatCode="yyyy/m/d">
                  <c:v>42079</c:v>
                </c:pt>
                <c:pt idx="777" c:formatCode="yyyy/m/d">
                  <c:v>42080</c:v>
                </c:pt>
                <c:pt idx="778" c:formatCode="yyyy/m/d">
                  <c:v>42081</c:v>
                </c:pt>
                <c:pt idx="779" c:formatCode="yyyy/m/d">
                  <c:v>42082</c:v>
                </c:pt>
                <c:pt idx="780" c:formatCode="yyyy/m/d">
                  <c:v>42083</c:v>
                </c:pt>
                <c:pt idx="781" c:formatCode="yyyy/m/d">
                  <c:v>42086</c:v>
                </c:pt>
                <c:pt idx="782" c:formatCode="yyyy/m/d">
                  <c:v>42087</c:v>
                </c:pt>
                <c:pt idx="783" c:formatCode="yyyy/m/d">
                  <c:v>42088</c:v>
                </c:pt>
                <c:pt idx="784" c:formatCode="yyyy/m/d">
                  <c:v>42089</c:v>
                </c:pt>
                <c:pt idx="785" c:formatCode="yyyy/m/d">
                  <c:v>42090</c:v>
                </c:pt>
                <c:pt idx="786" c:formatCode="yyyy/m/d">
                  <c:v>42093</c:v>
                </c:pt>
                <c:pt idx="787" c:formatCode="yyyy/m/d">
                  <c:v>42094</c:v>
                </c:pt>
                <c:pt idx="788" c:formatCode="yyyy/m/d">
                  <c:v>42095</c:v>
                </c:pt>
                <c:pt idx="789" c:formatCode="yyyy/m/d">
                  <c:v>42096</c:v>
                </c:pt>
                <c:pt idx="790" c:formatCode="yyyy/m/d">
                  <c:v>42100</c:v>
                </c:pt>
                <c:pt idx="791" c:formatCode="yyyy/m/d">
                  <c:v>42101</c:v>
                </c:pt>
                <c:pt idx="792" c:formatCode="yyyy/m/d">
                  <c:v>42102</c:v>
                </c:pt>
                <c:pt idx="793" c:formatCode="yyyy/m/d">
                  <c:v>42103</c:v>
                </c:pt>
                <c:pt idx="794" c:formatCode="yyyy/m/d">
                  <c:v>42104</c:v>
                </c:pt>
                <c:pt idx="795" c:formatCode="yyyy/m/d">
                  <c:v>42107</c:v>
                </c:pt>
                <c:pt idx="796" c:formatCode="yyyy/m/d">
                  <c:v>42108</c:v>
                </c:pt>
                <c:pt idx="797" c:formatCode="yyyy/m/d">
                  <c:v>42109</c:v>
                </c:pt>
                <c:pt idx="798" c:formatCode="yyyy/m/d">
                  <c:v>42110</c:v>
                </c:pt>
                <c:pt idx="799" c:formatCode="yyyy/m/d">
                  <c:v>42111</c:v>
                </c:pt>
                <c:pt idx="800" c:formatCode="yyyy/m/d">
                  <c:v>42114</c:v>
                </c:pt>
                <c:pt idx="801" c:formatCode="yyyy/m/d">
                  <c:v>42115</c:v>
                </c:pt>
                <c:pt idx="802" c:formatCode="yyyy/m/d">
                  <c:v>42116</c:v>
                </c:pt>
                <c:pt idx="803" c:formatCode="yyyy/m/d">
                  <c:v>42117</c:v>
                </c:pt>
                <c:pt idx="804" c:formatCode="yyyy/m/d">
                  <c:v>42118</c:v>
                </c:pt>
                <c:pt idx="805" c:formatCode="yyyy/m/d">
                  <c:v>42121</c:v>
                </c:pt>
                <c:pt idx="806" c:formatCode="yyyy/m/d">
                  <c:v>42122</c:v>
                </c:pt>
                <c:pt idx="807" c:formatCode="yyyy/m/d">
                  <c:v>42123</c:v>
                </c:pt>
                <c:pt idx="808" c:formatCode="yyyy/m/d">
                  <c:v>42124</c:v>
                </c:pt>
                <c:pt idx="809" c:formatCode="yyyy/m/d">
                  <c:v>42125</c:v>
                </c:pt>
                <c:pt idx="810" c:formatCode="yyyy/m/d">
                  <c:v>42128</c:v>
                </c:pt>
                <c:pt idx="811" c:formatCode="yyyy/m/d">
                  <c:v>42129</c:v>
                </c:pt>
                <c:pt idx="812" c:formatCode="yyyy/m/d">
                  <c:v>42130</c:v>
                </c:pt>
                <c:pt idx="813" c:formatCode="yyyy/m/d">
                  <c:v>42131</c:v>
                </c:pt>
                <c:pt idx="814" c:formatCode="yyyy/m/d">
                  <c:v>42132</c:v>
                </c:pt>
                <c:pt idx="815" c:formatCode="yyyy/m/d">
                  <c:v>42135</c:v>
                </c:pt>
                <c:pt idx="816" c:formatCode="yyyy/m/d">
                  <c:v>42136</c:v>
                </c:pt>
                <c:pt idx="817" c:formatCode="yyyy/m/d">
                  <c:v>42137</c:v>
                </c:pt>
                <c:pt idx="818" c:formatCode="yyyy/m/d">
                  <c:v>42138</c:v>
                </c:pt>
                <c:pt idx="819" c:formatCode="yyyy/m/d">
                  <c:v>42139</c:v>
                </c:pt>
                <c:pt idx="820" c:formatCode="yyyy/m/d">
                  <c:v>42142</c:v>
                </c:pt>
                <c:pt idx="821" c:formatCode="yyyy/m/d">
                  <c:v>42143</c:v>
                </c:pt>
                <c:pt idx="822" c:formatCode="yyyy/m/d">
                  <c:v>42144</c:v>
                </c:pt>
                <c:pt idx="823" c:formatCode="yyyy/m/d">
                  <c:v>42145</c:v>
                </c:pt>
                <c:pt idx="824" c:formatCode="yyyy/m/d">
                  <c:v>42146</c:v>
                </c:pt>
                <c:pt idx="825" c:formatCode="yyyy/m/d">
                  <c:v>42150</c:v>
                </c:pt>
                <c:pt idx="826" c:formatCode="yyyy/m/d">
                  <c:v>42151</c:v>
                </c:pt>
                <c:pt idx="827" c:formatCode="yyyy/m/d">
                  <c:v>42152</c:v>
                </c:pt>
                <c:pt idx="828" c:formatCode="yyyy/m/d">
                  <c:v>42153</c:v>
                </c:pt>
                <c:pt idx="829" c:formatCode="yyyy/m/d">
                  <c:v>42156</c:v>
                </c:pt>
                <c:pt idx="830" c:formatCode="yyyy/m/d">
                  <c:v>42157</c:v>
                </c:pt>
                <c:pt idx="831" c:formatCode="yyyy/m/d">
                  <c:v>42158</c:v>
                </c:pt>
                <c:pt idx="832" c:formatCode="yyyy/m/d">
                  <c:v>42159</c:v>
                </c:pt>
                <c:pt idx="833" c:formatCode="yyyy/m/d">
                  <c:v>42160</c:v>
                </c:pt>
                <c:pt idx="834" c:formatCode="yyyy/m/d">
                  <c:v>42163</c:v>
                </c:pt>
                <c:pt idx="835" c:formatCode="yyyy/m/d">
                  <c:v>42164</c:v>
                </c:pt>
                <c:pt idx="836" c:formatCode="yyyy/m/d">
                  <c:v>42165</c:v>
                </c:pt>
                <c:pt idx="837" c:formatCode="yyyy/m/d">
                  <c:v>42166</c:v>
                </c:pt>
                <c:pt idx="838" c:formatCode="yyyy/m/d">
                  <c:v>42167</c:v>
                </c:pt>
                <c:pt idx="839" c:formatCode="yyyy/m/d">
                  <c:v>42170</c:v>
                </c:pt>
                <c:pt idx="840" c:formatCode="yyyy/m/d">
                  <c:v>42171</c:v>
                </c:pt>
                <c:pt idx="841" c:formatCode="yyyy/m/d">
                  <c:v>42172</c:v>
                </c:pt>
                <c:pt idx="842" c:formatCode="yyyy/m/d">
                  <c:v>42173</c:v>
                </c:pt>
                <c:pt idx="843" c:formatCode="yyyy/m/d">
                  <c:v>42174</c:v>
                </c:pt>
                <c:pt idx="844" c:formatCode="yyyy/m/d">
                  <c:v>42177</c:v>
                </c:pt>
                <c:pt idx="845" c:formatCode="yyyy/m/d">
                  <c:v>42178</c:v>
                </c:pt>
                <c:pt idx="846" c:formatCode="yyyy/m/d">
                  <c:v>42179</c:v>
                </c:pt>
                <c:pt idx="847" c:formatCode="yyyy/m/d">
                  <c:v>42180</c:v>
                </c:pt>
                <c:pt idx="848" c:formatCode="yyyy/m/d">
                  <c:v>42181</c:v>
                </c:pt>
                <c:pt idx="849" c:formatCode="yyyy/m/d">
                  <c:v>42184</c:v>
                </c:pt>
                <c:pt idx="850" c:formatCode="yyyy/m/d">
                  <c:v>42185</c:v>
                </c:pt>
                <c:pt idx="851" c:formatCode="yyyy/m/d">
                  <c:v>42186</c:v>
                </c:pt>
                <c:pt idx="852" c:formatCode="yyyy/m/d">
                  <c:v>42191</c:v>
                </c:pt>
                <c:pt idx="853" c:formatCode="yyyy/m/d">
                  <c:v>42192</c:v>
                </c:pt>
                <c:pt idx="854" c:formatCode="yyyy/m/d">
                  <c:v>42193</c:v>
                </c:pt>
                <c:pt idx="855" c:formatCode="yyyy/m/d">
                  <c:v>42194</c:v>
                </c:pt>
                <c:pt idx="856" c:formatCode="yyyy/m/d">
                  <c:v>42195</c:v>
                </c:pt>
                <c:pt idx="857" c:formatCode="yyyy/m/d">
                  <c:v>42198</c:v>
                </c:pt>
                <c:pt idx="858" c:formatCode="yyyy/m/d">
                  <c:v>42199</c:v>
                </c:pt>
                <c:pt idx="859" c:formatCode="yyyy/m/d">
                  <c:v>42200</c:v>
                </c:pt>
                <c:pt idx="860" c:formatCode="yyyy/m/d">
                  <c:v>42201</c:v>
                </c:pt>
                <c:pt idx="861" c:formatCode="yyyy/m/d">
                  <c:v>42202</c:v>
                </c:pt>
                <c:pt idx="862" c:formatCode="yyyy/m/d">
                  <c:v>42205</c:v>
                </c:pt>
                <c:pt idx="863" c:formatCode="yyyy/m/d">
                  <c:v>42206</c:v>
                </c:pt>
                <c:pt idx="864" c:formatCode="yyyy/m/d">
                  <c:v>42207</c:v>
                </c:pt>
                <c:pt idx="865" c:formatCode="yyyy/m/d">
                  <c:v>42208</c:v>
                </c:pt>
                <c:pt idx="866" c:formatCode="yyyy/m/d">
                  <c:v>42209</c:v>
                </c:pt>
                <c:pt idx="867" c:formatCode="yyyy/m/d">
                  <c:v>42212</c:v>
                </c:pt>
                <c:pt idx="868" c:formatCode="yyyy/m/d">
                  <c:v>42213</c:v>
                </c:pt>
                <c:pt idx="869" c:formatCode="yyyy/m/d">
                  <c:v>42214</c:v>
                </c:pt>
                <c:pt idx="870" c:formatCode="yyyy/m/d">
                  <c:v>42215</c:v>
                </c:pt>
                <c:pt idx="871" c:formatCode="yyyy/m/d">
                  <c:v>42216</c:v>
                </c:pt>
                <c:pt idx="872" c:formatCode="yyyy/m/d">
                  <c:v>42219</c:v>
                </c:pt>
                <c:pt idx="873" c:formatCode="yyyy/m/d">
                  <c:v>42220</c:v>
                </c:pt>
                <c:pt idx="874" c:formatCode="yyyy/m/d">
                  <c:v>42221</c:v>
                </c:pt>
                <c:pt idx="875" c:formatCode="yyyy/m/d">
                  <c:v>42222</c:v>
                </c:pt>
                <c:pt idx="876" c:formatCode="yyyy/m/d">
                  <c:v>42223</c:v>
                </c:pt>
                <c:pt idx="877" c:formatCode="yyyy/m/d">
                  <c:v>42226</c:v>
                </c:pt>
                <c:pt idx="878" c:formatCode="yyyy/m/d">
                  <c:v>42227</c:v>
                </c:pt>
                <c:pt idx="879" c:formatCode="yyyy/m/d">
                  <c:v>42228</c:v>
                </c:pt>
                <c:pt idx="880" c:formatCode="yyyy/m/d">
                  <c:v>42229</c:v>
                </c:pt>
                <c:pt idx="881" c:formatCode="yyyy/m/d">
                  <c:v>42230</c:v>
                </c:pt>
                <c:pt idx="882" c:formatCode="yyyy/m/d">
                  <c:v>42233</c:v>
                </c:pt>
                <c:pt idx="883" c:formatCode="yyyy/m/d">
                  <c:v>42234</c:v>
                </c:pt>
                <c:pt idx="884" c:formatCode="yyyy/m/d">
                  <c:v>42235</c:v>
                </c:pt>
                <c:pt idx="885" c:formatCode="yyyy/m/d">
                  <c:v>42236</c:v>
                </c:pt>
                <c:pt idx="886" c:formatCode="yyyy/m/d">
                  <c:v>42237</c:v>
                </c:pt>
                <c:pt idx="887" c:formatCode="yyyy/m/d">
                  <c:v>42240</c:v>
                </c:pt>
                <c:pt idx="888" c:formatCode="yyyy/m/d">
                  <c:v>42241</c:v>
                </c:pt>
                <c:pt idx="889" c:formatCode="yyyy/m/d">
                  <c:v>42242</c:v>
                </c:pt>
                <c:pt idx="890" c:formatCode="yyyy/m/d">
                  <c:v>42243</c:v>
                </c:pt>
                <c:pt idx="891" c:formatCode="yyyy/m/d">
                  <c:v>42244</c:v>
                </c:pt>
                <c:pt idx="892" c:formatCode="yyyy/m/d">
                  <c:v>42247</c:v>
                </c:pt>
                <c:pt idx="893" c:formatCode="yyyy/m/d">
                  <c:v>42248</c:v>
                </c:pt>
                <c:pt idx="894" c:formatCode="yyyy/m/d">
                  <c:v>42249</c:v>
                </c:pt>
                <c:pt idx="895" c:formatCode="yyyy/m/d">
                  <c:v>42250</c:v>
                </c:pt>
                <c:pt idx="896" c:formatCode="yyyy/m/d">
                  <c:v>42251</c:v>
                </c:pt>
                <c:pt idx="897" c:formatCode="yyyy/m/d">
                  <c:v>42255</c:v>
                </c:pt>
                <c:pt idx="898" c:formatCode="yyyy/m/d">
                  <c:v>42256</c:v>
                </c:pt>
                <c:pt idx="899" c:formatCode="yyyy/m/d">
                  <c:v>42257</c:v>
                </c:pt>
                <c:pt idx="900" c:formatCode="yyyy/m/d">
                  <c:v>42258</c:v>
                </c:pt>
                <c:pt idx="901" c:formatCode="yyyy/m/d">
                  <c:v>42261</c:v>
                </c:pt>
                <c:pt idx="902" c:formatCode="yyyy/m/d">
                  <c:v>42262</c:v>
                </c:pt>
                <c:pt idx="903" c:formatCode="yyyy/m/d">
                  <c:v>42263</c:v>
                </c:pt>
                <c:pt idx="904" c:formatCode="yyyy/m/d">
                  <c:v>42264</c:v>
                </c:pt>
                <c:pt idx="905" c:formatCode="yyyy/m/d">
                  <c:v>42265</c:v>
                </c:pt>
                <c:pt idx="906" c:formatCode="yyyy/m/d">
                  <c:v>42268</c:v>
                </c:pt>
                <c:pt idx="907" c:formatCode="yyyy/m/d">
                  <c:v>42269</c:v>
                </c:pt>
                <c:pt idx="908" c:formatCode="yyyy/m/d">
                  <c:v>42270</c:v>
                </c:pt>
                <c:pt idx="909" c:formatCode="yyyy/m/d">
                  <c:v>42271</c:v>
                </c:pt>
                <c:pt idx="910" c:formatCode="yyyy/m/d">
                  <c:v>42272</c:v>
                </c:pt>
                <c:pt idx="911" c:formatCode="yyyy/m/d">
                  <c:v>42275</c:v>
                </c:pt>
                <c:pt idx="912" c:formatCode="yyyy/m/d">
                  <c:v>42276</c:v>
                </c:pt>
                <c:pt idx="913" c:formatCode="yyyy/m/d">
                  <c:v>42277</c:v>
                </c:pt>
                <c:pt idx="914" c:formatCode="yyyy/m/d">
                  <c:v>42278</c:v>
                </c:pt>
                <c:pt idx="915" c:formatCode="yyyy/m/d">
                  <c:v>42279</c:v>
                </c:pt>
                <c:pt idx="916" c:formatCode="yyyy/m/d">
                  <c:v>42282</c:v>
                </c:pt>
                <c:pt idx="917" c:formatCode="yyyy/m/d">
                  <c:v>42283</c:v>
                </c:pt>
                <c:pt idx="918" c:formatCode="yyyy/m/d">
                  <c:v>42284</c:v>
                </c:pt>
                <c:pt idx="919" c:formatCode="yyyy/m/d">
                  <c:v>42285</c:v>
                </c:pt>
                <c:pt idx="920" c:formatCode="yyyy/m/d">
                  <c:v>42286</c:v>
                </c:pt>
                <c:pt idx="921" c:formatCode="yyyy/m/d">
                  <c:v>42289</c:v>
                </c:pt>
                <c:pt idx="922" c:formatCode="yyyy/m/d">
                  <c:v>42290</c:v>
                </c:pt>
                <c:pt idx="923" c:formatCode="yyyy/m/d">
                  <c:v>42291</c:v>
                </c:pt>
                <c:pt idx="924" c:formatCode="yyyy/m/d">
                  <c:v>42292</c:v>
                </c:pt>
                <c:pt idx="925" c:formatCode="yyyy/m/d">
                  <c:v>42293</c:v>
                </c:pt>
                <c:pt idx="926" c:formatCode="yyyy/m/d">
                  <c:v>42296</c:v>
                </c:pt>
                <c:pt idx="927" c:formatCode="yyyy/m/d">
                  <c:v>42297</c:v>
                </c:pt>
                <c:pt idx="928" c:formatCode="yyyy/m/d">
                  <c:v>42298</c:v>
                </c:pt>
                <c:pt idx="929" c:formatCode="yyyy/m/d">
                  <c:v>42299</c:v>
                </c:pt>
                <c:pt idx="930" c:formatCode="yyyy/m/d">
                  <c:v>42300</c:v>
                </c:pt>
                <c:pt idx="931" c:formatCode="yyyy/m/d">
                  <c:v>42303</c:v>
                </c:pt>
                <c:pt idx="932" c:formatCode="yyyy/m/d">
                  <c:v>42304</c:v>
                </c:pt>
                <c:pt idx="933" c:formatCode="yyyy/m/d">
                  <c:v>42305</c:v>
                </c:pt>
                <c:pt idx="934" c:formatCode="yyyy/m/d">
                  <c:v>42306</c:v>
                </c:pt>
                <c:pt idx="935" c:formatCode="yyyy/m/d">
                  <c:v>42307</c:v>
                </c:pt>
                <c:pt idx="936" c:formatCode="yyyy/m/d">
                  <c:v>42310</c:v>
                </c:pt>
                <c:pt idx="937" c:formatCode="yyyy/m/d">
                  <c:v>42311</c:v>
                </c:pt>
                <c:pt idx="938" c:formatCode="yyyy/m/d">
                  <c:v>42312</c:v>
                </c:pt>
                <c:pt idx="939" c:formatCode="yyyy/m/d">
                  <c:v>42313</c:v>
                </c:pt>
                <c:pt idx="940" c:formatCode="yyyy/m/d">
                  <c:v>42314</c:v>
                </c:pt>
                <c:pt idx="941" c:formatCode="yyyy/m/d">
                  <c:v>42317</c:v>
                </c:pt>
                <c:pt idx="942" c:formatCode="yyyy/m/d">
                  <c:v>42318</c:v>
                </c:pt>
                <c:pt idx="943" c:formatCode="yyyy/m/d">
                  <c:v>42319</c:v>
                </c:pt>
                <c:pt idx="944" c:formatCode="yyyy/m/d">
                  <c:v>42320</c:v>
                </c:pt>
                <c:pt idx="945" c:formatCode="yyyy/m/d">
                  <c:v>42321</c:v>
                </c:pt>
                <c:pt idx="946" c:formatCode="yyyy/m/d">
                  <c:v>42324</c:v>
                </c:pt>
                <c:pt idx="947" c:formatCode="yyyy/m/d">
                  <c:v>42325</c:v>
                </c:pt>
                <c:pt idx="948" c:formatCode="yyyy/m/d">
                  <c:v>42326</c:v>
                </c:pt>
                <c:pt idx="949" c:formatCode="yyyy/m/d">
                  <c:v>42327</c:v>
                </c:pt>
                <c:pt idx="950" c:formatCode="yyyy/m/d">
                  <c:v>42328</c:v>
                </c:pt>
                <c:pt idx="951" c:formatCode="yyyy/m/d">
                  <c:v>42331</c:v>
                </c:pt>
                <c:pt idx="952" c:formatCode="yyyy/m/d">
                  <c:v>42332</c:v>
                </c:pt>
                <c:pt idx="953" c:formatCode="yyyy/m/d">
                  <c:v>42333</c:v>
                </c:pt>
                <c:pt idx="954" c:formatCode="yyyy/m/d">
                  <c:v>42338</c:v>
                </c:pt>
                <c:pt idx="955" c:formatCode="yyyy/m/d">
                  <c:v>42339</c:v>
                </c:pt>
                <c:pt idx="956" c:formatCode="yyyy/m/d">
                  <c:v>42340</c:v>
                </c:pt>
                <c:pt idx="957" c:formatCode="yyyy/m/d">
                  <c:v>42341</c:v>
                </c:pt>
                <c:pt idx="958" c:formatCode="yyyy/m/d">
                  <c:v>42342</c:v>
                </c:pt>
                <c:pt idx="959" c:formatCode="yyyy/m/d">
                  <c:v>42345</c:v>
                </c:pt>
                <c:pt idx="960" c:formatCode="yyyy/m/d">
                  <c:v>42346</c:v>
                </c:pt>
                <c:pt idx="961" c:formatCode="yyyy/m/d">
                  <c:v>42347</c:v>
                </c:pt>
                <c:pt idx="962" c:formatCode="yyyy/m/d">
                  <c:v>42348</c:v>
                </c:pt>
                <c:pt idx="963" c:formatCode="yyyy/m/d">
                  <c:v>42349</c:v>
                </c:pt>
                <c:pt idx="964" c:formatCode="yyyy/m/d">
                  <c:v>42352</c:v>
                </c:pt>
                <c:pt idx="965" c:formatCode="yyyy/m/d">
                  <c:v>42353</c:v>
                </c:pt>
                <c:pt idx="966" c:formatCode="yyyy/m/d">
                  <c:v>42354</c:v>
                </c:pt>
                <c:pt idx="967" c:formatCode="yyyy/m/d">
                  <c:v>42355</c:v>
                </c:pt>
                <c:pt idx="968" c:formatCode="yyyy/m/d">
                  <c:v>42356</c:v>
                </c:pt>
                <c:pt idx="969" c:formatCode="yyyy/m/d">
                  <c:v>42359</c:v>
                </c:pt>
                <c:pt idx="970" c:formatCode="yyyy/m/d">
                  <c:v>42360</c:v>
                </c:pt>
                <c:pt idx="971" c:formatCode="yyyy/m/d">
                  <c:v>42361</c:v>
                </c:pt>
                <c:pt idx="972" c:formatCode="yyyy/m/d">
                  <c:v>42366</c:v>
                </c:pt>
                <c:pt idx="973" c:formatCode="yyyy/m/d">
                  <c:v>42367</c:v>
                </c:pt>
                <c:pt idx="974" c:formatCode="yyyy/m/d">
                  <c:v>42368</c:v>
                </c:pt>
                <c:pt idx="975" c:formatCode="yyyy/m/d">
                  <c:v>42369</c:v>
                </c:pt>
                <c:pt idx="976" c:formatCode="yyyy/m/d">
                  <c:v>42373</c:v>
                </c:pt>
                <c:pt idx="977" c:formatCode="yyyy/m/d">
                  <c:v>42374</c:v>
                </c:pt>
                <c:pt idx="978" c:formatCode="yyyy/m/d">
                  <c:v>42375</c:v>
                </c:pt>
                <c:pt idx="979" c:formatCode="yyyy/m/d">
                  <c:v>42376</c:v>
                </c:pt>
                <c:pt idx="980" c:formatCode="yyyy/m/d">
                  <c:v>42377</c:v>
                </c:pt>
                <c:pt idx="981" c:formatCode="yyyy/m/d">
                  <c:v>42380</c:v>
                </c:pt>
                <c:pt idx="982" c:formatCode="yyyy/m/d">
                  <c:v>42381</c:v>
                </c:pt>
                <c:pt idx="983" c:formatCode="yyyy/m/d">
                  <c:v>42382</c:v>
                </c:pt>
                <c:pt idx="984" c:formatCode="yyyy/m/d">
                  <c:v>42383</c:v>
                </c:pt>
                <c:pt idx="985" c:formatCode="yyyy/m/d">
                  <c:v>42384</c:v>
                </c:pt>
                <c:pt idx="986" c:formatCode="yyyy/m/d">
                  <c:v>42388</c:v>
                </c:pt>
                <c:pt idx="987" c:formatCode="yyyy/m/d">
                  <c:v>42389</c:v>
                </c:pt>
                <c:pt idx="988" c:formatCode="yyyy/m/d">
                  <c:v>42390</c:v>
                </c:pt>
                <c:pt idx="989" c:formatCode="yyyy/m/d">
                  <c:v>42391</c:v>
                </c:pt>
                <c:pt idx="990" c:formatCode="yyyy/m/d">
                  <c:v>42394</c:v>
                </c:pt>
                <c:pt idx="991" c:formatCode="yyyy/m/d">
                  <c:v>42395</c:v>
                </c:pt>
                <c:pt idx="992" c:formatCode="yyyy/m/d">
                  <c:v>42396</c:v>
                </c:pt>
                <c:pt idx="993" c:formatCode="yyyy/m/d">
                  <c:v>42397</c:v>
                </c:pt>
                <c:pt idx="994" c:formatCode="yyyy/m/d">
                  <c:v>42398</c:v>
                </c:pt>
                <c:pt idx="995" c:formatCode="yyyy/m/d">
                  <c:v>42401</c:v>
                </c:pt>
                <c:pt idx="996" c:formatCode="yyyy/m/d">
                  <c:v>42402</c:v>
                </c:pt>
                <c:pt idx="997" c:formatCode="yyyy/m/d">
                  <c:v>42403</c:v>
                </c:pt>
                <c:pt idx="998" c:formatCode="yyyy/m/d">
                  <c:v>42404</c:v>
                </c:pt>
                <c:pt idx="999" c:formatCode="yyyy/m/d">
                  <c:v>42405</c:v>
                </c:pt>
                <c:pt idx="1000" c:formatCode="yyyy/m/d">
                  <c:v>42408</c:v>
                </c:pt>
                <c:pt idx="1001" c:formatCode="yyyy/m/d">
                  <c:v>42409</c:v>
                </c:pt>
                <c:pt idx="1002" c:formatCode="yyyy/m/d">
                  <c:v>42410</c:v>
                </c:pt>
                <c:pt idx="1003" c:formatCode="yyyy/m/d">
                  <c:v>42411</c:v>
                </c:pt>
                <c:pt idx="1004" c:formatCode="yyyy/m/d">
                  <c:v>42412</c:v>
                </c:pt>
                <c:pt idx="1005" c:formatCode="yyyy/m/d">
                  <c:v>42416</c:v>
                </c:pt>
                <c:pt idx="1006" c:formatCode="yyyy/m/d">
                  <c:v>42417</c:v>
                </c:pt>
                <c:pt idx="1007" c:formatCode="yyyy/m/d">
                  <c:v>42418</c:v>
                </c:pt>
                <c:pt idx="1008" c:formatCode="yyyy/m/d">
                  <c:v>42419</c:v>
                </c:pt>
                <c:pt idx="1009" c:formatCode="yyyy/m/d">
                  <c:v>42422</c:v>
                </c:pt>
                <c:pt idx="1010" c:formatCode="yyyy/m/d">
                  <c:v>42423</c:v>
                </c:pt>
                <c:pt idx="1011" c:formatCode="yyyy/m/d">
                  <c:v>42424</c:v>
                </c:pt>
                <c:pt idx="1012" c:formatCode="yyyy/m/d">
                  <c:v>42425</c:v>
                </c:pt>
                <c:pt idx="1013" c:formatCode="yyyy/m/d">
                  <c:v>42426</c:v>
                </c:pt>
                <c:pt idx="1014" c:formatCode="yyyy/m/d">
                  <c:v>42429</c:v>
                </c:pt>
                <c:pt idx="1015" c:formatCode="yyyy/m/d">
                  <c:v>42430</c:v>
                </c:pt>
                <c:pt idx="1016" c:formatCode="yyyy/m/d">
                  <c:v>42431</c:v>
                </c:pt>
                <c:pt idx="1017" c:formatCode="yyyy/m/d">
                  <c:v>42432</c:v>
                </c:pt>
                <c:pt idx="1018" c:formatCode="yyyy/m/d">
                  <c:v>42433</c:v>
                </c:pt>
                <c:pt idx="1019" c:formatCode="yyyy/m/d">
                  <c:v>42436</c:v>
                </c:pt>
                <c:pt idx="1020" c:formatCode="yyyy/m/d">
                  <c:v>42437</c:v>
                </c:pt>
                <c:pt idx="1021" c:formatCode="yyyy/m/d">
                  <c:v>42438</c:v>
                </c:pt>
                <c:pt idx="1022" c:formatCode="yyyy/m/d">
                  <c:v>42439</c:v>
                </c:pt>
                <c:pt idx="1023" c:formatCode="yyyy/m/d">
                  <c:v>42440</c:v>
                </c:pt>
                <c:pt idx="1024" c:formatCode="yyyy/m/d">
                  <c:v>42443</c:v>
                </c:pt>
                <c:pt idx="1025" c:formatCode="yyyy/m/d">
                  <c:v>42444</c:v>
                </c:pt>
                <c:pt idx="1026" c:formatCode="yyyy/m/d">
                  <c:v>42445</c:v>
                </c:pt>
                <c:pt idx="1027" c:formatCode="yyyy/m/d">
                  <c:v>42446</c:v>
                </c:pt>
                <c:pt idx="1028" c:formatCode="yyyy/m/d">
                  <c:v>42447</c:v>
                </c:pt>
                <c:pt idx="1029" c:formatCode="yyyy/m/d">
                  <c:v>42450</c:v>
                </c:pt>
                <c:pt idx="1030" c:formatCode="yyyy/m/d">
                  <c:v>42451</c:v>
                </c:pt>
                <c:pt idx="1031" c:formatCode="yyyy/m/d">
                  <c:v>42452</c:v>
                </c:pt>
                <c:pt idx="1032" c:formatCode="yyyy/m/d">
                  <c:v>42457</c:v>
                </c:pt>
                <c:pt idx="1033" c:formatCode="yyyy/m/d">
                  <c:v>42458</c:v>
                </c:pt>
                <c:pt idx="1034" c:formatCode="yyyy/m/d">
                  <c:v>42459</c:v>
                </c:pt>
                <c:pt idx="1035" c:formatCode="yyyy/m/d">
                  <c:v>42460</c:v>
                </c:pt>
                <c:pt idx="1036" c:formatCode="yyyy/m/d">
                  <c:v>42461</c:v>
                </c:pt>
                <c:pt idx="1037" c:formatCode="yyyy/m/d">
                  <c:v>42464</c:v>
                </c:pt>
                <c:pt idx="1038" c:formatCode="yyyy/m/d">
                  <c:v>42465</c:v>
                </c:pt>
                <c:pt idx="1039" c:formatCode="yyyy/m/d">
                  <c:v>42466</c:v>
                </c:pt>
                <c:pt idx="1040" c:formatCode="yyyy/m/d">
                  <c:v>42467</c:v>
                </c:pt>
                <c:pt idx="1041" c:formatCode="yyyy/m/d">
                  <c:v>42468</c:v>
                </c:pt>
                <c:pt idx="1042" c:formatCode="yyyy/m/d">
                  <c:v>42471</c:v>
                </c:pt>
                <c:pt idx="1043" c:formatCode="yyyy/m/d">
                  <c:v>42472</c:v>
                </c:pt>
                <c:pt idx="1044" c:formatCode="yyyy/m/d">
                  <c:v>42473</c:v>
                </c:pt>
                <c:pt idx="1045" c:formatCode="yyyy/m/d">
                  <c:v>42474</c:v>
                </c:pt>
                <c:pt idx="1046" c:formatCode="yyyy/m/d">
                  <c:v>42475</c:v>
                </c:pt>
                <c:pt idx="1047" c:formatCode="yyyy/m/d">
                  <c:v>42478</c:v>
                </c:pt>
                <c:pt idx="1048" c:formatCode="yyyy/m/d">
                  <c:v>42479</c:v>
                </c:pt>
                <c:pt idx="1049" c:formatCode="yyyy/m/d">
                  <c:v>42480</c:v>
                </c:pt>
                <c:pt idx="1050" c:formatCode="yyyy/m/d">
                  <c:v>42481</c:v>
                </c:pt>
                <c:pt idx="1051" c:formatCode="yyyy/m/d">
                  <c:v>42482</c:v>
                </c:pt>
                <c:pt idx="1052" c:formatCode="yyyy/m/d">
                  <c:v>42485</c:v>
                </c:pt>
                <c:pt idx="1053" c:formatCode="yyyy/m/d">
                  <c:v>42486</c:v>
                </c:pt>
                <c:pt idx="1054" c:formatCode="yyyy/m/d">
                  <c:v>42487</c:v>
                </c:pt>
                <c:pt idx="1055" c:formatCode="yyyy/m/d">
                  <c:v>42488</c:v>
                </c:pt>
                <c:pt idx="1056" c:formatCode="yyyy/m/d">
                  <c:v>42489</c:v>
                </c:pt>
                <c:pt idx="1057" c:formatCode="yyyy/m/d">
                  <c:v>42492</c:v>
                </c:pt>
                <c:pt idx="1058" c:formatCode="yyyy/m/d">
                  <c:v>42493</c:v>
                </c:pt>
                <c:pt idx="1059" c:formatCode="yyyy/m/d">
                  <c:v>42494</c:v>
                </c:pt>
                <c:pt idx="1060" c:formatCode="yyyy/m/d">
                  <c:v>42495</c:v>
                </c:pt>
                <c:pt idx="1061" c:formatCode="yyyy/m/d">
                  <c:v>42496</c:v>
                </c:pt>
                <c:pt idx="1062" c:formatCode="yyyy/m/d">
                  <c:v>42499</c:v>
                </c:pt>
                <c:pt idx="1063" c:formatCode="yyyy/m/d">
                  <c:v>42500</c:v>
                </c:pt>
                <c:pt idx="1064" c:formatCode="yyyy/m/d">
                  <c:v>42501</c:v>
                </c:pt>
                <c:pt idx="1065" c:formatCode="yyyy/m/d">
                  <c:v>42502</c:v>
                </c:pt>
                <c:pt idx="1066" c:formatCode="yyyy/m/d">
                  <c:v>42503</c:v>
                </c:pt>
                <c:pt idx="1067" c:formatCode="yyyy/m/d">
                  <c:v>42506</c:v>
                </c:pt>
                <c:pt idx="1068" c:formatCode="yyyy/m/d">
                  <c:v>42507</c:v>
                </c:pt>
                <c:pt idx="1069" c:formatCode="yyyy/m/d">
                  <c:v>42508</c:v>
                </c:pt>
                <c:pt idx="1070" c:formatCode="yyyy/m/d">
                  <c:v>42509</c:v>
                </c:pt>
                <c:pt idx="1071" c:formatCode="yyyy/m/d">
                  <c:v>42510</c:v>
                </c:pt>
                <c:pt idx="1072" c:formatCode="yyyy/m/d">
                  <c:v>42513</c:v>
                </c:pt>
                <c:pt idx="1073" c:formatCode="yyyy/m/d">
                  <c:v>42514</c:v>
                </c:pt>
                <c:pt idx="1074" c:formatCode="yyyy/m/d">
                  <c:v>42515</c:v>
                </c:pt>
                <c:pt idx="1075" c:formatCode="yyyy/m/d">
                  <c:v>42516</c:v>
                </c:pt>
                <c:pt idx="1076" c:formatCode="yyyy/m/d">
                  <c:v>42517</c:v>
                </c:pt>
                <c:pt idx="1077" c:formatCode="yyyy/m/d">
                  <c:v>42521</c:v>
                </c:pt>
                <c:pt idx="1078" c:formatCode="yyyy/m/d">
                  <c:v>42522</c:v>
                </c:pt>
                <c:pt idx="1079" c:formatCode="yyyy/m/d">
                  <c:v>42523</c:v>
                </c:pt>
                <c:pt idx="1080" c:formatCode="yyyy/m/d">
                  <c:v>42524</c:v>
                </c:pt>
                <c:pt idx="1081" c:formatCode="yyyy/m/d">
                  <c:v>42527</c:v>
                </c:pt>
                <c:pt idx="1082" c:formatCode="yyyy/m/d">
                  <c:v>42528</c:v>
                </c:pt>
                <c:pt idx="1083" c:formatCode="yyyy/m/d">
                  <c:v>42529</c:v>
                </c:pt>
                <c:pt idx="1084" c:formatCode="yyyy/m/d">
                  <c:v>42530</c:v>
                </c:pt>
                <c:pt idx="1085" c:formatCode="yyyy/m/d">
                  <c:v>42531</c:v>
                </c:pt>
                <c:pt idx="1086" c:formatCode="yyyy/m/d">
                  <c:v>42534</c:v>
                </c:pt>
                <c:pt idx="1087" c:formatCode="yyyy/m/d">
                  <c:v>42535</c:v>
                </c:pt>
                <c:pt idx="1088" c:formatCode="yyyy/m/d">
                  <c:v>42536</c:v>
                </c:pt>
                <c:pt idx="1089" c:formatCode="yyyy/m/d">
                  <c:v>42537</c:v>
                </c:pt>
                <c:pt idx="1090" c:formatCode="yyyy/m/d">
                  <c:v>42538</c:v>
                </c:pt>
                <c:pt idx="1091" c:formatCode="yyyy/m/d">
                  <c:v>42541</c:v>
                </c:pt>
                <c:pt idx="1092" c:formatCode="yyyy/m/d">
                  <c:v>42542</c:v>
                </c:pt>
                <c:pt idx="1093" c:formatCode="yyyy/m/d">
                  <c:v>42543</c:v>
                </c:pt>
                <c:pt idx="1094" c:formatCode="yyyy/m/d">
                  <c:v>42544</c:v>
                </c:pt>
                <c:pt idx="1095" c:formatCode="yyyy/m/d">
                  <c:v>42545</c:v>
                </c:pt>
                <c:pt idx="1096" c:formatCode="yyyy/m/d">
                  <c:v>42548</c:v>
                </c:pt>
                <c:pt idx="1097" c:formatCode="yyyy/m/d">
                  <c:v>42549</c:v>
                </c:pt>
                <c:pt idx="1098" c:formatCode="yyyy/m/d">
                  <c:v>42550</c:v>
                </c:pt>
                <c:pt idx="1099" c:formatCode="yyyy/m/d">
                  <c:v>42551</c:v>
                </c:pt>
                <c:pt idx="1100" c:formatCode="yyyy/m/d">
                  <c:v>42552</c:v>
                </c:pt>
                <c:pt idx="1101" c:formatCode="yyyy/m/d">
                  <c:v>42556</c:v>
                </c:pt>
                <c:pt idx="1102" c:formatCode="yyyy/m/d">
                  <c:v>42557</c:v>
                </c:pt>
                <c:pt idx="1103" c:formatCode="yyyy/m/d">
                  <c:v>42558</c:v>
                </c:pt>
                <c:pt idx="1104" c:formatCode="yyyy/m/d">
                  <c:v>42559</c:v>
                </c:pt>
                <c:pt idx="1105" c:formatCode="yyyy/m/d">
                  <c:v>42562</c:v>
                </c:pt>
                <c:pt idx="1106" c:formatCode="yyyy/m/d">
                  <c:v>42563</c:v>
                </c:pt>
                <c:pt idx="1107" c:formatCode="yyyy/m/d">
                  <c:v>42564</c:v>
                </c:pt>
                <c:pt idx="1108" c:formatCode="yyyy/m/d">
                  <c:v>42565</c:v>
                </c:pt>
                <c:pt idx="1109" c:formatCode="yyyy/m/d">
                  <c:v>42566</c:v>
                </c:pt>
                <c:pt idx="1110" c:formatCode="yyyy/m/d">
                  <c:v>42569</c:v>
                </c:pt>
                <c:pt idx="1111" c:formatCode="yyyy/m/d">
                  <c:v>42570</c:v>
                </c:pt>
                <c:pt idx="1112" c:formatCode="yyyy/m/d">
                  <c:v>42571</c:v>
                </c:pt>
                <c:pt idx="1113" c:formatCode="yyyy/m/d">
                  <c:v>42572</c:v>
                </c:pt>
                <c:pt idx="1114" c:formatCode="yyyy/m/d">
                  <c:v>42573</c:v>
                </c:pt>
                <c:pt idx="1115" c:formatCode="yyyy/m/d">
                  <c:v>42576</c:v>
                </c:pt>
                <c:pt idx="1116" c:formatCode="yyyy/m/d">
                  <c:v>42577</c:v>
                </c:pt>
                <c:pt idx="1117" c:formatCode="yyyy/m/d">
                  <c:v>42578</c:v>
                </c:pt>
                <c:pt idx="1118" c:formatCode="yyyy/m/d">
                  <c:v>42579</c:v>
                </c:pt>
                <c:pt idx="1119" c:formatCode="yyyy/m/d">
                  <c:v>42580</c:v>
                </c:pt>
                <c:pt idx="1120" c:formatCode="yyyy/m/d">
                  <c:v>42583</c:v>
                </c:pt>
                <c:pt idx="1121" c:formatCode="yyyy/m/d">
                  <c:v>42584</c:v>
                </c:pt>
                <c:pt idx="1122" c:formatCode="yyyy/m/d">
                  <c:v>42585</c:v>
                </c:pt>
                <c:pt idx="1123" c:formatCode="yyyy/m/d">
                  <c:v>42586</c:v>
                </c:pt>
                <c:pt idx="1124" c:formatCode="yyyy/m/d">
                  <c:v>42587</c:v>
                </c:pt>
                <c:pt idx="1125" c:formatCode="yyyy/m/d">
                  <c:v>42590</c:v>
                </c:pt>
                <c:pt idx="1126" c:formatCode="yyyy/m/d">
                  <c:v>42591</c:v>
                </c:pt>
                <c:pt idx="1127" c:formatCode="yyyy/m/d">
                  <c:v>42592</c:v>
                </c:pt>
                <c:pt idx="1128" c:formatCode="yyyy/m/d">
                  <c:v>42593</c:v>
                </c:pt>
                <c:pt idx="1129" c:formatCode="yyyy/m/d">
                  <c:v>42594</c:v>
                </c:pt>
                <c:pt idx="1130" c:formatCode="yyyy/m/d">
                  <c:v>42597</c:v>
                </c:pt>
                <c:pt idx="1131" c:formatCode="yyyy/m/d">
                  <c:v>42598</c:v>
                </c:pt>
                <c:pt idx="1132" c:formatCode="yyyy/m/d">
                  <c:v>42599</c:v>
                </c:pt>
                <c:pt idx="1133" c:formatCode="yyyy/m/d">
                  <c:v>42600</c:v>
                </c:pt>
                <c:pt idx="1134" c:formatCode="yyyy/m/d">
                  <c:v>42601</c:v>
                </c:pt>
                <c:pt idx="1135" c:formatCode="yyyy/m/d">
                  <c:v>42604</c:v>
                </c:pt>
                <c:pt idx="1136" c:formatCode="yyyy/m/d">
                  <c:v>42605</c:v>
                </c:pt>
                <c:pt idx="1137" c:formatCode="yyyy/m/d">
                  <c:v>42606</c:v>
                </c:pt>
                <c:pt idx="1138" c:formatCode="yyyy/m/d">
                  <c:v>42607</c:v>
                </c:pt>
                <c:pt idx="1139" c:formatCode="yyyy/m/d">
                  <c:v>42608</c:v>
                </c:pt>
                <c:pt idx="1140" c:formatCode="yyyy/m/d">
                  <c:v>42611</c:v>
                </c:pt>
                <c:pt idx="1141" c:formatCode="yyyy/m/d">
                  <c:v>42612</c:v>
                </c:pt>
                <c:pt idx="1142" c:formatCode="yyyy/m/d">
                  <c:v>42613</c:v>
                </c:pt>
                <c:pt idx="1143" c:formatCode="yyyy/m/d">
                  <c:v>42614</c:v>
                </c:pt>
                <c:pt idx="1144" c:formatCode="yyyy/m/d">
                  <c:v>42615</c:v>
                </c:pt>
                <c:pt idx="1145" c:formatCode="yyyy/m/d">
                  <c:v>42619</c:v>
                </c:pt>
                <c:pt idx="1146" c:formatCode="yyyy/m/d">
                  <c:v>42620</c:v>
                </c:pt>
                <c:pt idx="1147" c:formatCode="yyyy/m/d">
                  <c:v>42621</c:v>
                </c:pt>
                <c:pt idx="1148" c:formatCode="yyyy/m/d">
                  <c:v>42622</c:v>
                </c:pt>
                <c:pt idx="1149" c:formatCode="yyyy/m/d">
                  <c:v>42625</c:v>
                </c:pt>
                <c:pt idx="1150" c:formatCode="yyyy/m/d">
                  <c:v>42626</c:v>
                </c:pt>
                <c:pt idx="1151" c:formatCode="yyyy/m/d">
                  <c:v>42627</c:v>
                </c:pt>
                <c:pt idx="1152" c:formatCode="yyyy/m/d">
                  <c:v>42628</c:v>
                </c:pt>
                <c:pt idx="1153" c:formatCode="yyyy/m/d">
                  <c:v>42629</c:v>
                </c:pt>
                <c:pt idx="1154" c:formatCode="yyyy/m/d">
                  <c:v>42632</c:v>
                </c:pt>
                <c:pt idx="1155" c:formatCode="yyyy/m/d">
                  <c:v>42633</c:v>
                </c:pt>
                <c:pt idx="1156" c:formatCode="yyyy/m/d">
                  <c:v>42634</c:v>
                </c:pt>
                <c:pt idx="1157" c:formatCode="yyyy/m/d">
                  <c:v>42635</c:v>
                </c:pt>
                <c:pt idx="1158" c:formatCode="yyyy/m/d">
                  <c:v>42636</c:v>
                </c:pt>
                <c:pt idx="1159" c:formatCode="yyyy/m/d">
                  <c:v>42639</c:v>
                </c:pt>
                <c:pt idx="1160" c:formatCode="yyyy/m/d">
                  <c:v>42640</c:v>
                </c:pt>
                <c:pt idx="1161" c:formatCode="yyyy/m/d">
                  <c:v>42641</c:v>
                </c:pt>
                <c:pt idx="1162" c:formatCode="yyyy/m/d">
                  <c:v>42642</c:v>
                </c:pt>
                <c:pt idx="1163" c:formatCode="yyyy/m/d">
                  <c:v>42643</c:v>
                </c:pt>
                <c:pt idx="1164" c:formatCode="yyyy/m/d">
                  <c:v>42646</c:v>
                </c:pt>
                <c:pt idx="1165" c:formatCode="yyyy/m/d">
                  <c:v>42647</c:v>
                </c:pt>
                <c:pt idx="1166" c:formatCode="yyyy/m/d">
                  <c:v>42648</c:v>
                </c:pt>
                <c:pt idx="1167" c:formatCode="yyyy/m/d">
                  <c:v>42649</c:v>
                </c:pt>
                <c:pt idx="1168" c:formatCode="yyyy/m/d">
                  <c:v>42650</c:v>
                </c:pt>
                <c:pt idx="1169" c:formatCode="yyyy/m/d">
                  <c:v>42653</c:v>
                </c:pt>
                <c:pt idx="1170" c:formatCode="yyyy/m/d">
                  <c:v>42654</c:v>
                </c:pt>
                <c:pt idx="1171" c:formatCode="yyyy/m/d">
                  <c:v>42655</c:v>
                </c:pt>
                <c:pt idx="1172" c:formatCode="yyyy/m/d">
                  <c:v>42656</c:v>
                </c:pt>
                <c:pt idx="1173" c:formatCode="yyyy/m/d">
                  <c:v>42657</c:v>
                </c:pt>
                <c:pt idx="1174" c:formatCode="yyyy/m/d">
                  <c:v>42660</c:v>
                </c:pt>
                <c:pt idx="1175" c:formatCode="yyyy/m/d">
                  <c:v>42661</c:v>
                </c:pt>
                <c:pt idx="1176" c:formatCode="yyyy/m/d">
                  <c:v>42662</c:v>
                </c:pt>
                <c:pt idx="1177" c:formatCode="yyyy/m/d">
                  <c:v>42663</c:v>
                </c:pt>
                <c:pt idx="1178" c:formatCode="yyyy/m/d">
                  <c:v>42664</c:v>
                </c:pt>
                <c:pt idx="1179" c:formatCode="yyyy/m/d">
                  <c:v>42667</c:v>
                </c:pt>
                <c:pt idx="1180" c:formatCode="yyyy/m/d">
                  <c:v>42668</c:v>
                </c:pt>
                <c:pt idx="1181" c:formatCode="yyyy/m/d">
                  <c:v>42669</c:v>
                </c:pt>
                <c:pt idx="1182" c:formatCode="yyyy/m/d">
                  <c:v>42670</c:v>
                </c:pt>
                <c:pt idx="1183" c:formatCode="yyyy/m/d">
                  <c:v>42671</c:v>
                </c:pt>
                <c:pt idx="1184" c:formatCode="yyyy/m/d">
                  <c:v>42674</c:v>
                </c:pt>
                <c:pt idx="1185" c:formatCode="yyyy/m/d">
                  <c:v>42675</c:v>
                </c:pt>
                <c:pt idx="1186" c:formatCode="yyyy/m/d">
                  <c:v>42676</c:v>
                </c:pt>
                <c:pt idx="1187" c:formatCode="yyyy/m/d">
                  <c:v>42677</c:v>
                </c:pt>
                <c:pt idx="1188" c:formatCode="yyyy/m/d">
                  <c:v>42678</c:v>
                </c:pt>
                <c:pt idx="1189" c:formatCode="yyyy/m/d">
                  <c:v>42681</c:v>
                </c:pt>
                <c:pt idx="1190" c:formatCode="yyyy/m/d">
                  <c:v>42682</c:v>
                </c:pt>
                <c:pt idx="1191" c:formatCode="yyyy/m/d">
                  <c:v>42683</c:v>
                </c:pt>
                <c:pt idx="1192" c:formatCode="yyyy/m/d">
                  <c:v>42684</c:v>
                </c:pt>
                <c:pt idx="1193" c:formatCode="yyyy/m/d">
                  <c:v>42685</c:v>
                </c:pt>
                <c:pt idx="1194" c:formatCode="yyyy/m/d">
                  <c:v>42688</c:v>
                </c:pt>
                <c:pt idx="1195" c:formatCode="yyyy/m/d">
                  <c:v>42689</c:v>
                </c:pt>
                <c:pt idx="1196" c:formatCode="yyyy/m/d">
                  <c:v>42690</c:v>
                </c:pt>
                <c:pt idx="1197" c:formatCode="yyyy/m/d">
                  <c:v>42691</c:v>
                </c:pt>
                <c:pt idx="1198" c:formatCode="yyyy/m/d">
                  <c:v>42692</c:v>
                </c:pt>
                <c:pt idx="1199" c:formatCode="yyyy/m/d">
                  <c:v>42695</c:v>
                </c:pt>
                <c:pt idx="1200" c:formatCode="yyyy/m/d">
                  <c:v>42696</c:v>
                </c:pt>
                <c:pt idx="1201" c:formatCode="yyyy/m/d">
                  <c:v>42697</c:v>
                </c:pt>
                <c:pt idx="1202" c:formatCode="yyyy/m/d">
                  <c:v>42702</c:v>
                </c:pt>
                <c:pt idx="1203" c:formatCode="yyyy/m/d">
                  <c:v>42703</c:v>
                </c:pt>
                <c:pt idx="1204" c:formatCode="yyyy/m/d">
                  <c:v>42704</c:v>
                </c:pt>
                <c:pt idx="1205" c:formatCode="yyyy/m/d">
                  <c:v>42705</c:v>
                </c:pt>
                <c:pt idx="1206" c:formatCode="yyyy/m/d">
                  <c:v>42706</c:v>
                </c:pt>
                <c:pt idx="1207" c:formatCode="yyyy/m/d">
                  <c:v>42709</c:v>
                </c:pt>
                <c:pt idx="1208" c:formatCode="yyyy/m/d">
                  <c:v>42710</c:v>
                </c:pt>
                <c:pt idx="1209" c:formatCode="yyyy/m/d">
                  <c:v>42711</c:v>
                </c:pt>
                <c:pt idx="1210" c:formatCode="yyyy/m/d">
                  <c:v>42712</c:v>
                </c:pt>
                <c:pt idx="1211" c:formatCode="yyyy/m/d">
                  <c:v>42713</c:v>
                </c:pt>
                <c:pt idx="1212" c:formatCode="yyyy/m/d">
                  <c:v>42716</c:v>
                </c:pt>
                <c:pt idx="1213" c:formatCode="yyyy/m/d">
                  <c:v>42717</c:v>
                </c:pt>
                <c:pt idx="1214" c:formatCode="yyyy/m/d">
                  <c:v>42718</c:v>
                </c:pt>
                <c:pt idx="1215" c:formatCode="yyyy/m/d">
                  <c:v>42719</c:v>
                </c:pt>
                <c:pt idx="1216" c:formatCode="yyyy/m/d">
                  <c:v>42720</c:v>
                </c:pt>
                <c:pt idx="1217" c:formatCode="yyyy/m/d">
                  <c:v>42723</c:v>
                </c:pt>
                <c:pt idx="1218" c:formatCode="yyyy/m/d">
                  <c:v>42724</c:v>
                </c:pt>
                <c:pt idx="1219" c:formatCode="yyyy/m/d">
                  <c:v>42725</c:v>
                </c:pt>
                <c:pt idx="1220" c:formatCode="yyyy/m/d">
                  <c:v>42726</c:v>
                </c:pt>
                <c:pt idx="1221" c:formatCode="yyyy/m/d">
                  <c:v>42727</c:v>
                </c:pt>
                <c:pt idx="1222" c:formatCode="yyyy/m/d">
                  <c:v>42731</c:v>
                </c:pt>
                <c:pt idx="1223" c:formatCode="yyyy/m/d">
                  <c:v>42732</c:v>
                </c:pt>
                <c:pt idx="1224" c:formatCode="yyyy/m/d">
                  <c:v>42733</c:v>
                </c:pt>
                <c:pt idx="1225" c:formatCode="yyyy/m/d">
                  <c:v>42734</c:v>
                </c:pt>
                <c:pt idx="1226" c:formatCode="yyyy/m/d">
                  <c:v>42738</c:v>
                </c:pt>
                <c:pt idx="1227" c:formatCode="yyyy/m/d">
                  <c:v>42739</c:v>
                </c:pt>
                <c:pt idx="1228" c:formatCode="yyyy/m/d">
                  <c:v>42740</c:v>
                </c:pt>
                <c:pt idx="1229" c:formatCode="yyyy/m/d">
                  <c:v>42741</c:v>
                </c:pt>
                <c:pt idx="1230" c:formatCode="yyyy/m/d">
                  <c:v>42744</c:v>
                </c:pt>
                <c:pt idx="1231" c:formatCode="yyyy/m/d">
                  <c:v>42745</c:v>
                </c:pt>
                <c:pt idx="1232" c:formatCode="yyyy/m/d">
                  <c:v>42746</c:v>
                </c:pt>
                <c:pt idx="1233" c:formatCode="yyyy/m/d">
                  <c:v>42747</c:v>
                </c:pt>
                <c:pt idx="1234" c:formatCode="yyyy/m/d">
                  <c:v>42748</c:v>
                </c:pt>
                <c:pt idx="1235" c:formatCode="yyyy/m/d">
                  <c:v>42752</c:v>
                </c:pt>
                <c:pt idx="1236" c:formatCode="yyyy/m/d">
                  <c:v>42753</c:v>
                </c:pt>
                <c:pt idx="1237" c:formatCode="yyyy/m/d">
                  <c:v>42754</c:v>
                </c:pt>
                <c:pt idx="1238" c:formatCode="yyyy/m/d">
                  <c:v>42755</c:v>
                </c:pt>
                <c:pt idx="1239" c:formatCode="yyyy/m/d">
                  <c:v>42758</c:v>
                </c:pt>
                <c:pt idx="1240" c:formatCode="yyyy/m/d">
                  <c:v>42759</c:v>
                </c:pt>
                <c:pt idx="1241" c:formatCode="yyyy/m/d">
                  <c:v>42760</c:v>
                </c:pt>
                <c:pt idx="1242" c:formatCode="yyyy/m/d">
                  <c:v>42761</c:v>
                </c:pt>
                <c:pt idx="1243" c:formatCode="yyyy/m/d">
                  <c:v>42762</c:v>
                </c:pt>
                <c:pt idx="1244" c:formatCode="yyyy/m/d">
                  <c:v>42765</c:v>
                </c:pt>
                <c:pt idx="1245" c:formatCode="yyyy/m/d">
                  <c:v>42766</c:v>
                </c:pt>
                <c:pt idx="1246" c:formatCode="yyyy/m/d">
                  <c:v>42767</c:v>
                </c:pt>
                <c:pt idx="1247" c:formatCode="yyyy/m/d">
                  <c:v>42768</c:v>
                </c:pt>
                <c:pt idx="1248" c:formatCode="yyyy/m/d">
                  <c:v>42769</c:v>
                </c:pt>
                <c:pt idx="1249" c:formatCode="yyyy/m/d">
                  <c:v>42772</c:v>
                </c:pt>
                <c:pt idx="1250" c:formatCode="yyyy/m/d">
                  <c:v>42773</c:v>
                </c:pt>
                <c:pt idx="1251" c:formatCode="yyyy/m/d">
                  <c:v>42774</c:v>
                </c:pt>
                <c:pt idx="1252" c:formatCode="yyyy/m/d">
                  <c:v>42775</c:v>
                </c:pt>
                <c:pt idx="1253" c:formatCode="yyyy/m/d">
                  <c:v>42776</c:v>
                </c:pt>
                <c:pt idx="1254" c:formatCode="yyyy/m/d">
                  <c:v>42779</c:v>
                </c:pt>
                <c:pt idx="1255" c:formatCode="yyyy/m/d">
                  <c:v>42780</c:v>
                </c:pt>
                <c:pt idx="1256" c:formatCode="yyyy/m/d">
                  <c:v>42781</c:v>
                </c:pt>
                <c:pt idx="1257" c:formatCode="yyyy/m/d">
                  <c:v>42782</c:v>
                </c:pt>
                <c:pt idx="1258" c:formatCode="yyyy/m/d">
                  <c:v>42783</c:v>
                </c:pt>
                <c:pt idx="1259" c:formatCode="yyyy/m/d">
                  <c:v>42787</c:v>
                </c:pt>
                <c:pt idx="1260" c:formatCode="yyyy/m/d">
                  <c:v>42788</c:v>
                </c:pt>
                <c:pt idx="1261" c:formatCode="yyyy/m/d">
                  <c:v>42789</c:v>
                </c:pt>
                <c:pt idx="1262" c:formatCode="yyyy/m/d">
                  <c:v>42790</c:v>
                </c:pt>
                <c:pt idx="1263" c:formatCode="yyyy/m/d">
                  <c:v>42793</c:v>
                </c:pt>
                <c:pt idx="1264" c:formatCode="yyyy/m/d">
                  <c:v>42794</c:v>
                </c:pt>
                <c:pt idx="1265" c:formatCode="yyyy/m/d">
                  <c:v>42795</c:v>
                </c:pt>
                <c:pt idx="1266" c:formatCode="yyyy/m/d">
                  <c:v>42796</c:v>
                </c:pt>
                <c:pt idx="1267" c:formatCode="yyyy/m/d">
                  <c:v>42797</c:v>
                </c:pt>
                <c:pt idx="1268" c:formatCode="yyyy/m/d">
                  <c:v>42800</c:v>
                </c:pt>
                <c:pt idx="1269" c:formatCode="yyyy/m/d">
                  <c:v>42801</c:v>
                </c:pt>
                <c:pt idx="1270" c:formatCode="yyyy/m/d">
                  <c:v>42802</c:v>
                </c:pt>
                <c:pt idx="1271" c:formatCode="yyyy/m/d">
                  <c:v>42803</c:v>
                </c:pt>
                <c:pt idx="1272" c:formatCode="yyyy/m/d">
                  <c:v>42804</c:v>
                </c:pt>
                <c:pt idx="1273" c:formatCode="yyyy/m/d">
                  <c:v>42807</c:v>
                </c:pt>
                <c:pt idx="1274" c:formatCode="yyyy/m/d">
                  <c:v>42808</c:v>
                </c:pt>
                <c:pt idx="1275" c:formatCode="yyyy/m/d">
                  <c:v>42809</c:v>
                </c:pt>
                <c:pt idx="1276" c:formatCode="yyyy/m/d">
                  <c:v>42810</c:v>
                </c:pt>
                <c:pt idx="1277" c:formatCode="yyyy/m/d">
                  <c:v>42811</c:v>
                </c:pt>
                <c:pt idx="1278" c:formatCode="yyyy/m/d">
                  <c:v>42814</c:v>
                </c:pt>
                <c:pt idx="1279" c:formatCode="yyyy/m/d">
                  <c:v>42815</c:v>
                </c:pt>
                <c:pt idx="1280" c:formatCode="yyyy/m/d">
                  <c:v>42816</c:v>
                </c:pt>
                <c:pt idx="1281" c:formatCode="yyyy/m/d">
                  <c:v>42817</c:v>
                </c:pt>
                <c:pt idx="1282" c:formatCode="yyyy/m/d">
                  <c:v>42818</c:v>
                </c:pt>
                <c:pt idx="1283" c:formatCode="yyyy/m/d">
                  <c:v>42821</c:v>
                </c:pt>
                <c:pt idx="1284" c:formatCode="yyyy/m/d">
                  <c:v>42822</c:v>
                </c:pt>
                <c:pt idx="1285" c:formatCode="yyyy/m/d">
                  <c:v>42823</c:v>
                </c:pt>
                <c:pt idx="1286" c:formatCode="yyyy/m/d">
                  <c:v>42824</c:v>
                </c:pt>
                <c:pt idx="1287" c:formatCode="yyyy/m/d">
                  <c:v>42825</c:v>
                </c:pt>
                <c:pt idx="1288" c:formatCode="yyyy/m/d">
                  <c:v>42828</c:v>
                </c:pt>
                <c:pt idx="1289" c:formatCode="yyyy/m/d">
                  <c:v>42829</c:v>
                </c:pt>
                <c:pt idx="1290" c:formatCode="yyyy/m/d">
                  <c:v>42830</c:v>
                </c:pt>
                <c:pt idx="1291" c:formatCode="yyyy/m/d">
                  <c:v>42831</c:v>
                </c:pt>
                <c:pt idx="1292" c:formatCode="yyyy/m/d">
                  <c:v>42832</c:v>
                </c:pt>
                <c:pt idx="1293" c:formatCode="yyyy/m/d">
                  <c:v>42835</c:v>
                </c:pt>
                <c:pt idx="1294" c:formatCode="yyyy/m/d">
                  <c:v>42836</c:v>
                </c:pt>
                <c:pt idx="1295" c:formatCode="yyyy/m/d">
                  <c:v>42837</c:v>
                </c:pt>
                <c:pt idx="1296" c:formatCode="yyyy/m/d">
                  <c:v>42838</c:v>
                </c:pt>
                <c:pt idx="1297" c:formatCode="yyyy/m/d">
                  <c:v>42842</c:v>
                </c:pt>
                <c:pt idx="1298" c:formatCode="yyyy/m/d">
                  <c:v>42843</c:v>
                </c:pt>
                <c:pt idx="1299" c:formatCode="yyyy/m/d">
                  <c:v>42844</c:v>
                </c:pt>
                <c:pt idx="1300" c:formatCode="yyyy/m/d">
                  <c:v>42845</c:v>
                </c:pt>
                <c:pt idx="1301" c:formatCode="yyyy/m/d">
                  <c:v>42846</c:v>
                </c:pt>
                <c:pt idx="1302" c:formatCode="yyyy/m/d">
                  <c:v>42849</c:v>
                </c:pt>
                <c:pt idx="1303" c:formatCode="yyyy/m/d">
                  <c:v>42850</c:v>
                </c:pt>
                <c:pt idx="1304" c:formatCode="yyyy/m/d">
                  <c:v>42851</c:v>
                </c:pt>
                <c:pt idx="1305" c:formatCode="yyyy/m/d">
                  <c:v>42852</c:v>
                </c:pt>
                <c:pt idx="1306" c:formatCode="yyyy/m/d">
                  <c:v>42853</c:v>
                </c:pt>
                <c:pt idx="1307" c:formatCode="yyyy/m/d">
                  <c:v>42856</c:v>
                </c:pt>
                <c:pt idx="1308" c:formatCode="yyyy/m/d">
                  <c:v>42857</c:v>
                </c:pt>
                <c:pt idx="1309" c:formatCode="yyyy/m/d">
                  <c:v>42858</c:v>
                </c:pt>
                <c:pt idx="1310" c:formatCode="yyyy/m/d">
                  <c:v>42859</c:v>
                </c:pt>
                <c:pt idx="1311" c:formatCode="yyyy/m/d">
                  <c:v>42860</c:v>
                </c:pt>
                <c:pt idx="1312" c:formatCode="yyyy/m/d">
                  <c:v>42863</c:v>
                </c:pt>
                <c:pt idx="1313" c:formatCode="yyyy/m/d">
                  <c:v>42864</c:v>
                </c:pt>
                <c:pt idx="1314" c:formatCode="yyyy/m/d">
                  <c:v>42865</c:v>
                </c:pt>
                <c:pt idx="1315" c:formatCode="yyyy/m/d">
                  <c:v>42866</c:v>
                </c:pt>
                <c:pt idx="1316" c:formatCode="yyyy/m/d">
                  <c:v>42867</c:v>
                </c:pt>
                <c:pt idx="1317" c:formatCode="yyyy/m/d">
                  <c:v>42870</c:v>
                </c:pt>
                <c:pt idx="1318" c:formatCode="yyyy/m/d">
                  <c:v>42871</c:v>
                </c:pt>
                <c:pt idx="1319" c:formatCode="yyyy/m/d">
                  <c:v>42872</c:v>
                </c:pt>
                <c:pt idx="1320" c:formatCode="yyyy/m/d">
                  <c:v>42873</c:v>
                </c:pt>
                <c:pt idx="1321" c:formatCode="yyyy/m/d">
                  <c:v>42874</c:v>
                </c:pt>
                <c:pt idx="1322" c:formatCode="yyyy/m/d">
                  <c:v>42877</c:v>
                </c:pt>
                <c:pt idx="1323" c:formatCode="yyyy/m/d">
                  <c:v>42878</c:v>
                </c:pt>
                <c:pt idx="1324" c:formatCode="yyyy/m/d">
                  <c:v>42879</c:v>
                </c:pt>
                <c:pt idx="1325" c:formatCode="yyyy/m/d">
                  <c:v>42880</c:v>
                </c:pt>
                <c:pt idx="1326" c:formatCode="yyyy/m/d">
                  <c:v>42881</c:v>
                </c:pt>
                <c:pt idx="1327" c:formatCode="yyyy/m/d">
                  <c:v>42885</c:v>
                </c:pt>
                <c:pt idx="1328" c:formatCode="yyyy/m/d">
                  <c:v>42886</c:v>
                </c:pt>
                <c:pt idx="1329" c:formatCode="yyyy/m/d">
                  <c:v>42887</c:v>
                </c:pt>
                <c:pt idx="1330" c:formatCode="yyyy/m/d">
                  <c:v>42888</c:v>
                </c:pt>
                <c:pt idx="1331" c:formatCode="yyyy/m/d">
                  <c:v>42891</c:v>
                </c:pt>
                <c:pt idx="1332" c:formatCode="yyyy/m/d">
                  <c:v>42892</c:v>
                </c:pt>
                <c:pt idx="1333" c:formatCode="yyyy/m/d">
                  <c:v>42893</c:v>
                </c:pt>
                <c:pt idx="1334" c:formatCode="yyyy/m/d">
                  <c:v>42894</c:v>
                </c:pt>
                <c:pt idx="1335" c:formatCode="yyyy/m/d">
                  <c:v>42895</c:v>
                </c:pt>
                <c:pt idx="1336" c:formatCode="yyyy/m/d">
                  <c:v>42898</c:v>
                </c:pt>
                <c:pt idx="1337" c:formatCode="yyyy/m/d">
                  <c:v>42899</c:v>
                </c:pt>
                <c:pt idx="1338" c:formatCode="yyyy/m/d">
                  <c:v>42900</c:v>
                </c:pt>
                <c:pt idx="1339" c:formatCode="yyyy/m/d">
                  <c:v>42901</c:v>
                </c:pt>
                <c:pt idx="1340" c:formatCode="yyyy/m/d">
                  <c:v>42902</c:v>
                </c:pt>
                <c:pt idx="1341" c:formatCode="yyyy/m/d">
                  <c:v>42905</c:v>
                </c:pt>
                <c:pt idx="1342" c:formatCode="yyyy/m/d">
                  <c:v>42906</c:v>
                </c:pt>
                <c:pt idx="1343" c:formatCode="yyyy/m/d">
                  <c:v>42907</c:v>
                </c:pt>
                <c:pt idx="1344" c:formatCode="yyyy/m/d">
                  <c:v>42908</c:v>
                </c:pt>
                <c:pt idx="1345" c:formatCode="yyyy/m/d">
                  <c:v>42909</c:v>
                </c:pt>
                <c:pt idx="1346" c:formatCode="yyyy/m/d">
                  <c:v>42912</c:v>
                </c:pt>
                <c:pt idx="1347" c:formatCode="yyyy/m/d">
                  <c:v>42913</c:v>
                </c:pt>
                <c:pt idx="1348" c:formatCode="yyyy/m/d">
                  <c:v>42914</c:v>
                </c:pt>
                <c:pt idx="1349" c:formatCode="yyyy/m/d">
                  <c:v>42915</c:v>
                </c:pt>
                <c:pt idx="1350" c:formatCode="yyyy/m/d">
                  <c:v>42916</c:v>
                </c:pt>
                <c:pt idx="1351" c:formatCode="yyyy/m/d">
                  <c:v>42921</c:v>
                </c:pt>
                <c:pt idx="1352" c:formatCode="yyyy/m/d">
                  <c:v>42922</c:v>
                </c:pt>
                <c:pt idx="1353" c:formatCode="yyyy/m/d">
                  <c:v>42923</c:v>
                </c:pt>
                <c:pt idx="1354" c:formatCode="yyyy/m/d">
                  <c:v>42926</c:v>
                </c:pt>
                <c:pt idx="1355" c:formatCode="yyyy/m/d">
                  <c:v>42927</c:v>
                </c:pt>
                <c:pt idx="1356" c:formatCode="yyyy/m/d">
                  <c:v>42928</c:v>
                </c:pt>
                <c:pt idx="1357" c:formatCode="yyyy/m/d">
                  <c:v>42929</c:v>
                </c:pt>
                <c:pt idx="1358" c:formatCode="yyyy/m/d">
                  <c:v>42930</c:v>
                </c:pt>
                <c:pt idx="1359" c:formatCode="yyyy/m/d">
                  <c:v>42933</c:v>
                </c:pt>
                <c:pt idx="1360" c:formatCode="yyyy/m/d">
                  <c:v>42934</c:v>
                </c:pt>
                <c:pt idx="1361" c:formatCode="yyyy/m/d">
                  <c:v>42935</c:v>
                </c:pt>
                <c:pt idx="1362" c:formatCode="yyyy/m/d">
                  <c:v>42936</c:v>
                </c:pt>
                <c:pt idx="1363" c:formatCode="yyyy/m/d">
                  <c:v>42937</c:v>
                </c:pt>
                <c:pt idx="1364" c:formatCode="yyyy/m/d">
                  <c:v>42940</c:v>
                </c:pt>
                <c:pt idx="1365" c:formatCode="yyyy/m/d">
                  <c:v>42941</c:v>
                </c:pt>
                <c:pt idx="1366" c:formatCode="yyyy/m/d">
                  <c:v>42942</c:v>
                </c:pt>
                <c:pt idx="1367" c:formatCode="yyyy/m/d">
                  <c:v>42943</c:v>
                </c:pt>
                <c:pt idx="1368" c:formatCode="yyyy/m/d">
                  <c:v>42944</c:v>
                </c:pt>
                <c:pt idx="1369" c:formatCode="yyyy/m/d">
                  <c:v>42947</c:v>
                </c:pt>
                <c:pt idx="1370" c:formatCode="yyyy/m/d">
                  <c:v>42948</c:v>
                </c:pt>
                <c:pt idx="1371" c:formatCode="yyyy/m/d">
                  <c:v>42949</c:v>
                </c:pt>
                <c:pt idx="1372" c:formatCode="yyyy/m/d">
                  <c:v>42950</c:v>
                </c:pt>
                <c:pt idx="1373" c:formatCode="yyyy/m/d">
                  <c:v>42951</c:v>
                </c:pt>
                <c:pt idx="1374" c:formatCode="yyyy/m/d">
                  <c:v>42954</c:v>
                </c:pt>
                <c:pt idx="1375" c:formatCode="yyyy/m/d">
                  <c:v>42955</c:v>
                </c:pt>
                <c:pt idx="1376" c:formatCode="yyyy/m/d">
                  <c:v>42956</c:v>
                </c:pt>
                <c:pt idx="1377" c:formatCode="yyyy/m/d">
                  <c:v>42957</c:v>
                </c:pt>
                <c:pt idx="1378" c:formatCode="yyyy/m/d">
                  <c:v>42958</c:v>
                </c:pt>
                <c:pt idx="1379" c:formatCode="yyyy/m/d">
                  <c:v>42961</c:v>
                </c:pt>
                <c:pt idx="1380" c:formatCode="yyyy/m/d">
                  <c:v>42962</c:v>
                </c:pt>
                <c:pt idx="1381" c:formatCode="yyyy/m/d">
                  <c:v>42963</c:v>
                </c:pt>
                <c:pt idx="1382" c:formatCode="yyyy/m/d">
                  <c:v>42964</c:v>
                </c:pt>
                <c:pt idx="1383" c:formatCode="yyyy/m/d">
                  <c:v>42965</c:v>
                </c:pt>
                <c:pt idx="1384" c:formatCode="yyyy/m/d">
                  <c:v>42968</c:v>
                </c:pt>
                <c:pt idx="1385" c:formatCode="yyyy/m/d">
                  <c:v>42969</c:v>
                </c:pt>
                <c:pt idx="1386" c:formatCode="yyyy/m/d">
                  <c:v>42970</c:v>
                </c:pt>
                <c:pt idx="1387" c:formatCode="yyyy/m/d">
                  <c:v>42971</c:v>
                </c:pt>
                <c:pt idx="1388" c:formatCode="yyyy/m/d">
                  <c:v>42972</c:v>
                </c:pt>
                <c:pt idx="1389" c:formatCode="yyyy/m/d">
                  <c:v>42975</c:v>
                </c:pt>
                <c:pt idx="1390" c:formatCode="yyyy/m/d">
                  <c:v>42976</c:v>
                </c:pt>
                <c:pt idx="1391" c:formatCode="yyyy/m/d">
                  <c:v>42977</c:v>
                </c:pt>
                <c:pt idx="1392" c:formatCode="yyyy/m/d">
                  <c:v>42978</c:v>
                </c:pt>
                <c:pt idx="1393" c:formatCode="yyyy/m/d">
                  <c:v>42979</c:v>
                </c:pt>
                <c:pt idx="1394" c:formatCode="yyyy/m/d">
                  <c:v>42983</c:v>
                </c:pt>
                <c:pt idx="1395" c:formatCode="yyyy/m/d">
                  <c:v>42984</c:v>
                </c:pt>
                <c:pt idx="1396" c:formatCode="yyyy/m/d">
                  <c:v>42985</c:v>
                </c:pt>
                <c:pt idx="1397" c:formatCode="yyyy/m/d">
                  <c:v>42986</c:v>
                </c:pt>
                <c:pt idx="1398" c:formatCode="yyyy/m/d">
                  <c:v>42989</c:v>
                </c:pt>
                <c:pt idx="1399" c:formatCode="yyyy/m/d">
                  <c:v>42990</c:v>
                </c:pt>
                <c:pt idx="1400" c:formatCode="yyyy/m/d">
                  <c:v>42991</c:v>
                </c:pt>
                <c:pt idx="1401" c:formatCode="yyyy/m/d">
                  <c:v>42992</c:v>
                </c:pt>
                <c:pt idx="1402" c:formatCode="yyyy/m/d">
                  <c:v>42993</c:v>
                </c:pt>
                <c:pt idx="1403" c:formatCode="yyyy/m/d">
                  <c:v>42996</c:v>
                </c:pt>
                <c:pt idx="1404" c:formatCode="yyyy/m/d">
                  <c:v>42997</c:v>
                </c:pt>
                <c:pt idx="1405" c:formatCode="yyyy/m/d">
                  <c:v>42998</c:v>
                </c:pt>
                <c:pt idx="1406" c:formatCode="yyyy/m/d">
                  <c:v>42999</c:v>
                </c:pt>
                <c:pt idx="1407" c:formatCode="yyyy/m/d">
                  <c:v>43000</c:v>
                </c:pt>
                <c:pt idx="1408" c:formatCode="yyyy/m/d">
                  <c:v>43003</c:v>
                </c:pt>
                <c:pt idx="1409" c:formatCode="yyyy/m/d">
                  <c:v>43004</c:v>
                </c:pt>
                <c:pt idx="1410" c:formatCode="yyyy/m/d">
                  <c:v>43005</c:v>
                </c:pt>
                <c:pt idx="1411" c:formatCode="yyyy/m/d">
                  <c:v>43006</c:v>
                </c:pt>
                <c:pt idx="1412" c:formatCode="yyyy/m/d">
                  <c:v>43007</c:v>
                </c:pt>
                <c:pt idx="1413" c:formatCode="yyyy/m/d">
                  <c:v>43010</c:v>
                </c:pt>
                <c:pt idx="1414" c:formatCode="yyyy/m/d">
                  <c:v>43011</c:v>
                </c:pt>
                <c:pt idx="1415" c:formatCode="yyyy/m/d">
                  <c:v>43012</c:v>
                </c:pt>
                <c:pt idx="1416" c:formatCode="yyyy/m/d">
                  <c:v>43013</c:v>
                </c:pt>
                <c:pt idx="1417" c:formatCode="yyyy/m/d">
                  <c:v>43014</c:v>
                </c:pt>
                <c:pt idx="1418" c:formatCode="yyyy/m/d">
                  <c:v>43017</c:v>
                </c:pt>
                <c:pt idx="1419" c:formatCode="yyyy/m/d">
                  <c:v>43018</c:v>
                </c:pt>
                <c:pt idx="1420" c:formatCode="yyyy/m/d">
                  <c:v>43019</c:v>
                </c:pt>
                <c:pt idx="1421" c:formatCode="yyyy/m/d">
                  <c:v>43020</c:v>
                </c:pt>
                <c:pt idx="1422" c:formatCode="yyyy/m/d">
                  <c:v>43021</c:v>
                </c:pt>
                <c:pt idx="1423" c:formatCode="yyyy/m/d">
                  <c:v>43024</c:v>
                </c:pt>
                <c:pt idx="1424" c:formatCode="yyyy/m/d">
                  <c:v>43025</c:v>
                </c:pt>
                <c:pt idx="1425" c:formatCode="yyyy/m/d">
                  <c:v>43026</c:v>
                </c:pt>
                <c:pt idx="1426" c:formatCode="yyyy/m/d">
                  <c:v>43027</c:v>
                </c:pt>
                <c:pt idx="1427" c:formatCode="yyyy/m/d">
                  <c:v>43028</c:v>
                </c:pt>
                <c:pt idx="1428" c:formatCode="yyyy/m/d">
                  <c:v>43031</c:v>
                </c:pt>
                <c:pt idx="1429" c:formatCode="yyyy/m/d">
                  <c:v>43032</c:v>
                </c:pt>
                <c:pt idx="1430" c:formatCode="yyyy/m/d">
                  <c:v>43033</c:v>
                </c:pt>
                <c:pt idx="1431" c:formatCode="yyyy/m/d">
                  <c:v>43034</c:v>
                </c:pt>
                <c:pt idx="1432" c:formatCode="yyyy/m/d">
                  <c:v>43035</c:v>
                </c:pt>
                <c:pt idx="1433" c:formatCode="yyyy/m/d">
                  <c:v>43038</c:v>
                </c:pt>
                <c:pt idx="1434" c:formatCode="yyyy/m/d">
                  <c:v>43039</c:v>
                </c:pt>
                <c:pt idx="1435" c:formatCode="yyyy/m/d">
                  <c:v>43040</c:v>
                </c:pt>
                <c:pt idx="1436" c:formatCode="yyyy/m/d">
                  <c:v>43041</c:v>
                </c:pt>
                <c:pt idx="1437" c:formatCode="yyyy/m/d">
                  <c:v>43042</c:v>
                </c:pt>
                <c:pt idx="1438" c:formatCode="yyyy/m/d">
                  <c:v>43045</c:v>
                </c:pt>
                <c:pt idx="1439" c:formatCode="yyyy/m/d">
                  <c:v>43046</c:v>
                </c:pt>
                <c:pt idx="1440" c:formatCode="yyyy/m/d">
                  <c:v>43047</c:v>
                </c:pt>
                <c:pt idx="1441" c:formatCode="yyyy/m/d">
                  <c:v>43048</c:v>
                </c:pt>
                <c:pt idx="1442" c:formatCode="yyyy/m/d">
                  <c:v>43049</c:v>
                </c:pt>
                <c:pt idx="1443" c:formatCode="yyyy/m/d">
                  <c:v>43052</c:v>
                </c:pt>
                <c:pt idx="1444" c:formatCode="yyyy/m/d">
                  <c:v>43053</c:v>
                </c:pt>
                <c:pt idx="1445" c:formatCode="yyyy/m/d">
                  <c:v>43054</c:v>
                </c:pt>
                <c:pt idx="1446" c:formatCode="yyyy/m/d">
                  <c:v>43055</c:v>
                </c:pt>
                <c:pt idx="1447" c:formatCode="yyyy/m/d">
                  <c:v>43056</c:v>
                </c:pt>
                <c:pt idx="1448" c:formatCode="yyyy/m/d">
                  <c:v>43059</c:v>
                </c:pt>
                <c:pt idx="1449" c:formatCode="yyyy/m/d">
                  <c:v>43060</c:v>
                </c:pt>
                <c:pt idx="1450" c:formatCode="yyyy/m/d">
                  <c:v>43061</c:v>
                </c:pt>
                <c:pt idx="1451" c:formatCode="yyyy/m/d">
                  <c:v>43066</c:v>
                </c:pt>
                <c:pt idx="1452" c:formatCode="yyyy/m/d">
                  <c:v>43067</c:v>
                </c:pt>
                <c:pt idx="1453" c:formatCode="yyyy/m/d">
                  <c:v>43068</c:v>
                </c:pt>
                <c:pt idx="1454" c:formatCode="yyyy/m/d">
                  <c:v>43069</c:v>
                </c:pt>
                <c:pt idx="1455" c:formatCode="yyyy/m/d">
                  <c:v>43070</c:v>
                </c:pt>
                <c:pt idx="1456" c:formatCode="yyyy/m/d">
                  <c:v>43073</c:v>
                </c:pt>
                <c:pt idx="1457" c:formatCode="yyyy/m/d">
                  <c:v>43074</c:v>
                </c:pt>
                <c:pt idx="1458" c:formatCode="yyyy/m/d">
                  <c:v>43075</c:v>
                </c:pt>
                <c:pt idx="1459" c:formatCode="yyyy/m/d">
                  <c:v>43076</c:v>
                </c:pt>
                <c:pt idx="1460" c:formatCode="yyyy/m/d">
                  <c:v>43077</c:v>
                </c:pt>
                <c:pt idx="1461" c:formatCode="yyyy/m/d">
                  <c:v>43080</c:v>
                </c:pt>
                <c:pt idx="1462" c:formatCode="yyyy/m/d">
                  <c:v>43081</c:v>
                </c:pt>
                <c:pt idx="1463" c:formatCode="yyyy/m/d">
                  <c:v>43082</c:v>
                </c:pt>
                <c:pt idx="1464" c:formatCode="yyyy/m/d">
                  <c:v>43083</c:v>
                </c:pt>
                <c:pt idx="1465" c:formatCode="yyyy/m/d">
                  <c:v>43084</c:v>
                </c:pt>
                <c:pt idx="1466" c:formatCode="yyyy/m/d">
                  <c:v>43087</c:v>
                </c:pt>
                <c:pt idx="1467" c:formatCode="yyyy/m/d">
                  <c:v>43088</c:v>
                </c:pt>
                <c:pt idx="1468" c:formatCode="yyyy/m/d">
                  <c:v>43089</c:v>
                </c:pt>
                <c:pt idx="1469" c:formatCode="yyyy/m/d">
                  <c:v>43090</c:v>
                </c:pt>
                <c:pt idx="1470" c:formatCode="yyyy/m/d">
                  <c:v>43091</c:v>
                </c:pt>
                <c:pt idx="1471" c:formatCode="yyyy/m/d">
                  <c:v>43095</c:v>
                </c:pt>
                <c:pt idx="1472" c:formatCode="yyyy/m/d">
                  <c:v>43096</c:v>
                </c:pt>
                <c:pt idx="1473" c:formatCode="yyyy/m/d">
                  <c:v>43097</c:v>
                </c:pt>
                <c:pt idx="1474" c:formatCode="yyyy/m/d">
                  <c:v>43098</c:v>
                </c:pt>
                <c:pt idx="1475" c:formatCode="yyyy/m/d">
                  <c:v>43102</c:v>
                </c:pt>
                <c:pt idx="1476" c:formatCode="yyyy/m/d">
                  <c:v>43103</c:v>
                </c:pt>
                <c:pt idx="1477" c:formatCode="yyyy/m/d">
                  <c:v>43104</c:v>
                </c:pt>
                <c:pt idx="1478" c:formatCode="yyyy/m/d">
                  <c:v>43105</c:v>
                </c:pt>
                <c:pt idx="1479" c:formatCode="yyyy/m/d">
                  <c:v>43108</c:v>
                </c:pt>
                <c:pt idx="1480" c:formatCode="yyyy/m/d">
                  <c:v>43109</c:v>
                </c:pt>
                <c:pt idx="1481" c:formatCode="yyyy/m/d">
                  <c:v>43110</c:v>
                </c:pt>
                <c:pt idx="1482" c:formatCode="yyyy/m/d">
                  <c:v>43111</c:v>
                </c:pt>
                <c:pt idx="1483" c:formatCode="yyyy/m/d">
                  <c:v>43112</c:v>
                </c:pt>
                <c:pt idx="1484" c:formatCode="yyyy/m/d">
                  <c:v>43116</c:v>
                </c:pt>
                <c:pt idx="1485" c:formatCode="yyyy/m/d">
                  <c:v>43117</c:v>
                </c:pt>
                <c:pt idx="1486" c:formatCode="yyyy/m/d">
                  <c:v>43118</c:v>
                </c:pt>
                <c:pt idx="1487" c:formatCode="yyyy/m/d">
                  <c:v>43119</c:v>
                </c:pt>
                <c:pt idx="1488" c:formatCode="yyyy/m/d">
                  <c:v>43122</c:v>
                </c:pt>
                <c:pt idx="1489" c:formatCode="yyyy/m/d">
                  <c:v>43123</c:v>
                </c:pt>
                <c:pt idx="1490" c:formatCode="yyyy/m/d">
                  <c:v>43124</c:v>
                </c:pt>
                <c:pt idx="1491" c:formatCode="yyyy/m/d">
                  <c:v>43125</c:v>
                </c:pt>
                <c:pt idx="1492" c:formatCode="yyyy/m/d">
                  <c:v>43126</c:v>
                </c:pt>
                <c:pt idx="1493" c:formatCode="yyyy/m/d">
                  <c:v>43129</c:v>
                </c:pt>
                <c:pt idx="1494" c:formatCode="yyyy/m/d">
                  <c:v>43130</c:v>
                </c:pt>
                <c:pt idx="1495" c:formatCode="yyyy/m/d">
                  <c:v>43131</c:v>
                </c:pt>
                <c:pt idx="1496" c:formatCode="yyyy/m/d">
                  <c:v>43132</c:v>
                </c:pt>
                <c:pt idx="1497" c:formatCode="yyyy/m/d">
                  <c:v>43133</c:v>
                </c:pt>
                <c:pt idx="1498" c:formatCode="yyyy/m/d">
                  <c:v>43136</c:v>
                </c:pt>
                <c:pt idx="1499" c:formatCode="yyyy/m/d">
                  <c:v>43137</c:v>
                </c:pt>
                <c:pt idx="1500" c:formatCode="yyyy/m/d">
                  <c:v>43138</c:v>
                </c:pt>
                <c:pt idx="1501" c:formatCode="yyyy/m/d">
                  <c:v>43139</c:v>
                </c:pt>
                <c:pt idx="1502" c:formatCode="yyyy/m/d">
                  <c:v>43140</c:v>
                </c:pt>
                <c:pt idx="1503" c:formatCode="yyyy/m/d">
                  <c:v>43143</c:v>
                </c:pt>
                <c:pt idx="1504" c:formatCode="yyyy/m/d">
                  <c:v>43144</c:v>
                </c:pt>
                <c:pt idx="1505" c:formatCode="yyyy/m/d">
                  <c:v>43145</c:v>
                </c:pt>
                <c:pt idx="1506" c:formatCode="yyyy/m/d">
                  <c:v>43146</c:v>
                </c:pt>
                <c:pt idx="1507" c:formatCode="yyyy/m/d">
                  <c:v>43147</c:v>
                </c:pt>
                <c:pt idx="1508" c:formatCode="yyyy/m/d">
                  <c:v>43151</c:v>
                </c:pt>
                <c:pt idx="1509" c:formatCode="yyyy/m/d">
                  <c:v>43152</c:v>
                </c:pt>
                <c:pt idx="1510" c:formatCode="yyyy/m/d">
                  <c:v>43153</c:v>
                </c:pt>
                <c:pt idx="1511" c:formatCode="yyyy/m/d">
                  <c:v>43154</c:v>
                </c:pt>
                <c:pt idx="1512" c:formatCode="yyyy/m/d">
                  <c:v>43157</c:v>
                </c:pt>
                <c:pt idx="1513" c:formatCode="yyyy/m/d">
                  <c:v>43158</c:v>
                </c:pt>
                <c:pt idx="1514" c:formatCode="yyyy/m/d">
                  <c:v>43159</c:v>
                </c:pt>
                <c:pt idx="1515" c:formatCode="yyyy/m/d">
                  <c:v>43160</c:v>
                </c:pt>
                <c:pt idx="1516" c:formatCode="yyyy/m/d">
                  <c:v>43161</c:v>
                </c:pt>
                <c:pt idx="1517" c:formatCode="yyyy/m/d">
                  <c:v>43164</c:v>
                </c:pt>
                <c:pt idx="1518" c:formatCode="yyyy/m/d">
                  <c:v>43165</c:v>
                </c:pt>
                <c:pt idx="1519" c:formatCode="yyyy/m/d">
                  <c:v>43166</c:v>
                </c:pt>
                <c:pt idx="1520" c:formatCode="yyyy/m/d">
                  <c:v>43167</c:v>
                </c:pt>
                <c:pt idx="1521" c:formatCode="yyyy/m/d">
                  <c:v>43168</c:v>
                </c:pt>
                <c:pt idx="1522" c:formatCode="yyyy/m/d">
                  <c:v>43171</c:v>
                </c:pt>
                <c:pt idx="1523" c:formatCode="yyyy/m/d">
                  <c:v>43172</c:v>
                </c:pt>
                <c:pt idx="1524" c:formatCode="yyyy/m/d">
                  <c:v>43173</c:v>
                </c:pt>
                <c:pt idx="1525" c:formatCode="yyyy/m/d">
                  <c:v>43174</c:v>
                </c:pt>
                <c:pt idx="1526" c:formatCode="yyyy/m/d">
                  <c:v>43175</c:v>
                </c:pt>
                <c:pt idx="1527" c:formatCode="yyyy/m/d">
                  <c:v>43178</c:v>
                </c:pt>
                <c:pt idx="1528" c:formatCode="yyyy/m/d">
                  <c:v>43179</c:v>
                </c:pt>
                <c:pt idx="1529" c:formatCode="yyyy/m/d">
                  <c:v>43180</c:v>
                </c:pt>
                <c:pt idx="1530" c:formatCode="yyyy/m/d">
                  <c:v>43181</c:v>
                </c:pt>
                <c:pt idx="1531" c:formatCode="yyyy/m/d">
                  <c:v>43182</c:v>
                </c:pt>
                <c:pt idx="1532" c:formatCode="yyyy/m/d">
                  <c:v>43185</c:v>
                </c:pt>
                <c:pt idx="1533" c:formatCode="yyyy/m/d">
                  <c:v>43186</c:v>
                </c:pt>
                <c:pt idx="1534" c:formatCode="yyyy/m/d">
                  <c:v>43187</c:v>
                </c:pt>
                <c:pt idx="1535" c:formatCode="yyyy/m/d">
                  <c:v>43188</c:v>
                </c:pt>
                <c:pt idx="1536" c:formatCode="yyyy/m/d">
                  <c:v>43192</c:v>
                </c:pt>
                <c:pt idx="1537" c:formatCode="yyyy/m/d">
                  <c:v>43193</c:v>
                </c:pt>
                <c:pt idx="1538" c:formatCode="yyyy/m/d">
                  <c:v>43194</c:v>
                </c:pt>
                <c:pt idx="1539" c:formatCode="yyyy/m/d">
                  <c:v>43195</c:v>
                </c:pt>
                <c:pt idx="1540" c:formatCode="yyyy/m/d">
                  <c:v>43196</c:v>
                </c:pt>
                <c:pt idx="1541" c:formatCode="yyyy/m/d">
                  <c:v>43199</c:v>
                </c:pt>
                <c:pt idx="1542" c:formatCode="yyyy/m/d">
                  <c:v>43200</c:v>
                </c:pt>
                <c:pt idx="1543" c:formatCode="yyyy/m/d">
                  <c:v>43201</c:v>
                </c:pt>
                <c:pt idx="1544" c:formatCode="yyyy/m/d">
                  <c:v>43202</c:v>
                </c:pt>
                <c:pt idx="1545" c:formatCode="yyyy/m/d">
                  <c:v>43203</c:v>
                </c:pt>
                <c:pt idx="1546" c:formatCode="yyyy/m/d">
                  <c:v>43206</c:v>
                </c:pt>
                <c:pt idx="1547" c:formatCode="yyyy/m/d">
                  <c:v>43207</c:v>
                </c:pt>
                <c:pt idx="1548" c:formatCode="yyyy/m/d">
                  <c:v>43208</c:v>
                </c:pt>
                <c:pt idx="1549" c:formatCode="yyyy/m/d">
                  <c:v>43209</c:v>
                </c:pt>
                <c:pt idx="1550" c:formatCode="yyyy/m/d">
                  <c:v>43210</c:v>
                </c:pt>
                <c:pt idx="1551" c:formatCode="yyyy/m/d">
                  <c:v>43213</c:v>
                </c:pt>
                <c:pt idx="1552" c:formatCode="yyyy/m/d">
                  <c:v>43214</c:v>
                </c:pt>
                <c:pt idx="1553" c:formatCode="yyyy/m/d">
                  <c:v>43215</c:v>
                </c:pt>
                <c:pt idx="1554" c:formatCode="yyyy/m/d">
                  <c:v>43216</c:v>
                </c:pt>
                <c:pt idx="1555" c:formatCode="yyyy/m/d">
                  <c:v>43217</c:v>
                </c:pt>
                <c:pt idx="1556" c:formatCode="yyyy/m/d">
                  <c:v>43220</c:v>
                </c:pt>
                <c:pt idx="1557" c:formatCode="yyyy/m/d">
                  <c:v>43221</c:v>
                </c:pt>
                <c:pt idx="1558" c:formatCode="yyyy/m/d">
                  <c:v>43222</c:v>
                </c:pt>
                <c:pt idx="1559" c:formatCode="yyyy/m/d">
                  <c:v>43223</c:v>
                </c:pt>
                <c:pt idx="1560" c:formatCode="yyyy/m/d">
                  <c:v>43224</c:v>
                </c:pt>
                <c:pt idx="1561" c:formatCode="yyyy/m/d">
                  <c:v>43227</c:v>
                </c:pt>
                <c:pt idx="1562" c:formatCode="yyyy/m/d">
                  <c:v>43228</c:v>
                </c:pt>
                <c:pt idx="1563" c:formatCode="yyyy/m/d">
                  <c:v>43229</c:v>
                </c:pt>
                <c:pt idx="1564" c:formatCode="yyyy/m/d">
                  <c:v>43230</c:v>
                </c:pt>
                <c:pt idx="1565" c:formatCode="yyyy/m/d">
                  <c:v>43231</c:v>
                </c:pt>
                <c:pt idx="1566" c:formatCode="yyyy/m/d">
                  <c:v>43234</c:v>
                </c:pt>
                <c:pt idx="1567" c:formatCode="yyyy/m/d">
                  <c:v>43235</c:v>
                </c:pt>
                <c:pt idx="1568" c:formatCode="yyyy/m/d">
                  <c:v>43236</c:v>
                </c:pt>
                <c:pt idx="1569" c:formatCode="yyyy/m/d">
                  <c:v>43237</c:v>
                </c:pt>
                <c:pt idx="1570" c:formatCode="yyyy/m/d">
                  <c:v>43238</c:v>
                </c:pt>
                <c:pt idx="1571" c:formatCode="yyyy/m/d">
                  <c:v>43241</c:v>
                </c:pt>
                <c:pt idx="1572" c:formatCode="yyyy/m/d">
                  <c:v>43242</c:v>
                </c:pt>
                <c:pt idx="1573" c:formatCode="yyyy/m/d">
                  <c:v>43243</c:v>
                </c:pt>
                <c:pt idx="1574" c:formatCode="yyyy/m/d">
                  <c:v>43244</c:v>
                </c:pt>
                <c:pt idx="1575" c:formatCode="yyyy/m/d">
                  <c:v>43245</c:v>
                </c:pt>
                <c:pt idx="1576" c:formatCode="yyyy/m/d">
                  <c:v>43249</c:v>
                </c:pt>
                <c:pt idx="1577" c:formatCode="yyyy/m/d">
                  <c:v>43250</c:v>
                </c:pt>
                <c:pt idx="1578" c:formatCode="yyyy/m/d">
                  <c:v>43251</c:v>
                </c:pt>
                <c:pt idx="1579" c:formatCode="yyyy/m/d">
                  <c:v>43252</c:v>
                </c:pt>
                <c:pt idx="1580" c:formatCode="yyyy/m/d">
                  <c:v>43255</c:v>
                </c:pt>
                <c:pt idx="1581" c:formatCode="yyyy/m/d">
                  <c:v>43256</c:v>
                </c:pt>
                <c:pt idx="1582" c:formatCode="yyyy/m/d">
                  <c:v>43257</c:v>
                </c:pt>
                <c:pt idx="1583" c:formatCode="yyyy/m/d">
                  <c:v>43258</c:v>
                </c:pt>
                <c:pt idx="1584" c:formatCode="yyyy/m/d">
                  <c:v>43259</c:v>
                </c:pt>
                <c:pt idx="1585" c:formatCode="yyyy/m/d">
                  <c:v>43262</c:v>
                </c:pt>
                <c:pt idx="1586" c:formatCode="yyyy/m/d">
                  <c:v>43263</c:v>
                </c:pt>
                <c:pt idx="1587" c:formatCode="yyyy/m/d">
                  <c:v>43264</c:v>
                </c:pt>
                <c:pt idx="1588" c:formatCode="yyyy/m/d">
                  <c:v>43265</c:v>
                </c:pt>
                <c:pt idx="1589" c:formatCode="yyyy/m/d">
                  <c:v>43266</c:v>
                </c:pt>
                <c:pt idx="1590" c:formatCode="yyyy/m/d">
                  <c:v>43269</c:v>
                </c:pt>
                <c:pt idx="1591" c:formatCode="yyyy/m/d">
                  <c:v>43270</c:v>
                </c:pt>
                <c:pt idx="1592" c:formatCode="yyyy/m/d">
                  <c:v>43271</c:v>
                </c:pt>
                <c:pt idx="1593" c:formatCode="yyyy/m/d">
                  <c:v>43272</c:v>
                </c:pt>
                <c:pt idx="1594" c:formatCode="yyyy/m/d">
                  <c:v>43273</c:v>
                </c:pt>
                <c:pt idx="1595" c:formatCode="yyyy/m/d">
                  <c:v>43276</c:v>
                </c:pt>
                <c:pt idx="1596" c:formatCode="yyyy/m/d">
                  <c:v>43277</c:v>
                </c:pt>
                <c:pt idx="1597" c:formatCode="yyyy/m/d">
                  <c:v>43278</c:v>
                </c:pt>
                <c:pt idx="1598" c:formatCode="yyyy/m/d">
                  <c:v>43279</c:v>
                </c:pt>
                <c:pt idx="1599" c:formatCode="yyyy/m/d">
                  <c:v>43280</c:v>
                </c:pt>
                <c:pt idx="1600" c:formatCode="yyyy/m/d">
                  <c:v>43283</c:v>
                </c:pt>
                <c:pt idx="1601" c:formatCode="yyyy/m/d">
                  <c:v>43286</c:v>
                </c:pt>
                <c:pt idx="1602" c:formatCode="yyyy/m/d">
                  <c:v>43287</c:v>
                </c:pt>
                <c:pt idx="1603" c:formatCode="yyyy/m/d">
                  <c:v>43290</c:v>
                </c:pt>
                <c:pt idx="1604" c:formatCode="yyyy/m/d">
                  <c:v>43291</c:v>
                </c:pt>
                <c:pt idx="1605" c:formatCode="yyyy/m/d">
                  <c:v>43292</c:v>
                </c:pt>
                <c:pt idx="1606" c:formatCode="yyyy/m/d">
                  <c:v>43293</c:v>
                </c:pt>
                <c:pt idx="1607" c:formatCode="yyyy/m/d">
                  <c:v>43294</c:v>
                </c:pt>
                <c:pt idx="1608" c:formatCode="yyyy/m/d">
                  <c:v>43297</c:v>
                </c:pt>
                <c:pt idx="1609" c:formatCode="yyyy/m/d">
                  <c:v>43298</c:v>
                </c:pt>
                <c:pt idx="1610" c:formatCode="yyyy/m/d">
                  <c:v>43299</c:v>
                </c:pt>
                <c:pt idx="1611" c:formatCode="yyyy/m/d">
                  <c:v>43300</c:v>
                </c:pt>
                <c:pt idx="1612" c:formatCode="yyyy/m/d">
                  <c:v>43301</c:v>
                </c:pt>
                <c:pt idx="1613" c:formatCode="yyyy/m/d">
                  <c:v>43304</c:v>
                </c:pt>
                <c:pt idx="1614" c:formatCode="yyyy/m/d">
                  <c:v>43305</c:v>
                </c:pt>
                <c:pt idx="1615" c:formatCode="yyyy/m/d">
                  <c:v>43306</c:v>
                </c:pt>
                <c:pt idx="1616" c:formatCode="yyyy/m/d">
                  <c:v>43307</c:v>
                </c:pt>
                <c:pt idx="1617" c:formatCode="yyyy/m/d">
                  <c:v>43308</c:v>
                </c:pt>
                <c:pt idx="1618" c:formatCode="yyyy/m/d">
                  <c:v>43311</c:v>
                </c:pt>
                <c:pt idx="1619" c:formatCode="yyyy/m/d">
                  <c:v>43312</c:v>
                </c:pt>
                <c:pt idx="1620" c:formatCode="yyyy/m/d">
                  <c:v>43313</c:v>
                </c:pt>
                <c:pt idx="1621" c:formatCode="yyyy/m/d">
                  <c:v>43314</c:v>
                </c:pt>
                <c:pt idx="1622" c:formatCode="yyyy/m/d">
                  <c:v>43315</c:v>
                </c:pt>
                <c:pt idx="1623" c:formatCode="yyyy/m/d">
                  <c:v>43318</c:v>
                </c:pt>
                <c:pt idx="1624" c:formatCode="yyyy/m/d">
                  <c:v>43319</c:v>
                </c:pt>
                <c:pt idx="1625" c:formatCode="yyyy/m/d">
                  <c:v>43320</c:v>
                </c:pt>
                <c:pt idx="1626" c:formatCode="yyyy/m/d">
                  <c:v>43321</c:v>
                </c:pt>
                <c:pt idx="1627" c:formatCode="yyyy/m/d">
                  <c:v>43322</c:v>
                </c:pt>
                <c:pt idx="1628" c:formatCode="yyyy/m/d">
                  <c:v>43325</c:v>
                </c:pt>
                <c:pt idx="1629" c:formatCode="yyyy/m/d">
                  <c:v>43326</c:v>
                </c:pt>
                <c:pt idx="1630" c:formatCode="yyyy/m/d">
                  <c:v>43327</c:v>
                </c:pt>
                <c:pt idx="1631" c:formatCode="yyyy/m/d">
                  <c:v>43328</c:v>
                </c:pt>
                <c:pt idx="1632" c:formatCode="yyyy/m/d">
                  <c:v>43329</c:v>
                </c:pt>
                <c:pt idx="1633" c:formatCode="yyyy/m/d">
                  <c:v>43332</c:v>
                </c:pt>
                <c:pt idx="1634" c:formatCode="yyyy/m/d">
                  <c:v>43333</c:v>
                </c:pt>
                <c:pt idx="1635" c:formatCode="yyyy/m/d">
                  <c:v>43334</c:v>
                </c:pt>
                <c:pt idx="1636" c:formatCode="yyyy/m/d">
                  <c:v>43335</c:v>
                </c:pt>
                <c:pt idx="1637" c:formatCode="yyyy/m/d">
                  <c:v>43336</c:v>
                </c:pt>
                <c:pt idx="1638" c:formatCode="yyyy/m/d">
                  <c:v>43339</c:v>
                </c:pt>
                <c:pt idx="1639" c:formatCode="yyyy/m/d">
                  <c:v>43340</c:v>
                </c:pt>
                <c:pt idx="1640" c:formatCode="yyyy/m/d">
                  <c:v>43341</c:v>
                </c:pt>
                <c:pt idx="1641" c:formatCode="yyyy/m/d">
                  <c:v>43342</c:v>
                </c:pt>
                <c:pt idx="1642" c:formatCode="yyyy/m/d">
                  <c:v>43343</c:v>
                </c:pt>
                <c:pt idx="1643" c:formatCode="yyyy/m/d">
                  <c:v>43347</c:v>
                </c:pt>
                <c:pt idx="1644" c:formatCode="yyyy/m/d">
                  <c:v>43348</c:v>
                </c:pt>
                <c:pt idx="1645" c:formatCode="yyyy/m/d">
                  <c:v>43349</c:v>
                </c:pt>
                <c:pt idx="1646" c:formatCode="yyyy/m/d">
                  <c:v>43350</c:v>
                </c:pt>
                <c:pt idx="1647" c:formatCode="yyyy/m/d">
                  <c:v>43353</c:v>
                </c:pt>
                <c:pt idx="1648" c:formatCode="yyyy/m/d">
                  <c:v>43354</c:v>
                </c:pt>
                <c:pt idx="1649" c:formatCode="yyyy/m/d">
                  <c:v>43355</c:v>
                </c:pt>
                <c:pt idx="1650" c:formatCode="yyyy/m/d">
                  <c:v>43356</c:v>
                </c:pt>
                <c:pt idx="1651" c:formatCode="yyyy/m/d">
                  <c:v>43357</c:v>
                </c:pt>
                <c:pt idx="1652" c:formatCode="yyyy/m/d">
                  <c:v>43360</c:v>
                </c:pt>
                <c:pt idx="1653" c:formatCode="yyyy/m/d">
                  <c:v>43361</c:v>
                </c:pt>
                <c:pt idx="1654" c:formatCode="yyyy/m/d">
                  <c:v>43362</c:v>
                </c:pt>
                <c:pt idx="1655" c:formatCode="yyyy/m/d">
                  <c:v>43363</c:v>
                </c:pt>
                <c:pt idx="1656" c:formatCode="yyyy/m/d">
                  <c:v>43364</c:v>
                </c:pt>
                <c:pt idx="1657" c:formatCode="yyyy/m/d">
                  <c:v>43367</c:v>
                </c:pt>
                <c:pt idx="1658" c:formatCode="yyyy/m/d">
                  <c:v>43368</c:v>
                </c:pt>
                <c:pt idx="1659" c:formatCode="yyyy/m/d">
                  <c:v>43369</c:v>
                </c:pt>
                <c:pt idx="1660" c:formatCode="yyyy/m/d">
                  <c:v>43370</c:v>
                </c:pt>
                <c:pt idx="1661" c:formatCode="yyyy/m/d">
                  <c:v>43371</c:v>
                </c:pt>
                <c:pt idx="1662" c:formatCode="yyyy/m/d">
                  <c:v>43374</c:v>
                </c:pt>
                <c:pt idx="1663" c:formatCode="yyyy/m/d">
                  <c:v>43375</c:v>
                </c:pt>
                <c:pt idx="1664" c:formatCode="yyyy/m/d">
                  <c:v>43376</c:v>
                </c:pt>
                <c:pt idx="1665" c:formatCode="yyyy/m/d">
                  <c:v>43377</c:v>
                </c:pt>
                <c:pt idx="1666" c:formatCode="yyyy/m/d">
                  <c:v>43378</c:v>
                </c:pt>
                <c:pt idx="1667" c:formatCode="yyyy/m/d">
                  <c:v>43381</c:v>
                </c:pt>
                <c:pt idx="1668" c:formatCode="yyyy/m/d">
                  <c:v>43382</c:v>
                </c:pt>
                <c:pt idx="1669" c:formatCode="yyyy/m/d">
                  <c:v>43383</c:v>
                </c:pt>
                <c:pt idx="1670" c:formatCode="yyyy/m/d">
                  <c:v>43384</c:v>
                </c:pt>
                <c:pt idx="1671" c:formatCode="yyyy/m/d">
                  <c:v>43385</c:v>
                </c:pt>
                <c:pt idx="1672" c:formatCode="yyyy/m/d">
                  <c:v>43388</c:v>
                </c:pt>
                <c:pt idx="1673" c:formatCode="yyyy/m/d">
                  <c:v>43389</c:v>
                </c:pt>
                <c:pt idx="1674" c:formatCode="yyyy/m/d">
                  <c:v>43390</c:v>
                </c:pt>
                <c:pt idx="1675" c:formatCode="yyyy/m/d">
                  <c:v>43391</c:v>
                </c:pt>
                <c:pt idx="1676" c:formatCode="yyyy/m/d">
                  <c:v>43392</c:v>
                </c:pt>
                <c:pt idx="1677" c:formatCode="yyyy/m/d">
                  <c:v>43395</c:v>
                </c:pt>
                <c:pt idx="1678" c:formatCode="yyyy/m/d">
                  <c:v>43396</c:v>
                </c:pt>
                <c:pt idx="1679" c:formatCode="yyyy/m/d">
                  <c:v>43397</c:v>
                </c:pt>
                <c:pt idx="1680" c:formatCode="yyyy/m/d">
                  <c:v>43398</c:v>
                </c:pt>
                <c:pt idx="1681" c:formatCode="yyyy/m/d">
                  <c:v>43399</c:v>
                </c:pt>
                <c:pt idx="1682" c:formatCode="yyyy/m/d">
                  <c:v>43402</c:v>
                </c:pt>
                <c:pt idx="1683" c:formatCode="yyyy/m/d">
                  <c:v>43403</c:v>
                </c:pt>
                <c:pt idx="1684" c:formatCode="yyyy/m/d">
                  <c:v>43404</c:v>
                </c:pt>
                <c:pt idx="1685" c:formatCode="yyyy/m/d">
                  <c:v>43405</c:v>
                </c:pt>
                <c:pt idx="1686" c:formatCode="yyyy/m/d">
                  <c:v>43406</c:v>
                </c:pt>
                <c:pt idx="1687" c:formatCode="yyyy/m/d">
                  <c:v>43409</c:v>
                </c:pt>
                <c:pt idx="1688" c:formatCode="yyyy/m/d">
                  <c:v>43410</c:v>
                </c:pt>
                <c:pt idx="1689" c:formatCode="yyyy/m/d">
                  <c:v>43411</c:v>
                </c:pt>
                <c:pt idx="1690" c:formatCode="yyyy/m/d">
                  <c:v>43412</c:v>
                </c:pt>
                <c:pt idx="1691" c:formatCode="yyyy/m/d">
                  <c:v>43413</c:v>
                </c:pt>
                <c:pt idx="1692" c:formatCode="yyyy/m/d">
                  <c:v>43416</c:v>
                </c:pt>
                <c:pt idx="1693" c:formatCode="yyyy/m/d">
                  <c:v>43417</c:v>
                </c:pt>
                <c:pt idx="1694" c:formatCode="yyyy/m/d">
                  <c:v>43418</c:v>
                </c:pt>
                <c:pt idx="1695" c:formatCode="yyyy/m/d">
                  <c:v>43419</c:v>
                </c:pt>
                <c:pt idx="1696" c:formatCode="yyyy/m/d">
                  <c:v>43420</c:v>
                </c:pt>
                <c:pt idx="1697" c:formatCode="yyyy/m/d">
                  <c:v>43423</c:v>
                </c:pt>
                <c:pt idx="1698" c:formatCode="yyyy/m/d">
                  <c:v>43424</c:v>
                </c:pt>
                <c:pt idx="1699" c:formatCode="yyyy/m/d">
                  <c:v>43425</c:v>
                </c:pt>
                <c:pt idx="1700" c:formatCode="yyyy/m/d">
                  <c:v>43430</c:v>
                </c:pt>
                <c:pt idx="1701" c:formatCode="yyyy/m/d">
                  <c:v>43431</c:v>
                </c:pt>
                <c:pt idx="1702" c:formatCode="yyyy/m/d">
                  <c:v>43432</c:v>
                </c:pt>
                <c:pt idx="1703" c:formatCode="yyyy/m/d">
                  <c:v>43433</c:v>
                </c:pt>
                <c:pt idx="1704" c:formatCode="yyyy/m/d">
                  <c:v>43434</c:v>
                </c:pt>
                <c:pt idx="1705" c:formatCode="yyyy/m/d">
                  <c:v>43437</c:v>
                </c:pt>
                <c:pt idx="1706" c:formatCode="yyyy/m/d">
                  <c:v>43438</c:v>
                </c:pt>
                <c:pt idx="1707" c:formatCode="yyyy/m/d">
                  <c:v>43440</c:v>
                </c:pt>
                <c:pt idx="1708" c:formatCode="yyyy/m/d">
                  <c:v>43441</c:v>
                </c:pt>
                <c:pt idx="1709" c:formatCode="yyyy/m/d">
                  <c:v>43444</c:v>
                </c:pt>
                <c:pt idx="1710" c:formatCode="yyyy/m/d">
                  <c:v>43445</c:v>
                </c:pt>
                <c:pt idx="1711" c:formatCode="yyyy/m/d">
                  <c:v>43446</c:v>
                </c:pt>
                <c:pt idx="1712" c:formatCode="yyyy/m/d">
                  <c:v>43447</c:v>
                </c:pt>
                <c:pt idx="1713" c:formatCode="yyyy/m/d">
                  <c:v>43448</c:v>
                </c:pt>
                <c:pt idx="1714" c:formatCode="yyyy/m/d">
                  <c:v>43451</c:v>
                </c:pt>
                <c:pt idx="1715" c:formatCode="yyyy/m/d">
                  <c:v>43452</c:v>
                </c:pt>
                <c:pt idx="1716" c:formatCode="yyyy/m/d">
                  <c:v>43453</c:v>
                </c:pt>
                <c:pt idx="1717" c:formatCode="yyyy/m/d">
                  <c:v>43454</c:v>
                </c:pt>
                <c:pt idx="1718" c:formatCode="yyyy/m/d">
                  <c:v>43455</c:v>
                </c:pt>
                <c:pt idx="1719" c:formatCode="yyyy/m/d">
                  <c:v>43460</c:v>
                </c:pt>
                <c:pt idx="1720" c:formatCode="yyyy/m/d">
                  <c:v>43461</c:v>
                </c:pt>
                <c:pt idx="1721" c:formatCode="yyyy/m/d">
                  <c:v>43462</c:v>
                </c:pt>
                <c:pt idx="1722" c:formatCode="yyyy/m/d">
                  <c:v>43465</c:v>
                </c:pt>
                <c:pt idx="1723" c:formatCode="yyyy/m/d">
                  <c:v>43467</c:v>
                </c:pt>
                <c:pt idx="1724" c:formatCode="yyyy/m/d">
                  <c:v>43468</c:v>
                </c:pt>
                <c:pt idx="1725" c:formatCode="yyyy/m/d">
                  <c:v>43469</c:v>
                </c:pt>
                <c:pt idx="1726" c:formatCode="yyyy/m/d">
                  <c:v>43472</c:v>
                </c:pt>
                <c:pt idx="1727" c:formatCode="yyyy/m/d">
                  <c:v>43473</c:v>
                </c:pt>
                <c:pt idx="1728" c:formatCode="yyyy/m/d">
                  <c:v>43474</c:v>
                </c:pt>
                <c:pt idx="1729" c:formatCode="yyyy/m/d">
                  <c:v>43475</c:v>
                </c:pt>
                <c:pt idx="1730" c:formatCode="yyyy/m/d">
                  <c:v>43476</c:v>
                </c:pt>
                <c:pt idx="1731" c:formatCode="yyyy/m/d">
                  <c:v>43479</c:v>
                </c:pt>
                <c:pt idx="1732" c:formatCode="yyyy/m/d">
                  <c:v>43480</c:v>
                </c:pt>
                <c:pt idx="1733" c:formatCode="yyyy/m/d">
                  <c:v>43481</c:v>
                </c:pt>
                <c:pt idx="1734" c:formatCode="yyyy/m/d">
                  <c:v>43482</c:v>
                </c:pt>
                <c:pt idx="1735" c:formatCode="yyyy/m/d">
                  <c:v>43483</c:v>
                </c:pt>
                <c:pt idx="1736" c:formatCode="yyyy/m/d">
                  <c:v>43487</c:v>
                </c:pt>
                <c:pt idx="1737" c:formatCode="yyyy/m/d">
                  <c:v>43488</c:v>
                </c:pt>
                <c:pt idx="1738" c:formatCode="yyyy/m/d">
                  <c:v>43489</c:v>
                </c:pt>
                <c:pt idx="1739" c:formatCode="yyyy/m/d">
                  <c:v>43490</c:v>
                </c:pt>
                <c:pt idx="1740" c:formatCode="yyyy/m/d">
                  <c:v>43493</c:v>
                </c:pt>
                <c:pt idx="1741" c:formatCode="yyyy/m/d">
                  <c:v>43494</c:v>
                </c:pt>
                <c:pt idx="1742" c:formatCode="yyyy/m/d">
                  <c:v>43495</c:v>
                </c:pt>
                <c:pt idx="1743" c:formatCode="yyyy/m/d">
                  <c:v>43496</c:v>
                </c:pt>
                <c:pt idx="1744" c:formatCode="yyyy/m/d">
                  <c:v>43497</c:v>
                </c:pt>
                <c:pt idx="1745" c:formatCode="yyyy/m/d">
                  <c:v>43500</c:v>
                </c:pt>
                <c:pt idx="1746" c:formatCode="yyyy/m/d">
                  <c:v>43501</c:v>
                </c:pt>
                <c:pt idx="1747" c:formatCode="yyyy/m/d">
                  <c:v>43502</c:v>
                </c:pt>
                <c:pt idx="1748" c:formatCode="yyyy/m/d">
                  <c:v>43503</c:v>
                </c:pt>
                <c:pt idx="1749" c:formatCode="yyyy/m/d">
                  <c:v>43504</c:v>
                </c:pt>
                <c:pt idx="1750" c:formatCode="yyyy/m/d">
                  <c:v>43507</c:v>
                </c:pt>
                <c:pt idx="1751" c:formatCode="yyyy/m/d">
                  <c:v>43508</c:v>
                </c:pt>
                <c:pt idx="1752" c:formatCode="yyyy/m/d">
                  <c:v>43509</c:v>
                </c:pt>
                <c:pt idx="1753" c:formatCode="yyyy/m/d">
                  <c:v>43510</c:v>
                </c:pt>
                <c:pt idx="1754" c:formatCode="yyyy/m/d">
                  <c:v>43511</c:v>
                </c:pt>
                <c:pt idx="1755" c:formatCode="yyyy/m/d">
                  <c:v>43515</c:v>
                </c:pt>
                <c:pt idx="1756" c:formatCode="yyyy/m/d">
                  <c:v>43516</c:v>
                </c:pt>
                <c:pt idx="1757" c:formatCode="yyyy/m/d">
                  <c:v>43517</c:v>
                </c:pt>
                <c:pt idx="1758" c:formatCode="yyyy/m/d">
                  <c:v>43518</c:v>
                </c:pt>
                <c:pt idx="1759" c:formatCode="yyyy/m/d">
                  <c:v>43521</c:v>
                </c:pt>
                <c:pt idx="1760" c:formatCode="yyyy/m/d">
                  <c:v>43522</c:v>
                </c:pt>
                <c:pt idx="1761" c:formatCode="yyyy/m/d">
                  <c:v>43523</c:v>
                </c:pt>
                <c:pt idx="1762" c:formatCode="yyyy/m/d">
                  <c:v>43524</c:v>
                </c:pt>
                <c:pt idx="1763" c:formatCode="yyyy/m/d">
                  <c:v>43525</c:v>
                </c:pt>
                <c:pt idx="1764" c:formatCode="yyyy/m/d">
                  <c:v>43528</c:v>
                </c:pt>
                <c:pt idx="1765" c:formatCode="yyyy/m/d">
                  <c:v>43529</c:v>
                </c:pt>
                <c:pt idx="1766" c:formatCode="yyyy/m/d">
                  <c:v>43530</c:v>
                </c:pt>
                <c:pt idx="1767" c:formatCode="yyyy/m/d">
                  <c:v>43531</c:v>
                </c:pt>
                <c:pt idx="1768" c:formatCode="yyyy/m/d">
                  <c:v>43532</c:v>
                </c:pt>
                <c:pt idx="1769" c:formatCode="yyyy/m/d">
                  <c:v>43535</c:v>
                </c:pt>
                <c:pt idx="1770" c:formatCode="yyyy/m/d">
                  <c:v>43536</c:v>
                </c:pt>
                <c:pt idx="1771" c:formatCode="yyyy/m/d">
                  <c:v>43537</c:v>
                </c:pt>
                <c:pt idx="1772" c:formatCode="yyyy/m/d">
                  <c:v>43538</c:v>
                </c:pt>
                <c:pt idx="1773" c:formatCode="yyyy/m/d">
                  <c:v>43539</c:v>
                </c:pt>
                <c:pt idx="1774" c:formatCode="yyyy/m/d">
                  <c:v>43542</c:v>
                </c:pt>
                <c:pt idx="1775" c:formatCode="yyyy/m/d">
                  <c:v>43543</c:v>
                </c:pt>
                <c:pt idx="1776" c:formatCode="yyyy/m/d">
                  <c:v>43544</c:v>
                </c:pt>
                <c:pt idx="1777" c:formatCode="yyyy/m/d">
                  <c:v>43545</c:v>
                </c:pt>
                <c:pt idx="1778" c:formatCode="yyyy/m/d">
                  <c:v>43546</c:v>
                </c:pt>
                <c:pt idx="1779" c:formatCode="yyyy/m/d">
                  <c:v>43549</c:v>
                </c:pt>
                <c:pt idx="1780" c:formatCode="yyyy/m/d">
                  <c:v>43550</c:v>
                </c:pt>
                <c:pt idx="1781" c:formatCode="yyyy/m/d">
                  <c:v>43551</c:v>
                </c:pt>
                <c:pt idx="1782" c:formatCode="yyyy/m/d">
                  <c:v>43552</c:v>
                </c:pt>
                <c:pt idx="1783" c:formatCode="yyyy/m/d">
                  <c:v>43553</c:v>
                </c:pt>
                <c:pt idx="1784" c:formatCode="yyyy/m/d">
                  <c:v>43556</c:v>
                </c:pt>
                <c:pt idx="1785" c:formatCode="yyyy/m/d">
                  <c:v>43557</c:v>
                </c:pt>
                <c:pt idx="1786" c:formatCode="yyyy/m/d">
                  <c:v>43558</c:v>
                </c:pt>
                <c:pt idx="1787" c:formatCode="yyyy/m/d">
                  <c:v>43559</c:v>
                </c:pt>
                <c:pt idx="1788" c:formatCode="yyyy/m/d">
                  <c:v>43560</c:v>
                </c:pt>
                <c:pt idx="1789" c:formatCode="yyyy/m/d">
                  <c:v>43563</c:v>
                </c:pt>
                <c:pt idx="1790" c:formatCode="yyyy/m/d">
                  <c:v>43564</c:v>
                </c:pt>
                <c:pt idx="1791" c:formatCode="yyyy/m/d">
                  <c:v>43565</c:v>
                </c:pt>
                <c:pt idx="1792" c:formatCode="yyyy/m/d">
                  <c:v>43566</c:v>
                </c:pt>
                <c:pt idx="1793" c:formatCode="yyyy/m/d">
                  <c:v>43567</c:v>
                </c:pt>
                <c:pt idx="1794" c:formatCode="yyyy/m/d">
                  <c:v>43570</c:v>
                </c:pt>
                <c:pt idx="1795" c:formatCode="yyyy/m/d">
                  <c:v>43571</c:v>
                </c:pt>
                <c:pt idx="1796" c:formatCode="yyyy/m/d">
                  <c:v>43572</c:v>
                </c:pt>
                <c:pt idx="1797" c:formatCode="yyyy/m/d">
                  <c:v>43573</c:v>
                </c:pt>
                <c:pt idx="1798" c:formatCode="yyyy/m/d">
                  <c:v>43577</c:v>
                </c:pt>
                <c:pt idx="1799" c:formatCode="yyyy/m/d">
                  <c:v>43578</c:v>
                </c:pt>
                <c:pt idx="1800" c:formatCode="yyyy/m/d">
                  <c:v>43579</c:v>
                </c:pt>
                <c:pt idx="1801" c:formatCode="yyyy/m/d">
                  <c:v>43580</c:v>
                </c:pt>
                <c:pt idx="1802" c:formatCode="yyyy/m/d">
                  <c:v>43581</c:v>
                </c:pt>
                <c:pt idx="1803" c:formatCode="yyyy/m/d">
                  <c:v>43584</c:v>
                </c:pt>
                <c:pt idx="1804" c:formatCode="yyyy/m/d">
                  <c:v>43585</c:v>
                </c:pt>
                <c:pt idx="1805" c:formatCode="yyyy/m/d">
                  <c:v>43586</c:v>
                </c:pt>
                <c:pt idx="1806" c:formatCode="yyyy/m/d">
                  <c:v>43587</c:v>
                </c:pt>
                <c:pt idx="1807" c:formatCode="yyyy/m/d">
                  <c:v>43588</c:v>
                </c:pt>
                <c:pt idx="1808" c:formatCode="yyyy/m/d">
                  <c:v>43591</c:v>
                </c:pt>
                <c:pt idx="1809" c:formatCode="yyyy/m/d">
                  <c:v>43592</c:v>
                </c:pt>
                <c:pt idx="1810" c:formatCode="yyyy/m/d">
                  <c:v>43593</c:v>
                </c:pt>
                <c:pt idx="1811" c:formatCode="yyyy/m/d">
                  <c:v>43594</c:v>
                </c:pt>
                <c:pt idx="1812" c:formatCode="yyyy/m/d">
                  <c:v>43595</c:v>
                </c:pt>
                <c:pt idx="1813" c:formatCode="yyyy/m/d">
                  <c:v>43598</c:v>
                </c:pt>
                <c:pt idx="1814" c:formatCode="yyyy/m/d">
                  <c:v>43599</c:v>
                </c:pt>
                <c:pt idx="1815" c:formatCode="yyyy/m/d">
                  <c:v>43600</c:v>
                </c:pt>
                <c:pt idx="1816" c:formatCode="yyyy/m/d">
                  <c:v>43601</c:v>
                </c:pt>
                <c:pt idx="1817" c:formatCode="yyyy/m/d">
                  <c:v>43602</c:v>
                </c:pt>
                <c:pt idx="1818" c:formatCode="yyyy/m/d">
                  <c:v>43605</c:v>
                </c:pt>
                <c:pt idx="1819" c:formatCode="yyyy/m/d">
                  <c:v>43606</c:v>
                </c:pt>
                <c:pt idx="1820" c:formatCode="yyyy/m/d">
                  <c:v>43607</c:v>
                </c:pt>
                <c:pt idx="1821" c:formatCode="yyyy/m/d">
                  <c:v>43608</c:v>
                </c:pt>
                <c:pt idx="1822" c:formatCode="yyyy/m/d">
                  <c:v>43609</c:v>
                </c:pt>
                <c:pt idx="1823" c:formatCode="yyyy/m/d">
                  <c:v>43613</c:v>
                </c:pt>
                <c:pt idx="1824" c:formatCode="yyyy/m/d">
                  <c:v>43614</c:v>
                </c:pt>
                <c:pt idx="1825" c:formatCode="yyyy/m/d">
                  <c:v>43615</c:v>
                </c:pt>
                <c:pt idx="1826" c:formatCode="yyyy/m/d">
                  <c:v>43616</c:v>
                </c:pt>
                <c:pt idx="1827" c:formatCode="yyyy/m/d">
                  <c:v>43619</c:v>
                </c:pt>
                <c:pt idx="1828" c:formatCode="yyyy/m/d">
                  <c:v>43620</c:v>
                </c:pt>
                <c:pt idx="1829" c:formatCode="yyyy/m/d">
                  <c:v>43621</c:v>
                </c:pt>
                <c:pt idx="1830" c:formatCode="yyyy/m/d">
                  <c:v>43622</c:v>
                </c:pt>
                <c:pt idx="1831" c:formatCode="yyyy/m/d">
                  <c:v>43623</c:v>
                </c:pt>
                <c:pt idx="1832" c:formatCode="yyyy/m/d">
                  <c:v>43626</c:v>
                </c:pt>
                <c:pt idx="1833" c:formatCode="yyyy/m/d">
                  <c:v>43627</c:v>
                </c:pt>
                <c:pt idx="1834" c:formatCode="yyyy/m/d">
                  <c:v>43628</c:v>
                </c:pt>
                <c:pt idx="1835" c:formatCode="yyyy/m/d">
                  <c:v>43629</c:v>
                </c:pt>
                <c:pt idx="1836" c:formatCode="yyyy/m/d">
                  <c:v>43630</c:v>
                </c:pt>
                <c:pt idx="1837" c:formatCode="yyyy/m/d">
                  <c:v>43633</c:v>
                </c:pt>
                <c:pt idx="1838" c:formatCode="yyyy/m/d">
                  <c:v>43634</c:v>
                </c:pt>
                <c:pt idx="1839" c:formatCode="yyyy/m/d">
                  <c:v>43635</c:v>
                </c:pt>
                <c:pt idx="1840" c:formatCode="yyyy/m/d">
                  <c:v>43636</c:v>
                </c:pt>
                <c:pt idx="1841" c:formatCode="yyyy/m/d">
                  <c:v>43637</c:v>
                </c:pt>
                <c:pt idx="1842" c:formatCode="yyyy/m/d">
                  <c:v>43640</c:v>
                </c:pt>
                <c:pt idx="1843" c:formatCode="yyyy/m/d">
                  <c:v>43641</c:v>
                </c:pt>
                <c:pt idx="1844" c:formatCode="yyyy/m/d">
                  <c:v>43642</c:v>
                </c:pt>
                <c:pt idx="1845" c:formatCode="yyyy/m/d">
                  <c:v>43643</c:v>
                </c:pt>
                <c:pt idx="1846" c:formatCode="yyyy/m/d">
                  <c:v>43644</c:v>
                </c:pt>
                <c:pt idx="1847" c:formatCode="yyyy/m/d">
                  <c:v>43647</c:v>
                </c:pt>
                <c:pt idx="1848" c:formatCode="yyyy/m/d">
                  <c:v>43648</c:v>
                </c:pt>
                <c:pt idx="1849" c:formatCode="yyyy/m/d">
                  <c:v>43651</c:v>
                </c:pt>
                <c:pt idx="1850" c:formatCode="yyyy/m/d">
                  <c:v>43654</c:v>
                </c:pt>
                <c:pt idx="1851" c:formatCode="yyyy/m/d">
                  <c:v>43655</c:v>
                </c:pt>
                <c:pt idx="1852" c:formatCode="yyyy/m/d">
                  <c:v>43656</c:v>
                </c:pt>
                <c:pt idx="1853" c:formatCode="yyyy/m/d">
                  <c:v>43657</c:v>
                </c:pt>
                <c:pt idx="1854" c:formatCode="yyyy/m/d">
                  <c:v>43658</c:v>
                </c:pt>
                <c:pt idx="1855" c:formatCode="yyyy/m/d">
                  <c:v>43661</c:v>
                </c:pt>
                <c:pt idx="1856" c:formatCode="yyyy/m/d">
                  <c:v>43662</c:v>
                </c:pt>
                <c:pt idx="1857" c:formatCode="yyyy/m/d">
                  <c:v>43663</c:v>
                </c:pt>
                <c:pt idx="1858" c:formatCode="yyyy/m/d">
                  <c:v>43664</c:v>
                </c:pt>
                <c:pt idx="1859" c:formatCode="yyyy/m/d">
                  <c:v>43665</c:v>
                </c:pt>
                <c:pt idx="1860" c:formatCode="yyyy/m/d">
                  <c:v>43668</c:v>
                </c:pt>
                <c:pt idx="1861" c:formatCode="yyyy/m/d">
                  <c:v>43669</c:v>
                </c:pt>
                <c:pt idx="1862" c:formatCode="yyyy/m/d">
                  <c:v>43670</c:v>
                </c:pt>
                <c:pt idx="1863" c:formatCode="yyyy/m/d">
                  <c:v>43671</c:v>
                </c:pt>
                <c:pt idx="1864" c:formatCode="yyyy/m/d">
                  <c:v>43672</c:v>
                </c:pt>
                <c:pt idx="1865" c:formatCode="yyyy/m/d">
                  <c:v>43675</c:v>
                </c:pt>
                <c:pt idx="1866" c:formatCode="yyyy/m/d">
                  <c:v>43676</c:v>
                </c:pt>
                <c:pt idx="1867" c:formatCode="yyyy/m/d">
                  <c:v>43677</c:v>
                </c:pt>
                <c:pt idx="1868" c:formatCode="yyyy/m/d">
                  <c:v>43678</c:v>
                </c:pt>
                <c:pt idx="1869" c:formatCode="yyyy/m/d">
                  <c:v>43679</c:v>
                </c:pt>
                <c:pt idx="1870" c:formatCode="yyyy/m/d">
                  <c:v>43682</c:v>
                </c:pt>
                <c:pt idx="1871" c:formatCode="yyyy/m/d">
                  <c:v>43683</c:v>
                </c:pt>
                <c:pt idx="1872" c:formatCode="yyyy/m/d">
                  <c:v>43684</c:v>
                </c:pt>
                <c:pt idx="1873" c:formatCode="yyyy/m/d">
                  <c:v>43685</c:v>
                </c:pt>
                <c:pt idx="1874" c:formatCode="yyyy/m/d">
                  <c:v>43686</c:v>
                </c:pt>
                <c:pt idx="1875" c:formatCode="yyyy/m/d">
                  <c:v>43689</c:v>
                </c:pt>
                <c:pt idx="1876" c:formatCode="yyyy/m/d">
                  <c:v>43690</c:v>
                </c:pt>
                <c:pt idx="1877" c:formatCode="yyyy/m/d">
                  <c:v>43691</c:v>
                </c:pt>
                <c:pt idx="1878" c:formatCode="yyyy/m/d">
                  <c:v>43692</c:v>
                </c:pt>
                <c:pt idx="1879" c:formatCode="yyyy/m/d">
                  <c:v>43693</c:v>
                </c:pt>
                <c:pt idx="1880" c:formatCode="yyyy/m/d">
                  <c:v>43696</c:v>
                </c:pt>
                <c:pt idx="1881" c:formatCode="yyyy/m/d">
                  <c:v>43697</c:v>
                </c:pt>
                <c:pt idx="1882" c:formatCode="yyyy/m/d">
                  <c:v>43698</c:v>
                </c:pt>
                <c:pt idx="1883" c:formatCode="yyyy/m/d">
                  <c:v>43699</c:v>
                </c:pt>
                <c:pt idx="1884" c:formatCode="yyyy/m/d">
                  <c:v>43700</c:v>
                </c:pt>
                <c:pt idx="1885" c:formatCode="yyyy/m/d">
                  <c:v>43703</c:v>
                </c:pt>
                <c:pt idx="1886" c:formatCode="yyyy/m/d">
                  <c:v>43704</c:v>
                </c:pt>
                <c:pt idx="1887" c:formatCode="yyyy/m/d">
                  <c:v>43705</c:v>
                </c:pt>
                <c:pt idx="1888" c:formatCode="yyyy/m/d">
                  <c:v>43706</c:v>
                </c:pt>
                <c:pt idx="1889" c:formatCode="yyyy/m/d">
                  <c:v>43707</c:v>
                </c:pt>
                <c:pt idx="1890" c:formatCode="yyyy/m/d">
                  <c:v>43711</c:v>
                </c:pt>
                <c:pt idx="1891" c:formatCode="yyyy/m/d">
                  <c:v>43712</c:v>
                </c:pt>
                <c:pt idx="1892" c:formatCode="yyyy/m/d">
                  <c:v>43713</c:v>
                </c:pt>
                <c:pt idx="1893" c:formatCode="yyyy/m/d">
                  <c:v>43714</c:v>
                </c:pt>
                <c:pt idx="1894" c:formatCode="yyyy/m/d">
                  <c:v>43717</c:v>
                </c:pt>
                <c:pt idx="1895" c:formatCode="yyyy/m/d">
                  <c:v>43718</c:v>
                </c:pt>
                <c:pt idx="1896" c:formatCode="yyyy/m/d">
                  <c:v>43719</c:v>
                </c:pt>
                <c:pt idx="1897" c:formatCode="yyyy/m/d">
                  <c:v>43720</c:v>
                </c:pt>
                <c:pt idx="1898" c:formatCode="yyyy/m/d">
                  <c:v>43721</c:v>
                </c:pt>
                <c:pt idx="1899" c:formatCode="yyyy/m/d">
                  <c:v>43724</c:v>
                </c:pt>
                <c:pt idx="1900" c:formatCode="yyyy/m/d">
                  <c:v>43725</c:v>
                </c:pt>
                <c:pt idx="1901" c:formatCode="yyyy/m/d">
                  <c:v>43726</c:v>
                </c:pt>
                <c:pt idx="1902" c:formatCode="yyyy/m/d">
                  <c:v>43727</c:v>
                </c:pt>
                <c:pt idx="1903" c:formatCode="yyyy/m/d">
                  <c:v>43728</c:v>
                </c:pt>
                <c:pt idx="1904" c:formatCode="yyyy/m/d">
                  <c:v>43731</c:v>
                </c:pt>
                <c:pt idx="1905" c:formatCode="yyyy/m/d">
                  <c:v>43732</c:v>
                </c:pt>
                <c:pt idx="1906" c:formatCode="yyyy/m/d">
                  <c:v>43733</c:v>
                </c:pt>
                <c:pt idx="1907" c:formatCode="yyyy/m/d">
                  <c:v>43734</c:v>
                </c:pt>
                <c:pt idx="1908" c:formatCode="yyyy/m/d">
                  <c:v>43735</c:v>
                </c:pt>
                <c:pt idx="1909" c:formatCode="yyyy/m/d">
                  <c:v>43738</c:v>
                </c:pt>
                <c:pt idx="1910" c:formatCode="yyyy/m/d">
                  <c:v>43739</c:v>
                </c:pt>
                <c:pt idx="1911" c:formatCode="yyyy/m/d">
                  <c:v>43740</c:v>
                </c:pt>
                <c:pt idx="1912" c:formatCode="yyyy/m/d">
                  <c:v>43741</c:v>
                </c:pt>
                <c:pt idx="1913" c:formatCode="yyyy/m/d">
                  <c:v>43742</c:v>
                </c:pt>
                <c:pt idx="1914" c:formatCode="yyyy/m/d">
                  <c:v>43745</c:v>
                </c:pt>
                <c:pt idx="1915" c:formatCode="yyyy/m/d">
                  <c:v>43746</c:v>
                </c:pt>
                <c:pt idx="1916" c:formatCode="yyyy/m/d">
                  <c:v>43747</c:v>
                </c:pt>
                <c:pt idx="1917" c:formatCode="yyyy/m/d">
                  <c:v>43748</c:v>
                </c:pt>
                <c:pt idx="1918" c:formatCode="yyyy/m/d">
                  <c:v>43749</c:v>
                </c:pt>
                <c:pt idx="1919" c:formatCode="yyyy/m/d">
                  <c:v>43752</c:v>
                </c:pt>
                <c:pt idx="1920" c:formatCode="yyyy/m/d">
                  <c:v>43753</c:v>
                </c:pt>
                <c:pt idx="1921" c:formatCode="yyyy/m/d">
                  <c:v>43754</c:v>
                </c:pt>
                <c:pt idx="1922" c:formatCode="yyyy/m/d">
                  <c:v>43755</c:v>
                </c:pt>
                <c:pt idx="1923" c:formatCode="yyyy/m/d">
                  <c:v>43756</c:v>
                </c:pt>
                <c:pt idx="1924" c:formatCode="yyyy/m/d">
                  <c:v>43759</c:v>
                </c:pt>
                <c:pt idx="1925" c:formatCode="yyyy/m/d">
                  <c:v>43760</c:v>
                </c:pt>
                <c:pt idx="1926" c:formatCode="yyyy/m/d">
                  <c:v>43761</c:v>
                </c:pt>
                <c:pt idx="1927" c:formatCode="yyyy/m/d">
                  <c:v>43762</c:v>
                </c:pt>
                <c:pt idx="1928" c:formatCode="yyyy/m/d">
                  <c:v>43763</c:v>
                </c:pt>
                <c:pt idx="1929" c:formatCode="yyyy/m/d">
                  <c:v>43766</c:v>
                </c:pt>
                <c:pt idx="1930" c:formatCode="yyyy/m/d">
                  <c:v>43767</c:v>
                </c:pt>
                <c:pt idx="1931" c:formatCode="yyyy/m/d">
                  <c:v>43768</c:v>
                </c:pt>
                <c:pt idx="1932" c:formatCode="yyyy/m/d">
                  <c:v>43769</c:v>
                </c:pt>
                <c:pt idx="1933" c:formatCode="yyyy/m/d">
                  <c:v>43770</c:v>
                </c:pt>
                <c:pt idx="1934" c:formatCode="yyyy/m/d">
                  <c:v>43773</c:v>
                </c:pt>
                <c:pt idx="1935" c:formatCode="yyyy/m/d">
                  <c:v>43774</c:v>
                </c:pt>
                <c:pt idx="1936" c:formatCode="yyyy/m/d">
                  <c:v>43775</c:v>
                </c:pt>
                <c:pt idx="1937" c:formatCode="yyyy/m/d">
                  <c:v>43776</c:v>
                </c:pt>
                <c:pt idx="1938" c:formatCode="yyyy/m/d">
                  <c:v>43777</c:v>
                </c:pt>
                <c:pt idx="1939" c:formatCode="yyyy/m/d">
                  <c:v>43780</c:v>
                </c:pt>
                <c:pt idx="1940" c:formatCode="yyyy/m/d">
                  <c:v>43781</c:v>
                </c:pt>
                <c:pt idx="1941" c:formatCode="yyyy/m/d">
                  <c:v>43782</c:v>
                </c:pt>
                <c:pt idx="1942" c:formatCode="yyyy/m/d">
                  <c:v>43783</c:v>
                </c:pt>
                <c:pt idx="1943" c:formatCode="yyyy/m/d">
                  <c:v>43784</c:v>
                </c:pt>
                <c:pt idx="1944" c:formatCode="yyyy/m/d">
                  <c:v>43787</c:v>
                </c:pt>
                <c:pt idx="1945" c:formatCode="yyyy/m/d">
                  <c:v>43788</c:v>
                </c:pt>
                <c:pt idx="1946" c:formatCode="yyyy/m/d">
                  <c:v>43789</c:v>
                </c:pt>
                <c:pt idx="1947" c:formatCode="yyyy/m/d">
                  <c:v>43790</c:v>
                </c:pt>
                <c:pt idx="1948" c:formatCode="yyyy/m/d">
                  <c:v>43791</c:v>
                </c:pt>
                <c:pt idx="1949" c:formatCode="yyyy/m/d">
                  <c:v>43794</c:v>
                </c:pt>
                <c:pt idx="1950" c:formatCode="yyyy/m/d">
                  <c:v>43795</c:v>
                </c:pt>
                <c:pt idx="1951" c:formatCode="yyyy/m/d">
                  <c:v>43796</c:v>
                </c:pt>
                <c:pt idx="1952" c:formatCode="yyyy/m/d">
                  <c:v>43801</c:v>
                </c:pt>
                <c:pt idx="1953" c:formatCode="yyyy/m/d">
                  <c:v>43802</c:v>
                </c:pt>
                <c:pt idx="1954" c:formatCode="yyyy/m/d">
                  <c:v>43803</c:v>
                </c:pt>
                <c:pt idx="1955" c:formatCode="yyyy/m/d">
                  <c:v>43804</c:v>
                </c:pt>
                <c:pt idx="1956" c:formatCode="yyyy/m/d">
                  <c:v>43805</c:v>
                </c:pt>
                <c:pt idx="1957" c:formatCode="yyyy/m/d">
                  <c:v>43808</c:v>
                </c:pt>
                <c:pt idx="1958" c:formatCode="yyyy/m/d">
                  <c:v>43809</c:v>
                </c:pt>
                <c:pt idx="1959" c:formatCode="yyyy/m/d">
                  <c:v>43810</c:v>
                </c:pt>
                <c:pt idx="1960" c:formatCode="yyyy/m/d">
                  <c:v>43811</c:v>
                </c:pt>
                <c:pt idx="1961" c:formatCode="yyyy/m/d">
                  <c:v>43812</c:v>
                </c:pt>
                <c:pt idx="1962" c:formatCode="yyyy/m/d">
                  <c:v>43815</c:v>
                </c:pt>
                <c:pt idx="1963" c:formatCode="yyyy/m/d">
                  <c:v>43816</c:v>
                </c:pt>
                <c:pt idx="1964" c:formatCode="yyyy/m/d">
                  <c:v>43817</c:v>
                </c:pt>
                <c:pt idx="1965" c:formatCode="yyyy/m/d">
                  <c:v>43818</c:v>
                </c:pt>
                <c:pt idx="1966" c:formatCode="yyyy/m/d">
                  <c:v>43819</c:v>
                </c:pt>
                <c:pt idx="1967" c:formatCode="yyyy/m/d">
                  <c:v>43822</c:v>
                </c:pt>
                <c:pt idx="1968" c:formatCode="yyyy/m/d">
                  <c:v>43825</c:v>
                </c:pt>
                <c:pt idx="1969" c:formatCode="yyyy/m/d">
                  <c:v>43826</c:v>
                </c:pt>
                <c:pt idx="1970" c:formatCode="yyyy/m/d">
                  <c:v>43829</c:v>
                </c:pt>
                <c:pt idx="1971" c:formatCode="yyyy/m/d">
                  <c:v>43830</c:v>
                </c:pt>
                <c:pt idx="1972" c:formatCode="yyyy/m/d">
                  <c:v>43832</c:v>
                </c:pt>
                <c:pt idx="1973" c:formatCode="yyyy/m/d">
                  <c:v>43833</c:v>
                </c:pt>
                <c:pt idx="1974" c:formatCode="yyyy/m/d">
                  <c:v>43836</c:v>
                </c:pt>
                <c:pt idx="1975" c:formatCode="yyyy/m/d">
                  <c:v>43837</c:v>
                </c:pt>
                <c:pt idx="1976" c:formatCode="yyyy/m/d">
                  <c:v>43838</c:v>
                </c:pt>
                <c:pt idx="1977" c:formatCode="yyyy/m/d">
                  <c:v>43839</c:v>
                </c:pt>
                <c:pt idx="1978" c:formatCode="yyyy/m/d">
                  <c:v>43840</c:v>
                </c:pt>
                <c:pt idx="1979" c:formatCode="yyyy/m/d">
                  <c:v>43843</c:v>
                </c:pt>
                <c:pt idx="1980" c:formatCode="yyyy/m/d">
                  <c:v>43844</c:v>
                </c:pt>
                <c:pt idx="1981" c:formatCode="yyyy/m/d">
                  <c:v>43845</c:v>
                </c:pt>
                <c:pt idx="1982" c:formatCode="yyyy/m/d">
                  <c:v>43846</c:v>
                </c:pt>
                <c:pt idx="1983" c:formatCode="yyyy/m/d">
                  <c:v>43847</c:v>
                </c:pt>
                <c:pt idx="1984" c:formatCode="yyyy/m/d">
                  <c:v>43851</c:v>
                </c:pt>
                <c:pt idx="1985" c:formatCode="yyyy/m/d">
                  <c:v>43852</c:v>
                </c:pt>
                <c:pt idx="1986" c:formatCode="yyyy/m/d">
                  <c:v>43853</c:v>
                </c:pt>
                <c:pt idx="1987" c:formatCode="yyyy/m/d">
                  <c:v>43854</c:v>
                </c:pt>
                <c:pt idx="1988" c:formatCode="yyyy/m/d">
                  <c:v>43857</c:v>
                </c:pt>
                <c:pt idx="1989" c:formatCode="yyyy/m/d">
                  <c:v>43858</c:v>
                </c:pt>
                <c:pt idx="1990" c:formatCode="yyyy/m/d">
                  <c:v>43859</c:v>
                </c:pt>
                <c:pt idx="1991" c:formatCode="yyyy/m/d">
                  <c:v>43860</c:v>
                </c:pt>
                <c:pt idx="1992" c:formatCode="yyyy/m/d">
                  <c:v>43861</c:v>
                </c:pt>
                <c:pt idx="1993" c:formatCode="yyyy/m/d">
                  <c:v>43864</c:v>
                </c:pt>
                <c:pt idx="1994" c:formatCode="yyyy/m/d">
                  <c:v>43865</c:v>
                </c:pt>
                <c:pt idx="1995" c:formatCode="yyyy/m/d">
                  <c:v>43866</c:v>
                </c:pt>
                <c:pt idx="1996" c:formatCode="yyyy/m/d">
                  <c:v>43867</c:v>
                </c:pt>
                <c:pt idx="1997" c:formatCode="yyyy/m/d">
                  <c:v>43868</c:v>
                </c:pt>
                <c:pt idx="1998" c:formatCode="yyyy/m/d">
                  <c:v>43871</c:v>
                </c:pt>
                <c:pt idx="1999" c:formatCode="yyyy/m/d">
                  <c:v>43872</c:v>
                </c:pt>
                <c:pt idx="2000" c:formatCode="yyyy/m/d">
                  <c:v>43873</c:v>
                </c:pt>
                <c:pt idx="2001" c:formatCode="yyyy/m/d">
                  <c:v>43874</c:v>
                </c:pt>
                <c:pt idx="2002" c:formatCode="yyyy/m/d">
                  <c:v>43875</c:v>
                </c:pt>
                <c:pt idx="2003" c:formatCode="yyyy/m/d">
                  <c:v>43879</c:v>
                </c:pt>
                <c:pt idx="2004" c:formatCode="yyyy/m/d">
                  <c:v>43880</c:v>
                </c:pt>
                <c:pt idx="2005" c:formatCode="yyyy/m/d">
                  <c:v>43881</c:v>
                </c:pt>
                <c:pt idx="2006" c:formatCode="yyyy/m/d">
                  <c:v>43882</c:v>
                </c:pt>
                <c:pt idx="2007" c:formatCode="yyyy/m/d">
                  <c:v>43885</c:v>
                </c:pt>
                <c:pt idx="2008" c:formatCode="yyyy/m/d">
                  <c:v>43886</c:v>
                </c:pt>
                <c:pt idx="2009" c:formatCode="yyyy/m/d">
                  <c:v>43887</c:v>
                </c:pt>
                <c:pt idx="2010" c:formatCode="yyyy/m/d">
                  <c:v>43888</c:v>
                </c:pt>
                <c:pt idx="2011" c:formatCode="yyyy/m/d">
                  <c:v>43889</c:v>
                </c:pt>
                <c:pt idx="2012" c:formatCode="yyyy/m/d">
                  <c:v>43892</c:v>
                </c:pt>
                <c:pt idx="2013" c:formatCode="yyyy/m/d">
                  <c:v>43893</c:v>
                </c:pt>
                <c:pt idx="2014" c:formatCode="yyyy/m/d">
                  <c:v>43894</c:v>
                </c:pt>
                <c:pt idx="2015" c:formatCode="yyyy/m/d">
                  <c:v>43895</c:v>
                </c:pt>
                <c:pt idx="2016" c:formatCode="yyyy/m/d">
                  <c:v>43896</c:v>
                </c:pt>
                <c:pt idx="2017" c:formatCode="yyyy/m/d">
                  <c:v>43899</c:v>
                </c:pt>
                <c:pt idx="2018" c:formatCode="yyyy/m/d">
                  <c:v>43900</c:v>
                </c:pt>
                <c:pt idx="2019" c:formatCode="yyyy/m/d">
                  <c:v>43901</c:v>
                </c:pt>
                <c:pt idx="2020" c:formatCode="yyyy/m/d">
                  <c:v>43902</c:v>
                </c:pt>
                <c:pt idx="2021" c:formatCode="yyyy/m/d">
                  <c:v>43903</c:v>
                </c:pt>
                <c:pt idx="2022" c:formatCode="yyyy/m/d">
                  <c:v>43906</c:v>
                </c:pt>
                <c:pt idx="2023" c:formatCode="yyyy/m/d">
                  <c:v>43907</c:v>
                </c:pt>
                <c:pt idx="2024" c:formatCode="yyyy/m/d">
                  <c:v>43908</c:v>
                </c:pt>
                <c:pt idx="2025" c:formatCode="yyyy/m/d">
                  <c:v>43909</c:v>
                </c:pt>
                <c:pt idx="2026" c:formatCode="yyyy/m/d">
                  <c:v>43910</c:v>
                </c:pt>
                <c:pt idx="2027" c:formatCode="yyyy/m/d">
                  <c:v>43913</c:v>
                </c:pt>
                <c:pt idx="2028" c:formatCode="yyyy/m/d">
                  <c:v>43914</c:v>
                </c:pt>
                <c:pt idx="2029" c:formatCode="yyyy/m/d">
                  <c:v>43915</c:v>
                </c:pt>
                <c:pt idx="2030" c:formatCode="yyyy/m/d">
                  <c:v>43916</c:v>
                </c:pt>
                <c:pt idx="2031" c:formatCode="yyyy/m/d">
                  <c:v>43917</c:v>
                </c:pt>
                <c:pt idx="2032" c:formatCode="yyyy/m/d">
                  <c:v>43920</c:v>
                </c:pt>
                <c:pt idx="2033" c:formatCode="yyyy/m/d">
                  <c:v>43921</c:v>
                </c:pt>
                <c:pt idx="2034" c:formatCode="yyyy/m/d">
                  <c:v>43922</c:v>
                </c:pt>
                <c:pt idx="2035" c:formatCode="yyyy/m/d">
                  <c:v>43923</c:v>
                </c:pt>
                <c:pt idx="2036" c:formatCode="yyyy/m/d">
                  <c:v>43924</c:v>
                </c:pt>
                <c:pt idx="2037" c:formatCode="yyyy/m/d">
                  <c:v>43927</c:v>
                </c:pt>
                <c:pt idx="2038" c:formatCode="yyyy/m/d">
                  <c:v>43928</c:v>
                </c:pt>
                <c:pt idx="2039" c:formatCode="yyyy/m/d">
                  <c:v>43929</c:v>
                </c:pt>
                <c:pt idx="2040" c:formatCode="yyyy/m/d">
                  <c:v>43930</c:v>
                </c:pt>
                <c:pt idx="2041" c:formatCode="yyyy/m/d">
                  <c:v>43934</c:v>
                </c:pt>
                <c:pt idx="2042" c:formatCode="yyyy/m/d">
                  <c:v>43935</c:v>
                </c:pt>
                <c:pt idx="2043" c:formatCode="yyyy/m/d">
                  <c:v>43936</c:v>
                </c:pt>
                <c:pt idx="2044" c:formatCode="yyyy/m/d">
                  <c:v>43937</c:v>
                </c:pt>
                <c:pt idx="2045" c:formatCode="yyyy/m/d">
                  <c:v>43938</c:v>
                </c:pt>
                <c:pt idx="2046" c:formatCode="yyyy/m/d">
                  <c:v>43941</c:v>
                </c:pt>
                <c:pt idx="2047" c:formatCode="yyyy/m/d">
                  <c:v>43942</c:v>
                </c:pt>
                <c:pt idx="2048" c:formatCode="yyyy/m/d">
                  <c:v>43943</c:v>
                </c:pt>
                <c:pt idx="2049" c:formatCode="yyyy/m/d">
                  <c:v>43944</c:v>
                </c:pt>
                <c:pt idx="2050" c:formatCode="yyyy/m/d">
                  <c:v>43945</c:v>
                </c:pt>
                <c:pt idx="2051" c:formatCode="yyyy/m/d">
                  <c:v>43948</c:v>
                </c:pt>
                <c:pt idx="2052" c:formatCode="yyyy/m/d">
                  <c:v>43949</c:v>
                </c:pt>
                <c:pt idx="2053" c:formatCode="yyyy/m/d">
                  <c:v>43950</c:v>
                </c:pt>
                <c:pt idx="2054" c:formatCode="yyyy/m/d">
                  <c:v>43951</c:v>
                </c:pt>
                <c:pt idx="2055" c:formatCode="yyyy/m/d">
                  <c:v>43952</c:v>
                </c:pt>
                <c:pt idx="2056" c:formatCode="yyyy/m/d">
                  <c:v>43955</c:v>
                </c:pt>
                <c:pt idx="2057" c:formatCode="yyyy/m/d">
                  <c:v>43956</c:v>
                </c:pt>
                <c:pt idx="2058" c:formatCode="yyyy/m/d">
                  <c:v>43957</c:v>
                </c:pt>
                <c:pt idx="2059" c:formatCode="yyyy/m/d">
                  <c:v>43958</c:v>
                </c:pt>
                <c:pt idx="2060" c:formatCode="yyyy/m/d">
                  <c:v>43959</c:v>
                </c:pt>
                <c:pt idx="2061" c:formatCode="yyyy/m/d">
                  <c:v>43962</c:v>
                </c:pt>
                <c:pt idx="2062" c:formatCode="yyyy/m/d">
                  <c:v>43963</c:v>
                </c:pt>
                <c:pt idx="2063" c:formatCode="yyyy/m/d">
                  <c:v>43964</c:v>
                </c:pt>
                <c:pt idx="2064" c:formatCode="yyyy/m/d">
                  <c:v>43965</c:v>
                </c:pt>
                <c:pt idx="2065" c:formatCode="yyyy/m/d">
                  <c:v>43966</c:v>
                </c:pt>
                <c:pt idx="2066" c:formatCode="yyyy/m/d">
                  <c:v>43969</c:v>
                </c:pt>
                <c:pt idx="2067" c:formatCode="yyyy/m/d">
                  <c:v>43970</c:v>
                </c:pt>
                <c:pt idx="2068" c:formatCode="yyyy/m/d">
                  <c:v>43971</c:v>
                </c:pt>
                <c:pt idx="2069" c:formatCode="yyyy/m/d">
                  <c:v>43972</c:v>
                </c:pt>
                <c:pt idx="2070" c:formatCode="yyyy/m/d">
                  <c:v>43973</c:v>
                </c:pt>
                <c:pt idx="2071" c:formatCode="yyyy/m/d">
                  <c:v>43977</c:v>
                </c:pt>
                <c:pt idx="2072" c:formatCode="yyyy/m/d">
                  <c:v>43978</c:v>
                </c:pt>
                <c:pt idx="2073" c:formatCode="yyyy/m/d">
                  <c:v>43979</c:v>
                </c:pt>
                <c:pt idx="2074" c:formatCode="yyyy/m/d">
                  <c:v>43980</c:v>
                </c:pt>
                <c:pt idx="2075" c:formatCode="yyyy/m/d">
                  <c:v>43983</c:v>
                </c:pt>
                <c:pt idx="2076" c:formatCode="yyyy/m/d">
                  <c:v>43984</c:v>
                </c:pt>
                <c:pt idx="2077" c:formatCode="yyyy/m/d">
                  <c:v>43985</c:v>
                </c:pt>
                <c:pt idx="2078" c:formatCode="yyyy/m/d">
                  <c:v>43986</c:v>
                </c:pt>
                <c:pt idx="2079" c:formatCode="yyyy/m/d">
                  <c:v>43987</c:v>
                </c:pt>
                <c:pt idx="2080" c:formatCode="yyyy/m/d">
                  <c:v>43990</c:v>
                </c:pt>
                <c:pt idx="2081" c:formatCode="yyyy/m/d">
                  <c:v>43991</c:v>
                </c:pt>
                <c:pt idx="2082" c:formatCode="yyyy/m/d">
                  <c:v>43992</c:v>
                </c:pt>
                <c:pt idx="2083" c:formatCode="yyyy/m/d">
                  <c:v>43993</c:v>
                </c:pt>
                <c:pt idx="2084" c:formatCode="yyyy/m/d">
                  <c:v>43994</c:v>
                </c:pt>
                <c:pt idx="2085" c:formatCode="yyyy/m/d">
                  <c:v>43997</c:v>
                </c:pt>
                <c:pt idx="2086" c:formatCode="yyyy/m/d">
                  <c:v>43998</c:v>
                </c:pt>
                <c:pt idx="2087" c:formatCode="yyyy/m/d">
                  <c:v>43999</c:v>
                </c:pt>
                <c:pt idx="2088" c:formatCode="yyyy/m/d">
                  <c:v>44000</c:v>
                </c:pt>
                <c:pt idx="2089" c:formatCode="yyyy/m/d">
                  <c:v>44001</c:v>
                </c:pt>
                <c:pt idx="2090" c:formatCode="yyyy/m/d">
                  <c:v>44004</c:v>
                </c:pt>
                <c:pt idx="2091" c:formatCode="yyyy/m/d">
                  <c:v>44005</c:v>
                </c:pt>
                <c:pt idx="2092" c:formatCode="yyyy/m/d">
                  <c:v>44006</c:v>
                </c:pt>
                <c:pt idx="2093" c:formatCode="yyyy/m/d">
                  <c:v>44007</c:v>
                </c:pt>
                <c:pt idx="2094" c:formatCode="yyyy/m/d">
                  <c:v>44008</c:v>
                </c:pt>
                <c:pt idx="2095" c:formatCode="yyyy/m/d">
                  <c:v>44011</c:v>
                </c:pt>
                <c:pt idx="2096" c:formatCode="yyyy/m/d">
                  <c:v>44012</c:v>
                </c:pt>
                <c:pt idx="2097" c:formatCode="yyyy/m/d">
                  <c:v>44013</c:v>
                </c:pt>
                <c:pt idx="2098" c:formatCode="yyyy/m/d">
                  <c:v>44014</c:v>
                </c:pt>
                <c:pt idx="2099" c:formatCode="yyyy/m/d">
                  <c:v>44018</c:v>
                </c:pt>
                <c:pt idx="2100" c:formatCode="yyyy/m/d">
                  <c:v>44019</c:v>
                </c:pt>
                <c:pt idx="2101" c:formatCode="yyyy/m/d">
                  <c:v>44020</c:v>
                </c:pt>
                <c:pt idx="2102" c:formatCode="yyyy/m/d">
                  <c:v>44021</c:v>
                </c:pt>
                <c:pt idx="2103" c:formatCode="yyyy/m/d">
                  <c:v>44022</c:v>
                </c:pt>
                <c:pt idx="2104" c:formatCode="yyyy/m/d">
                  <c:v>44025</c:v>
                </c:pt>
                <c:pt idx="2105" c:formatCode="yyyy/m/d">
                  <c:v>44026</c:v>
                </c:pt>
                <c:pt idx="2106" c:formatCode="yyyy/m/d">
                  <c:v>44027</c:v>
                </c:pt>
                <c:pt idx="2107" c:formatCode="yyyy/m/d">
                  <c:v>44028</c:v>
                </c:pt>
                <c:pt idx="2108" c:formatCode="yyyy/m/d">
                  <c:v>44029</c:v>
                </c:pt>
                <c:pt idx="2109" c:formatCode="yyyy/m/d">
                  <c:v>44032</c:v>
                </c:pt>
                <c:pt idx="2110" c:formatCode="yyyy/m/d">
                  <c:v>44033</c:v>
                </c:pt>
                <c:pt idx="2111" c:formatCode="yyyy/m/d">
                  <c:v>44034</c:v>
                </c:pt>
                <c:pt idx="2112" c:formatCode="yyyy/m/d">
                  <c:v>44035</c:v>
                </c:pt>
                <c:pt idx="2113" c:formatCode="yyyy/m/d">
                  <c:v>44036</c:v>
                </c:pt>
                <c:pt idx="2114" c:formatCode="yyyy/m/d">
                  <c:v>44039</c:v>
                </c:pt>
                <c:pt idx="2115" c:formatCode="yyyy/m/d">
                  <c:v>44040</c:v>
                </c:pt>
                <c:pt idx="2116" c:formatCode="yyyy/m/d">
                  <c:v>44041</c:v>
                </c:pt>
                <c:pt idx="2117" c:formatCode="yyyy/m/d">
                  <c:v>44042</c:v>
                </c:pt>
                <c:pt idx="2118" c:formatCode="yyyy/m/d">
                  <c:v>44043</c:v>
                </c:pt>
                <c:pt idx="2119" c:formatCode="yyyy/m/d">
                  <c:v>44046</c:v>
                </c:pt>
                <c:pt idx="2120" c:formatCode="yyyy/m/d">
                  <c:v>44047</c:v>
                </c:pt>
                <c:pt idx="2121" c:formatCode="yyyy/m/d">
                  <c:v>44048</c:v>
                </c:pt>
                <c:pt idx="2122" c:formatCode="yyyy/m/d">
                  <c:v>44049</c:v>
                </c:pt>
                <c:pt idx="2123" c:formatCode="yyyy/m/d">
                  <c:v>44050</c:v>
                </c:pt>
                <c:pt idx="2124" c:formatCode="yyyy/m/d">
                  <c:v>44053</c:v>
                </c:pt>
                <c:pt idx="2125" c:formatCode="yyyy/m/d">
                  <c:v>44054</c:v>
                </c:pt>
                <c:pt idx="2126" c:formatCode="yyyy/m/d">
                  <c:v>44055</c:v>
                </c:pt>
                <c:pt idx="2127" c:formatCode="yyyy/m/d">
                  <c:v>44056</c:v>
                </c:pt>
                <c:pt idx="2128" c:formatCode="yyyy/m/d">
                  <c:v>44057</c:v>
                </c:pt>
                <c:pt idx="2129" c:formatCode="yyyy/m/d">
                  <c:v>44060</c:v>
                </c:pt>
                <c:pt idx="2130" c:formatCode="yyyy/m/d">
                  <c:v>44061</c:v>
                </c:pt>
                <c:pt idx="2131" c:formatCode="yyyy/m/d">
                  <c:v>44062</c:v>
                </c:pt>
                <c:pt idx="2132" c:formatCode="yyyy/m/d">
                  <c:v>44063</c:v>
                </c:pt>
                <c:pt idx="2133" c:formatCode="yyyy/m/d">
                  <c:v>44064</c:v>
                </c:pt>
                <c:pt idx="2134" c:formatCode="yyyy/m/d">
                  <c:v>44067</c:v>
                </c:pt>
                <c:pt idx="2135" c:formatCode="yyyy/m/d">
                  <c:v>44068</c:v>
                </c:pt>
                <c:pt idx="2136" c:formatCode="yyyy/m/d">
                  <c:v>44069</c:v>
                </c:pt>
                <c:pt idx="2137" c:formatCode="yyyy/m/d">
                  <c:v>44070</c:v>
                </c:pt>
                <c:pt idx="2138" c:formatCode="yyyy/m/d">
                  <c:v>44071</c:v>
                </c:pt>
                <c:pt idx="2139" c:formatCode="yyyy/m/d">
                  <c:v>44074</c:v>
                </c:pt>
                <c:pt idx="2140" c:formatCode="yyyy/m/d">
                  <c:v>44075</c:v>
                </c:pt>
                <c:pt idx="2141" c:formatCode="yyyy/m/d">
                  <c:v>44076</c:v>
                </c:pt>
                <c:pt idx="2142" c:formatCode="yyyy/m/d">
                  <c:v>44077</c:v>
                </c:pt>
                <c:pt idx="2143" c:formatCode="yyyy/m/d">
                  <c:v>44078</c:v>
                </c:pt>
                <c:pt idx="2144" c:formatCode="yyyy/m/d">
                  <c:v>44082</c:v>
                </c:pt>
                <c:pt idx="2145" c:formatCode="yyyy/m/d">
                  <c:v>44083</c:v>
                </c:pt>
                <c:pt idx="2146" c:formatCode="yyyy/m/d">
                  <c:v>44084</c:v>
                </c:pt>
                <c:pt idx="2147" c:formatCode="yyyy/m/d">
                  <c:v>44085</c:v>
                </c:pt>
                <c:pt idx="2148" c:formatCode="yyyy/m/d">
                  <c:v>44088</c:v>
                </c:pt>
                <c:pt idx="2149" c:formatCode="yyyy/m/d">
                  <c:v>44089</c:v>
                </c:pt>
                <c:pt idx="2150" c:formatCode="yyyy/m/d">
                  <c:v>44090</c:v>
                </c:pt>
                <c:pt idx="2151" c:formatCode="yyyy/m/d">
                  <c:v>44091</c:v>
                </c:pt>
                <c:pt idx="2152" c:formatCode="yyyy/m/d">
                  <c:v>44092</c:v>
                </c:pt>
                <c:pt idx="2153" c:formatCode="yyyy/m/d">
                  <c:v>44095</c:v>
                </c:pt>
                <c:pt idx="2154" c:formatCode="yyyy/m/d">
                  <c:v>44096</c:v>
                </c:pt>
                <c:pt idx="2155" c:formatCode="yyyy/m/d">
                  <c:v>44097</c:v>
                </c:pt>
                <c:pt idx="2156" c:formatCode="yyyy/m/d">
                  <c:v>44098</c:v>
                </c:pt>
                <c:pt idx="2157" c:formatCode="yyyy/m/d">
                  <c:v>44099</c:v>
                </c:pt>
                <c:pt idx="2158" c:formatCode="yyyy/m/d">
                  <c:v>44102</c:v>
                </c:pt>
                <c:pt idx="2159" c:formatCode="yyyy/m/d">
                  <c:v>44103</c:v>
                </c:pt>
                <c:pt idx="2160" c:formatCode="yyyy/m/d">
                  <c:v>44104</c:v>
                </c:pt>
                <c:pt idx="2161" c:formatCode="yyyy/m/d">
                  <c:v>44105</c:v>
                </c:pt>
                <c:pt idx="2162" c:formatCode="yyyy/m/d">
                  <c:v>44106</c:v>
                </c:pt>
                <c:pt idx="2163" c:formatCode="yyyy/m/d">
                  <c:v>44109</c:v>
                </c:pt>
                <c:pt idx="2164" c:formatCode="yyyy/m/d">
                  <c:v>44110</c:v>
                </c:pt>
                <c:pt idx="2165" c:formatCode="yyyy/m/d">
                  <c:v>44111</c:v>
                </c:pt>
                <c:pt idx="2166" c:formatCode="yyyy/m/d">
                  <c:v>44112</c:v>
                </c:pt>
                <c:pt idx="2167" c:formatCode="yyyy/m/d">
                  <c:v>44113</c:v>
                </c:pt>
                <c:pt idx="2168" c:formatCode="yyyy/m/d">
                  <c:v>44116</c:v>
                </c:pt>
                <c:pt idx="2169" c:formatCode="yyyy/m/d">
                  <c:v>44117</c:v>
                </c:pt>
                <c:pt idx="2170" c:formatCode="yyyy/m/d">
                  <c:v>44118</c:v>
                </c:pt>
                <c:pt idx="2171" c:formatCode="yyyy/m/d">
                  <c:v>44119</c:v>
                </c:pt>
                <c:pt idx="2172" c:formatCode="yyyy/m/d">
                  <c:v>44120</c:v>
                </c:pt>
                <c:pt idx="2173" c:formatCode="yyyy/m/d">
                  <c:v>44123</c:v>
                </c:pt>
                <c:pt idx="2174" c:formatCode="yyyy/m/d">
                  <c:v>44124</c:v>
                </c:pt>
                <c:pt idx="2175" c:formatCode="yyyy/m/d">
                  <c:v>44125</c:v>
                </c:pt>
                <c:pt idx="2176" c:formatCode="yyyy/m/d">
                  <c:v>44126</c:v>
                </c:pt>
                <c:pt idx="2177" c:formatCode="yyyy/m/d">
                  <c:v>44127</c:v>
                </c:pt>
                <c:pt idx="2178" c:formatCode="yyyy/m/d">
                  <c:v>44130</c:v>
                </c:pt>
                <c:pt idx="2179" c:formatCode="yyyy/m/d">
                  <c:v>44131</c:v>
                </c:pt>
                <c:pt idx="2180" c:formatCode="yyyy/m/d">
                  <c:v>44132</c:v>
                </c:pt>
                <c:pt idx="2181" c:formatCode="yyyy/m/d">
                  <c:v>44133</c:v>
                </c:pt>
                <c:pt idx="2182" c:formatCode="yyyy/m/d">
                  <c:v>44134</c:v>
                </c:pt>
                <c:pt idx="2183" c:formatCode="yyyy/m/d">
                  <c:v>44137</c:v>
                </c:pt>
                <c:pt idx="2184" c:formatCode="yyyy/m/d">
                  <c:v>44138</c:v>
                </c:pt>
                <c:pt idx="2185" c:formatCode="yyyy/m/d">
                  <c:v>44139</c:v>
                </c:pt>
                <c:pt idx="2186" c:formatCode="yyyy/m/d">
                  <c:v>44140</c:v>
                </c:pt>
                <c:pt idx="2187" c:formatCode="yyyy/m/d">
                  <c:v>44141</c:v>
                </c:pt>
                <c:pt idx="2188" c:formatCode="yyyy/m/d">
                  <c:v>44144</c:v>
                </c:pt>
                <c:pt idx="2189" c:formatCode="yyyy/m/d">
                  <c:v>44145</c:v>
                </c:pt>
                <c:pt idx="2190" c:formatCode="yyyy/m/d">
                  <c:v>44146</c:v>
                </c:pt>
                <c:pt idx="2191" c:formatCode="yyyy/m/d">
                  <c:v>44147</c:v>
                </c:pt>
                <c:pt idx="2192" c:formatCode="yyyy/m/d">
                  <c:v>44148</c:v>
                </c:pt>
                <c:pt idx="2193" c:formatCode="yyyy/m/d">
                  <c:v>44151</c:v>
                </c:pt>
                <c:pt idx="2194" c:formatCode="yyyy/m/d">
                  <c:v>44152</c:v>
                </c:pt>
                <c:pt idx="2195" c:formatCode="yyyy/m/d">
                  <c:v>44153</c:v>
                </c:pt>
                <c:pt idx="2196" c:formatCode="yyyy/m/d">
                  <c:v>44154</c:v>
                </c:pt>
                <c:pt idx="2197" c:formatCode="yyyy/m/d">
                  <c:v>44155</c:v>
                </c:pt>
                <c:pt idx="2198" c:formatCode="yyyy/m/d">
                  <c:v>44158</c:v>
                </c:pt>
                <c:pt idx="2199" c:formatCode="yyyy/m/d">
                  <c:v>44159</c:v>
                </c:pt>
                <c:pt idx="2200" c:formatCode="yyyy/m/d">
                  <c:v>44160</c:v>
                </c:pt>
                <c:pt idx="2201" c:formatCode="yyyy/m/d">
                  <c:v>44165</c:v>
                </c:pt>
                <c:pt idx="2202" c:formatCode="yyyy/m/d">
                  <c:v>44166</c:v>
                </c:pt>
                <c:pt idx="2203" c:formatCode="yyyy/m/d">
                  <c:v>44167</c:v>
                </c:pt>
                <c:pt idx="2204" c:formatCode="yyyy/m/d">
                  <c:v>44168</c:v>
                </c:pt>
                <c:pt idx="2205" c:formatCode="yyyy/m/d">
                  <c:v>44169</c:v>
                </c:pt>
                <c:pt idx="2206" c:formatCode="yyyy/m/d">
                  <c:v>44172</c:v>
                </c:pt>
                <c:pt idx="2207" c:formatCode="yyyy/m/d">
                  <c:v>44173</c:v>
                </c:pt>
                <c:pt idx="2208" c:formatCode="yyyy/m/d">
                  <c:v>44174</c:v>
                </c:pt>
                <c:pt idx="2209" c:formatCode="yyyy/m/d">
                  <c:v>44175</c:v>
                </c:pt>
                <c:pt idx="2210" c:formatCode="yyyy/m/d">
                  <c:v>44176</c:v>
                </c:pt>
                <c:pt idx="2211" c:formatCode="yyyy/m/d">
                  <c:v>44179</c:v>
                </c:pt>
                <c:pt idx="2212" c:formatCode="yyyy/m/d">
                  <c:v>44180</c:v>
                </c:pt>
                <c:pt idx="2213" c:formatCode="yyyy/m/d">
                  <c:v>44181</c:v>
                </c:pt>
                <c:pt idx="2214" c:formatCode="yyyy/m/d">
                  <c:v>44182</c:v>
                </c:pt>
                <c:pt idx="2215" c:formatCode="yyyy/m/d">
                  <c:v>44183</c:v>
                </c:pt>
                <c:pt idx="2216" c:formatCode="yyyy/m/d">
                  <c:v>44186</c:v>
                </c:pt>
                <c:pt idx="2217" c:formatCode="yyyy/m/d">
                  <c:v>44187</c:v>
                </c:pt>
                <c:pt idx="2218" c:formatCode="yyyy/m/d">
                  <c:v>44188</c:v>
                </c:pt>
                <c:pt idx="2219" c:formatCode="yyyy/m/d">
                  <c:v>44193</c:v>
                </c:pt>
                <c:pt idx="2220" c:formatCode="yyyy/m/d">
                  <c:v>44194</c:v>
                </c:pt>
                <c:pt idx="2221" c:formatCode="yyyy/m/d">
                  <c:v>44195</c:v>
                </c:pt>
                <c:pt idx="2222" c:formatCode="yyyy/m/d">
                  <c:v>44196</c:v>
                </c:pt>
                <c:pt idx="2223" c:formatCode="yyyy/m/d">
                  <c:v>44200</c:v>
                </c:pt>
                <c:pt idx="2224" c:formatCode="yyyy/m/d">
                  <c:v>44201</c:v>
                </c:pt>
                <c:pt idx="2225" c:formatCode="yyyy/m/d">
                  <c:v>44202</c:v>
                </c:pt>
                <c:pt idx="2226" c:formatCode="yyyy/m/d">
                  <c:v>44203</c:v>
                </c:pt>
                <c:pt idx="2227" c:formatCode="yyyy/m/d">
                  <c:v>44204</c:v>
                </c:pt>
                <c:pt idx="2228" c:formatCode="yyyy/m/d">
                  <c:v>44207</c:v>
                </c:pt>
                <c:pt idx="2229" c:formatCode="yyyy/m/d">
                  <c:v>44208</c:v>
                </c:pt>
                <c:pt idx="2230" c:formatCode="yyyy/m/d">
                  <c:v>44209</c:v>
                </c:pt>
                <c:pt idx="2231" c:formatCode="yyyy/m/d">
                  <c:v>44210</c:v>
                </c:pt>
                <c:pt idx="2232" c:formatCode="yyyy/m/d">
                  <c:v>44211</c:v>
                </c:pt>
                <c:pt idx="2233" c:formatCode="yyyy/m/d">
                  <c:v>44215</c:v>
                </c:pt>
                <c:pt idx="2234" c:formatCode="yyyy/m/d">
                  <c:v>44216</c:v>
                </c:pt>
                <c:pt idx="2235" c:formatCode="yyyy/m/d">
                  <c:v>44217</c:v>
                </c:pt>
                <c:pt idx="2236" c:formatCode="yyyy/m/d">
                  <c:v>44218</c:v>
                </c:pt>
                <c:pt idx="2237" c:formatCode="yyyy/m/d">
                  <c:v>44221</c:v>
                </c:pt>
                <c:pt idx="2238" c:formatCode="yyyy/m/d">
                  <c:v>44222</c:v>
                </c:pt>
                <c:pt idx="2239" c:formatCode="yyyy/m/d">
                  <c:v>44223</c:v>
                </c:pt>
                <c:pt idx="2240" c:formatCode="yyyy/m/d">
                  <c:v>44224</c:v>
                </c:pt>
                <c:pt idx="2241" c:formatCode="yyyy/m/d">
                  <c:v>44225</c:v>
                </c:pt>
                <c:pt idx="2242" c:formatCode="yyyy/m/d">
                  <c:v>44228</c:v>
                </c:pt>
                <c:pt idx="2243" c:formatCode="yyyy/m/d">
                  <c:v>44229</c:v>
                </c:pt>
                <c:pt idx="2244" c:formatCode="yyyy/m/d">
                  <c:v>44230</c:v>
                </c:pt>
                <c:pt idx="2245" c:formatCode="yyyy/m/d">
                  <c:v>44231</c:v>
                </c:pt>
                <c:pt idx="2246" c:formatCode="yyyy/m/d">
                  <c:v>44232</c:v>
                </c:pt>
                <c:pt idx="2247" c:formatCode="yyyy/m/d">
                  <c:v>44235</c:v>
                </c:pt>
                <c:pt idx="2248" c:formatCode="yyyy/m/d">
                  <c:v>44236</c:v>
                </c:pt>
                <c:pt idx="2249" c:formatCode="yyyy/m/d">
                  <c:v>44237</c:v>
                </c:pt>
                <c:pt idx="2250" c:formatCode="yyyy/m/d">
                  <c:v>44238</c:v>
                </c:pt>
                <c:pt idx="2251" c:formatCode="yyyy/m/d">
                  <c:v>44239</c:v>
                </c:pt>
                <c:pt idx="2252" c:formatCode="yyyy/m/d">
                  <c:v>44243</c:v>
                </c:pt>
                <c:pt idx="2253" c:formatCode="yyyy/m/d">
                  <c:v>44244</c:v>
                </c:pt>
                <c:pt idx="2254" c:formatCode="yyyy/m/d">
                  <c:v>44245</c:v>
                </c:pt>
                <c:pt idx="2255" c:formatCode="yyyy/m/d">
                  <c:v>44246</c:v>
                </c:pt>
                <c:pt idx="2256" c:formatCode="yyyy/m/d">
                  <c:v>44249</c:v>
                </c:pt>
                <c:pt idx="2257" c:formatCode="yyyy/m/d">
                  <c:v>44250</c:v>
                </c:pt>
                <c:pt idx="2258" c:formatCode="yyyy/m/d">
                  <c:v>44251</c:v>
                </c:pt>
                <c:pt idx="2259" c:formatCode="yyyy/m/d">
                  <c:v>44252</c:v>
                </c:pt>
                <c:pt idx="2260" c:formatCode="yyyy/m/d">
                  <c:v>44253</c:v>
                </c:pt>
                <c:pt idx="2261" c:formatCode="yyyy/m/d">
                  <c:v>44256</c:v>
                </c:pt>
                <c:pt idx="2262" c:formatCode="yyyy/m/d">
                  <c:v>44257</c:v>
                </c:pt>
                <c:pt idx="2263" c:formatCode="yyyy/m/d">
                  <c:v>44258</c:v>
                </c:pt>
                <c:pt idx="2264" c:formatCode="yyyy/m/d">
                  <c:v>44259</c:v>
                </c:pt>
                <c:pt idx="2265" c:formatCode="yyyy/m/d">
                  <c:v>44260</c:v>
                </c:pt>
                <c:pt idx="2266" c:formatCode="yyyy/m/d">
                  <c:v>44263</c:v>
                </c:pt>
                <c:pt idx="2267" c:formatCode="yyyy/m/d">
                  <c:v>44264</c:v>
                </c:pt>
                <c:pt idx="2268" c:formatCode="yyyy/m/d">
                  <c:v>44265</c:v>
                </c:pt>
                <c:pt idx="2269" c:formatCode="yyyy/m/d">
                  <c:v>44266</c:v>
                </c:pt>
                <c:pt idx="2270" c:formatCode="yyyy/m/d">
                  <c:v>44267</c:v>
                </c:pt>
                <c:pt idx="2271" c:formatCode="yyyy/m/d">
                  <c:v>44270</c:v>
                </c:pt>
                <c:pt idx="2272" c:formatCode="yyyy/m/d">
                  <c:v>44271</c:v>
                </c:pt>
                <c:pt idx="2273" c:formatCode="yyyy/m/d">
                  <c:v>44272</c:v>
                </c:pt>
                <c:pt idx="2274" c:formatCode="yyyy/m/d">
                  <c:v>44273</c:v>
                </c:pt>
                <c:pt idx="2275" c:formatCode="yyyy/m/d">
                  <c:v>44274</c:v>
                </c:pt>
                <c:pt idx="2276" c:formatCode="yyyy/m/d">
                  <c:v>44277</c:v>
                </c:pt>
                <c:pt idx="2277" c:formatCode="yyyy/m/d">
                  <c:v>44278</c:v>
                </c:pt>
                <c:pt idx="2278" c:formatCode="yyyy/m/d">
                  <c:v>44279</c:v>
                </c:pt>
                <c:pt idx="2279" c:formatCode="yyyy/m/d">
                  <c:v>44280</c:v>
                </c:pt>
                <c:pt idx="2280" c:formatCode="yyyy/m/d">
                  <c:v>44281</c:v>
                </c:pt>
                <c:pt idx="2281" c:formatCode="yyyy/m/d">
                  <c:v>44284</c:v>
                </c:pt>
                <c:pt idx="2282" c:formatCode="yyyy/m/d">
                  <c:v>44285</c:v>
                </c:pt>
                <c:pt idx="2283" c:formatCode="yyyy/m/d">
                  <c:v>44286</c:v>
                </c:pt>
                <c:pt idx="2284" c:formatCode="yyyy/m/d">
                  <c:v>44287</c:v>
                </c:pt>
                <c:pt idx="2285" c:formatCode="yyyy/m/d">
                  <c:v>44291</c:v>
                </c:pt>
                <c:pt idx="2286" c:formatCode="yyyy/m/d">
                  <c:v>44292</c:v>
                </c:pt>
                <c:pt idx="2287" c:formatCode="yyyy/m/d">
                  <c:v>44293</c:v>
                </c:pt>
                <c:pt idx="2288" c:formatCode="yyyy/m/d">
                  <c:v>44294</c:v>
                </c:pt>
                <c:pt idx="2289" c:formatCode="yyyy/m/d">
                  <c:v>44295</c:v>
                </c:pt>
                <c:pt idx="2290" c:formatCode="yyyy/m/d">
                  <c:v>44298</c:v>
                </c:pt>
                <c:pt idx="2291" c:formatCode="yyyy/m/d">
                  <c:v>44299</c:v>
                </c:pt>
                <c:pt idx="2292" c:formatCode="yyyy/m/d">
                  <c:v>44300</c:v>
                </c:pt>
                <c:pt idx="2293" c:formatCode="yyyy/m/d">
                  <c:v>44301</c:v>
                </c:pt>
                <c:pt idx="2294" c:formatCode="yyyy/m/d">
                  <c:v>44302</c:v>
                </c:pt>
                <c:pt idx="2295" c:formatCode="yyyy/m/d">
                  <c:v>44305</c:v>
                </c:pt>
                <c:pt idx="2296" c:formatCode="yyyy/m/d">
                  <c:v>44306</c:v>
                </c:pt>
                <c:pt idx="2297" c:formatCode="yyyy/m/d">
                  <c:v>44307</c:v>
                </c:pt>
                <c:pt idx="2298" c:formatCode="yyyy/m/d">
                  <c:v>44308</c:v>
                </c:pt>
                <c:pt idx="2299" c:formatCode="yyyy/m/d">
                  <c:v>44309</c:v>
                </c:pt>
                <c:pt idx="2300" c:formatCode="yyyy/m/d">
                  <c:v>44312</c:v>
                </c:pt>
                <c:pt idx="2301" c:formatCode="yyyy/m/d">
                  <c:v>44313</c:v>
                </c:pt>
                <c:pt idx="2302" c:formatCode="yyyy/m/d">
                  <c:v>44314</c:v>
                </c:pt>
                <c:pt idx="2303" c:formatCode="yyyy/m/d">
                  <c:v>44315</c:v>
                </c:pt>
                <c:pt idx="2304" c:formatCode="yyyy/m/d">
                  <c:v>44316</c:v>
                </c:pt>
                <c:pt idx="2305" c:formatCode="yyyy/m/d">
                  <c:v>44319</c:v>
                </c:pt>
                <c:pt idx="2306" c:formatCode="yyyy/m/d">
                  <c:v>44320</c:v>
                </c:pt>
                <c:pt idx="2307" c:formatCode="yyyy/m/d">
                  <c:v>44321</c:v>
                </c:pt>
                <c:pt idx="2308" c:formatCode="yyyy/m/d">
                  <c:v>44322</c:v>
                </c:pt>
                <c:pt idx="2309" c:formatCode="yyyy/m/d">
                  <c:v>44323</c:v>
                </c:pt>
                <c:pt idx="2310" c:formatCode="yyyy/m/d">
                  <c:v>44326</c:v>
                </c:pt>
                <c:pt idx="2311" c:formatCode="yyyy/m/d">
                  <c:v>44327</c:v>
                </c:pt>
                <c:pt idx="2312" c:formatCode="yyyy/m/d">
                  <c:v>44328</c:v>
                </c:pt>
                <c:pt idx="2313" c:formatCode="yyyy/m/d">
                  <c:v>44329</c:v>
                </c:pt>
                <c:pt idx="2314" c:formatCode="yyyy/m/d">
                  <c:v>44330</c:v>
                </c:pt>
                <c:pt idx="2315" c:formatCode="yyyy/m/d">
                  <c:v>44333</c:v>
                </c:pt>
                <c:pt idx="2316" c:formatCode="yyyy/m/d">
                  <c:v>44334</c:v>
                </c:pt>
                <c:pt idx="2317" c:formatCode="yyyy/m/d">
                  <c:v>44335</c:v>
                </c:pt>
                <c:pt idx="2318" c:formatCode="yyyy/m/d">
                  <c:v>44336</c:v>
                </c:pt>
                <c:pt idx="2319" c:formatCode="yyyy/m/d">
                  <c:v>44337</c:v>
                </c:pt>
                <c:pt idx="2320" c:formatCode="yyyy/m/d">
                  <c:v>44340</c:v>
                </c:pt>
                <c:pt idx="2321" c:formatCode="yyyy/m/d">
                  <c:v>44341</c:v>
                </c:pt>
                <c:pt idx="2322" c:formatCode="yyyy/m/d">
                  <c:v>44342</c:v>
                </c:pt>
                <c:pt idx="2323" c:formatCode="yyyy/m/d">
                  <c:v>44343</c:v>
                </c:pt>
                <c:pt idx="2324" c:formatCode="yyyy/m/d">
                  <c:v>44344</c:v>
                </c:pt>
                <c:pt idx="2325" c:formatCode="yyyy/m/d">
                  <c:v>44348</c:v>
                </c:pt>
                <c:pt idx="2326" c:formatCode="yyyy/m/d">
                  <c:v>44349</c:v>
                </c:pt>
                <c:pt idx="2327" c:formatCode="yyyy/m/d">
                  <c:v>44350</c:v>
                </c:pt>
                <c:pt idx="2328" c:formatCode="yyyy/m/d">
                  <c:v>44351</c:v>
                </c:pt>
                <c:pt idx="2329" c:formatCode="yyyy/m/d">
                  <c:v>44354</c:v>
                </c:pt>
                <c:pt idx="2330" c:formatCode="yyyy/m/d">
                  <c:v>44355</c:v>
                </c:pt>
                <c:pt idx="2331" c:formatCode="yyyy/m/d">
                  <c:v>44356</c:v>
                </c:pt>
                <c:pt idx="2332" c:formatCode="yyyy/m/d">
                  <c:v>44357</c:v>
                </c:pt>
                <c:pt idx="2333" c:formatCode="yyyy/m/d">
                  <c:v>44358</c:v>
                </c:pt>
                <c:pt idx="2334" c:formatCode="yyyy/m/d">
                  <c:v>44361</c:v>
                </c:pt>
                <c:pt idx="2335" c:formatCode="yyyy/m/d">
                  <c:v>44362</c:v>
                </c:pt>
                <c:pt idx="2336" c:formatCode="yyyy/m/d">
                  <c:v>44363</c:v>
                </c:pt>
                <c:pt idx="2337" c:formatCode="yyyy/m/d">
                  <c:v>44364</c:v>
                </c:pt>
                <c:pt idx="2338" c:formatCode="yyyy/m/d">
                  <c:v>44365</c:v>
                </c:pt>
                <c:pt idx="2339" c:formatCode="yyyy/m/d">
                  <c:v>44368</c:v>
                </c:pt>
                <c:pt idx="2340" c:formatCode="yyyy/m/d">
                  <c:v>44369</c:v>
                </c:pt>
                <c:pt idx="2341" c:formatCode="yyyy/m/d">
                  <c:v>44370</c:v>
                </c:pt>
                <c:pt idx="2342" c:formatCode="yyyy/m/d">
                  <c:v>44371</c:v>
                </c:pt>
                <c:pt idx="2343" c:formatCode="yyyy/m/d">
                  <c:v>44372</c:v>
                </c:pt>
                <c:pt idx="2344" c:formatCode="yyyy/m/d">
                  <c:v>44375</c:v>
                </c:pt>
                <c:pt idx="2345" c:formatCode="yyyy/m/d">
                  <c:v>44376</c:v>
                </c:pt>
                <c:pt idx="2346" c:formatCode="yyyy/m/d">
                  <c:v>44377</c:v>
                </c:pt>
                <c:pt idx="2347" c:formatCode="yyyy/m/d">
                  <c:v>44378</c:v>
                </c:pt>
                <c:pt idx="2348" c:formatCode="yyyy/m/d">
                  <c:v>44379</c:v>
                </c:pt>
                <c:pt idx="2349" c:formatCode="yyyy/m/d">
                  <c:v>44383</c:v>
                </c:pt>
                <c:pt idx="2350" c:formatCode="yyyy/m/d">
                  <c:v>44384</c:v>
                </c:pt>
                <c:pt idx="2351" c:formatCode="yyyy/m/d">
                  <c:v>44385</c:v>
                </c:pt>
                <c:pt idx="2352" c:formatCode="yyyy/m/d">
                  <c:v>44386</c:v>
                </c:pt>
                <c:pt idx="2353" c:formatCode="yyyy/m/d">
                  <c:v>44389</c:v>
                </c:pt>
                <c:pt idx="2354" c:formatCode="yyyy/m/d">
                  <c:v>44390</c:v>
                </c:pt>
                <c:pt idx="2355" c:formatCode="yyyy/m/d">
                  <c:v>44391</c:v>
                </c:pt>
                <c:pt idx="2356" c:formatCode="yyyy/m/d">
                  <c:v>44392</c:v>
                </c:pt>
                <c:pt idx="2357" c:formatCode="yyyy/m/d">
                  <c:v>44393</c:v>
                </c:pt>
                <c:pt idx="2358" c:formatCode="yyyy/m/d">
                  <c:v>44396</c:v>
                </c:pt>
                <c:pt idx="2359" c:formatCode="yyyy/m/d">
                  <c:v>44397</c:v>
                </c:pt>
                <c:pt idx="2360" c:formatCode="yyyy/m/d">
                  <c:v>44398</c:v>
                </c:pt>
                <c:pt idx="2361" c:formatCode="yyyy/m/d">
                  <c:v>44399</c:v>
                </c:pt>
                <c:pt idx="2362" c:formatCode="yyyy/m/d">
                  <c:v>44400</c:v>
                </c:pt>
                <c:pt idx="2363" c:formatCode="yyyy/m/d">
                  <c:v>44403</c:v>
                </c:pt>
                <c:pt idx="2364" c:formatCode="yyyy/m/d">
                  <c:v>44404</c:v>
                </c:pt>
                <c:pt idx="2365" c:formatCode="yyyy/m/d">
                  <c:v>44405</c:v>
                </c:pt>
                <c:pt idx="2366" c:formatCode="yyyy/m/d">
                  <c:v>44406</c:v>
                </c:pt>
                <c:pt idx="2367" c:formatCode="yyyy/m/d">
                  <c:v>44407</c:v>
                </c:pt>
                <c:pt idx="2368" c:formatCode="yyyy/m/d">
                  <c:v>44410</c:v>
                </c:pt>
                <c:pt idx="2369" c:formatCode="yyyy/m/d">
                  <c:v>44411</c:v>
                </c:pt>
                <c:pt idx="2370" c:formatCode="yyyy/m/d">
                  <c:v>44412</c:v>
                </c:pt>
                <c:pt idx="2371" c:formatCode="yyyy/m/d">
                  <c:v>44413</c:v>
                </c:pt>
                <c:pt idx="2372" c:formatCode="yyyy/m/d">
                  <c:v>44414</c:v>
                </c:pt>
                <c:pt idx="2373" c:formatCode="yyyy/m/d">
                  <c:v>44417</c:v>
                </c:pt>
                <c:pt idx="2374" c:formatCode="yyyy/m/d">
                  <c:v>44418</c:v>
                </c:pt>
                <c:pt idx="2375" c:formatCode="yyyy/m/d">
                  <c:v>44419</c:v>
                </c:pt>
                <c:pt idx="2376" c:formatCode="yyyy/m/d">
                  <c:v>44420</c:v>
                </c:pt>
                <c:pt idx="2377" c:formatCode="yyyy/m/d">
                  <c:v>44421</c:v>
                </c:pt>
                <c:pt idx="2378" c:formatCode="yyyy/m/d">
                  <c:v>44424</c:v>
                </c:pt>
                <c:pt idx="2379" c:formatCode="yyyy/m/d">
                  <c:v>44425</c:v>
                </c:pt>
                <c:pt idx="2380" c:formatCode="yyyy/m/d">
                  <c:v>44426</c:v>
                </c:pt>
                <c:pt idx="2381" c:formatCode="yyyy/m/d">
                  <c:v>44427</c:v>
                </c:pt>
                <c:pt idx="2382" c:formatCode="yyyy/m/d">
                  <c:v>44428</c:v>
                </c:pt>
                <c:pt idx="2383" c:formatCode="yyyy/m/d">
                  <c:v>44431</c:v>
                </c:pt>
                <c:pt idx="2384" c:formatCode="yyyy/m/d">
                  <c:v>44432</c:v>
                </c:pt>
                <c:pt idx="2385" c:formatCode="yyyy/m/d">
                  <c:v>44433</c:v>
                </c:pt>
                <c:pt idx="2386" c:formatCode="yyyy/m/d">
                  <c:v>44434</c:v>
                </c:pt>
                <c:pt idx="2387" c:formatCode="yyyy/m/d">
                  <c:v>44435</c:v>
                </c:pt>
                <c:pt idx="2388" c:formatCode="yyyy/m/d">
                  <c:v>44438</c:v>
                </c:pt>
                <c:pt idx="2389" c:formatCode="yyyy/m/d">
                  <c:v>44439</c:v>
                </c:pt>
                <c:pt idx="2390" c:formatCode="yyyy/m/d">
                  <c:v>44440</c:v>
                </c:pt>
                <c:pt idx="2391" c:formatCode="yyyy/m/d">
                  <c:v>44441</c:v>
                </c:pt>
                <c:pt idx="2392" c:formatCode="yyyy/m/d">
                  <c:v>44442</c:v>
                </c:pt>
                <c:pt idx="2393" c:formatCode="yyyy/m/d">
                  <c:v>44446</c:v>
                </c:pt>
                <c:pt idx="2394" c:formatCode="yyyy/m/d">
                  <c:v>44447</c:v>
                </c:pt>
                <c:pt idx="2395" c:formatCode="yyyy/m/d">
                  <c:v>44448</c:v>
                </c:pt>
                <c:pt idx="2396" c:formatCode="yyyy/m/d">
                  <c:v>44449</c:v>
                </c:pt>
                <c:pt idx="2397" c:formatCode="yyyy/m/d">
                  <c:v>44452</c:v>
                </c:pt>
                <c:pt idx="2398" c:formatCode="yyyy/m/d">
                  <c:v>44453</c:v>
                </c:pt>
                <c:pt idx="2399" c:formatCode="yyyy/m/d">
                  <c:v>44454</c:v>
                </c:pt>
                <c:pt idx="2400" c:formatCode="yyyy/m/d">
                  <c:v>44455</c:v>
                </c:pt>
                <c:pt idx="2401" c:formatCode="yyyy/m/d">
                  <c:v>44456</c:v>
                </c:pt>
                <c:pt idx="2402" c:formatCode="yyyy/m/d">
                  <c:v>44459</c:v>
                </c:pt>
                <c:pt idx="2403" c:formatCode="yyyy/m/d">
                  <c:v>44460</c:v>
                </c:pt>
                <c:pt idx="2404" c:formatCode="yyyy/m/d">
                  <c:v>44461</c:v>
                </c:pt>
                <c:pt idx="2405" c:formatCode="yyyy/m/d">
                  <c:v>44462</c:v>
                </c:pt>
                <c:pt idx="2406" c:formatCode="yyyy/m/d">
                  <c:v>44463</c:v>
                </c:pt>
                <c:pt idx="2407" c:formatCode="yyyy/m/d">
                  <c:v>44466</c:v>
                </c:pt>
                <c:pt idx="2408" c:formatCode="yyyy/m/d">
                  <c:v>44467</c:v>
                </c:pt>
                <c:pt idx="2409" c:formatCode="yyyy/m/d">
                  <c:v>44468</c:v>
                </c:pt>
                <c:pt idx="2410" c:formatCode="yyyy/m/d">
                  <c:v>44469</c:v>
                </c:pt>
                <c:pt idx="2411" c:formatCode="yyyy/m/d">
                  <c:v>44470</c:v>
                </c:pt>
                <c:pt idx="2412" c:formatCode="yyyy/m/d">
                  <c:v>44473</c:v>
                </c:pt>
                <c:pt idx="2413" c:formatCode="yyyy/m/d">
                  <c:v>44474</c:v>
                </c:pt>
                <c:pt idx="2414" c:formatCode="yyyy/m/d">
                  <c:v>44475</c:v>
                </c:pt>
                <c:pt idx="2415" c:formatCode="yyyy/m/d">
                  <c:v>44476</c:v>
                </c:pt>
                <c:pt idx="2416" c:formatCode="yyyy/m/d">
                  <c:v>44477</c:v>
                </c:pt>
                <c:pt idx="2417" c:formatCode="yyyy/m/d">
                  <c:v>44480</c:v>
                </c:pt>
                <c:pt idx="2418" c:formatCode="yyyy/m/d">
                  <c:v>44481</c:v>
                </c:pt>
                <c:pt idx="2419" c:formatCode="yyyy/m/d">
                  <c:v>44482</c:v>
                </c:pt>
                <c:pt idx="2420" c:formatCode="yyyy/m/d">
                  <c:v>44483</c:v>
                </c:pt>
                <c:pt idx="2421" c:formatCode="yyyy/m/d">
                  <c:v>44484</c:v>
                </c:pt>
                <c:pt idx="2422" c:formatCode="yyyy/m/d">
                  <c:v>44487</c:v>
                </c:pt>
                <c:pt idx="2423" c:formatCode="yyyy/m/d">
                  <c:v>44488</c:v>
                </c:pt>
                <c:pt idx="2424" c:formatCode="yyyy/m/d">
                  <c:v>44489</c:v>
                </c:pt>
                <c:pt idx="2425" c:formatCode="yyyy/m/d">
                  <c:v>44490</c:v>
                </c:pt>
                <c:pt idx="2426" c:formatCode="yyyy/m/d">
                  <c:v>44491</c:v>
                </c:pt>
                <c:pt idx="2427" c:formatCode="yyyy/m/d">
                  <c:v>44494</c:v>
                </c:pt>
                <c:pt idx="2428" c:formatCode="yyyy/m/d">
                  <c:v>44495</c:v>
                </c:pt>
                <c:pt idx="2429" c:formatCode="yyyy/m/d">
                  <c:v>44496</c:v>
                </c:pt>
                <c:pt idx="2430" c:formatCode="yyyy/m/d">
                  <c:v>44497</c:v>
                </c:pt>
                <c:pt idx="2431" c:formatCode="yyyy/m/d">
                  <c:v>44498</c:v>
                </c:pt>
                <c:pt idx="2432" c:formatCode="yyyy/m/d">
                  <c:v>44501</c:v>
                </c:pt>
                <c:pt idx="2433" c:formatCode="yyyy/m/d">
                  <c:v>44502</c:v>
                </c:pt>
                <c:pt idx="2434" c:formatCode="yyyy/m/d">
                  <c:v>44503</c:v>
                </c:pt>
                <c:pt idx="2435" c:formatCode="yyyy/m/d">
                  <c:v>44504</c:v>
                </c:pt>
                <c:pt idx="2436" c:formatCode="yyyy/m/d">
                  <c:v>44505</c:v>
                </c:pt>
                <c:pt idx="2437" c:formatCode="yyyy/m/d">
                  <c:v>44508</c:v>
                </c:pt>
                <c:pt idx="2438" c:formatCode="yyyy/m/d">
                  <c:v>44509</c:v>
                </c:pt>
                <c:pt idx="2439" c:formatCode="yyyy/m/d">
                  <c:v>44510</c:v>
                </c:pt>
                <c:pt idx="2440" c:formatCode="yyyy/m/d">
                  <c:v>44511</c:v>
                </c:pt>
                <c:pt idx="2441" c:formatCode="yyyy/m/d">
                  <c:v>44512</c:v>
                </c:pt>
                <c:pt idx="2442" c:formatCode="yyyy/m/d">
                  <c:v>44515</c:v>
                </c:pt>
                <c:pt idx="2443" c:formatCode="yyyy/m/d">
                  <c:v>44516</c:v>
                </c:pt>
                <c:pt idx="2444" c:formatCode="yyyy/m/d">
                  <c:v>44517</c:v>
                </c:pt>
                <c:pt idx="2445" c:formatCode="yyyy/m/d">
                  <c:v>44518</c:v>
                </c:pt>
                <c:pt idx="2446" c:formatCode="yyyy/m/d">
                  <c:v>44519</c:v>
                </c:pt>
                <c:pt idx="2447" c:formatCode="yyyy/m/d">
                  <c:v>44522</c:v>
                </c:pt>
                <c:pt idx="2448" c:formatCode="yyyy/m/d">
                  <c:v>44523</c:v>
                </c:pt>
                <c:pt idx="2449" c:formatCode="yyyy/m/d">
                  <c:v>44524</c:v>
                </c:pt>
                <c:pt idx="2450" c:formatCode="yyyy/m/d">
                  <c:v>44529</c:v>
                </c:pt>
                <c:pt idx="2451" c:formatCode="yyyy/m/d">
                  <c:v>44530</c:v>
                </c:pt>
                <c:pt idx="2452" c:formatCode="yyyy/m/d">
                  <c:v>44531</c:v>
                </c:pt>
                <c:pt idx="2453" c:formatCode="yyyy/m/d">
                  <c:v>44532</c:v>
                </c:pt>
                <c:pt idx="2454" c:formatCode="yyyy/m/d">
                  <c:v>44533</c:v>
                </c:pt>
                <c:pt idx="2455" c:formatCode="yyyy/m/d">
                  <c:v>44536</c:v>
                </c:pt>
                <c:pt idx="2456" c:formatCode="yyyy/m/d">
                  <c:v>44537</c:v>
                </c:pt>
                <c:pt idx="2457" c:formatCode="yyyy/m/d">
                  <c:v>44538</c:v>
                </c:pt>
                <c:pt idx="2458" c:formatCode="yyyy/m/d">
                  <c:v>44539</c:v>
                </c:pt>
                <c:pt idx="2459" c:formatCode="yyyy/m/d">
                  <c:v>44540</c:v>
                </c:pt>
                <c:pt idx="2460" c:formatCode="yyyy/m/d">
                  <c:v>44543</c:v>
                </c:pt>
                <c:pt idx="2461" c:formatCode="yyyy/m/d">
                  <c:v>44544</c:v>
                </c:pt>
                <c:pt idx="2462" c:formatCode="yyyy/m/d">
                  <c:v>44545</c:v>
                </c:pt>
                <c:pt idx="2463" c:formatCode="yyyy/m/d">
                  <c:v>44546</c:v>
                </c:pt>
                <c:pt idx="2464" c:formatCode="yyyy/m/d">
                  <c:v>44547</c:v>
                </c:pt>
                <c:pt idx="2465" c:formatCode="yyyy/m/d">
                  <c:v>44550</c:v>
                </c:pt>
                <c:pt idx="2466" c:formatCode="yyyy/m/d">
                  <c:v>44551</c:v>
                </c:pt>
                <c:pt idx="2467" c:formatCode="yyyy/m/d">
                  <c:v>44552</c:v>
                </c:pt>
                <c:pt idx="2468" c:formatCode="yyyy/m/d">
                  <c:v>44553</c:v>
                </c:pt>
                <c:pt idx="2469" c:formatCode="yyyy/m/d">
                  <c:v>44557</c:v>
                </c:pt>
                <c:pt idx="2470" c:formatCode="yyyy/m/d">
                  <c:v>44558</c:v>
                </c:pt>
                <c:pt idx="2471" c:formatCode="yyyy/m/d">
                  <c:v>44559</c:v>
                </c:pt>
                <c:pt idx="2472" c:formatCode="yyyy/m/d">
                  <c:v>44560</c:v>
                </c:pt>
                <c:pt idx="2473" c:formatCode="yyyy/m/d">
                  <c:v>44561</c:v>
                </c:pt>
                <c:pt idx="2474" c:formatCode="yyyy/m/d">
                  <c:v>44564</c:v>
                </c:pt>
                <c:pt idx="2475" c:formatCode="yyyy/m/d">
                  <c:v>44565</c:v>
                </c:pt>
                <c:pt idx="2476" c:formatCode="yyyy/m/d">
                  <c:v>44566</c:v>
                </c:pt>
                <c:pt idx="2477" c:formatCode="yyyy/m/d">
                  <c:v>44567</c:v>
                </c:pt>
                <c:pt idx="2478" c:formatCode="yyyy/m/d">
                  <c:v>44568</c:v>
                </c:pt>
                <c:pt idx="2479" c:formatCode="yyyy/m/d">
                  <c:v>44571</c:v>
                </c:pt>
                <c:pt idx="2480" c:formatCode="yyyy/m/d">
                  <c:v>44572</c:v>
                </c:pt>
                <c:pt idx="2481" c:formatCode="yyyy/m/d">
                  <c:v>44573</c:v>
                </c:pt>
                <c:pt idx="2482" c:formatCode="yyyy/m/d">
                  <c:v>44574</c:v>
                </c:pt>
                <c:pt idx="2483" c:formatCode="yyyy/m/d">
                  <c:v>44575</c:v>
                </c:pt>
                <c:pt idx="2484" c:formatCode="yyyy/m/d">
                  <c:v>44579</c:v>
                </c:pt>
                <c:pt idx="2485" c:formatCode="yyyy/m/d">
                  <c:v>44580</c:v>
                </c:pt>
                <c:pt idx="2486" c:formatCode="yyyy/m/d">
                  <c:v>44581</c:v>
                </c:pt>
                <c:pt idx="2487" c:formatCode="yyyy/m/d">
                  <c:v>44582</c:v>
                </c:pt>
                <c:pt idx="2488" c:formatCode="yyyy/m/d">
                  <c:v>44585</c:v>
                </c:pt>
                <c:pt idx="2489" c:formatCode="yyyy/m/d">
                  <c:v>44586</c:v>
                </c:pt>
                <c:pt idx="2490" c:formatCode="yyyy/m/d">
                  <c:v>44587</c:v>
                </c:pt>
                <c:pt idx="2491" c:formatCode="yyyy/m/d">
                  <c:v>44588</c:v>
                </c:pt>
                <c:pt idx="2492" c:formatCode="yyyy/m/d">
                  <c:v>44589</c:v>
                </c:pt>
                <c:pt idx="2493" c:formatCode="yyyy/m/d">
                  <c:v>44592</c:v>
                </c:pt>
                <c:pt idx="2494" c:formatCode="yyyy/m/d">
                  <c:v>44593</c:v>
                </c:pt>
                <c:pt idx="2495" c:formatCode="yyyy/m/d">
                  <c:v>44594</c:v>
                </c:pt>
                <c:pt idx="2496" c:formatCode="yyyy/m/d">
                  <c:v>44595</c:v>
                </c:pt>
                <c:pt idx="2497" c:formatCode="yyyy/m/d">
                  <c:v>44596</c:v>
                </c:pt>
                <c:pt idx="2498" c:formatCode="yyyy/m/d">
                  <c:v>44599</c:v>
                </c:pt>
                <c:pt idx="2499" c:formatCode="yyyy/m/d">
                  <c:v>44600</c:v>
                </c:pt>
                <c:pt idx="2500" c:formatCode="yyyy/m/d">
                  <c:v>44601</c:v>
                </c:pt>
                <c:pt idx="2501" c:formatCode="yyyy/m/d">
                  <c:v>44602</c:v>
                </c:pt>
                <c:pt idx="2502" c:formatCode="yyyy/m/d">
                  <c:v>44603</c:v>
                </c:pt>
                <c:pt idx="2503" c:formatCode="yyyy/m/d">
                  <c:v>44606</c:v>
                </c:pt>
                <c:pt idx="2504" c:formatCode="yyyy/m/d">
                  <c:v>44607</c:v>
                </c:pt>
                <c:pt idx="2505" c:formatCode="yyyy/m/d">
                  <c:v>44608</c:v>
                </c:pt>
                <c:pt idx="2506" c:formatCode="yyyy/m/d">
                  <c:v>44609</c:v>
                </c:pt>
                <c:pt idx="2507" c:formatCode="yyyy/m/d">
                  <c:v>44610</c:v>
                </c:pt>
                <c:pt idx="2508" c:formatCode="yyyy/m/d">
                  <c:v>44614</c:v>
                </c:pt>
                <c:pt idx="2509" c:formatCode="yyyy/m/d">
                  <c:v>44615</c:v>
                </c:pt>
                <c:pt idx="2510" c:formatCode="yyyy/m/d">
                  <c:v>44616</c:v>
                </c:pt>
                <c:pt idx="2511" c:formatCode="yyyy/m/d">
                  <c:v>44617</c:v>
                </c:pt>
                <c:pt idx="2512" c:formatCode="yyyy/m/d">
                  <c:v>44620</c:v>
                </c:pt>
                <c:pt idx="2513" c:formatCode="yyyy/m/d">
                  <c:v>44621</c:v>
                </c:pt>
                <c:pt idx="2514" c:formatCode="yyyy/m/d">
                  <c:v>44622</c:v>
                </c:pt>
                <c:pt idx="2515" c:formatCode="yyyy/m/d">
                  <c:v>44623</c:v>
                </c:pt>
                <c:pt idx="2516" c:formatCode="yyyy/m/d">
                  <c:v>44624</c:v>
                </c:pt>
                <c:pt idx="2517" c:formatCode="yyyy/m/d">
                  <c:v>44627</c:v>
                </c:pt>
                <c:pt idx="2518" c:formatCode="yyyy/m/d">
                  <c:v>44628</c:v>
                </c:pt>
                <c:pt idx="2519" c:formatCode="yyyy/m/d">
                  <c:v>44629</c:v>
                </c:pt>
                <c:pt idx="2520" c:formatCode="yyyy/m/d">
                  <c:v>44630</c:v>
                </c:pt>
                <c:pt idx="2521" c:formatCode="yyyy/m/d">
                  <c:v>44631</c:v>
                </c:pt>
                <c:pt idx="2522" c:formatCode="yyyy/m/d">
                  <c:v>44634</c:v>
                </c:pt>
                <c:pt idx="2523" c:formatCode="yyyy/m/d">
                  <c:v>44635</c:v>
                </c:pt>
                <c:pt idx="2524" c:formatCode="yyyy/m/d">
                  <c:v>44636</c:v>
                </c:pt>
                <c:pt idx="2525" c:formatCode="yyyy/m/d">
                  <c:v>44637</c:v>
                </c:pt>
                <c:pt idx="2526" c:formatCode="yyyy/m/d">
                  <c:v>44638</c:v>
                </c:pt>
                <c:pt idx="2527" c:formatCode="yyyy/m/d">
                  <c:v>44641</c:v>
                </c:pt>
                <c:pt idx="2528" c:formatCode="yyyy/m/d">
                  <c:v>44642</c:v>
                </c:pt>
                <c:pt idx="2529" c:formatCode="yyyy/m/d">
                  <c:v>44643</c:v>
                </c:pt>
                <c:pt idx="2530" c:formatCode="yyyy/m/d">
                  <c:v>44644</c:v>
                </c:pt>
                <c:pt idx="2531" c:formatCode="yyyy/m/d">
                  <c:v>44645</c:v>
                </c:pt>
                <c:pt idx="2532" c:formatCode="yyyy/m/d">
                  <c:v>44648</c:v>
                </c:pt>
                <c:pt idx="2533" c:formatCode="yyyy/m/d">
                  <c:v>44649</c:v>
                </c:pt>
                <c:pt idx="2534" c:formatCode="yyyy/m/d">
                  <c:v>44650</c:v>
                </c:pt>
                <c:pt idx="2535" c:formatCode="yyyy/m/d">
                  <c:v>44651</c:v>
                </c:pt>
                <c:pt idx="2536" c:formatCode="yyyy/m/d">
                  <c:v>44652</c:v>
                </c:pt>
                <c:pt idx="2537" c:formatCode="yyyy/m/d">
                  <c:v>44655</c:v>
                </c:pt>
                <c:pt idx="2538" c:formatCode="yyyy/m/d">
                  <c:v>44656</c:v>
                </c:pt>
                <c:pt idx="2539" c:formatCode="yyyy/m/d">
                  <c:v>44657</c:v>
                </c:pt>
                <c:pt idx="2540" c:formatCode="yyyy/m/d">
                  <c:v>44658</c:v>
                </c:pt>
                <c:pt idx="2541" c:formatCode="yyyy/m/d">
                  <c:v>44659</c:v>
                </c:pt>
                <c:pt idx="2542" c:formatCode="yyyy/m/d">
                  <c:v>44662</c:v>
                </c:pt>
                <c:pt idx="2543" c:formatCode="yyyy/m/d">
                  <c:v>44663</c:v>
                </c:pt>
                <c:pt idx="2544" c:formatCode="yyyy/m/d">
                  <c:v>44664</c:v>
                </c:pt>
                <c:pt idx="2545" c:formatCode="yyyy/m/d">
                  <c:v>44665</c:v>
                </c:pt>
                <c:pt idx="2546" c:formatCode="yyyy/m/d">
                  <c:v>44669</c:v>
                </c:pt>
                <c:pt idx="2547" c:formatCode="yyyy/m/d">
                  <c:v>44670</c:v>
                </c:pt>
                <c:pt idx="2548" c:formatCode="yyyy/m/d">
                  <c:v>44671</c:v>
                </c:pt>
                <c:pt idx="2549" c:formatCode="yyyy/m/d">
                  <c:v>44672</c:v>
                </c:pt>
                <c:pt idx="2550" c:formatCode="yyyy/m/d">
                  <c:v>44673</c:v>
                </c:pt>
                <c:pt idx="2551" c:formatCode="yyyy/m/d">
                  <c:v>44676</c:v>
                </c:pt>
                <c:pt idx="2552" c:formatCode="yyyy/m/d">
                  <c:v>44677</c:v>
                </c:pt>
                <c:pt idx="2553" c:formatCode="yyyy/m/d">
                  <c:v>44678</c:v>
                </c:pt>
                <c:pt idx="2554" c:formatCode="yyyy/m/d">
                  <c:v>44679</c:v>
                </c:pt>
                <c:pt idx="2555" c:formatCode="yyyy/m/d">
                  <c:v>44680</c:v>
                </c:pt>
                <c:pt idx="2556" c:formatCode="yyyy/m/d">
                  <c:v>44683</c:v>
                </c:pt>
                <c:pt idx="2557" c:formatCode="yyyy/m/d">
                  <c:v>44684</c:v>
                </c:pt>
                <c:pt idx="2558" c:formatCode="yyyy/m/d">
                  <c:v>44685</c:v>
                </c:pt>
                <c:pt idx="2559" c:formatCode="yyyy/m/d">
                  <c:v>44686</c:v>
                </c:pt>
                <c:pt idx="2560" c:formatCode="yyyy/m/d">
                  <c:v>44687</c:v>
                </c:pt>
                <c:pt idx="2561" c:formatCode="yyyy/m/d">
                  <c:v>44690</c:v>
                </c:pt>
                <c:pt idx="2562" c:formatCode="yyyy/m/d">
                  <c:v>44691</c:v>
                </c:pt>
                <c:pt idx="2563" c:formatCode="yyyy/m/d">
                  <c:v>44692</c:v>
                </c:pt>
                <c:pt idx="2564" c:formatCode="yyyy/m/d">
                  <c:v>44693</c:v>
                </c:pt>
                <c:pt idx="2565" c:formatCode="yyyy/m/d">
                  <c:v>44694</c:v>
                </c:pt>
                <c:pt idx="2566" c:formatCode="yyyy/m/d">
                  <c:v>44697</c:v>
                </c:pt>
                <c:pt idx="2567" c:formatCode="yyyy/m/d">
                  <c:v>44698</c:v>
                </c:pt>
                <c:pt idx="2568" c:formatCode="yyyy/m/d">
                  <c:v>44699</c:v>
                </c:pt>
                <c:pt idx="2569" c:formatCode="yyyy/m/d">
                  <c:v>44700</c:v>
                </c:pt>
                <c:pt idx="2570" c:formatCode="yyyy/m/d">
                  <c:v>44701</c:v>
                </c:pt>
                <c:pt idx="2571" c:formatCode="yyyy/m/d">
                  <c:v>44704</c:v>
                </c:pt>
                <c:pt idx="2572" c:formatCode="yyyy/m/d">
                  <c:v>44705</c:v>
                </c:pt>
                <c:pt idx="2573" c:formatCode="yyyy/m/d">
                  <c:v>44706</c:v>
                </c:pt>
                <c:pt idx="2574" c:formatCode="yyyy/m/d">
                  <c:v>44707</c:v>
                </c:pt>
                <c:pt idx="2575" c:formatCode="yyyy/m/d">
                  <c:v>44708</c:v>
                </c:pt>
                <c:pt idx="2576" c:formatCode="yyyy/m/d">
                  <c:v>44712</c:v>
                </c:pt>
                <c:pt idx="2577" c:formatCode="yyyy/m/d">
                  <c:v>44713</c:v>
                </c:pt>
                <c:pt idx="2578" c:formatCode="yyyy/m/d">
                  <c:v>44714</c:v>
                </c:pt>
                <c:pt idx="2579" c:formatCode="yyyy/m/d">
                  <c:v>44715</c:v>
                </c:pt>
                <c:pt idx="2580" c:formatCode="yyyy/m/d">
                  <c:v>44718</c:v>
                </c:pt>
                <c:pt idx="2581" c:formatCode="yyyy/m/d">
                  <c:v>44719</c:v>
                </c:pt>
                <c:pt idx="2582" c:formatCode="yyyy/m/d">
                  <c:v>44720</c:v>
                </c:pt>
                <c:pt idx="2583" c:formatCode="yyyy/m/d">
                  <c:v>44721</c:v>
                </c:pt>
                <c:pt idx="2584" c:formatCode="yyyy/m/d">
                  <c:v>44722</c:v>
                </c:pt>
                <c:pt idx="2585" c:formatCode="yyyy/m/d">
                  <c:v>44725</c:v>
                </c:pt>
                <c:pt idx="2586" c:formatCode="yyyy/m/d">
                  <c:v>44726</c:v>
                </c:pt>
                <c:pt idx="2587" c:formatCode="yyyy/m/d">
                  <c:v>44727</c:v>
                </c:pt>
                <c:pt idx="2588" c:formatCode="yyyy/m/d">
                  <c:v>44728</c:v>
                </c:pt>
                <c:pt idx="2589" c:formatCode="yyyy/m/d">
                  <c:v>44729</c:v>
                </c:pt>
                <c:pt idx="2590" c:formatCode="yyyy/m/d">
                  <c:v>44733</c:v>
                </c:pt>
                <c:pt idx="2591" c:formatCode="yyyy/m/d">
                  <c:v>44734</c:v>
                </c:pt>
                <c:pt idx="2592" c:formatCode="yyyy/m/d">
                  <c:v>44735</c:v>
                </c:pt>
                <c:pt idx="2593" c:formatCode="yyyy/m/d">
                  <c:v>44736</c:v>
                </c:pt>
                <c:pt idx="2594" c:formatCode="yyyy/m/d">
                  <c:v>44739</c:v>
                </c:pt>
                <c:pt idx="2595" c:formatCode="yyyy/m/d">
                  <c:v>44740</c:v>
                </c:pt>
                <c:pt idx="2596" c:formatCode="yyyy/m/d">
                  <c:v>44741</c:v>
                </c:pt>
                <c:pt idx="2597" c:formatCode="yyyy/m/d">
                  <c:v>44742</c:v>
                </c:pt>
                <c:pt idx="2598" c:formatCode="yyyy/m/d">
                  <c:v>44743</c:v>
                </c:pt>
                <c:pt idx="2599" c:formatCode="yyyy/m/d">
                  <c:v>44747</c:v>
                </c:pt>
                <c:pt idx="2600" c:formatCode="yyyy/m/d">
                  <c:v>44748</c:v>
                </c:pt>
                <c:pt idx="2601" c:formatCode="yyyy/m/d">
                  <c:v>44749</c:v>
                </c:pt>
                <c:pt idx="2602" c:formatCode="yyyy/m/d">
                  <c:v>44750</c:v>
                </c:pt>
                <c:pt idx="2603" c:formatCode="yyyy/m/d">
                  <c:v>44753</c:v>
                </c:pt>
                <c:pt idx="2604" c:formatCode="yyyy/m/d">
                  <c:v>44754</c:v>
                </c:pt>
                <c:pt idx="2605" c:formatCode="yyyy/m/d">
                  <c:v>44755</c:v>
                </c:pt>
                <c:pt idx="2606" c:formatCode="yyyy/m/d">
                  <c:v>44756</c:v>
                </c:pt>
                <c:pt idx="2607" c:formatCode="yyyy/m/d">
                  <c:v>44757</c:v>
                </c:pt>
                <c:pt idx="2608" c:formatCode="yyyy/m/d">
                  <c:v>44760</c:v>
                </c:pt>
                <c:pt idx="2609" c:formatCode="yyyy/m/d">
                  <c:v>44761</c:v>
                </c:pt>
                <c:pt idx="2610" c:formatCode="yyyy/m/d">
                  <c:v>44762</c:v>
                </c:pt>
                <c:pt idx="2611" c:formatCode="yyyy/m/d">
                  <c:v>44763</c:v>
                </c:pt>
                <c:pt idx="2612" c:formatCode="yyyy/m/d">
                  <c:v>44764</c:v>
                </c:pt>
                <c:pt idx="2613" c:formatCode="yyyy/m/d">
                  <c:v>44767</c:v>
                </c:pt>
                <c:pt idx="2614" c:formatCode="yyyy/m/d">
                  <c:v>44768</c:v>
                </c:pt>
                <c:pt idx="2615" c:formatCode="yyyy/m/d">
                  <c:v>44769</c:v>
                </c:pt>
                <c:pt idx="2616" c:formatCode="yyyy/m/d">
                  <c:v>44770</c:v>
                </c:pt>
                <c:pt idx="2617" c:formatCode="yyyy/m/d">
                  <c:v>44771</c:v>
                </c:pt>
                <c:pt idx="2618" c:formatCode="yyyy/m/d">
                  <c:v>44774</c:v>
                </c:pt>
                <c:pt idx="2619" c:formatCode="yyyy/m/d">
                  <c:v>44775</c:v>
                </c:pt>
                <c:pt idx="2620" c:formatCode="yyyy/m/d">
                  <c:v>44776</c:v>
                </c:pt>
                <c:pt idx="2621" c:formatCode="yyyy/m/d">
                  <c:v>44777</c:v>
                </c:pt>
                <c:pt idx="2622" c:formatCode="yyyy/m/d">
                  <c:v>44778</c:v>
                </c:pt>
                <c:pt idx="2623" c:formatCode="yyyy/m/d">
                  <c:v>44781</c:v>
                </c:pt>
                <c:pt idx="2624" c:formatCode="yyyy/m/d">
                  <c:v>44782</c:v>
                </c:pt>
                <c:pt idx="2625" c:formatCode="yyyy/m/d">
                  <c:v>44783</c:v>
                </c:pt>
                <c:pt idx="2626" c:formatCode="yyyy/m/d">
                  <c:v>44784</c:v>
                </c:pt>
                <c:pt idx="2627" c:formatCode="yyyy/m/d">
                  <c:v>44785</c:v>
                </c:pt>
                <c:pt idx="2628" c:formatCode="yyyy/m/d">
                  <c:v>44788</c:v>
                </c:pt>
                <c:pt idx="2629" c:formatCode="yyyy/m/d">
                  <c:v>44789</c:v>
                </c:pt>
                <c:pt idx="2630" c:formatCode="yyyy/m/d">
                  <c:v>44790</c:v>
                </c:pt>
                <c:pt idx="2631" c:formatCode="yyyy/m/d">
                  <c:v>44791</c:v>
                </c:pt>
                <c:pt idx="2632" c:formatCode="yyyy/m/d">
                  <c:v>44792</c:v>
                </c:pt>
                <c:pt idx="2633" c:formatCode="yyyy/m/d">
                  <c:v>44795</c:v>
                </c:pt>
                <c:pt idx="2634" c:formatCode="yyyy/m/d">
                  <c:v>44796</c:v>
                </c:pt>
                <c:pt idx="2635" c:formatCode="yyyy/m/d">
                  <c:v>44797</c:v>
                </c:pt>
                <c:pt idx="2636" c:formatCode="yyyy/m/d">
                  <c:v>44798</c:v>
                </c:pt>
                <c:pt idx="2637" c:formatCode="yyyy/m/d">
                  <c:v>44799</c:v>
                </c:pt>
                <c:pt idx="2638" c:formatCode="yyyy/m/d">
                  <c:v>44802</c:v>
                </c:pt>
                <c:pt idx="2639" c:formatCode="yyyy/m/d">
                  <c:v>44803</c:v>
                </c:pt>
                <c:pt idx="2640" c:formatCode="yyyy/m/d">
                  <c:v>44804</c:v>
                </c:pt>
                <c:pt idx="2641" c:formatCode="yyyy/m/d">
                  <c:v>44805</c:v>
                </c:pt>
                <c:pt idx="2642" c:formatCode="yyyy/m/d">
                  <c:v>44806</c:v>
                </c:pt>
                <c:pt idx="2643" c:formatCode="yyyy/m/d">
                  <c:v>44810</c:v>
                </c:pt>
                <c:pt idx="2644" c:formatCode="yyyy/m/d">
                  <c:v>44811</c:v>
                </c:pt>
                <c:pt idx="2645" c:formatCode="yyyy/m/d">
                  <c:v>44812</c:v>
                </c:pt>
                <c:pt idx="2646" c:formatCode="yyyy/m/d">
                  <c:v>44813</c:v>
                </c:pt>
                <c:pt idx="2647" c:formatCode="yyyy/m/d">
                  <c:v>44816</c:v>
                </c:pt>
                <c:pt idx="2648" c:formatCode="yyyy/m/d">
                  <c:v>44817</c:v>
                </c:pt>
                <c:pt idx="2649" c:formatCode="yyyy/m/d">
                  <c:v>44818</c:v>
                </c:pt>
                <c:pt idx="2650" c:formatCode="yyyy/m/d">
                  <c:v>44819</c:v>
                </c:pt>
                <c:pt idx="2651" c:formatCode="yyyy/m/d">
                  <c:v>44820</c:v>
                </c:pt>
                <c:pt idx="2652" c:formatCode="yyyy/m/d">
                  <c:v>44823</c:v>
                </c:pt>
                <c:pt idx="2653" c:formatCode="yyyy/m/d">
                  <c:v>44824</c:v>
                </c:pt>
                <c:pt idx="2654" c:formatCode="yyyy/m/d">
                  <c:v>44825</c:v>
                </c:pt>
                <c:pt idx="2655" c:formatCode="yyyy/m/d">
                  <c:v>44826</c:v>
                </c:pt>
                <c:pt idx="2656" c:formatCode="yyyy/m/d">
                  <c:v>44827</c:v>
                </c:pt>
                <c:pt idx="2657" c:formatCode="yyyy/m/d">
                  <c:v>44830</c:v>
                </c:pt>
                <c:pt idx="2658" c:formatCode="yyyy/m/d">
                  <c:v>44831</c:v>
                </c:pt>
                <c:pt idx="2659" c:formatCode="yyyy/m/d">
                  <c:v>44832</c:v>
                </c:pt>
                <c:pt idx="2660" c:formatCode="yyyy/m/d">
                  <c:v>44833</c:v>
                </c:pt>
                <c:pt idx="2661" c:formatCode="yyyy/m/d">
                  <c:v>44834</c:v>
                </c:pt>
                <c:pt idx="2662" c:formatCode="yyyy/m/d">
                  <c:v>44837</c:v>
                </c:pt>
                <c:pt idx="2663" c:formatCode="yyyy/m/d">
                  <c:v>44838</c:v>
                </c:pt>
                <c:pt idx="2664" c:formatCode="yyyy/m/d">
                  <c:v>44839</c:v>
                </c:pt>
                <c:pt idx="2665" c:formatCode="yyyy/m/d">
                  <c:v>44840</c:v>
                </c:pt>
                <c:pt idx="2666" c:formatCode="yyyy/m/d">
                  <c:v>44841</c:v>
                </c:pt>
                <c:pt idx="2667" c:formatCode="yyyy/m/d">
                  <c:v>44844</c:v>
                </c:pt>
                <c:pt idx="2668" c:formatCode="yyyy/m/d">
                  <c:v>44845</c:v>
                </c:pt>
                <c:pt idx="2669" c:formatCode="yyyy/m/d">
                  <c:v>44846</c:v>
                </c:pt>
                <c:pt idx="2670" c:formatCode="yyyy/m/d">
                  <c:v>44847</c:v>
                </c:pt>
                <c:pt idx="2671" c:formatCode="yyyy/m/d">
                  <c:v>44848</c:v>
                </c:pt>
                <c:pt idx="2672" c:formatCode="yyyy/m/d">
                  <c:v>44851</c:v>
                </c:pt>
                <c:pt idx="2673" c:formatCode="yyyy/m/d">
                  <c:v>44852</c:v>
                </c:pt>
                <c:pt idx="2674" c:formatCode="yyyy/m/d">
                  <c:v>44853</c:v>
                </c:pt>
                <c:pt idx="2675" c:formatCode="yyyy/m/d">
                  <c:v>44854</c:v>
                </c:pt>
                <c:pt idx="2676" c:formatCode="yyyy/m/d">
                  <c:v>44855</c:v>
                </c:pt>
                <c:pt idx="2677" c:formatCode="yyyy/m/d">
                  <c:v>44858</c:v>
                </c:pt>
                <c:pt idx="2678" c:formatCode="yyyy/m/d">
                  <c:v>44859</c:v>
                </c:pt>
                <c:pt idx="2679" c:formatCode="yyyy/m/d">
                  <c:v>44860</c:v>
                </c:pt>
                <c:pt idx="2680" c:formatCode="yyyy/m/d">
                  <c:v>44861</c:v>
                </c:pt>
                <c:pt idx="2681" c:formatCode="yyyy/m/d">
                  <c:v>44862</c:v>
                </c:pt>
                <c:pt idx="2682" c:formatCode="yyyy/m/d">
                  <c:v>44865</c:v>
                </c:pt>
                <c:pt idx="2683" c:formatCode="yyyy/m/d">
                  <c:v>44866</c:v>
                </c:pt>
                <c:pt idx="2684" c:formatCode="yyyy/m/d">
                  <c:v>44867</c:v>
                </c:pt>
                <c:pt idx="2685" c:formatCode="yyyy/m/d">
                  <c:v>44868</c:v>
                </c:pt>
                <c:pt idx="2686" c:formatCode="yyyy/m/d">
                  <c:v>44869</c:v>
                </c:pt>
                <c:pt idx="2687" c:formatCode="yyyy/m/d">
                  <c:v>44872</c:v>
                </c:pt>
                <c:pt idx="2688" c:formatCode="yyyy/m/d">
                  <c:v>44873</c:v>
                </c:pt>
                <c:pt idx="2689" c:formatCode="yyyy/m/d">
                  <c:v>44874</c:v>
                </c:pt>
                <c:pt idx="2690" c:formatCode="yyyy/m/d">
                  <c:v>44875</c:v>
                </c:pt>
                <c:pt idx="2691" c:formatCode="yyyy/m/d">
                  <c:v>44876</c:v>
                </c:pt>
                <c:pt idx="2692" c:formatCode="yyyy/m/d">
                  <c:v>44879</c:v>
                </c:pt>
                <c:pt idx="2693" c:formatCode="yyyy/m/d">
                  <c:v>44880</c:v>
                </c:pt>
                <c:pt idx="2694" c:formatCode="yyyy/m/d">
                  <c:v>44881</c:v>
                </c:pt>
                <c:pt idx="2695" c:formatCode="yyyy/m/d">
                  <c:v>44882</c:v>
                </c:pt>
                <c:pt idx="2696" c:formatCode="yyyy/m/d">
                  <c:v>44883</c:v>
                </c:pt>
                <c:pt idx="2697" c:formatCode="yyyy/m/d">
                  <c:v>44886</c:v>
                </c:pt>
                <c:pt idx="2698" c:formatCode="yyyy/m/d">
                  <c:v>44887</c:v>
                </c:pt>
                <c:pt idx="2699" c:formatCode="yyyy/m/d">
                  <c:v>44888</c:v>
                </c:pt>
                <c:pt idx="2700" c:formatCode="yyyy/m/d">
                  <c:v>44893</c:v>
                </c:pt>
                <c:pt idx="2701" c:formatCode="yyyy/m/d">
                  <c:v>44894</c:v>
                </c:pt>
                <c:pt idx="2702" c:formatCode="yyyy/m/d">
                  <c:v>44895</c:v>
                </c:pt>
                <c:pt idx="2703" c:formatCode="yyyy/m/d">
                  <c:v>44896</c:v>
                </c:pt>
                <c:pt idx="2704" c:formatCode="yyyy/m/d">
                  <c:v>44897</c:v>
                </c:pt>
                <c:pt idx="2705" c:formatCode="yyyy/m/d">
                  <c:v>44900</c:v>
                </c:pt>
                <c:pt idx="2706" c:formatCode="yyyy/m/d">
                  <c:v>44901</c:v>
                </c:pt>
                <c:pt idx="2707" c:formatCode="yyyy/m/d">
                  <c:v>44902</c:v>
                </c:pt>
                <c:pt idx="2708" c:formatCode="yyyy/m/d">
                  <c:v>44903</c:v>
                </c:pt>
                <c:pt idx="2709" c:formatCode="yyyy/m/d">
                  <c:v>44904</c:v>
                </c:pt>
                <c:pt idx="2710" c:formatCode="yyyy/m/d">
                  <c:v>44907</c:v>
                </c:pt>
                <c:pt idx="2711" c:formatCode="yyyy/m/d">
                  <c:v>44908</c:v>
                </c:pt>
                <c:pt idx="2712" c:formatCode="yyyy/m/d">
                  <c:v>44909</c:v>
                </c:pt>
                <c:pt idx="2713" c:formatCode="yyyy/m/d">
                  <c:v>44910</c:v>
                </c:pt>
                <c:pt idx="2714" c:formatCode="yyyy/m/d">
                  <c:v>44911</c:v>
                </c:pt>
                <c:pt idx="2715" c:formatCode="yyyy/m/d">
                  <c:v>44914</c:v>
                </c:pt>
                <c:pt idx="2716" c:formatCode="yyyy/m/d">
                  <c:v>44915</c:v>
                </c:pt>
                <c:pt idx="2717" c:formatCode="yyyy/m/d">
                  <c:v>44916</c:v>
                </c:pt>
                <c:pt idx="2718" c:formatCode="yyyy/m/d">
                  <c:v>44917</c:v>
                </c:pt>
                <c:pt idx="2719" c:formatCode="yyyy/m/d">
                  <c:v>44918</c:v>
                </c:pt>
                <c:pt idx="2720" c:formatCode="yyyy/m/d">
                  <c:v>44922</c:v>
                </c:pt>
                <c:pt idx="2721" c:formatCode="yyyy/m/d">
                  <c:v>44923</c:v>
                </c:pt>
                <c:pt idx="2722" c:formatCode="yyyy/m/d">
                  <c:v>44924</c:v>
                </c:pt>
                <c:pt idx="2723" c:formatCode="yyyy/m/d">
                  <c:v>44925</c:v>
                </c:pt>
                <c:pt idx="2724" c:formatCode="yyyy/m/d">
                  <c:v>44929</c:v>
                </c:pt>
                <c:pt idx="2725" c:formatCode="yyyy/m/d">
                  <c:v>44930</c:v>
                </c:pt>
                <c:pt idx="2726" c:formatCode="yyyy/m/d">
                  <c:v>44931</c:v>
                </c:pt>
                <c:pt idx="2727" c:formatCode="yyyy/m/d">
                  <c:v>44932</c:v>
                </c:pt>
                <c:pt idx="2728" c:formatCode="yyyy/m/d">
                  <c:v>44935</c:v>
                </c:pt>
                <c:pt idx="2729" c:formatCode="yyyy/m/d">
                  <c:v>44936</c:v>
                </c:pt>
                <c:pt idx="2730" c:formatCode="yyyy/m/d">
                  <c:v>44937</c:v>
                </c:pt>
                <c:pt idx="2731" c:formatCode="yyyy/m/d">
                  <c:v>44938</c:v>
                </c:pt>
                <c:pt idx="2732" c:formatCode="yyyy/m/d">
                  <c:v>44939</c:v>
                </c:pt>
                <c:pt idx="2733" c:formatCode="yyyy/m/d">
                  <c:v>44943</c:v>
                </c:pt>
                <c:pt idx="2734" c:formatCode="yyyy/m/d">
                  <c:v>44944</c:v>
                </c:pt>
                <c:pt idx="2735" c:formatCode="yyyy/m/d">
                  <c:v>44945</c:v>
                </c:pt>
                <c:pt idx="2736" c:formatCode="yyyy/m/d">
                  <c:v>44946</c:v>
                </c:pt>
                <c:pt idx="2737" c:formatCode="yyyy/m/d">
                  <c:v>44949</c:v>
                </c:pt>
                <c:pt idx="2738" c:formatCode="yyyy/m/d">
                  <c:v>44950</c:v>
                </c:pt>
                <c:pt idx="2739" c:formatCode="yyyy/m/d">
                  <c:v>44951</c:v>
                </c:pt>
                <c:pt idx="2740" c:formatCode="yyyy/m/d">
                  <c:v>44952</c:v>
                </c:pt>
                <c:pt idx="2741" c:formatCode="yyyy/m/d">
                  <c:v>44953</c:v>
                </c:pt>
                <c:pt idx="2742" c:formatCode="yyyy/m/d">
                  <c:v>44956</c:v>
                </c:pt>
                <c:pt idx="2743" c:formatCode="yyyy/m/d">
                  <c:v>44957</c:v>
                </c:pt>
                <c:pt idx="2744" c:formatCode="yyyy/m/d">
                  <c:v>44958</c:v>
                </c:pt>
                <c:pt idx="2745" c:formatCode="yyyy/m/d">
                  <c:v>44959</c:v>
                </c:pt>
                <c:pt idx="2746" c:formatCode="yyyy/m/d">
                  <c:v>44960</c:v>
                </c:pt>
                <c:pt idx="2747" c:formatCode="yyyy/m/d">
                  <c:v>44963</c:v>
                </c:pt>
                <c:pt idx="2748" c:formatCode="yyyy/m/d">
                  <c:v>44964</c:v>
                </c:pt>
                <c:pt idx="2749" c:formatCode="yyyy/m/d">
                  <c:v>44965</c:v>
                </c:pt>
                <c:pt idx="2750" c:formatCode="yyyy/m/d">
                  <c:v>44966</c:v>
                </c:pt>
                <c:pt idx="2751" c:formatCode="yyyy/m/d">
                  <c:v>44967</c:v>
                </c:pt>
                <c:pt idx="2752" c:formatCode="yyyy/m/d">
                  <c:v>44970</c:v>
                </c:pt>
                <c:pt idx="2753" c:formatCode="yyyy/m/d">
                  <c:v>44971</c:v>
                </c:pt>
                <c:pt idx="2754" c:formatCode="yyyy/m/d">
                  <c:v>44972</c:v>
                </c:pt>
                <c:pt idx="2755" c:formatCode="yyyy/m/d">
                  <c:v>44973</c:v>
                </c:pt>
                <c:pt idx="2756" c:formatCode="yyyy/m/d">
                  <c:v>44974</c:v>
                </c:pt>
                <c:pt idx="2757" c:formatCode="yyyy/m/d">
                  <c:v>44978</c:v>
                </c:pt>
                <c:pt idx="2758" c:formatCode="yyyy/m/d">
                  <c:v>44979</c:v>
                </c:pt>
                <c:pt idx="2759" c:formatCode="yyyy/m/d">
                  <c:v>44980</c:v>
                </c:pt>
                <c:pt idx="2760" c:formatCode="yyyy/m/d">
                  <c:v>44981</c:v>
                </c:pt>
                <c:pt idx="2761" c:formatCode="yyyy/m/d">
                  <c:v>44984</c:v>
                </c:pt>
                <c:pt idx="2762" c:formatCode="yyyy/m/d">
                  <c:v>44985</c:v>
                </c:pt>
                <c:pt idx="2763" c:formatCode="yyyy/m/d">
                  <c:v>44986</c:v>
                </c:pt>
                <c:pt idx="2764" c:formatCode="yyyy/m/d">
                  <c:v>44987</c:v>
                </c:pt>
                <c:pt idx="2765" c:formatCode="yyyy/m/d">
                  <c:v>44988</c:v>
                </c:pt>
                <c:pt idx="2766" c:formatCode="yyyy/m/d">
                  <c:v>44991</c:v>
                </c:pt>
                <c:pt idx="2767" c:formatCode="yyyy/m/d">
                  <c:v>44992</c:v>
                </c:pt>
                <c:pt idx="2768" c:formatCode="yyyy/m/d">
                  <c:v>44993</c:v>
                </c:pt>
                <c:pt idx="2769" c:formatCode="yyyy/m/d">
                  <c:v>44994</c:v>
                </c:pt>
                <c:pt idx="2770" c:formatCode="yyyy/m/d">
                  <c:v>44995</c:v>
                </c:pt>
                <c:pt idx="2771" c:formatCode="yyyy/m/d">
                  <c:v>44998</c:v>
                </c:pt>
                <c:pt idx="2772" c:formatCode="yyyy/m/d">
                  <c:v>44999</c:v>
                </c:pt>
                <c:pt idx="2773" c:formatCode="yyyy/m/d">
                  <c:v>45000</c:v>
                </c:pt>
                <c:pt idx="2774" c:formatCode="yyyy/m/d">
                  <c:v>45001</c:v>
                </c:pt>
                <c:pt idx="2775" c:formatCode="yyyy/m/d">
                  <c:v>45002</c:v>
                </c:pt>
                <c:pt idx="2776" c:formatCode="yyyy/m/d">
                  <c:v>45005</c:v>
                </c:pt>
                <c:pt idx="2777" c:formatCode="yyyy/m/d">
                  <c:v>45006</c:v>
                </c:pt>
                <c:pt idx="2778" c:formatCode="yyyy/m/d">
                  <c:v>45007</c:v>
                </c:pt>
                <c:pt idx="2779" c:formatCode="yyyy/m/d">
                  <c:v>45008</c:v>
                </c:pt>
                <c:pt idx="2780" c:formatCode="yyyy/m/d">
                  <c:v>45009</c:v>
                </c:pt>
                <c:pt idx="2781" c:formatCode="yyyy/m/d">
                  <c:v>45012</c:v>
                </c:pt>
                <c:pt idx="2782" c:formatCode="yyyy/m/d">
                  <c:v>45013</c:v>
                </c:pt>
                <c:pt idx="2783" c:formatCode="yyyy/m/d">
                  <c:v>45014</c:v>
                </c:pt>
                <c:pt idx="2784" c:formatCode="yyyy/m/d">
                  <c:v>45015</c:v>
                </c:pt>
                <c:pt idx="2785" c:formatCode="yyyy/m/d">
                  <c:v>45016</c:v>
                </c:pt>
                <c:pt idx="2786" c:formatCode="yyyy/m/d">
                  <c:v>45019</c:v>
                </c:pt>
                <c:pt idx="2787" c:formatCode="yyyy/m/d">
                  <c:v>45020</c:v>
                </c:pt>
                <c:pt idx="2788" c:formatCode="yyyy/m/d">
                  <c:v>45021</c:v>
                </c:pt>
                <c:pt idx="2789" c:formatCode="yyyy/m/d">
                  <c:v>45022</c:v>
                </c:pt>
                <c:pt idx="2790" c:formatCode="yyyy/m/d">
                  <c:v>45026</c:v>
                </c:pt>
                <c:pt idx="2791" c:formatCode="yyyy/m/d">
                  <c:v>45027</c:v>
                </c:pt>
                <c:pt idx="2792" c:formatCode="yyyy/m/d">
                  <c:v>45028</c:v>
                </c:pt>
                <c:pt idx="2793" c:formatCode="yyyy/m/d">
                  <c:v>45029</c:v>
                </c:pt>
                <c:pt idx="2794" c:formatCode="yyyy/m/d">
                  <c:v>45030</c:v>
                </c:pt>
                <c:pt idx="2795" c:formatCode="yyyy/m/d">
                  <c:v>45033</c:v>
                </c:pt>
                <c:pt idx="2796" c:formatCode="yyyy/m/d">
                  <c:v>45034</c:v>
                </c:pt>
                <c:pt idx="2797" c:formatCode="yyyy/m/d">
                  <c:v>45035</c:v>
                </c:pt>
                <c:pt idx="2798" c:formatCode="yyyy/m/d">
                  <c:v>45036</c:v>
                </c:pt>
                <c:pt idx="2799" c:formatCode="yyyy/m/d">
                  <c:v>45037</c:v>
                </c:pt>
                <c:pt idx="2800" c:formatCode="yyyy/m/d">
                  <c:v>45040</c:v>
                </c:pt>
                <c:pt idx="2801" c:formatCode="yyyy/m/d">
                  <c:v>45041</c:v>
                </c:pt>
                <c:pt idx="2802" c:formatCode="yyyy/m/d">
                  <c:v>45042</c:v>
                </c:pt>
                <c:pt idx="2803" c:formatCode="yyyy/m/d">
                  <c:v>45043</c:v>
                </c:pt>
                <c:pt idx="2804" c:formatCode="yyyy/m/d">
                  <c:v>45044</c:v>
                </c:pt>
                <c:pt idx="2805" c:formatCode="yyyy/m/d">
                  <c:v>45047</c:v>
                </c:pt>
                <c:pt idx="2806" c:formatCode="yyyy/m/d">
                  <c:v>45048</c:v>
                </c:pt>
                <c:pt idx="2807" c:formatCode="yyyy/m/d">
                  <c:v>45049</c:v>
                </c:pt>
                <c:pt idx="2808" c:formatCode="yyyy/m/d">
                  <c:v>45050</c:v>
                </c:pt>
                <c:pt idx="2809" c:formatCode="yyyy/m/d">
                  <c:v>45051</c:v>
                </c:pt>
                <c:pt idx="2810" c:formatCode="yyyy/m/d">
                  <c:v>45054</c:v>
                </c:pt>
                <c:pt idx="2811" c:formatCode="yyyy/m/d">
                  <c:v>45055</c:v>
                </c:pt>
                <c:pt idx="2812" c:formatCode="yyyy/m/d">
                  <c:v>45056</c:v>
                </c:pt>
                <c:pt idx="2813" c:formatCode="yyyy/m/d">
                  <c:v>45057</c:v>
                </c:pt>
                <c:pt idx="2814" c:formatCode="yyyy/m/d">
                  <c:v>45058</c:v>
                </c:pt>
                <c:pt idx="2815" c:formatCode="yyyy/m/d">
                  <c:v>45061</c:v>
                </c:pt>
                <c:pt idx="2816" c:formatCode="yyyy/m/d">
                  <c:v>45062</c:v>
                </c:pt>
                <c:pt idx="2817" c:formatCode="yyyy/m/d">
                  <c:v>45063</c:v>
                </c:pt>
                <c:pt idx="2818" c:formatCode="yyyy/m/d">
                  <c:v>45064</c:v>
                </c:pt>
                <c:pt idx="2819" c:formatCode="yyyy/m/d">
                  <c:v>45065</c:v>
                </c:pt>
                <c:pt idx="2820" c:formatCode="yyyy/m/d">
                  <c:v>45068</c:v>
                </c:pt>
                <c:pt idx="2821" c:formatCode="yyyy/m/d">
                  <c:v>45069</c:v>
                </c:pt>
                <c:pt idx="2822" c:formatCode="yyyy/m/d">
                  <c:v>45070</c:v>
                </c:pt>
                <c:pt idx="2823" c:formatCode="yyyy/m/d">
                  <c:v>45071</c:v>
                </c:pt>
                <c:pt idx="2824" c:formatCode="yyyy/m/d">
                  <c:v>45072</c:v>
                </c:pt>
                <c:pt idx="2825" c:formatCode="yyyy/m/d">
                  <c:v>45076</c:v>
                </c:pt>
                <c:pt idx="2826" c:formatCode="yyyy/m/d">
                  <c:v>45077</c:v>
                </c:pt>
                <c:pt idx="2827" c:formatCode="yyyy/m/d">
                  <c:v>45078</c:v>
                </c:pt>
                <c:pt idx="2828" c:formatCode="yyyy/m/d">
                  <c:v>45079</c:v>
                </c:pt>
                <c:pt idx="2829" c:formatCode="yyyy/m/d">
                  <c:v>45082</c:v>
                </c:pt>
                <c:pt idx="2830" c:formatCode="yyyy/m/d">
                  <c:v>45083</c:v>
                </c:pt>
                <c:pt idx="2831" c:formatCode="yyyy/m/d">
                  <c:v>45084</c:v>
                </c:pt>
                <c:pt idx="2832" c:formatCode="yyyy/m/d">
                  <c:v>45085</c:v>
                </c:pt>
                <c:pt idx="2833" c:formatCode="yyyy/m/d">
                  <c:v>45086</c:v>
                </c:pt>
                <c:pt idx="2834" c:formatCode="yyyy/m/d">
                  <c:v>45089</c:v>
                </c:pt>
                <c:pt idx="2835" c:formatCode="yyyy/m/d">
                  <c:v>45090</c:v>
                </c:pt>
                <c:pt idx="2836" c:formatCode="yyyy/m/d">
                  <c:v>45091</c:v>
                </c:pt>
                <c:pt idx="2837" c:formatCode="yyyy/m/d">
                  <c:v>45092</c:v>
                </c:pt>
                <c:pt idx="2838" c:formatCode="yyyy/m/d">
                  <c:v>45093</c:v>
                </c:pt>
                <c:pt idx="2839" c:formatCode="yyyy/m/d">
                  <c:v>45097</c:v>
                </c:pt>
                <c:pt idx="2840" c:formatCode="yyyy/m/d">
                  <c:v>45098</c:v>
                </c:pt>
                <c:pt idx="2841" c:formatCode="yyyy/m/d">
                  <c:v>45099</c:v>
                </c:pt>
                <c:pt idx="2842" c:formatCode="yyyy/m/d">
                  <c:v>45100</c:v>
                </c:pt>
                <c:pt idx="2843" c:formatCode="yyyy/m/d">
                  <c:v>45103</c:v>
                </c:pt>
                <c:pt idx="2844" c:formatCode="yyyy/m/d">
                  <c:v>45104</c:v>
                </c:pt>
                <c:pt idx="2845" c:formatCode="yyyy/m/d">
                  <c:v>45105</c:v>
                </c:pt>
                <c:pt idx="2846" c:formatCode="yyyy/m/d">
                  <c:v>45106</c:v>
                </c:pt>
                <c:pt idx="2847" c:formatCode="yyyy/m/d">
                  <c:v>45107</c:v>
                </c:pt>
                <c:pt idx="2848" c:formatCode="yyyy/m/d">
                  <c:v>45112</c:v>
                </c:pt>
                <c:pt idx="2849" c:formatCode="yyyy/m/d">
                  <c:v>45113</c:v>
                </c:pt>
                <c:pt idx="2850" c:formatCode="yyyy/m/d">
                  <c:v>45114</c:v>
                </c:pt>
                <c:pt idx="2851" c:formatCode="yyyy/m/d">
                  <c:v>45117</c:v>
                </c:pt>
                <c:pt idx="2852" c:formatCode="yyyy/m/d">
                  <c:v>45118</c:v>
                </c:pt>
                <c:pt idx="2853" c:formatCode="yyyy/m/d">
                  <c:v>45119</c:v>
                </c:pt>
                <c:pt idx="2854" c:formatCode="yyyy/m/d">
                  <c:v>45120</c:v>
                </c:pt>
                <c:pt idx="2855" c:formatCode="yyyy/m/d">
                  <c:v>45121</c:v>
                </c:pt>
                <c:pt idx="2856" c:formatCode="yyyy/m/d">
                  <c:v>45124</c:v>
                </c:pt>
                <c:pt idx="2857" c:formatCode="yyyy/m/d">
                  <c:v>45125</c:v>
                </c:pt>
                <c:pt idx="2858" c:formatCode="yyyy/m/d">
                  <c:v>45126</c:v>
                </c:pt>
                <c:pt idx="2859" c:formatCode="yyyy/m/d">
                  <c:v>45127</c:v>
                </c:pt>
                <c:pt idx="2860" c:formatCode="yyyy/m/d">
                  <c:v>45128</c:v>
                </c:pt>
                <c:pt idx="2861" c:formatCode="yyyy/m/d">
                  <c:v>45131</c:v>
                </c:pt>
                <c:pt idx="2862" c:formatCode="yyyy/m/d">
                  <c:v>45132</c:v>
                </c:pt>
                <c:pt idx="2863" c:formatCode="yyyy/m/d">
                  <c:v>45133</c:v>
                </c:pt>
                <c:pt idx="2864" c:formatCode="yyyy/m/d">
                  <c:v>45134</c:v>
                </c:pt>
                <c:pt idx="2865" c:formatCode="yyyy/m/d">
                  <c:v>45135</c:v>
                </c:pt>
                <c:pt idx="2866" c:formatCode="yyyy/m/d">
                  <c:v>45138</c:v>
                </c:pt>
                <c:pt idx="2867" c:formatCode="yyyy/m/d">
                  <c:v>45139</c:v>
                </c:pt>
                <c:pt idx="2868" c:formatCode="yyyy/m/d">
                  <c:v>45140</c:v>
                </c:pt>
                <c:pt idx="2869" c:formatCode="yyyy/m/d">
                  <c:v>45141</c:v>
                </c:pt>
                <c:pt idx="2870" c:formatCode="yyyy/m/d">
                  <c:v>45142</c:v>
                </c:pt>
                <c:pt idx="2871" c:formatCode="yyyy/m/d">
                  <c:v>45145</c:v>
                </c:pt>
                <c:pt idx="2872" c:formatCode="yyyy/m/d">
                  <c:v>45146</c:v>
                </c:pt>
                <c:pt idx="2873" c:formatCode="yyyy/m/d">
                  <c:v>45147</c:v>
                </c:pt>
                <c:pt idx="2874" c:formatCode="yyyy/m/d">
                  <c:v>45148</c:v>
                </c:pt>
                <c:pt idx="2875" c:formatCode="yyyy/m/d">
                  <c:v>45149</c:v>
                </c:pt>
                <c:pt idx="2876" c:formatCode="yyyy/m/d">
                  <c:v>45152</c:v>
                </c:pt>
                <c:pt idx="2877" c:formatCode="yyyy/m/d">
                  <c:v>45153</c:v>
                </c:pt>
                <c:pt idx="2878" c:formatCode="yyyy/m/d">
                  <c:v>45154</c:v>
                </c:pt>
                <c:pt idx="2879" c:formatCode="yyyy/m/d">
                  <c:v>45155</c:v>
                </c:pt>
                <c:pt idx="2880" c:formatCode="yyyy/m/d">
                  <c:v>45156</c:v>
                </c:pt>
                <c:pt idx="2881" c:formatCode="yyyy/m/d">
                  <c:v>45159</c:v>
                </c:pt>
                <c:pt idx="2882" c:formatCode="yyyy/m/d">
                  <c:v>45160</c:v>
                </c:pt>
                <c:pt idx="2883" c:formatCode="yyyy/m/d">
                  <c:v>45161</c:v>
                </c:pt>
                <c:pt idx="2884" c:formatCode="yyyy/m/d">
                  <c:v>45162</c:v>
                </c:pt>
                <c:pt idx="2885" c:formatCode="yyyy/m/d">
                  <c:v>45163</c:v>
                </c:pt>
                <c:pt idx="2886" c:formatCode="yyyy/m/d">
                  <c:v>45166</c:v>
                </c:pt>
                <c:pt idx="2887" c:formatCode="yyyy/m/d">
                  <c:v>45167</c:v>
                </c:pt>
                <c:pt idx="2888" c:formatCode="yyyy/m/d">
                  <c:v>45168</c:v>
                </c:pt>
                <c:pt idx="2889" c:formatCode="yyyy/m/d">
                  <c:v>45169</c:v>
                </c:pt>
                <c:pt idx="2890" c:formatCode="yyyy/m/d">
                  <c:v>45170</c:v>
                </c:pt>
                <c:pt idx="2891" c:formatCode="yyyy/m/d">
                  <c:v>45174</c:v>
                </c:pt>
                <c:pt idx="2892" c:formatCode="yyyy/m/d">
                  <c:v>45175</c:v>
                </c:pt>
                <c:pt idx="2893" c:formatCode="yyyy/m/d">
                  <c:v>45176</c:v>
                </c:pt>
                <c:pt idx="2894" c:formatCode="yyyy/m/d">
                  <c:v>45177</c:v>
                </c:pt>
                <c:pt idx="2895" c:formatCode="yyyy/m/d">
                  <c:v>45180</c:v>
                </c:pt>
                <c:pt idx="2896" c:formatCode="yyyy/m/d">
                  <c:v>45181</c:v>
                </c:pt>
                <c:pt idx="2897" c:formatCode="yyyy/m/d">
                  <c:v>45182</c:v>
                </c:pt>
                <c:pt idx="2898" c:formatCode="yyyy/m/d">
                  <c:v>45183</c:v>
                </c:pt>
                <c:pt idx="2899" c:formatCode="yyyy/m/d">
                  <c:v>45184</c:v>
                </c:pt>
                <c:pt idx="2900" c:formatCode="yyyy/m/d">
                  <c:v>45187</c:v>
                </c:pt>
                <c:pt idx="2901" c:formatCode="yyyy/m/d">
                  <c:v>45188</c:v>
                </c:pt>
                <c:pt idx="2902" c:formatCode="yyyy/m/d">
                  <c:v>45189</c:v>
                </c:pt>
                <c:pt idx="2903" c:formatCode="yyyy/m/d">
                  <c:v>45190</c:v>
                </c:pt>
                <c:pt idx="2904" c:formatCode="yyyy/m/d">
                  <c:v>45191</c:v>
                </c:pt>
                <c:pt idx="2905" c:formatCode="yyyy/m/d">
                  <c:v>45194</c:v>
                </c:pt>
                <c:pt idx="2906" c:formatCode="yyyy/m/d">
                  <c:v>45195</c:v>
                </c:pt>
                <c:pt idx="2907" c:formatCode="yyyy/m/d">
                  <c:v>45196</c:v>
                </c:pt>
                <c:pt idx="2908" c:formatCode="yyyy/m/d">
                  <c:v>45197</c:v>
                </c:pt>
                <c:pt idx="2909" c:formatCode="yyyy/m/d">
                  <c:v>45198</c:v>
                </c:pt>
                <c:pt idx="2910" c:formatCode="yyyy/m/d">
                  <c:v>45201</c:v>
                </c:pt>
                <c:pt idx="2911" c:formatCode="yyyy/m/d">
                  <c:v>45202</c:v>
                </c:pt>
                <c:pt idx="2912" c:formatCode="yyyy/m/d">
                  <c:v>45203</c:v>
                </c:pt>
                <c:pt idx="2913" c:formatCode="yyyy/m/d">
                  <c:v>45204</c:v>
                </c:pt>
                <c:pt idx="2914" c:formatCode="yyyy/m/d">
                  <c:v>45205</c:v>
                </c:pt>
                <c:pt idx="2915" c:formatCode="yyyy/m/d">
                  <c:v>45208</c:v>
                </c:pt>
                <c:pt idx="2916" c:formatCode="yyyy/m/d">
                  <c:v>45209</c:v>
                </c:pt>
                <c:pt idx="2917" c:formatCode="yyyy/m/d">
                  <c:v>45210</c:v>
                </c:pt>
                <c:pt idx="2918" c:formatCode="yyyy/m/d">
                  <c:v>45211</c:v>
                </c:pt>
                <c:pt idx="2919" c:formatCode="yyyy/m/d">
                  <c:v>45212</c:v>
                </c:pt>
                <c:pt idx="2920" c:formatCode="yyyy/m/d">
                  <c:v>45215</c:v>
                </c:pt>
                <c:pt idx="2921" c:formatCode="yyyy/m/d">
                  <c:v>45216</c:v>
                </c:pt>
                <c:pt idx="2922" c:formatCode="yyyy/m/d">
                  <c:v>45217</c:v>
                </c:pt>
                <c:pt idx="2923" c:formatCode="yyyy/m/d">
                  <c:v>45218</c:v>
                </c:pt>
                <c:pt idx="2924" c:formatCode="yyyy/m/d">
                  <c:v>45219</c:v>
                </c:pt>
                <c:pt idx="2925" c:formatCode="yyyy/m/d">
                  <c:v>45222</c:v>
                </c:pt>
                <c:pt idx="2926" c:formatCode="yyyy/m/d">
                  <c:v>45223</c:v>
                </c:pt>
                <c:pt idx="2927" c:formatCode="yyyy/m/d">
                  <c:v>45224</c:v>
                </c:pt>
                <c:pt idx="2928" c:formatCode="yyyy/m/d">
                  <c:v>45225</c:v>
                </c:pt>
                <c:pt idx="2929" c:formatCode="yyyy/m/d">
                  <c:v>45226</c:v>
                </c:pt>
                <c:pt idx="2930" c:formatCode="yyyy/m/d">
                  <c:v>45229</c:v>
                </c:pt>
                <c:pt idx="2931" c:formatCode="yyyy/m/d">
                  <c:v>45230</c:v>
                </c:pt>
                <c:pt idx="2932" c:formatCode="yyyy/m/d">
                  <c:v>45231</c:v>
                </c:pt>
                <c:pt idx="2933" c:formatCode="yyyy/m/d">
                  <c:v>45232</c:v>
                </c:pt>
                <c:pt idx="2934" c:formatCode="yyyy/m/d">
                  <c:v>45233</c:v>
                </c:pt>
                <c:pt idx="2935" c:formatCode="yyyy/m/d">
                  <c:v>45236</c:v>
                </c:pt>
                <c:pt idx="2936" c:formatCode="yyyy/m/d">
                  <c:v>45237</c:v>
                </c:pt>
                <c:pt idx="2937" c:formatCode="yyyy/m/d">
                  <c:v>45238</c:v>
                </c:pt>
                <c:pt idx="2938" c:formatCode="yyyy/m/d">
                  <c:v>45239</c:v>
                </c:pt>
                <c:pt idx="2939" c:formatCode="yyyy/m/d">
                  <c:v>45240</c:v>
                </c:pt>
                <c:pt idx="2940" c:formatCode="yyyy/m/d">
                  <c:v>45243</c:v>
                </c:pt>
                <c:pt idx="2941" c:formatCode="yyyy/m/d">
                  <c:v>45244</c:v>
                </c:pt>
                <c:pt idx="2942" c:formatCode="yyyy/m/d">
                  <c:v>45245</c:v>
                </c:pt>
                <c:pt idx="2943" c:formatCode="yyyy/m/d">
                  <c:v>45246</c:v>
                </c:pt>
                <c:pt idx="2944" c:formatCode="yyyy/m/d">
                  <c:v>45247</c:v>
                </c:pt>
                <c:pt idx="2945" c:formatCode="yyyy/m/d">
                  <c:v>45250</c:v>
                </c:pt>
                <c:pt idx="2946" c:formatCode="yyyy/m/d">
                  <c:v>45251</c:v>
                </c:pt>
                <c:pt idx="2947" c:formatCode="yyyy/m/d">
                  <c:v>45252</c:v>
                </c:pt>
                <c:pt idx="2948" c:formatCode="yyyy/m/d">
                  <c:v>45257</c:v>
                </c:pt>
                <c:pt idx="2949" c:formatCode="yyyy/m/d">
                  <c:v>45258</c:v>
                </c:pt>
                <c:pt idx="2950" c:formatCode="yyyy/m/d">
                  <c:v>45259</c:v>
                </c:pt>
                <c:pt idx="2951" c:formatCode="yyyy/m/d">
                  <c:v>45260</c:v>
                </c:pt>
                <c:pt idx="2952" c:formatCode="yyyy/m/d">
                  <c:v>45261</c:v>
                </c:pt>
                <c:pt idx="2953" c:formatCode="yyyy/m/d">
                  <c:v>45264</c:v>
                </c:pt>
                <c:pt idx="2954" c:formatCode="yyyy/m/d">
                  <c:v>45265</c:v>
                </c:pt>
                <c:pt idx="2955" c:formatCode="yyyy/m/d">
                  <c:v>45266</c:v>
                </c:pt>
                <c:pt idx="2956" c:formatCode="yyyy/m/d">
                  <c:v>45267</c:v>
                </c:pt>
                <c:pt idx="2957" c:formatCode="yyyy/m/d">
                  <c:v>45268</c:v>
                </c:pt>
                <c:pt idx="2958" c:formatCode="yyyy/m/d">
                  <c:v>45271</c:v>
                </c:pt>
                <c:pt idx="2959" c:formatCode="yyyy/m/d">
                  <c:v>45272</c:v>
                </c:pt>
                <c:pt idx="2960" c:formatCode="yyyy/m/d">
                  <c:v>45273</c:v>
                </c:pt>
                <c:pt idx="2961" c:formatCode="yyyy/m/d">
                  <c:v>45274</c:v>
                </c:pt>
                <c:pt idx="2962" c:formatCode="yyyy/m/d">
                  <c:v>45275</c:v>
                </c:pt>
                <c:pt idx="2963" c:formatCode="yyyy/m/d">
                  <c:v>45278</c:v>
                </c:pt>
                <c:pt idx="2964" c:formatCode="yyyy/m/d">
                  <c:v>45279</c:v>
                </c:pt>
                <c:pt idx="2965" c:formatCode="yyyy/m/d">
                  <c:v>45280</c:v>
                </c:pt>
                <c:pt idx="2966" c:formatCode="yyyy/m/d">
                  <c:v>45281</c:v>
                </c:pt>
                <c:pt idx="2967" c:formatCode="yyyy/m/d">
                  <c:v>45282</c:v>
                </c:pt>
                <c:pt idx="2968" c:formatCode="yyyy/m/d">
                  <c:v>45286</c:v>
                </c:pt>
                <c:pt idx="2969" c:formatCode="yyyy/m/d">
                  <c:v>45287</c:v>
                </c:pt>
                <c:pt idx="2970" c:formatCode="yyyy/m/d">
                  <c:v>45288</c:v>
                </c:pt>
                <c:pt idx="2971" c:formatCode="yyyy/m/d">
                  <c:v>45289</c:v>
                </c:pt>
                <c:pt idx="2972" c:formatCode="yyyy/m/d">
                  <c:v>45293</c:v>
                </c:pt>
                <c:pt idx="2973" c:formatCode="yyyy/m/d">
                  <c:v>45294</c:v>
                </c:pt>
                <c:pt idx="2974" c:formatCode="yyyy/m/d">
                  <c:v>45295</c:v>
                </c:pt>
                <c:pt idx="2975" c:formatCode="yyyy/m/d">
                  <c:v>45296</c:v>
                </c:pt>
                <c:pt idx="2976" c:formatCode="yyyy/m/d">
                  <c:v>45299</c:v>
                </c:pt>
                <c:pt idx="2977" c:formatCode="yyyy/m/d">
                  <c:v>45300</c:v>
                </c:pt>
                <c:pt idx="2978" c:formatCode="yyyy/m/d">
                  <c:v>45301</c:v>
                </c:pt>
                <c:pt idx="2979" c:formatCode="yyyy/m/d">
                  <c:v>45302</c:v>
                </c:pt>
                <c:pt idx="2980" c:formatCode="yyyy/m/d">
                  <c:v>45303</c:v>
                </c:pt>
                <c:pt idx="2981" c:formatCode="yyyy/m/d">
                  <c:v>45307</c:v>
                </c:pt>
                <c:pt idx="2982" c:formatCode="yyyy/m/d">
                  <c:v>45308</c:v>
                </c:pt>
                <c:pt idx="2983" c:formatCode="yyyy/m/d">
                  <c:v>45309</c:v>
                </c:pt>
                <c:pt idx="2984" c:formatCode="yyyy/m/d">
                  <c:v>45310</c:v>
                </c:pt>
                <c:pt idx="2985" c:formatCode="yyyy/m/d">
                  <c:v>45313</c:v>
                </c:pt>
                <c:pt idx="2986" c:formatCode="yyyy/m/d">
                  <c:v>45314</c:v>
                </c:pt>
                <c:pt idx="2987" c:formatCode="yyyy/m/d">
                  <c:v>45315</c:v>
                </c:pt>
                <c:pt idx="2988" c:formatCode="yyyy/m/d">
                  <c:v>45316</c:v>
                </c:pt>
                <c:pt idx="2989" c:formatCode="yyyy/m/d">
                  <c:v>45317</c:v>
                </c:pt>
                <c:pt idx="2990" c:formatCode="yyyy/m/d">
                  <c:v>45320</c:v>
                </c:pt>
                <c:pt idx="2991" c:formatCode="yyyy/m/d">
                  <c:v>45321</c:v>
                </c:pt>
                <c:pt idx="2992" c:formatCode="yyyy/m/d">
                  <c:v>45322</c:v>
                </c:pt>
                <c:pt idx="2993" c:formatCode="yyyy/m/d">
                  <c:v>45323</c:v>
                </c:pt>
                <c:pt idx="2994" c:formatCode="yyyy/m/d">
                  <c:v>45324</c:v>
                </c:pt>
                <c:pt idx="2995" c:formatCode="yyyy/m/d">
                  <c:v>45327</c:v>
                </c:pt>
                <c:pt idx="2996" c:formatCode="yyyy/m/d">
                  <c:v>45328</c:v>
                </c:pt>
                <c:pt idx="2997" c:formatCode="yyyy/m/d">
                  <c:v>45329</c:v>
                </c:pt>
                <c:pt idx="2998" c:formatCode="yyyy/m/d">
                  <c:v>45330</c:v>
                </c:pt>
                <c:pt idx="2999" c:formatCode="yyyy/m/d">
                  <c:v>45331</c:v>
                </c:pt>
                <c:pt idx="3000" c:formatCode="yyyy/m/d">
                  <c:v>45334</c:v>
                </c:pt>
                <c:pt idx="3001" c:formatCode="yyyy/m/d">
                  <c:v>45335</c:v>
                </c:pt>
                <c:pt idx="3002" c:formatCode="yyyy/m/d">
                  <c:v>45336</c:v>
                </c:pt>
                <c:pt idx="3003" c:formatCode="yyyy/m/d">
                  <c:v>45337</c:v>
                </c:pt>
                <c:pt idx="3004" c:formatCode="yyyy/m/d">
                  <c:v>45338</c:v>
                </c:pt>
                <c:pt idx="3005" c:formatCode="yyyy/m/d">
                  <c:v>45342</c:v>
                </c:pt>
                <c:pt idx="3006" c:formatCode="yyyy/m/d">
                  <c:v>45343</c:v>
                </c:pt>
                <c:pt idx="3007" c:formatCode="yyyy/m/d">
                  <c:v>45344</c:v>
                </c:pt>
                <c:pt idx="3008" c:formatCode="yyyy/m/d">
                  <c:v>45345</c:v>
                </c:pt>
                <c:pt idx="3009" c:formatCode="yyyy/m/d">
                  <c:v>45348</c:v>
                </c:pt>
                <c:pt idx="3010" c:formatCode="yyyy/m/d">
                  <c:v>45349</c:v>
                </c:pt>
                <c:pt idx="3011" c:formatCode="yyyy/m/d">
                  <c:v>45350</c:v>
                </c:pt>
                <c:pt idx="3012" c:formatCode="yyyy/m/d">
                  <c:v>45351</c:v>
                </c:pt>
                <c:pt idx="3013" c:formatCode="yyyy/m/d">
                  <c:v>45352</c:v>
                </c:pt>
                <c:pt idx="3014" c:formatCode="yyyy/m/d">
                  <c:v>45355</c:v>
                </c:pt>
                <c:pt idx="3015" c:formatCode="yyyy/m/d">
                  <c:v>45356</c:v>
                </c:pt>
                <c:pt idx="3016" c:formatCode="yyyy/m/d">
                  <c:v>45357</c:v>
                </c:pt>
                <c:pt idx="3017" c:formatCode="yyyy/m/d">
                  <c:v>45358</c:v>
                </c:pt>
                <c:pt idx="3018" c:formatCode="yyyy/m/d">
                  <c:v>45359</c:v>
                </c:pt>
                <c:pt idx="3019" c:formatCode="yyyy/m/d">
                  <c:v>45362</c:v>
                </c:pt>
                <c:pt idx="3020" c:formatCode="yyyy/m/d">
                  <c:v>45363</c:v>
                </c:pt>
                <c:pt idx="3021" c:formatCode="yyyy/m/d">
                  <c:v>45364</c:v>
                </c:pt>
                <c:pt idx="3022" c:formatCode="yyyy/m/d">
                  <c:v>45365</c:v>
                </c:pt>
                <c:pt idx="3023" c:formatCode="yyyy/m/d">
                  <c:v>45366</c:v>
                </c:pt>
                <c:pt idx="3024" c:formatCode="yyyy/m/d">
                  <c:v>45369</c:v>
                </c:pt>
                <c:pt idx="3025" c:formatCode="yyyy/m/d">
                  <c:v>45370</c:v>
                </c:pt>
                <c:pt idx="3026" c:formatCode="yyyy/m/d">
                  <c:v>45371</c:v>
                </c:pt>
                <c:pt idx="3027" c:formatCode="yyyy/m/d">
                  <c:v>45372</c:v>
                </c:pt>
                <c:pt idx="3028" c:formatCode="yyyy/m/d">
                  <c:v>45373</c:v>
                </c:pt>
                <c:pt idx="3029" c:formatCode="yyyy/m/d">
                  <c:v>45376</c:v>
                </c:pt>
                <c:pt idx="3030" c:formatCode="yyyy/m/d">
                  <c:v>45377</c:v>
                </c:pt>
                <c:pt idx="3031" c:formatCode="yyyy/m/d">
                  <c:v>45378</c:v>
                </c:pt>
                <c:pt idx="3032" c:formatCode="yyyy/m/d">
                  <c:v>45379</c:v>
                </c:pt>
                <c:pt idx="3033" c:formatCode="yyyy/m/d">
                  <c:v>45383</c:v>
                </c:pt>
                <c:pt idx="3034" c:formatCode="yyyy/m/d">
                  <c:v>45384</c:v>
                </c:pt>
                <c:pt idx="3035" c:formatCode="yyyy/m/d">
                  <c:v>45385</c:v>
                </c:pt>
                <c:pt idx="3036" c:formatCode="yyyy/m/d">
                  <c:v>45386</c:v>
                </c:pt>
                <c:pt idx="3037" c:formatCode="yyyy/m/d">
                  <c:v>45387</c:v>
                </c:pt>
                <c:pt idx="3038" c:formatCode="yyyy/m/d">
                  <c:v>45390</c:v>
                </c:pt>
                <c:pt idx="3039" c:formatCode="yyyy/m/d">
                  <c:v>45391</c:v>
                </c:pt>
                <c:pt idx="3040" c:formatCode="yyyy/m/d">
                  <c:v>45392</c:v>
                </c:pt>
                <c:pt idx="3041" c:formatCode="yyyy/m/d">
                  <c:v>45393</c:v>
                </c:pt>
                <c:pt idx="3042" c:formatCode="yyyy/m/d">
                  <c:v>45394</c:v>
                </c:pt>
                <c:pt idx="3043" c:formatCode="yyyy/m/d">
                  <c:v>45397</c:v>
                </c:pt>
                <c:pt idx="3044" c:formatCode="yyyy/m/d">
                  <c:v>45398</c:v>
                </c:pt>
                <c:pt idx="3045" c:formatCode="yyyy/m/d">
                  <c:v>45399</c:v>
                </c:pt>
                <c:pt idx="3046" c:formatCode="yyyy/m/d">
                  <c:v>45400</c:v>
                </c:pt>
                <c:pt idx="3047" c:formatCode="yyyy/m/d">
                  <c:v>45401</c:v>
                </c:pt>
                <c:pt idx="3048" c:formatCode="yyyy/m/d">
                  <c:v>45404</c:v>
                </c:pt>
                <c:pt idx="3049" c:formatCode="yyyy/m/d">
                  <c:v>45405</c:v>
                </c:pt>
                <c:pt idx="3050" c:formatCode="yyyy/m/d">
                  <c:v>45406</c:v>
                </c:pt>
                <c:pt idx="3051" c:formatCode="yyyy/m/d">
                  <c:v>45407</c:v>
                </c:pt>
                <c:pt idx="3052" c:formatCode="yyyy/m/d">
                  <c:v>45408</c:v>
                </c:pt>
                <c:pt idx="3053" c:formatCode="yyyy/m/d">
                  <c:v>45411</c:v>
                </c:pt>
                <c:pt idx="3054" c:formatCode="yyyy/m/d">
                  <c:v>45412</c:v>
                </c:pt>
                <c:pt idx="3055" c:formatCode="yyyy/m/d">
                  <c:v>45413</c:v>
                </c:pt>
                <c:pt idx="3056" c:formatCode="yyyy/m/d">
                  <c:v>45414</c:v>
                </c:pt>
                <c:pt idx="3057" c:formatCode="yyyy/m/d">
                  <c:v>45415</c:v>
                </c:pt>
                <c:pt idx="3058" c:formatCode="yyyy/m/d">
                  <c:v>45418</c:v>
                </c:pt>
                <c:pt idx="3059" c:formatCode="yyyy/m/d">
                  <c:v>45419</c:v>
                </c:pt>
                <c:pt idx="3060" c:formatCode="yyyy/m/d">
                  <c:v>45420</c:v>
                </c:pt>
                <c:pt idx="3061" c:formatCode="yyyy/m/d">
                  <c:v>45421</c:v>
                </c:pt>
                <c:pt idx="3062" c:formatCode="yyyy/m/d">
                  <c:v>45422</c:v>
                </c:pt>
                <c:pt idx="3063" c:formatCode="yyyy/m/d">
                  <c:v>45425</c:v>
                </c:pt>
                <c:pt idx="3064" c:formatCode="yyyy/m/d">
                  <c:v>45426</c:v>
                </c:pt>
                <c:pt idx="3065" c:formatCode="yyyy/m/d">
                  <c:v>45427</c:v>
                </c:pt>
                <c:pt idx="3066" c:formatCode="yyyy/m/d">
                  <c:v>45428</c:v>
                </c:pt>
                <c:pt idx="3067" c:formatCode="yyyy/m/d">
                  <c:v>45429</c:v>
                </c:pt>
                <c:pt idx="3068" c:formatCode="yyyy/m/d">
                  <c:v>45432</c:v>
                </c:pt>
                <c:pt idx="3069" c:formatCode="yyyy/m/d">
                  <c:v>45433</c:v>
                </c:pt>
                <c:pt idx="3070" c:formatCode="yyyy/m/d">
                  <c:v>45434</c:v>
                </c:pt>
                <c:pt idx="3071" c:formatCode="yyyy/m/d">
                  <c:v>45435</c:v>
                </c:pt>
                <c:pt idx="3072" c:formatCode="yyyy/m/d">
                  <c:v>45436</c:v>
                </c:pt>
                <c:pt idx="3073" c:formatCode="yyyy/m/d">
                  <c:v>45440</c:v>
                </c:pt>
                <c:pt idx="3074" c:formatCode="yyyy/m/d">
                  <c:v>45441</c:v>
                </c:pt>
                <c:pt idx="3075" c:formatCode="yyyy/m/d">
                  <c:v>45442</c:v>
                </c:pt>
                <c:pt idx="3076" c:formatCode="yyyy/m/d">
                  <c:v>45443</c:v>
                </c:pt>
                <c:pt idx="3077" c:formatCode="yyyy/m/d">
                  <c:v>45446</c:v>
                </c:pt>
                <c:pt idx="3078" c:formatCode="yyyy/m/d">
                  <c:v>45447</c:v>
                </c:pt>
                <c:pt idx="3079" c:formatCode="yyyy/m/d">
                  <c:v>45448</c:v>
                </c:pt>
                <c:pt idx="3080" c:formatCode="yyyy/m/d">
                  <c:v>45449</c:v>
                </c:pt>
                <c:pt idx="3081" c:formatCode="yyyy/m/d">
                  <c:v>45450</c:v>
                </c:pt>
                <c:pt idx="3082" c:formatCode="yyyy/m/d">
                  <c:v>45453</c:v>
                </c:pt>
                <c:pt idx="3083" c:formatCode="yyyy/m/d">
                  <c:v>45454</c:v>
                </c:pt>
                <c:pt idx="3084" c:formatCode="yyyy/m/d">
                  <c:v>45455</c:v>
                </c:pt>
                <c:pt idx="3085" c:formatCode="yyyy/m/d">
                  <c:v>45456</c:v>
                </c:pt>
                <c:pt idx="3086" c:formatCode="yyyy/m/d">
                  <c:v>45457</c:v>
                </c:pt>
                <c:pt idx="3087" c:formatCode="yyyy/m/d">
                  <c:v>45460</c:v>
                </c:pt>
                <c:pt idx="3088" c:formatCode="yyyy/m/d">
                  <c:v>45461</c:v>
                </c:pt>
                <c:pt idx="3089" c:formatCode="yyyy/m/d">
                  <c:v>45463</c:v>
                </c:pt>
                <c:pt idx="3090" c:formatCode="yyyy/m/d">
                  <c:v>45464</c:v>
                </c:pt>
                <c:pt idx="3091" c:formatCode="yyyy/m/d">
                  <c:v>45467</c:v>
                </c:pt>
                <c:pt idx="3092" c:formatCode="yyyy/m/d">
                  <c:v>45468</c:v>
                </c:pt>
                <c:pt idx="3093" c:formatCode="yyyy/m/d">
                  <c:v>45469</c:v>
                </c:pt>
                <c:pt idx="3094" c:formatCode="yyyy/m/d">
                  <c:v>45470</c:v>
                </c:pt>
                <c:pt idx="3095" c:formatCode="yyyy/m/d">
                  <c:v>45471</c:v>
                </c:pt>
                <c:pt idx="3096" c:formatCode="yyyy/m/d">
                  <c:v>45474</c:v>
                </c:pt>
                <c:pt idx="3097" c:formatCode="yyyy/m/d">
                  <c:v>45475</c:v>
                </c:pt>
                <c:pt idx="3098" c:formatCode="yyyy/m/d">
                  <c:v>45478</c:v>
                </c:pt>
                <c:pt idx="3099" c:formatCode="yyyy/m/d">
                  <c:v>45481</c:v>
                </c:pt>
                <c:pt idx="3100" c:formatCode="yyyy/m/d">
                  <c:v>45482</c:v>
                </c:pt>
                <c:pt idx="3101" c:formatCode="yyyy/m/d">
                  <c:v>45483</c:v>
                </c:pt>
                <c:pt idx="3102" c:formatCode="yyyy/m/d">
                  <c:v>45484</c:v>
                </c:pt>
                <c:pt idx="3103" c:formatCode="yyyy/m/d">
                  <c:v>45485</c:v>
                </c:pt>
              </c:numCache>
            </c:numRef>
          </c:cat>
          <c:val>
            <c:numRef>
              <c:f>spx_vol_stats.csv!$C$2:$C$3105</c:f>
              <c:numCache>
                <c:formatCode>General</c:formatCode>
                <c:ptCount val="3104"/>
                <c:pt idx="0">
                  <c:v>0.239067053438795</c:v>
                </c:pt>
                <c:pt idx="1">
                  <c:v>0.236849143136604</c:v>
                </c:pt>
                <c:pt idx="2">
                  <c:v>0.228879603396168</c:v>
                </c:pt>
                <c:pt idx="3">
                  <c:v>0.228526332768684</c:v>
                </c:pt>
                <c:pt idx="4">
                  <c:v>0.216394089209734</c:v>
                </c:pt>
                <c:pt idx="5">
                  <c:v>0.216193172840784</c:v>
                </c:pt>
                <c:pt idx="6">
                  <c:v>0.202457300313281</c:v>
                </c:pt>
                <c:pt idx="7">
                  <c:v>0.202454731119696</c:v>
                </c:pt>
                <c:pt idx="8">
                  <c:v>0.163152168371147</c:v>
                </c:pt>
                <c:pt idx="9">
                  <c:v>0.165475889654873</c:v>
                </c:pt>
                <c:pt idx="10">
                  <c:v>0.163800614238776</c:v>
                </c:pt>
                <c:pt idx="11">
                  <c:v>0.163815464660964</c:v>
                </c:pt>
                <c:pt idx="12">
                  <c:v>0.163836344715778</c:v>
                </c:pt>
                <c:pt idx="13">
                  <c:v>0.149566529688277</c:v>
                </c:pt>
                <c:pt idx="14">
                  <c:v>0.144379841953978</c:v>
                </c:pt>
                <c:pt idx="15">
                  <c:v>0.137450364655236</c:v>
                </c:pt>
                <c:pt idx="16">
                  <c:v>0.134101661776623</c:v>
                </c:pt>
                <c:pt idx="17">
                  <c:v>0.128600486438132</c:v>
                </c:pt>
                <c:pt idx="18">
                  <c:v>0.128911110466568</c:v>
                </c:pt>
                <c:pt idx="19">
                  <c:v>0.130188641084507</c:v>
                </c:pt>
                <c:pt idx="20">
                  <c:v>0.122929835286794</c:v>
                </c:pt>
                <c:pt idx="21">
                  <c:v>0.100279068001263</c:v>
                </c:pt>
                <c:pt idx="22">
                  <c:v>0.100664469093395</c:v>
                </c:pt>
                <c:pt idx="23">
                  <c:v>0.0992471843936646</c:v>
                </c:pt>
                <c:pt idx="24">
                  <c:v>0.0972538932799403</c:v>
                </c:pt>
                <c:pt idx="25">
                  <c:v>0.0970774776921925</c:v>
                </c:pt>
                <c:pt idx="26">
                  <c:v>0.090923610106271</c:v>
                </c:pt>
                <c:pt idx="27">
                  <c:v>0.0885183473838117</c:v>
                </c:pt>
                <c:pt idx="28">
                  <c:v>0.0868866641497229</c:v>
                </c:pt>
                <c:pt idx="29">
                  <c:v>0.0804393238717009</c:v>
                </c:pt>
                <c:pt idx="30">
                  <c:v>0.0846591041820419</c:v>
                </c:pt>
                <c:pt idx="31">
                  <c:v>0.0836209756763469</c:v>
                </c:pt>
                <c:pt idx="32">
                  <c:v>0.0851056425822227</c:v>
                </c:pt>
                <c:pt idx="33">
                  <c:v>0.0828825491283045</c:v>
                </c:pt>
                <c:pt idx="34">
                  <c:v>0.0827635443856754</c:v>
                </c:pt>
                <c:pt idx="35">
                  <c:v>0.0827625947295039</c:v>
                </c:pt>
                <c:pt idx="36">
                  <c:v>0.0803450113056551</c:v>
                </c:pt>
                <c:pt idx="37">
                  <c:v>0.0825825566195541</c:v>
                </c:pt>
                <c:pt idx="38">
                  <c:v>0.0789394539291983</c:v>
                </c:pt>
                <c:pt idx="39">
                  <c:v>0.0795383111173579</c:v>
                </c:pt>
                <c:pt idx="40">
                  <c:v>0.0809558542290837</c:v>
                </c:pt>
                <c:pt idx="41">
                  <c:v>0.0940887811704846</c:v>
                </c:pt>
                <c:pt idx="42">
                  <c:v>0.0956031824334614</c:v>
                </c:pt>
                <c:pt idx="43">
                  <c:v>0.0964530718519541</c:v>
                </c:pt>
                <c:pt idx="44">
                  <c:v>0.0945744879958028</c:v>
                </c:pt>
                <c:pt idx="45">
                  <c:v>0.0942441071760439</c:v>
                </c:pt>
                <c:pt idx="46">
                  <c:v>0.105111236284605</c:v>
                </c:pt>
                <c:pt idx="47">
                  <c:v>0.105285697367209</c:v>
                </c:pt>
                <c:pt idx="48">
                  <c:v>0.103970890515492</c:v>
                </c:pt>
                <c:pt idx="49">
                  <c:v>0.103969209111521</c:v>
                </c:pt>
                <c:pt idx="50">
                  <c:v>0.0971111507425803</c:v>
                </c:pt>
                <c:pt idx="51">
                  <c:v>0.0978536385568336</c:v>
                </c:pt>
                <c:pt idx="52">
                  <c:v>0.0983199420283064</c:v>
                </c:pt>
                <c:pt idx="53">
                  <c:v>0.101345413187631</c:v>
                </c:pt>
                <c:pt idx="54">
                  <c:v>0.101512561351609</c:v>
                </c:pt>
                <c:pt idx="55">
                  <c:v>0.105045748690954</c:v>
                </c:pt>
                <c:pt idx="56">
                  <c:v>0.104774106364782</c:v>
                </c:pt>
                <c:pt idx="57">
                  <c:v>0.106200527195695</c:v>
                </c:pt>
                <c:pt idx="58">
                  <c:v>0.104684200279371</c:v>
                </c:pt>
                <c:pt idx="59">
                  <c:v>0.100996400858602</c:v>
                </c:pt>
                <c:pt idx="60">
                  <c:v>0.102570594224504</c:v>
                </c:pt>
                <c:pt idx="61">
                  <c:v>0.103736737114537</c:v>
                </c:pt>
                <c:pt idx="62">
                  <c:v>0.108152270959735</c:v>
                </c:pt>
                <c:pt idx="63">
                  <c:v>0.107807457532352</c:v>
                </c:pt>
                <c:pt idx="64">
                  <c:v>0.113378284010453</c:v>
                </c:pt>
                <c:pt idx="65">
                  <c:v>0.124061720991811</c:v>
                </c:pt>
                <c:pt idx="66">
                  <c:v>0.125623031174415</c:v>
                </c:pt>
                <c:pt idx="67">
                  <c:v>0.130932085042759</c:v>
                </c:pt>
                <c:pt idx="68">
                  <c:v>0.135052262670991</c:v>
                </c:pt>
                <c:pt idx="69">
                  <c:v>0.134725833404009</c:v>
                </c:pt>
                <c:pt idx="70">
                  <c:v>0.141317439756833</c:v>
                </c:pt>
                <c:pt idx="71">
                  <c:v>0.133815521689132</c:v>
                </c:pt>
                <c:pt idx="72">
                  <c:v>0.134112033042915</c:v>
                </c:pt>
                <c:pt idx="73">
                  <c:v>0.131297522730739</c:v>
                </c:pt>
                <c:pt idx="74">
                  <c:v>0.133280269617936</c:v>
                </c:pt>
                <c:pt idx="75">
                  <c:v>0.133717255186365</c:v>
                </c:pt>
                <c:pt idx="76">
                  <c:v>0.129033806420567</c:v>
                </c:pt>
                <c:pt idx="77">
                  <c:v>0.130449106742636</c:v>
                </c:pt>
                <c:pt idx="78">
                  <c:v>0.129487343761433</c:v>
                </c:pt>
                <c:pt idx="79">
                  <c:v>0.129935933660007</c:v>
                </c:pt>
                <c:pt idx="80">
                  <c:v>0.130482916704118</c:v>
                </c:pt>
                <c:pt idx="81">
                  <c:v>0.130393125900181</c:v>
                </c:pt>
                <c:pt idx="82">
                  <c:v>0.13215103195488</c:v>
                </c:pt>
                <c:pt idx="83">
                  <c:v>0.138580267029335</c:v>
                </c:pt>
                <c:pt idx="84">
                  <c:v>0.138183331989614</c:v>
                </c:pt>
                <c:pt idx="85">
                  <c:v>0.131526832276646</c:v>
                </c:pt>
                <c:pt idx="86">
                  <c:v>0.132405812291497</c:v>
                </c:pt>
                <c:pt idx="87">
                  <c:v>0.13241788641283</c:v>
                </c:pt>
                <c:pt idx="88">
                  <c:v>0.132574806061138</c:v>
                </c:pt>
                <c:pt idx="89">
                  <c:v>0.134760750869999</c:v>
                </c:pt>
                <c:pt idx="90">
                  <c:v>0.132395564219644</c:v>
                </c:pt>
                <c:pt idx="91">
                  <c:v>0.132451840807314</c:v>
                </c:pt>
                <c:pt idx="92">
                  <c:v>0.135701955531679</c:v>
                </c:pt>
                <c:pt idx="93">
                  <c:v>0.136392738112814</c:v>
                </c:pt>
                <c:pt idx="94">
                  <c:v>0.143793456072143</c:v>
                </c:pt>
                <c:pt idx="95">
                  <c:v>0.136226623808629</c:v>
                </c:pt>
                <c:pt idx="96">
                  <c:v>0.134143289032647</c:v>
                </c:pt>
                <c:pt idx="97">
                  <c:v>0.126779492276965</c:v>
                </c:pt>
                <c:pt idx="98">
                  <c:v>0.1276693547592</c:v>
                </c:pt>
                <c:pt idx="99">
                  <c:v>0.123664439197548</c:v>
                </c:pt>
                <c:pt idx="100">
                  <c:v>0.12350106463784</c:v>
                </c:pt>
                <c:pt idx="101">
                  <c:v>0.139629661061499</c:v>
                </c:pt>
                <c:pt idx="102">
                  <c:v>0.139426674255562</c:v>
                </c:pt>
                <c:pt idx="103">
                  <c:v>0.14021324297419</c:v>
                </c:pt>
                <c:pt idx="104">
                  <c:v>0.157116292231172</c:v>
                </c:pt>
                <c:pt idx="105">
                  <c:v>0.150676796071865</c:v>
                </c:pt>
                <c:pt idx="106">
                  <c:v>0.151429162503954</c:v>
                </c:pt>
                <c:pt idx="107">
                  <c:v>0.154042846240269</c:v>
                </c:pt>
                <c:pt idx="108">
                  <c:v>0.159087690207152</c:v>
                </c:pt>
                <c:pt idx="109">
                  <c:v>0.158202490648812</c:v>
                </c:pt>
                <c:pt idx="110">
                  <c:v>0.162577846218485</c:v>
                </c:pt>
                <c:pt idx="111">
                  <c:v>0.165203924233719</c:v>
                </c:pt>
                <c:pt idx="112">
                  <c:v>0.159115877492486</c:v>
                </c:pt>
                <c:pt idx="113">
                  <c:v>0.161898508310938</c:v>
                </c:pt>
                <c:pt idx="114">
                  <c:v>0.16151252270098</c:v>
                </c:pt>
                <c:pt idx="115">
                  <c:v>0.172807684693059</c:v>
                </c:pt>
                <c:pt idx="116">
                  <c:v>0.174065446980129</c:v>
                </c:pt>
                <c:pt idx="117">
                  <c:v>0.179550741679258</c:v>
                </c:pt>
                <c:pt idx="118">
                  <c:v>0.177629022775363</c:v>
                </c:pt>
                <c:pt idx="119">
                  <c:v>0.178892207698395</c:v>
                </c:pt>
                <c:pt idx="120">
                  <c:v>0.178517406921557</c:v>
                </c:pt>
                <c:pt idx="121">
                  <c:v>0.186263277134723</c:v>
                </c:pt>
                <c:pt idx="122">
                  <c:v>0.184371883147387</c:v>
                </c:pt>
                <c:pt idx="123">
                  <c:v>0.180848451010538</c:v>
                </c:pt>
                <c:pt idx="124">
                  <c:v>0.183488357625924</c:v>
                </c:pt>
                <c:pt idx="125">
                  <c:v>0.183635500594506</c:v>
                </c:pt>
                <c:pt idx="126">
                  <c:v>0.185280284997404</c:v>
                </c:pt>
                <c:pt idx="127">
                  <c:v>0.182651157788438</c:v>
                </c:pt>
                <c:pt idx="128">
                  <c:v>0.178136502377592</c:v>
                </c:pt>
                <c:pt idx="129">
                  <c:v>0.183679717263208</c:v>
                </c:pt>
                <c:pt idx="130">
                  <c:v>0.167133915071028</c:v>
                </c:pt>
                <c:pt idx="131">
                  <c:v>0.167760254601879</c:v>
                </c:pt>
                <c:pt idx="132">
                  <c:v>0.167954834857596</c:v>
                </c:pt>
                <c:pt idx="133">
                  <c:v>0.156080914472387</c:v>
                </c:pt>
                <c:pt idx="134">
                  <c:v>0.159607886190624</c:v>
                </c:pt>
                <c:pt idx="135">
                  <c:v>0.160844961806083</c:v>
                </c:pt>
                <c:pt idx="136">
                  <c:v>0.158611967124509</c:v>
                </c:pt>
                <c:pt idx="137">
                  <c:v>0.155274006011071</c:v>
                </c:pt>
                <c:pt idx="138">
                  <c:v>0.160391553405095</c:v>
                </c:pt>
                <c:pt idx="139">
                  <c:v>0.166338732230169</c:v>
                </c:pt>
                <c:pt idx="140">
                  <c:v>0.164275240667189</c:v>
                </c:pt>
                <c:pt idx="141">
                  <c:v>0.165008384520835</c:v>
                </c:pt>
                <c:pt idx="142">
                  <c:v>0.163180480814839</c:v>
                </c:pt>
                <c:pt idx="143">
                  <c:v>0.164647746624575</c:v>
                </c:pt>
                <c:pt idx="144">
                  <c:v>0.158971685797597</c:v>
                </c:pt>
                <c:pt idx="145">
                  <c:v>0.158135111495796</c:v>
                </c:pt>
                <c:pt idx="146">
                  <c:v>0.149554323169229</c:v>
                </c:pt>
                <c:pt idx="147">
                  <c:v>0.14941826328553</c:v>
                </c:pt>
                <c:pt idx="148">
                  <c:v>0.148035707725477</c:v>
                </c:pt>
                <c:pt idx="149">
                  <c:v>0.147582977490843</c:v>
                </c:pt>
                <c:pt idx="150">
                  <c:v>0.130800554234278</c:v>
                </c:pt>
                <c:pt idx="151">
                  <c:v>0.130772546429214</c:v>
                </c:pt>
                <c:pt idx="152">
                  <c:v>0.129824945995909</c:v>
                </c:pt>
                <c:pt idx="153">
                  <c:v>0.129998466708978</c:v>
                </c:pt>
                <c:pt idx="154">
                  <c:v>0.126078500614982</c:v>
                </c:pt>
                <c:pt idx="155">
                  <c:v>0.125811090465016</c:v>
                </c:pt>
                <c:pt idx="156">
                  <c:v>0.123409287179619</c:v>
                </c:pt>
                <c:pt idx="157">
                  <c:v>0.123381218528957</c:v>
                </c:pt>
                <c:pt idx="158">
                  <c:v>0.125147496528141</c:v>
                </c:pt>
                <c:pt idx="159">
                  <c:v>0.118047839249566</c:v>
                </c:pt>
                <c:pt idx="160">
                  <c:v>0.117678164952521</c:v>
                </c:pt>
                <c:pt idx="161">
                  <c:v>0.116443613232574</c:v>
                </c:pt>
                <c:pt idx="162">
                  <c:v>0.11525545160781</c:v>
                </c:pt>
                <c:pt idx="163">
                  <c:v>0.117822800145856</c:v>
                </c:pt>
                <c:pt idx="164">
                  <c:v>0.110364200416195</c:v>
                </c:pt>
                <c:pt idx="165">
                  <c:v>0.106220562509428</c:v>
                </c:pt>
                <c:pt idx="166">
                  <c:v>0.119094388247358</c:v>
                </c:pt>
                <c:pt idx="167">
                  <c:v>0.111428882279829</c:v>
                </c:pt>
                <c:pt idx="168">
                  <c:v>0.101190279337748</c:v>
                </c:pt>
                <c:pt idx="169">
                  <c:v>0.101259375317867</c:v>
                </c:pt>
                <c:pt idx="170">
                  <c:v>0.0999518850618827</c:v>
                </c:pt>
                <c:pt idx="171">
                  <c:v>0.107880760168995</c:v>
                </c:pt>
                <c:pt idx="172">
                  <c:v>0.104273761385191</c:v>
                </c:pt>
                <c:pt idx="173">
                  <c:v>0.0927744130169575</c:v>
                </c:pt>
                <c:pt idx="174">
                  <c:v>0.0931339434395098</c:v>
                </c:pt>
                <c:pt idx="175">
                  <c:v>0.0925248173358634</c:v>
                </c:pt>
                <c:pt idx="176">
                  <c:v>0.092670654074737</c:v>
                </c:pt>
                <c:pt idx="177">
                  <c:v>0.0927248582457749</c:v>
                </c:pt>
                <c:pt idx="178">
                  <c:v>0.0932582575462299</c:v>
                </c:pt>
                <c:pt idx="179">
                  <c:v>0.0990052880206484</c:v>
                </c:pt>
                <c:pt idx="180">
                  <c:v>0.100813410677146</c:v>
                </c:pt>
                <c:pt idx="181">
                  <c:v>0.104065945634887</c:v>
                </c:pt>
                <c:pt idx="182">
                  <c:v>0.103575317172916</c:v>
                </c:pt>
                <c:pt idx="183">
                  <c:v>0.103681702998146</c:v>
                </c:pt>
                <c:pt idx="184">
                  <c:v>0.103665107298882</c:v>
                </c:pt>
                <c:pt idx="185">
                  <c:v>0.103238328483713</c:v>
                </c:pt>
                <c:pt idx="186">
                  <c:v>0.104783597800169</c:v>
                </c:pt>
                <c:pt idx="187">
                  <c:v>0.101012217934604</c:v>
                </c:pt>
                <c:pt idx="188">
                  <c:v>0.105789091002004</c:v>
                </c:pt>
                <c:pt idx="189">
                  <c:v>0.107595617486458</c:v>
                </c:pt>
                <c:pt idx="190">
                  <c:v>0.107597559356409</c:v>
                </c:pt>
                <c:pt idx="191">
                  <c:v>0.105240146521432</c:v>
                </c:pt>
                <c:pt idx="192">
                  <c:v>0.106662393328046</c:v>
                </c:pt>
                <c:pt idx="193">
                  <c:v>0.109897678516882</c:v>
                </c:pt>
                <c:pt idx="194">
                  <c:v>0.109998968125872</c:v>
                </c:pt>
                <c:pt idx="195">
                  <c:v>0.0945409763838498</c:v>
                </c:pt>
                <c:pt idx="196">
                  <c:v>0.106088594983282</c:v>
                </c:pt>
                <c:pt idx="197">
                  <c:v>0.104537882197008</c:v>
                </c:pt>
                <c:pt idx="198">
                  <c:v>0.11221863363336</c:v>
                </c:pt>
                <c:pt idx="199">
                  <c:v>0.112200971750378</c:v>
                </c:pt>
                <c:pt idx="200">
                  <c:v>0.100887799850411</c:v>
                </c:pt>
                <c:pt idx="201">
                  <c:v>0.099774485633372</c:v>
                </c:pt>
                <c:pt idx="202">
                  <c:v>0.0996860237935721</c:v>
                </c:pt>
                <c:pt idx="203">
                  <c:v>0.10556904647252</c:v>
                </c:pt>
                <c:pt idx="204">
                  <c:v>0.108302992616898</c:v>
                </c:pt>
                <c:pt idx="205">
                  <c:v>0.108696119605657</c:v>
                </c:pt>
                <c:pt idx="206">
                  <c:v>0.111630588707379</c:v>
                </c:pt>
                <c:pt idx="207">
                  <c:v>0.129876046699128</c:v>
                </c:pt>
                <c:pt idx="208">
                  <c:v>0.130990418916112</c:v>
                </c:pt>
                <c:pt idx="209">
                  <c:v>0.13066617980663</c:v>
                </c:pt>
                <c:pt idx="210">
                  <c:v>0.126660030360342</c:v>
                </c:pt>
                <c:pt idx="211">
                  <c:v>0.126569882634214</c:v>
                </c:pt>
                <c:pt idx="212">
                  <c:v>0.130761785576037</c:v>
                </c:pt>
                <c:pt idx="213">
                  <c:v>0.130474587784005</c:v>
                </c:pt>
                <c:pt idx="214">
                  <c:v>0.130985834266189</c:v>
                </c:pt>
                <c:pt idx="215">
                  <c:v>0.143294219480504</c:v>
                </c:pt>
                <c:pt idx="216">
                  <c:v>0.143404245160236</c:v>
                </c:pt>
                <c:pt idx="217">
                  <c:v>0.14375306695753</c:v>
                </c:pt>
                <c:pt idx="218">
                  <c:v>0.146522766151655</c:v>
                </c:pt>
                <c:pt idx="219">
                  <c:v>0.147111753117906</c:v>
                </c:pt>
                <c:pt idx="220">
                  <c:v>0.149014880404974</c:v>
                </c:pt>
                <c:pt idx="221">
                  <c:v>0.147546479350106</c:v>
                </c:pt>
                <c:pt idx="222">
                  <c:v>0.144016060760886</c:v>
                </c:pt>
                <c:pt idx="223">
                  <c:v>0.143648164032714</c:v>
                </c:pt>
                <c:pt idx="224">
                  <c:v>0.143606999028644</c:v>
                </c:pt>
                <c:pt idx="225">
                  <c:v>0.136148068596754</c:v>
                </c:pt>
                <c:pt idx="226">
                  <c:v>0.136574025692631</c:v>
                </c:pt>
                <c:pt idx="227">
                  <c:v>0.130266406333425</c:v>
                </c:pt>
                <c:pt idx="228">
                  <c:v>0.129907864278933</c:v>
                </c:pt>
                <c:pt idx="229">
                  <c:v>0.130952795593899</c:v>
                </c:pt>
                <c:pt idx="230">
                  <c:v>0.130910767175719</c:v>
                </c:pt>
                <c:pt idx="231">
                  <c:v>0.132351501169062</c:v>
                </c:pt>
                <c:pt idx="232">
                  <c:v>0.128931505994842</c:v>
                </c:pt>
                <c:pt idx="233">
                  <c:v>0.130608354458447</c:v>
                </c:pt>
                <c:pt idx="234">
                  <c:v>0.134404007041828</c:v>
                </c:pt>
                <c:pt idx="235">
                  <c:v>0.13473370013882</c:v>
                </c:pt>
                <c:pt idx="236">
                  <c:v>0.114974318531736</c:v>
                </c:pt>
                <c:pt idx="237">
                  <c:v>0.112398480343524</c:v>
                </c:pt>
                <c:pt idx="238">
                  <c:v>0.113402402617436</c:v>
                </c:pt>
                <c:pt idx="239">
                  <c:v>0.110475599267584</c:v>
                </c:pt>
                <c:pt idx="240">
                  <c:v>0.119114601124226</c:v>
                </c:pt>
                <c:pt idx="241">
                  <c:v>0.127389250362871</c:v>
                </c:pt>
                <c:pt idx="242">
                  <c:v>0.127662938079761</c:v>
                </c:pt>
                <c:pt idx="243">
                  <c:v>0.128462276084143</c:v>
                </c:pt>
                <c:pt idx="244">
                  <c:v>0.124612022215548</c:v>
                </c:pt>
                <c:pt idx="245">
                  <c:v>0.124316081347805</c:v>
                </c:pt>
                <c:pt idx="246">
                  <c:v>0.124021007052833</c:v>
                </c:pt>
                <c:pt idx="247">
                  <c:v>0.12274799986491</c:v>
                </c:pt>
                <c:pt idx="248">
                  <c:v>0.122642391384785</c:v>
                </c:pt>
                <c:pt idx="249">
                  <c:v>0.122597260003151</c:v>
                </c:pt>
                <c:pt idx="250">
                  <c:v>0.121310785839518</c:v>
                </c:pt>
                <c:pt idx="251">
                  <c:v>0.121495216912396</c:v>
                </c:pt>
                <c:pt idx="252">
                  <c:v>0.121752151460979</c:v>
                </c:pt>
                <c:pt idx="253">
                  <c:v>0.121711722279997</c:v>
                </c:pt>
                <c:pt idx="254">
                  <c:v>0.121749520239913</c:v>
                </c:pt>
                <c:pt idx="255">
                  <c:v>0.121417789974667</c:v>
                </c:pt>
                <c:pt idx="256">
                  <c:v>0.121808940705302</c:v>
                </c:pt>
                <c:pt idx="257">
                  <c:v>0.119802554624217</c:v>
                </c:pt>
                <c:pt idx="258">
                  <c:v>0.119699613867352</c:v>
                </c:pt>
                <c:pt idx="259">
                  <c:v>0.116706716921545</c:v>
                </c:pt>
                <c:pt idx="260">
                  <c:v>0.115725622572913</c:v>
                </c:pt>
                <c:pt idx="261">
                  <c:v>0.118923666121918</c:v>
                </c:pt>
                <c:pt idx="262">
                  <c:v>0.121216413033094</c:v>
                </c:pt>
                <c:pt idx="263">
                  <c:v>0.116804456268719</c:v>
                </c:pt>
                <c:pt idx="264">
                  <c:v>0.116615976236814</c:v>
                </c:pt>
                <c:pt idx="265">
                  <c:v>0.115338240619235</c:v>
                </c:pt>
                <c:pt idx="266">
                  <c:v>0.115192713958924</c:v>
                </c:pt>
                <c:pt idx="267">
                  <c:v>0.108151034883674</c:v>
                </c:pt>
                <c:pt idx="268">
                  <c:v>0.0995424106042001</c:v>
                </c:pt>
                <c:pt idx="269">
                  <c:v>0.0713514765542502</c:v>
                </c:pt>
                <c:pt idx="270">
                  <c:v>0.0723805610723501</c:v>
                </c:pt>
                <c:pt idx="271">
                  <c:v>0.0817788444539268</c:v>
                </c:pt>
                <c:pt idx="272">
                  <c:v>0.0836474474636694</c:v>
                </c:pt>
                <c:pt idx="273">
                  <c:v>0.0864854137485982</c:v>
                </c:pt>
                <c:pt idx="274">
                  <c:v>0.101154099595973</c:v>
                </c:pt>
                <c:pt idx="275">
                  <c:v>0.102485556200276</c:v>
                </c:pt>
                <c:pt idx="276">
                  <c:v>0.108175395440912</c:v>
                </c:pt>
                <c:pt idx="277">
                  <c:v>0.10831333951814</c:v>
                </c:pt>
                <c:pt idx="278">
                  <c:v>0.108356796781018</c:v>
                </c:pt>
                <c:pt idx="279">
                  <c:v>0.108019160660973</c:v>
                </c:pt>
                <c:pt idx="280">
                  <c:v>0.110632196150666</c:v>
                </c:pt>
                <c:pt idx="281">
                  <c:v>0.110214063820207</c:v>
                </c:pt>
                <c:pt idx="282">
                  <c:v>0.110227551610129</c:v>
                </c:pt>
                <c:pt idx="283">
                  <c:v>0.110597976666513</c:v>
                </c:pt>
                <c:pt idx="284">
                  <c:v>0.110061557981608</c:v>
                </c:pt>
                <c:pt idx="285">
                  <c:v>0.110204645530436</c:v>
                </c:pt>
                <c:pt idx="286">
                  <c:v>0.109577937570196</c:v>
                </c:pt>
                <c:pt idx="287">
                  <c:v>0.109318397450035</c:v>
                </c:pt>
                <c:pt idx="288">
                  <c:v>0.109060024851796</c:v>
                </c:pt>
                <c:pt idx="289">
                  <c:v>0.107645722684645</c:v>
                </c:pt>
                <c:pt idx="290">
                  <c:v>0.101635959738969</c:v>
                </c:pt>
                <c:pt idx="291">
                  <c:v>0.0992595638482857</c:v>
                </c:pt>
                <c:pt idx="292">
                  <c:v>0.102852452298359</c:v>
                </c:pt>
                <c:pt idx="293">
                  <c:v>0.104183313393132</c:v>
                </c:pt>
                <c:pt idx="294">
                  <c:v>0.103993639169543</c:v>
                </c:pt>
                <c:pt idx="295">
                  <c:v>0.105851779566572</c:v>
                </c:pt>
                <c:pt idx="296">
                  <c:v>0.105939649833099</c:v>
                </c:pt>
                <c:pt idx="297">
                  <c:v>0.106307008885549</c:v>
                </c:pt>
                <c:pt idx="298">
                  <c:v>0.107507295858158</c:v>
                </c:pt>
                <c:pt idx="299">
                  <c:v>0.108032110760172</c:v>
                </c:pt>
                <c:pt idx="300">
                  <c:v>0.111430137940577</c:v>
                </c:pt>
                <c:pt idx="301">
                  <c:v>0.104916350115294</c:v>
                </c:pt>
                <c:pt idx="302">
                  <c:v>0.103855465904625</c:v>
                </c:pt>
                <c:pt idx="303">
                  <c:v>0.102525173465891</c:v>
                </c:pt>
                <c:pt idx="304">
                  <c:v>0.0848365205609112</c:v>
                </c:pt>
                <c:pt idx="305">
                  <c:v>0.0892151921988659</c:v>
                </c:pt>
                <c:pt idx="306">
                  <c:v>0.0834326291915689</c:v>
                </c:pt>
                <c:pt idx="307">
                  <c:v>0.0841413291587022</c:v>
                </c:pt>
                <c:pt idx="308">
                  <c:v>0.109989859292698</c:v>
                </c:pt>
                <c:pt idx="309">
                  <c:v>0.116293348753785</c:v>
                </c:pt>
                <c:pt idx="310">
                  <c:v>0.121611758101441</c:v>
                </c:pt>
                <c:pt idx="311">
                  <c:v>0.123240366129488</c:v>
                </c:pt>
                <c:pt idx="312">
                  <c:v>0.12576343247541</c:v>
                </c:pt>
                <c:pt idx="313">
                  <c:v>0.125816645018106</c:v>
                </c:pt>
                <c:pt idx="314">
                  <c:v>0.128942399837418</c:v>
                </c:pt>
                <c:pt idx="315">
                  <c:v>0.128660047916741</c:v>
                </c:pt>
                <c:pt idx="316">
                  <c:v>0.129030777875639</c:v>
                </c:pt>
                <c:pt idx="317">
                  <c:v>0.12837180580998</c:v>
                </c:pt>
                <c:pt idx="318">
                  <c:v>0.129667256851734</c:v>
                </c:pt>
                <c:pt idx="319">
                  <c:v>0.128398928837153</c:v>
                </c:pt>
                <c:pt idx="320">
                  <c:v>0.131480241407219</c:v>
                </c:pt>
                <c:pt idx="321">
                  <c:v>0.132761044548131</c:v>
                </c:pt>
                <c:pt idx="322">
                  <c:v>0.132708061289723</c:v>
                </c:pt>
                <c:pt idx="323">
                  <c:v>0.131627461805226</c:v>
                </c:pt>
                <c:pt idx="324">
                  <c:v>0.131343604155474</c:v>
                </c:pt>
                <c:pt idx="325">
                  <c:v>0.130279261811916</c:v>
                </c:pt>
                <c:pt idx="326">
                  <c:v>0.13100675408318</c:v>
                </c:pt>
                <c:pt idx="327">
                  <c:v>0.131055861750946</c:v>
                </c:pt>
                <c:pt idx="328">
                  <c:v>0.129961616536004</c:v>
                </c:pt>
                <c:pt idx="329">
                  <c:v>0.131939945902841</c:v>
                </c:pt>
                <c:pt idx="330">
                  <c:v>0.127071360424863</c:v>
                </c:pt>
                <c:pt idx="331">
                  <c:v>0.128625832011145</c:v>
                </c:pt>
                <c:pt idx="332">
                  <c:v>0.129450612784885</c:v>
                </c:pt>
                <c:pt idx="333">
                  <c:v>0.129210212846481</c:v>
                </c:pt>
                <c:pt idx="334">
                  <c:v>0.129149731899052</c:v>
                </c:pt>
                <c:pt idx="335">
                  <c:v>0.128885488512628</c:v>
                </c:pt>
                <c:pt idx="336">
                  <c:v>0.129318495385057</c:v>
                </c:pt>
                <c:pt idx="337">
                  <c:v>0.107291985370429</c:v>
                </c:pt>
                <c:pt idx="338">
                  <c:v>0.104290321278411</c:v>
                </c:pt>
                <c:pt idx="339">
                  <c:v>0.093001155796682</c:v>
                </c:pt>
                <c:pt idx="340">
                  <c:v>0.101449051058793</c:v>
                </c:pt>
                <c:pt idx="341">
                  <c:v>0.100067511537849</c:v>
                </c:pt>
                <c:pt idx="342">
                  <c:v>0.1018509156333</c:v>
                </c:pt>
                <c:pt idx="343">
                  <c:v>0.107308643786781</c:v>
                </c:pt>
                <c:pt idx="344">
                  <c:v>0.109637792651731</c:v>
                </c:pt>
                <c:pt idx="345">
                  <c:v>0.11460983602001</c:v>
                </c:pt>
                <c:pt idx="346">
                  <c:v>0.114345471312961</c:v>
                </c:pt>
                <c:pt idx="347">
                  <c:v>0.117533805526392</c:v>
                </c:pt>
                <c:pt idx="348">
                  <c:v>0.120258257066191</c:v>
                </c:pt>
                <c:pt idx="349">
                  <c:v>0.123661026845431</c:v>
                </c:pt>
                <c:pt idx="350">
                  <c:v>0.122724879740259</c:v>
                </c:pt>
                <c:pt idx="351">
                  <c:v>0.12094685170191</c:v>
                </c:pt>
                <c:pt idx="352">
                  <c:v>0.122703109709908</c:v>
                </c:pt>
                <c:pt idx="353">
                  <c:v>0.128877599123281</c:v>
                </c:pt>
                <c:pt idx="354">
                  <c:v>0.147162051146826</c:v>
                </c:pt>
                <c:pt idx="355">
                  <c:v>0.147260327811529</c:v>
                </c:pt>
                <c:pt idx="356">
                  <c:v>0.150096381748736</c:v>
                </c:pt>
                <c:pt idx="357">
                  <c:v>0.153228421308035</c:v>
                </c:pt>
                <c:pt idx="358">
                  <c:v>0.152893586338994</c:v>
                </c:pt>
                <c:pt idx="359">
                  <c:v>0.153294526809043</c:v>
                </c:pt>
                <c:pt idx="360">
                  <c:v>0.153141420966182</c:v>
                </c:pt>
                <c:pt idx="361">
                  <c:v>0.150698572053781</c:v>
                </c:pt>
                <c:pt idx="362">
                  <c:v>0.15070223036642</c:v>
                </c:pt>
                <c:pt idx="363">
                  <c:v>0.152373910164181</c:v>
                </c:pt>
                <c:pt idx="364">
                  <c:v>0.153046894511257</c:v>
                </c:pt>
                <c:pt idx="365">
                  <c:v>0.154515795414137</c:v>
                </c:pt>
                <c:pt idx="366">
                  <c:v>0.153390524468168</c:v>
                </c:pt>
                <c:pt idx="367">
                  <c:v>0.156841289806041</c:v>
                </c:pt>
                <c:pt idx="368">
                  <c:v>0.156751244445025</c:v>
                </c:pt>
                <c:pt idx="369">
                  <c:v>0.150331848918137</c:v>
                </c:pt>
                <c:pt idx="370">
                  <c:v>0.150227635429792</c:v>
                </c:pt>
                <c:pt idx="371">
                  <c:v>0.14914408185149</c:v>
                </c:pt>
                <c:pt idx="372">
                  <c:v>0.142780168517392</c:v>
                </c:pt>
                <c:pt idx="373">
                  <c:v>0.141319975826099</c:v>
                </c:pt>
                <c:pt idx="374">
                  <c:v>0.137192823679787</c:v>
                </c:pt>
                <c:pt idx="375">
                  <c:v>0.137396266428829</c:v>
                </c:pt>
                <c:pt idx="376">
                  <c:v>0.13412771426157</c:v>
                </c:pt>
                <c:pt idx="377">
                  <c:v>0.13105293923863</c:v>
                </c:pt>
                <c:pt idx="378">
                  <c:v>0.125005885719864</c:v>
                </c:pt>
                <c:pt idx="379">
                  <c:v>0.124115732978516</c:v>
                </c:pt>
                <c:pt idx="380">
                  <c:v>0.122668258140807</c:v>
                </c:pt>
                <c:pt idx="381">
                  <c:v>0.120991587462464</c:v>
                </c:pt>
                <c:pt idx="382">
                  <c:v>0.117554976699454</c:v>
                </c:pt>
                <c:pt idx="383">
                  <c:v>0.0867014636277771</c:v>
                </c:pt>
                <c:pt idx="384">
                  <c:v>0.0874451637716379</c:v>
                </c:pt>
                <c:pt idx="385">
                  <c:v>0.0799184066241591</c:v>
                </c:pt>
                <c:pt idx="386">
                  <c:v>0.0791726453858046</c:v>
                </c:pt>
                <c:pt idx="387">
                  <c:v>0.0761801055208143</c:v>
                </c:pt>
                <c:pt idx="388">
                  <c:v>0.0766636391377357</c:v>
                </c:pt>
                <c:pt idx="389">
                  <c:v>0.0751084631405151</c:v>
                </c:pt>
                <c:pt idx="390">
                  <c:v>0.0743694222888441</c:v>
                </c:pt>
                <c:pt idx="391">
                  <c:v>0.0766908912794555</c:v>
                </c:pt>
                <c:pt idx="392">
                  <c:v>0.0891454092434159</c:v>
                </c:pt>
                <c:pt idx="393">
                  <c:v>0.0855138875997521</c:v>
                </c:pt>
                <c:pt idx="394">
                  <c:v>0.086228412249138</c:v>
                </c:pt>
                <c:pt idx="395">
                  <c:v>0.0843493379915747</c:v>
                </c:pt>
                <c:pt idx="396">
                  <c:v>0.0859869657392924</c:v>
                </c:pt>
                <c:pt idx="397">
                  <c:v>0.0801734096188521</c:v>
                </c:pt>
                <c:pt idx="398">
                  <c:v>0.0805289449167904</c:v>
                </c:pt>
                <c:pt idx="399">
                  <c:v>0.081061603653661</c:v>
                </c:pt>
                <c:pt idx="400">
                  <c:v>0.092071643848554</c:v>
                </c:pt>
                <c:pt idx="401">
                  <c:v>0.092062586458735</c:v>
                </c:pt>
                <c:pt idx="402">
                  <c:v>0.0907726122280607</c:v>
                </c:pt>
                <c:pt idx="403">
                  <c:v>0.0914868519992456</c:v>
                </c:pt>
                <c:pt idx="404">
                  <c:v>0.0952280856521844</c:v>
                </c:pt>
                <c:pt idx="405">
                  <c:v>0.0949463848461851</c:v>
                </c:pt>
                <c:pt idx="406">
                  <c:v>0.094503439282633</c:v>
                </c:pt>
                <c:pt idx="407">
                  <c:v>0.0993448153780669</c:v>
                </c:pt>
                <c:pt idx="408">
                  <c:v>0.101246257379763</c:v>
                </c:pt>
                <c:pt idx="409">
                  <c:v>0.101627553729665</c:v>
                </c:pt>
                <c:pt idx="410">
                  <c:v>0.102118108554923</c:v>
                </c:pt>
                <c:pt idx="411">
                  <c:v>0.0954140216431081</c:v>
                </c:pt>
                <c:pt idx="412">
                  <c:v>0.0968504033464954</c:v>
                </c:pt>
                <c:pt idx="413">
                  <c:v>0.0976040936412244</c:v>
                </c:pt>
                <c:pt idx="414">
                  <c:v>0.102172347268318</c:v>
                </c:pt>
                <c:pt idx="415">
                  <c:v>0.101603374405826</c:v>
                </c:pt>
                <c:pt idx="416">
                  <c:v>0.103576334528063</c:v>
                </c:pt>
                <c:pt idx="417">
                  <c:v>0.103995473701475</c:v>
                </c:pt>
                <c:pt idx="418">
                  <c:v>0.10424380651849</c:v>
                </c:pt>
                <c:pt idx="419">
                  <c:v>0.104274516714882</c:v>
                </c:pt>
                <c:pt idx="420">
                  <c:v>0.103567704859281</c:v>
                </c:pt>
                <c:pt idx="421">
                  <c:v>0.0950335966693864</c:v>
                </c:pt>
                <c:pt idx="422">
                  <c:v>0.0963210317051796</c:v>
                </c:pt>
                <c:pt idx="423">
                  <c:v>0.0966756321043084</c:v>
                </c:pt>
                <c:pt idx="424">
                  <c:v>0.0964123789840895</c:v>
                </c:pt>
                <c:pt idx="425">
                  <c:v>0.0987227143463389</c:v>
                </c:pt>
                <c:pt idx="426">
                  <c:v>0.0977436252148857</c:v>
                </c:pt>
                <c:pt idx="427">
                  <c:v>0.100728217148305</c:v>
                </c:pt>
                <c:pt idx="428">
                  <c:v>0.106468746206593</c:v>
                </c:pt>
                <c:pt idx="429">
                  <c:v>0.0953401207818769</c:v>
                </c:pt>
                <c:pt idx="430">
                  <c:v>0.113355946836965</c:v>
                </c:pt>
                <c:pt idx="431">
                  <c:v>0.114296658659708</c:v>
                </c:pt>
                <c:pt idx="432">
                  <c:v>0.113751757684213</c:v>
                </c:pt>
                <c:pt idx="433">
                  <c:v>0.116133138642617</c:v>
                </c:pt>
                <c:pt idx="434">
                  <c:v>0.12016894899031</c:v>
                </c:pt>
                <c:pt idx="435">
                  <c:v>0.121158703641478</c:v>
                </c:pt>
                <c:pt idx="436">
                  <c:v>0.121908435535782</c:v>
                </c:pt>
                <c:pt idx="437">
                  <c:v>0.119486305321491</c:v>
                </c:pt>
                <c:pt idx="438">
                  <c:v>0.118891178634907</c:v>
                </c:pt>
                <c:pt idx="439">
                  <c:v>0.120072398234946</c:v>
                </c:pt>
                <c:pt idx="440">
                  <c:v>0.119445807916637</c:v>
                </c:pt>
                <c:pt idx="441">
                  <c:v>0.119708164600369</c:v>
                </c:pt>
                <c:pt idx="442">
                  <c:v>0.119025141569655</c:v>
                </c:pt>
                <c:pt idx="443">
                  <c:v>0.119381590720681</c:v>
                </c:pt>
                <c:pt idx="444">
                  <c:v>0.116112558493892</c:v>
                </c:pt>
                <c:pt idx="445">
                  <c:v>0.116638490688697</c:v>
                </c:pt>
                <c:pt idx="446">
                  <c:v>0.114366984344845</c:v>
                </c:pt>
                <c:pt idx="447">
                  <c:v>0.113279613120282</c:v>
                </c:pt>
                <c:pt idx="448">
                  <c:v>0.113342913906055</c:v>
                </c:pt>
                <c:pt idx="449">
                  <c:v>0.113000201810412</c:v>
                </c:pt>
                <c:pt idx="450">
                  <c:v>0.120499183693791</c:v>
                </c:pt>
                <c:pt idx="451">
                  <c:v>0.124706280319423</c:v>
                </c:pt>
                <c:pt idx="452">
                  <c:v>0.122675405414326</c:v>
                </c:pt>
                <c:pt idx="453">
                  <c:v>0.121789064072932</c:v>
                </c:pt>
                <c:pt idx="454">
                  <c:v>0.123108547121898</c:v>
                </c:pt>
                <c:pt idx="455">
                  <c:v>0.119152968644905</c:v>
                </c:pt>
                <c:pt idx="456">
                  <c:v>0.118433258434976</c:v>
                </c:pt>
                <c:pt idx="457">
                  <c:v>0.11550265460517</c:v>
                </c:pt>
                <c:pt idx="458">
                  <c:v>0.107873242822322</c:v>
                </c:pt>
                <c:pt idx="459">
                  <c:v>0.109227657807948</c:v>
                </c:pt>
                <c:pt idx="460">
                  <c:v>0.0944291641417434</c:v>
                </c:pt>
                <c:pt idx="461">
                  <c:v>0.0939863739327198</c:v>
                </c:pt>
                <c:pt idx="462">
                  <c:v>0.0942088414341021</c:v>
                </c:pt>
                <c:pt idx="463">
                  <c:v>0.090609408945776</c:v>
                </c:pt>
                <c:pt idx="464">
                  <c:v>0.083495690216516</c:v>
                </c:pt>
                <c:pt idx="465">
                  <c:v>0.0816758239209002</c:v>
                </c:pt>
                <c:pt idx="466">
                  <c:v>0.0825619439175313</c:v>
                </c:pt>
                <c:pt idx="467">
                  <c:v>0.0815486974628511</c:v>
                </c:pt>
                <c:pt idx="468">
                  <c:v>0.0813340091406931</c:v>
                </c:pt>
                <c:pt idx="469">
                  <c:v>0.0865559688562239</c:v>
                </c:pt>
                <c:pt idx="470">
                  <c:v>0.0860047573321632</c:v>
                </c:pt>
                <c:pt idx="471">
                  <c:v>0.0868022715007772</c:v>
                </c:pt>
                <c:pt idx="472">
                  <c:v>0.0922653249120668</c:v>
                </c:pt>
                <c:pt idx="473">
                  <c:v>0.0917941040989204</c:v>
                </c:pt>
                <c:pt idx="474">
                  <c:v>0.0909906823752765</c:v>
                </c:pt>
                <c:pt idx="475">
                  <c:v>0.0923351504572797</c:v>
                </c:pt>
                <c:pt idx="476">
                  <c:v>0.0924213535997612</c:v>
                </c:pt>
                <c:pt idx="477">
                  <c:v>0.103278615764812</c:v>
                </c:pt>
                <c:pt idx="478">
                  <c:v>0.10286806574136</c:v>
                </c:pt>
                <c:pt idx="479">
                  <c:v>0.0946481623734394</c:v>
                </c:pt>
                <c:pt idx="480">
                  <c:v>0.088416626113966</c:v>
                </c:pt>
                <c:pt idx="481">
                  <c:v>0.0863219791876667</c:v>
                </c:pt>
                <c:pt idx="482">
                  <c:v>0.085665868285887</c:v>
                </c:pt>
                <c:pt idx="483">
                  <c:v>0.0855825485496179</c:v>
                </c:pt>
                <c:pt idx="484">
                  <c:v>0.0888849249924391</c:v>
                </c:pt>
                <c:pt idx="485">
                  <c:v>0.0884577975462629</c:v>
                </c:pt>
                <c:pt idx="486">
                  <c:v>0.0871951121447504</c:v>
                </c:pt>
                <c:pt idx="487">
                  <c:v>0.0863342287061608</c:v>
                </c:pt>
                <c:pt idx="488">
                  <c:v>0.0861573489631848</c:v>
                </c:pt>
                <c:pt idx="489">
                  <c:v>0.0862705614474557</c:v>
                </c:pt>
                <c:pt idx="490">
                  <c:v>0.0942316822093072</c:v>
                </c:pt>
                <c:pt idx="491">
                  <c:v>0.0989797882893408</c:v>
                </c:pt>
                <c:pt idx="492">
                  <c:v>0.0993007863941167</c:v>
                </c:pt>
                <c:pt idx="493">
                  <c:v>0.098788703298527</c:v>
                </c:pt>
                <c:pt idx="494">
                  <c:v>0.0984861649563924</c:v>
                </c:pt>
                <c:pt idx="495">
                  <c:v>0.0937179429887447</c:v>
                </c:pt>
                <c:pt idx="496">
                  <c:v>0.097673797763455</c:v>
                </c:pt>
                <c:pt idx="497">
                  <c:v>0.11505568788913</c:v>
                </c:pt>
                <c:pt idx="498">
                  <c:v>0.111127700790127</c:v>
                </c:pt>
                <c:pt idx="499">
                  <c:v>0.111900236612077</c:v>
                </c:pt>
                <c:pt idx="500">
                  <c:v>0.115975549695089</c:v>
                </c:pt>
                <c:pt idx="501">
                  <c:v>0.119133963650431</c:v>
                </c:pt>
                <c:pt idx="502">
                  <c:v>0.120320228345829</c:v>
                </c:pt>
                <c:pt idx="503">
                  <c:v>0.127173488022626</c:v>
                </c:pt>
                <c:pt idx="504">
                  <c:v>0.129739929846217</c:v>
                </c:pt>
                <c:pt idx="505">
                  <c:v>0.128600485352557</c:v>
                </c:pt>
                <c:pt idx="506">
                  <c:v>0.13327640275817</c:v>
                </c:pt>
                <c:pt idx="507">
                  <c:v>0.139133955947053</c:v>
                </c:pt>
                <c:pt idx="508">
                  <c:v>0.138376364342541</c:v>
                </c:pt>
                <c:pt idx="509">
                  <c:v>0.142509661228543</c:v>
                </c:pt>
                <c:pt idx="510">
                  <c:v>0.142508942239597</c:v>
                </c:pt>
                <c:pt idx="511">
                  <c:v>0.143091128337043</c:v>
                </c:pt>
                <c:pt idx="512">
                  <c:v>0.141489865664316</c:v>
                </c:pt>
                <c:pt idx="513">
                  <c:v>0.142624770423697</c:v>
                </c:pt>
                <c:pt idx="514">
                  <c:v>0.142606571747443</c:v>
                </c:pt>
                <c:pt idx="515">
                  <c:v>0.142721131672128</c:v>
                </c:pt>
                <c:pt idx="516">
                  <c:v>0.143828731535998</c:v>
                </c:pt>
                <c:pt idx="517">
                  <c:v>0.143756708055788</c:v>
                </c:pt>
                <c:pt idx="518">
                  <c:v>0.138699024971742</c:v>
                </c:pt>
                <c:pt idx="519">
                  <c:v>0.135945999053578</c:v>
                </c:pt>
                <c:pt idx="520">
                  <c:v>0.135385612914156</c:v>
                </c:pt>
                <c:pt idx="521">
                  <c:v>0.137101798306776</c:v>
                </c:pt>
                <c:pt idx="522">
                  <c:v>0.143384017312375</c:v>
                </c:pt>
                <c:pt idx="523">
                  <c:v>0.143259050855483</c:v>
                </c:pt>
                <c:pt idx="524">
                  <c:v>0.14329685486628</c:v>
                </c:pt>
                <c:pt idx="525">
                  <c:v>0.140461838837594</c:v>
                </c:pt>
                <c:pt idx="526">
                  <c:v>0.12460893858889</c:v>
                </c:pt>
                <c:pt idx="527">
                  <c:v>0.12470268868484</c:v>
                </c:pt>
                <c:pt idx="528">
                  <c:v>0.124008457816908</c:v>
                </c:pt>
                <c:pt idx="529">
                  <c:v>0.125281713246442</c:v>
                </c:pt>
                <c:pt idx="530">
                  <c:v>0.122241819273214</c:v>
                </c:pt>
                <c:pt idx="531">
                  <c:v>0.122712615231659</c:v>
                </c:pt>
                <c:pt idx="532">
                  <c:v>0.100076591343787</c:v>
                </c:pt>
                <c:pt idx="533">
                  <c:v>0.10177487062418</c:v>
                </c:pt>
                <c:pt idx="534">
                  <c:v>0.101708457312115</c:v>
                </c:pt>
                <c:pt idx="535">
                  <c:v>0.0980301546411436</c:v>
                </c:pt>
                <c:pt idx="536">
                  <c:v>0.0934566051468478</c:v>
                </c:pt>
                <c:pt idx="537">
                  <c:v>0.0939311715970868</c:v>
                </c:pt>
                <c:pt idx="538">
                  <c:v>0.0920597994974066</c:v>
                </c:pt>
                <c:pt idx="539">
                  <c:v>0.0923144275657058</c:v>
                </c:pt>
                <c:pt idx="540">
                  <c:v>0.0918010047811438</c:v>
                </c:pt>
                <c:pt idx="541">
                  <c:v>0.093481000417599</c:v>
                </c:pt>
                <c:pt idx="542">
                  <c:v>0.0952954790227185</c:v>
                </c:pt>
                <c:pt idx="543">
                  <c:v>0.0928805605366415</c:v>
                </c:pt>
                <c:pt idx="544">
                  <c:v>0.0919185637150455</c:v>
                </c:pt>
                <c:pt idx="545">
                  <c:v>0.0995155374240215</c:v>
                </c:pt>
                <c:pt idx="546">
                  <c:v>0.103172416623925</c:v>
                </c:pt>
                <c:pt idx="547">
                  <c:v>0.103657887173567</c:v>
                </c:pt>
                <c:pt idx="548">
                  <c:v>0.108219214775453</c:v>
                </c:pt>
                <c:pt idx="549">
                  <c:v>0.123671519578402</c:v>
                </c:pt>
                <c:pt idx="550">
                  <c:v>0.126038277048803</c:v>
                </c:pt>
                <c:pt idx="551">
                  <c:v>0.127018163458935</c:v>
                </c:pt>
                <c:pt idx="552">
                  <c:v>0.120255133731148</c:v>
                </c:pt>
                <c:pt idx="553">
                  <c:v>0.124392058584483</c:v>
                </c:pt>
                <c:pt idx="554">
                  <c:v>0.124349736825546</c:v>
                </c:pt>
                <c:pt idx="555">
                  <c:v>0.124862494253381</c:v>
                </c:pt>
                <c:pt idx="556">
                  <c:v>0.125432841813525</c:v>
                </c:pt>
                <c:pt idx="557">
                  <c:v>0.124687646169137</c:v>
                </c:pt>
                <c:pt idx="558">
                  <c:v>0.124767577487222</c:v>
                </c:pt>
                <c:pt idx="559">
                  <c:v>0.122207274785618</c:v>
                </c:pt>
                <c:pt idx="560">
                  <c:v>0.122109180136663</c:v>
                </c:pt>
                <c:pt idx="561">
                  <c:v>0.119781071846237</c:v>
                </c:pt>
                <c:pt idx="562">
                  <c:v>0.11831145727686</c:v>
                </c:pt>
                <c:pt idx="563">
                  <c:v>0.116786604296356</c:v>
                </c:pt>
                <c:pt idx="564">
                  <c:v>0.115671501402718</c:v>
                </c:pt>
                <c:pt idx="565">
                  <c:v>0.115385099601732</c:v>
                </c:pt>
                <c:pt idx="566">
                  <c:v>0.11758426823266</c:v>
                </c:pt>
                <c:pt idx="567">
                  <c:v>0.118008364455338</c:v>
                </c:pt>
                <c:pt idx="568">
                  <c:v>0.116130577785427</c:v>
                </c:pt>
                <c:pt idx="569">
                  <c:v>0.115956284501227</c:v>
                </c:pt>
                <c:pt idx="570">
                  <c:v>0.118370442532237</c:v>
                </c:pt>
                <c:pt idx="571">
                  <c:v>0.116399389665502</c:v>
                </c:pt>
                <c:pt idx="572">
                  <c:v>0.115619143957837</c:v>
                </c:pt>
                <c:pt idx="573">
                  <c:v>0.118435351716846</c:v>
                </c:pt>
                <c:pt idx="574">
                  <c:v>0.118986404900131</c:v>
                </c:pt>
                <c:pt idx="575">
                  <c:v>0.113577413150392</c:v>
                </c:pt>
                <c:pt idx="576">
                  <c:v>0.11060981484707</c:v>
                </c:pt>
                <c:pt idx="577">
                  <c:v>0.112411441711366</c:v>
                </c:pt>
                <c:pt idx="578">
                  <c:v>0.108324790712151</c:v>
                </c:pt>
                <c:pt idx="579">
                  <c:v>0.0831944616986314</c:v>
                </c:pt>
                <c:pt idx="580">
                  <c:v>0.0812663046508448</c:v>
                </c:pt>
                <c:pt idx="581">
                  <c:v>0.0805761085916049</c:v>
                </c:pt>
                <c:pt idx="582">
                  <c:v>0.0758781442464229</c:v>
                </c:pt>
                <c:pt idx="583">
                  <c:v>0.0758806091157264</c:v>
                </c:pt>
                <c:pt idx="584">
                  <c:v>0.0755505455682473</c:v>
                </c:pt>
                <c:pt idx="585">
                  <c:v>0.0750220036172754</c:v>
                </c:pt>
                <c:pt idx="586">
                  <c:v>0.0761708069046119</c:v>
                </c:pt>
                <c:pt idx="587">
                  <c:v>0.0768186902172922</c:v>
                </c:pt>
                <c:pt idx="588">
                  <c:v>0.0715965862590518</c:v>
                </c:pt>
                <c:pt idx="589">
                  <c:v>0.0715940595946757</c:v>
                </c:pt>
                <c:pt idx="590">
                  <c:v>0.0722710446300003</c:v>
                </c:pt>
                <c:pt idx="591">
                  <c:v>0.0758325361033527</c:v>
                </c:pt>
                <c:pt idx="592">
                  <c:v>0.0760641994701273</c:v>
                </c:pt>
                <c:pt idx="593">
                  <c:v>0.0757614961776253</c:v>
                </c:pt>
                <c:pt idx="594">
                  <c:v>0.0757963457506117</c:v>
                </c:pt>
                <c:pt idx="595">
                  <c:v>0.0720483379456818</c:v>
                </c:pt>
                <c:pt idx="596">
                  <c:v>0.071027741754</c:v>
                </c:pt>
                <c:pt idx="597">
                  <c:v>0.0705377465297721</c:v>
                </c:pt>
                <c:pt idx="598">
                  <c:v>0.070700113873404</c:v>
                </c:pt>
                <c:pt idx="599">
                  <c:v>0.0698782129245873</c:v>
                </c:pt>
                <c:pt idx="600">
                  <c:v>0.0707838616982503</c:v>
                </c:pt>
                <c:pt idx="601">
                  <c:v>0.0690105977236593</c:v>
                </c:pt>
                <c:pt idx="602">
                  <c:v>0.0613881076271504</c:v>
                </c:pt>
                <c:pt idx="603">
                  <c:v>0.061284219484716</c:v>
                </c:pt>
                <c:pt idx="604">
                  <c:v>0.0627704982574417</c:v>
                </c:pt>
                <c:pt idx="605">
                  <c:v>0.0581021182408048</c:v>
                </c:pt>
                <c:pt idx="606">
                  <c:v>0.0583198711557192</c:v>
                </c:pt>
                <c:pt idx="607">
                  <c:v>0.0626460665642699</c:v>
                </c:pt>
                <c:pt idx="608">
                  <c:v>0.0618571673403896</c:v>
                </c:pt>
                <c:pt idx="609">
                  <c:v>0.0633633690174969</c:v>
                </c:pt>
                <c:pt idx="610">
                  <c:v>0.0620072045282592</c:v>
                </c:pt>
                <c:pt idx="611">
                  <c:v>0.0630291550180409</c:v>
                </c:pt>
                <c:pt idx="612">
                  <c:v>0.0635656222520997</c:v>
                </c:pt>
                <c:pt idx="613">
                  <c:v>0.0641839408573534</c:v>
                </c:pt>
                <c:pt idx="614">
                  <c:v>0.0739963747570823</c:v>
                </c:pt>
                <c:pt idx="615">
                  <c:v>0.0773213539497783</c:v>
                </c:pt>
                <c:pt idx="616">
                  <c:v>0.0768431859765724</c:v>
                </c:pt>
                <c:pt idx="617">
                  <c:v>0.0779724559716337</c:v>
                </c:pt>
                <c:pt idx="618">
                  <c:v>0.0780083624973053</c:v>
                </c:pt>
                <c:pt idx="619">
                  <c:v>0.0770160100103193</c:v>
                </c:pt>
                <c:pt idx="620">
                  <c:v>0.0753007361326916</c:v>
                </c:pt>
                <c:pt idx="621">
                  <c:v>0.0749987830524367</c:v>
                </c:pt>
                <c:pt idx="622">
                  <c:v>0.0765219185017845</c:v>
                </c:pt>
                <c:pt idx="623">
                  <c:v>0.0763810440379888</c:v>
                </c:pt>
                <c:pt idx="624">
                  <c:v>0.0937113939962794</c:v>
                </c:pt>
                <c:pt idx="625">
                  <c:v>0.0938208712786501</c:v>
                </c:pt>
                <c:pt idx="626">
                  <c:v>0.0962671059853052</c:v>
                </c:pt>
                <c:pt idx="627">
                  <c:v>0.0999272045546014</c:v>
                </c:pt>
                <c:pt idx="628">
                  <c:v>0.0984645423669332</c:v>
                </c:pt>
                <c:pt idx="629">
                  <c:v>0.0981546839783279</c:v>
                </c:pt>
                <c:pt idx="630">
                  <c:v>0.104435302941073</c:v>
                </c:pt>
                <c:pt idx="631">
                  <c:v>0.104626977289297</c:v>
                </c:pt>
                <c:pt idx="632">
                  <c:v>0.104688790152473</c:v>
                </c:pt>
                <c:pt idx="633">
                  <c:v>0.104706028253896</c:v>
                </c:pt>
                <c:pt idx="634">
                  <c:v>0.105574198184755</c:v>
                </c:pt>
                <c:pt idx="635">
                  <c:v>0.104157803609125</c:v>
                </c:pt>
                <c:pt idx="636">
                  <c:v>0.106793669733395</c:v>
                </c:pt>
                <c:pt idx="637">
                  <c:v>0.105671890086224</c:v>
                </c:pt>
                <c:pt idx="638">
                  <c:v>0.105091804321652</c:v>
                </c:pt>
                <c:pt idx="639">
                  <c:v>0.104532443334062</c:v>
                </c:pt>
                <c:pt idx="640">
                  <c:v>0.104729610773048</c:v>
                </c:pt>
                <c:pt idx="641">
                  <c:v>0.104709207465168</c:v>
                </c:pt>
                <c:pt idx="642">
                  <c:v>0.10449758467298</c:v>
                </c:pt>
                <c:pt idx="643">
                  <c:v>0.103905247093713</c:v>
                </c:pt>
                <c:pt idx="644">
                  <c:v>0.0976015937225444</c:v>
                </c:pt>
                <c:pt idx="645">
                  <c:v>0.0933857883925489</c:v>
                </c:pt>
                <c:pt idx="646">
                  <c:v>0.09246232450159</c:v>
                </c:pt>
                <c:pt idx="647">
                  <c:v>0.0925050795210541</c:v>
                </c:pt>
                <c:pt idx="648">
                  <c:v>0.0935550886926939</c:v>
                </c:pt>
                <c:pt idx="649">
                  <c:v>0.0928426290693647</c:v>
                </c:pt>
                <c:pt idx="650">
                  <c:v>0.0949877201935262</c:v>
                </c:pt>
                <c:pt idx="651">
                  <c:v>0.0944261806197778</c:v>
                </c:pt>
                <c:pt idx="652">
                  <c:v>0.0944267497801828</c:v>
                </c:pt>
                <c:pt idx="653">
                  <c:v>0.0748511255772972</c:v>
                </c:pt>
                <c:pt idx="654">
                  <c:v>0.074163424207317</c:v>
                </c:pt>
                <c:pt idx="655">
                  <c:v>0.0743798937989257</c:v>
                </c:pt>
                <c:pt idx="656">
                  <c:v>0.0671497129297174</c:v>
                </c:pt>
                <c:pt idx="657">
                  <c:v>0.0677598636841444</c:v>
                </c:pt>
                <c:pt idx="658">
                  <c:v>0.0646804777331842</c:v>
                </c:pt>
                <c:pt idx="659">
                  <c:v>0.0637356763134648</c:v>
                </c:pt>
                <c:pt idx="660">
                  <c:v>0.0664925741198382</c:v>
                </c:pt>
                <c:pt idx="661">
                  <c:v>0.0690832885727665</c:v>
                </c:pt>
                <c:pt idx="662">
                  <c:v>0.0832080080257857</c:v>
                </c:pt>
                <c:pt idx="663">
                  <c:v>0.0858178374217952</c:v>
                </c:pt>
                <c:pt idx="664">
                  <c:v>0.0862525410212825</c:v>
                </c:pt>
                <c:pt idx="665">
                  <c:v>0.0831874287533133</c:v>
                </c:pt>
                <c:pt idx="666">
                  <c:v>0.0901618668853774</c:v>
                </c:pt>
                <c:pt idx="667">
                  <c:v>0.0897190841666863</c:v>
                </c:pt>
                <c:pt idx="668">
                  <c:v>0.0955220236132229</c:v>
                </c:pt>
                <c:pt idx="669">
                  <c:v>0.0954683126921026</c:v>
                </c:pt>
                <c:pt idx="670">
                  <c:v>0.103172626986528</c:v>
                </c:pt>
                <c:pt idx="671">
                  <c:v>0.116109897737815</c:v>
                </c:pt>
                <c:pt idx="672">
                  <c:v>0.129849797097235</c:v>
                </c:pt>
                <c:pt idx="673">
                  <c:v>0.13319006019502</c:v>
                </c:pt>
                <c:pt idx="674">
                  <c:v>0.139118223773611</c:v>
                </c:pt>
                <c:pt idx="675">
                  <c:v>0.139466938080174</c:v>
                </c:pt>
                <c:pt idx="676">
                  <c:v>0.140466369351559</c:v>
                </c:pt>
                <c:pt idx="677">
                  <c:v>0.140633508973563</c:v>
                </c:pt>
                <c:pt idx="678">
                  <c:v>0.145884460043044</c:v>
                </c:pt>
                <c:pt idx="679">
                  <c:v>0.149350739303907</c:v>
                </c:pt>
                <c:pt idx="680">
                  <c:v>0.160540382480473</c:v>
                </c:pt>
                <c:pt idx="681">
                  <c:v>0.161065142949989</c:v>
                </c:pt>
                <c:pt idx="682">
                  <c:v>0.165596655302534</c:v>
                </c:pt>
                <c:pt idx="683">
                  <c:v>0.166315049557937</c:v>
                </c:pt>
                <c:pt idx="684">
                  <c:v>0.16634755856491</c:v>
                </c:pt>
                <c:pt idx="685">
                  <c:v>0.168632119247859</c:v>
                </c:pt>
                <c:pt idx="686">
                  <c:v>0.168607736749523</c:v>
                </c:pt>
                <c:pt idx="687">
                  <c:v>0.169004731537828</c:v>
                </c:pt>
                <c:pt idx="688">
                  <c:v>0.172485143711261</c:v>
                </c:pt>
                <c:pt idx="689">
                  <c:v>0.170747493173435</c:v>
                </c:pt>
                <c:pt idx="690">
                  <c:v>0.170031949796678</c:v>
                </c:pt>
                <c:pt idx="691">
                  <c:v>0.169354326444442</c:v>
                </c:pt>
                <c:pt idx="692">
                  <c:v>0.162088311804807</c:v>
                </c:pt>
                <c:pt idx="693">
                  <c:v>0.160567144135389</c:v>
                </c:pt>
                <c:pt idx="694">
                  <c:v>0.160362296000457</c:v>
                </c:pt>
                <c:pt idx="695">
                  <c:v>0.159958028428848</c:v>
                </c:pt>
                <c:pt idx="696">
                  <c:v>0.154205384586835</c:v>
                </c:pt>
                <c:pt idx="697">
                  <c:v>0.154166378067034</c:v>
                </c:pt>
                <c:pt idx="698">
                  <c:v>0.151529594578184</c:v>
                </c:pt>
                <c:pt idx="699">
                  <c:v>0.1513076156584</c:v>
                </c:pt>
                <c:pt idx="700">
                  <c:v>0.143423733419428</c:v>
                </c:pt>
                <c:pt idx="701">
                  <c:v>0.136050545807553</c:v>
                </c:pt>
                <c:pt idx="702">
                  <c:v>0.119099340543152</c:v>
                </c:pt>
                <c:pt idx="703">
                  <c:v>0.112258088325963</c:v>
                </c:pt>
                <c:pt idx="704">
                  <c:v>0.0966265889677067</c:v>
                </c:pt>
                <c:pt idx="705">
                  <c:v>0.0973679368690593</c:v>
                </c:pt>
                <c:pt idx="706">
                  <c:v>0.0913347225525929</c:v>
                </c:pt>
                <c:pt idx="707">
                  <c:v>0.0927932168938393</c:v>
                </c:pt>
                <c:pt idx="708">
                  <c:v>0.0915115539071876</c:v>
                </c:pt>
                <c:pt idx="709">
                  <c:v>0.0766246549368415</c:v>
                </c:pt>
                <c:pt idx="710">
                  <c:v>0.0719552507925625</c:v>
                </c:pt>
                <c:pt idx="711">
                  <c:v>0.0656455639864396</c:v>
                </c:pt>
                <c:pt idx="712">
                  <c:v>0.0691889633445141</c:v>
                </c:pt>
                <c:pt idx="713">
                  <c:v>0.0687962138845274</c:v>
                </c:pt>
                <c:pt idx="714">
                  <c:v>0.0798631642090064</c:v>
                </c:pt>
                <c:pt idx="715">
                  <c:v>0.0803607505645508</c:v>
                </c:pt>
                <c:pt idx="716">
                  <c:v>0.092683482592609</c:v>
                </c:pt>
                <c:pt idx="717">
                  <c:v>0.0877601941190125</c:v>
                </c:pt>
                <c:pt idx="718">
                  <c:v>0.0907567418245984</c:v>
                </c:pt>
                <c:pt idx="719">
                  <c:v>0.108989146680503</c:v>
                </c:pt>
                <c:pt idx="720">
                  <c:v>0.128306432294442</c:v>
                </c:pt>
                <c:pt idx="721">
                  <c:v>0.128493842391312</c:v>
                </c:pt>
                <c:pt idx="722">
                  <c:v>0.128806743683588</c:v>
                </c:pt>
                <c:pt idx="723">
                  <c:v>0.128653308163733</c:v>
                </c:pt>
                <c:pt idx="724">
                  <c:v>0.128818856102923</c:v>
                </c:pt>
                <c:pt idx="725">
                  <c:v>0.128815343488083</c:v>
                </c:pt>
                <c:pt idx="726">
                  <c:v>0.129874410618484</c:v>
                </c:pt>
                <c:pt idx="727">
                  <c:v>0.133698357767856</c:v>
                </c:pt>
                <c:pt idx="728">
                  <c:v>0.143144334805338</c:v>
                </c:pt>
                <c:pt idx="729">
                  <c:v>0.145003422684847</c:v>
                </c:pt>
                <c:pt idx="730">
                  <c:v>0.148425560915995</c:v>
                </c:pt>
                <c:pt idx="731">
                  <c:v>0.157482875107581</c:v>
                </c:pt>
                <c:pt idx="732">
                  <c:v>0.159293700126202</c:v>
                </c:pt>
                <c:pt idx="733">
                  <c:v>0.160557442552876</c:v>
                </c:pt>
                <c:pt idx="734">
                  <c:v>0.160561101512715</c:v>
                </c:pt>
                <c:pt idx="735">
                  <c:v>0.160251849719996</c:v>
                </c:pt>
                <c:pt idx="736">
                  <c:v>0.160696317499631</c:v>
                </c:pt>
                <c:pt idx="737">
                  <c:v>0.165594470831787</c:v>
                </c:pt>
                <c:pt idx="738">
                  <c:v>0.165734156898031</c:v>
                </c:pt>
                <c:pt idx="739">
                  <c:v>0.166354734566677</c:v>
                </c:pt>
                <c:pt idx="740">
                  <c:v>0.171277622214746</c:v>
                </c:pt>
                <c:pt idx="741">
                  <c:v>0.172037397948606</c:v>
                </c:pt>
                <c:pt idx="742">
                  <c:v>0.165135734060254</c:v>
                </c:pt>
                <c:pt idx="743">
                  <c:v>0.16946297973221</c:v>
                </c:pt>
                <c:pt idx="744">
                  <c:v>0.16739568413358</c:v>
                </c:pt>
                <c:pt idx="745">
                  <c:v>0.168439278649394</c:v>
                </c:pt>
                <c:pt idx="746">
                  <c:v>0.171011349816199</c:v>
                </c:pt>
                <c:pt idx="747">
                  <c:v>0.164807900464337</c:v>
                </c:pt>
                <c:pt idx="748">
                  <c:v>0.154891075474895</c:v>
                </c:pt>
                <c:pt idx="749">
                  <c:v>0.154654032921045</c:v>
                </c:pt>
                <c:pt idx="750">
                  <c:v>0.157293650385939</c:v>
                </c:pt>
                <c:pt idx="751">
                  <c:v>0.157446341059768</c:v>
                </c:pt>
                <c:pt idx="752">
                  <c:v>0.157837790483856</c:v>
                </c:pt>
                <c:pt idx="753">
                  <c:v>0.160782959642729</c:v>
                </c:pt>
                <c:pt idx="754">
                  <c:v>0.160749292739605</c:v>
                </c:pt>
                <c:pt idx="755">
                  <c:v>0.162639152749779</c:v>
                </c:pt>
                <c:pt idx="756">
                  <c:v>0.159917972838589</c:v>
                </c:pt>
                <c:pt idx="757">
                  <c:v>0.159911272145907</c:v>
                </c:pt>
                <c:pt idx="758">
                  <c:v>0.149582892037038</c:v>
                </c:pt>
                <c:pt idx="759">
                  <c:v>0.146651021569887</c:v>
                </c:pt>
                <c:pt idx="760">
                  <c:v>0.144242202014326</c:v>
                </c:pt>
                <c:pt idx="761">
                  <c:v>0.135619188117913</c:v>
                </c:pt>
                <c:pt idx="762">
                  <c:v>0.132892735268614</c:v>
                </c:pt>
                <c:pt idx="763">
                  <c:v>0.130145702121685</c:v>
                </c:pt>
                <c:pt idx="764">
                  <c:v>0.129892960794116</c:v>
                </c:pt>
                <c:pt idx="765">
                  <c:v>0.12877319056532</c:v>
                </c:pt>
                <c:pt idx="766">
                  <c:v>0.125266289899696</c:v>
                </c:pt>
                <c:pt idx="767">
                  <c:v>0.121900450941343</c:v>
                </c:pt>
                <c:pt idx="768">
                  <c:v>0.123061378527354</c:v>
                </c:pt>
                <c:pt idx="769">
                  <c:v>0.122623824185553</c:v>
                </c:pt>
                <c:pt idx="770">
                  <c:v>0.122836383322121</c:v>
                </c:pt>
                <c:pt idx="771">
                  <c:v>0.122111887686571</c:v>
                </c:pt>
                <c:pt idx="772">
                  <c:v>0.131851006841923</c:v>
                </c:pt>
                <c:pt idx="773">
                  <c:v>0.12596969260311</c:v>
                </c:pt>
                <c:pt idx="774">
                  <c:v>0.124011601297153</c:v>
                </c:pt>
                <c:pt idx="775">
                  <c:v>0.123015377068841</c:v>
                </c:pt>
                <c:pt idx="776">
                  <c:v>0.12165707057859</c:v>
                </c:pt>
                <c:pt idx="777">
                  <c:v>0.117366720837276</c:v>
                </c:pt>
                <c:pt idx="778">
                  <c:v>0.115263614820707</c:v>
                </c:pt>
                <c:pt idx="779">
                  <c:v>0.115548542076095</c:v>
                </c:pt>
                <c:pt idx="780">
                  <c:v>0.114698619839424</c:v>
                </c:pt>
                <c:pt idx="781">
                  <c:v>0.114274955823503</c:v>
                </c:pt>
                <c:pt idx="782">
                  <c:v>0.115124273038194</c:v>
                </c:pt>
                <c:pt idx="783">
                  <c:v>0.119333188128057</c:v>
                </c:pt>
                <c:pt idx="784">
                  <c:v>0.119514564937713</c:v>
                </c:pt>
                <c:pt idx="785">
                  <c:v>0.116160997857508</c:v>
                </c:pt>
                <c:pt idx="786">
                  <c:v>0.121162380506261</c:v>
                </c:pt>
                <c:pt idx="787">
                  <c:v>0.123566228807978</c:v>
                </c:pt>
                <c:pt idx="788">
                  <c:v>0.123970484994133</c:v>
                </c:pt>
                <c:pt idx="789">
                  <c:v>0.124533828302817</c:v>
                </c:pt>
                <c:pt idx="790">
                  <c:v>0.124761213469499</c:v>
                </c:pt>
                <c:pt idx="791">
                  <c:v>0.124847624345262</c:v>
                </c:pt>
                <c:pt idx="792">
                  <c:v>0.124830685523774</c:v>
                </c:pt>
                <c:pt idx="793">
                  <c:v>0.125643918120595</c:v>
                </c:pt>
                <c:pt idx="794">
                  <c:v>0.126593964033244</c:v>
                </c:pt>
                <c:pt idx="795">
                  <c:v>0.126995584569644</c:v>
                </c:pt>
                <c:pt idx="796">
                  <c:v>0.125734323335894</c:v>
                </c:pt>
                <c:pt idx="797">
                  <c:v>0.126035319047205</c:v>
                </c:pt>
                <c:pt idx="798">
                  <c:v>0.125377727522676</c:v>
                </c:pt>
                <c:pt idx="799">
                  <c:v>0.129591312790885</c:v>
                </c:pt>
                <c:pt idx="800">
                  <c:v>0.125516595186184</c:v>
                </c:pt>
                <c:pt idx="801">
                  <c:v>0.125208430721983</c:v>
                </c:pt>
                <c:pt idx="802">
                  <c:v>0.114719621194746</c:v>
                </c:pt>
                <c:pt idx="803">
                  <c:v>0.114429583078751</c:v>
                </c:pt>
                <c:pt idx="804">
                  <c:v>0.109320697057854</c:v>
                </c:pt>
                <c:pt idx="805">
                  <c:v>0.108403891642974</c:v>
                </c:pt>
                <c:pt idx="806">
                  <c:v>0.101855722235335</c:v>
                </c:pt>
                <c:pt idx="807">
                  <c:v>0.102000596916763</c:v>
                </c:pt>
                <c:pt idx="808">
                  <c:v>0.100393145304615</c:v>
                </c:pt>
                <c:pt idx="809">
                  <c:v>0.104337605675682</c:v>
                </c:pt>
                <c:pt idx="810">
                  <c:v>0.10140946130629</c:v>
                </c:pt>
                <c:pt idx="811">
                  <c:v>0.107038880390709</c:v>
                </c:pt>
                <c:pt idx="812">
                  <c:v>0.106343665886824</c:v>
                </c:pt>
                <c:pt idx="813">
                  <c:v>0.0977666131732163</c:v>
                </c:pt>
                <c:pt idx="814">
                  <c:v>0.104285914541737</c:v>
                </c:pt>
                <c:pt idx="815">
                  <c:v>0.105643083206989</c:v>
                </c:pt>
                <c:pt idx="816">
                  <c:v>0.100348053396947</c:v>
                </c:pt>
                <c:pt idx="817">
                  <c:v>0.0966953483377549</c:v>
                </c:pt>
                <c:pt idx="818">
                  <c:v>0.100122701220405</c:v>
                </c:pt>
                <c:pt idx="819">
                  <c:v>0.0998379775376078</c:v>
                </c:pt>
                <c:pt idx="820">
                  <c:v>0.0986065102837435</c:v>
                </c:pt>
                <c:pt idx="821">
                  <c:v>0.0983376984879531</c:v>
                </c:pt>
                <c:pt idx="822">
                  <c:v>0.0983058456643378</c:v>
                </c:pt>
                <c:pt idx="823">
                  <c:v>0.0977993944268627</c:v>
                </c:pt>
                <c:pt idx="824">
                  <c:v>0.097165565271923</c:v>
                </c:pt>
                <c:pt idx="825">
                  <c:v>0.101001180764652</c:v>
                </c:pt>
                <c:pt idx="826">
                  <c:v>0.104206182193795</c:v>
                </c:pt>
                <c:pt idx="827">
                  <c:v>0.103358997275383</c:v>
                </c:pt>
                <c:pt idx="828">
                  <c:v>0.105054742167796</c:v>
                </c:pt>
                <c:pt idx="829">
                  <c:v>0.0995241352875612</c:v>
                </c:pt>
                <c:pt idx="830">
                  <c:v>0.0961125450145638</c:v>
                </c:pt>
                <c:pt idx="831">
                  <c:v>0.0961433969134706</c:v>
                </c:pt>
                <c:pt idx="832">
                  <c:v>0.0983588185135441</c:v>
                </c:pt>
                <c:pt idx="833">
                  <c:v>0.098126611281215</c:v>
                </c:pt>
                <c:pt idx="834">
                  <c:v>0.0993953202774325</c:v>
                </c:pt>
                <c:pt idx="835">
                  <c:v>0.0988613571230535</c:v>
                </c:pt>
                <c:pt idx="836">
                  <c:v>0.104895601610342</c:v>
                </c:pt>
                <c:pt idx="837">
                  <c:v>0.10446133055456</c:v>
                </c:pt>
                <c:pt idx="838">
                  <c:v>0.10219484019644</c:v>
                </c:pt>
                <c:pt idx="839">
                  <c:v>0.0978374538736534</c:v>
                </c:pt>
                <c:pt idx="840">
                  <c:v>0.0989526692025204</c:v>
                </c:pt>
                <c:pt idx="841">
                  <c:v>0.0928801847080467</c:v>
                </c:pt>
                <c:pt idx="842">
                  <c:v>0.0958871032423597</c:v>
                </c:pt>
                <c:pt idx="843">
                  <c:v>0.0969289386610017</c:v>
                </c:pt>
                <c:pt idx="844">
                  <c:v>0.0904720184336106</c:v>
                </c:pt>
                <c:pt idx="845">
                  <c:v>0.0891285939286566</c:v>
                </c:pt>
                <c:pt idx="846">
                  <c:v>0.0913959360002408</c:v>
                </c:pt>
                <c:pt idx="847">
                  <c:v>0.0918380820397894</c:v>
                </c:pt>
                <c:pt idx="848">
                  <c:v>0.0860981099057447</c:v>
                </c:pt>
                <c:pt idx="849">
                  <c:v>0.104482448782101</c:v>
                </c:pt>
                <c:pt idx="850">
                  <c:v>0.104357784807179</c:v>
                </c:pt>
                <c:pt idx="851">
                  <c:v>0.106863144309497</c:v>
                </c:pt>
                <c:pt idx="852">
                  <c:v>0.106821820100397</c:v>
                </c:pt>
                <c:pt idx="853">
                  <c:v>0.10864985704371</c:v>
                </c:pt>
                <c:pt idx="854">
                  <c:v>0.114878659101003</c:v>
                </c:pt>
                <c:pt idx="855">
                  <c:v>0.111341742582302</c:v>
                </c:pt>
                <c:pt idx="856">
                  <c:v>0.117927579579596</c:v>
                </c:pt>
                <c:pt idx="857">
                  <c:v>0.121382465403127</c:v>
                </c:pt>
                <c:pt idx="858">
                  <c:v>0.121944118871903</c:v>
                </c:pt>
                <c:pt idx="859">
                  <c:v>0.121927453098514</c:v>
                </c:pt>
                <c:pt idx="860">
                  <c:v>0.123983696284273</c:v>
                </c:pt>
                <c:pt idx="861">
                  <c:v>0.12117057151216</c:v>
                </c:pt>
                <c:pt idx="862">
                  <c:v>0.121031636525126</c:v>
                </c:pt>
                <c:pt idx="863">
                  <c:v>0.120083280752021</c:v>
                </c:pt>
                <c:pt idx="864">
                  <c:v>0.120405186396334</c:v>
                </c:pt>
                <c:pt idx="865">
                  <c:v>0.116655464468598</c:v>
                </c:pt>
                <c:pt idx="866">
                  <c:v>0.120502506375503</c:v>
                </c:pt>
                <c:pt idx="867">
                  <c:v>0.119980774585298</c:v>
                </c:pt>
                <c:pt idx="868">
                  <c:v>0.124766700572891</c:v>
                </c:pt>
                <c:pt idx="869">
                  <c:v>0.125474466233752</c:v>
                </c:pt>
                <c:pt idx="870">
                  <c:v>0.125365651735102</c:v>
                </c:pt>
                <c:pt idx="871">
                  <c:v>0.122092987167482</c:v>
                </c:pt>
                <c:pt idx="872">
                  <c:v>0.121402891578081</c:v>
                </c:pt>
                <c:pt idx="873">
                  <c:v>0.120078857120873</c:v>
                </c:pt>
                <c:pt idx="874">
                  <c:v>0.120482639033251</c:v>
                </c:pt>
                <c:pt idx="875">
                  <c:v>0.120688055065569</c:v>
                </c:pt>
                <c:pt idx="876">
                  <c:v>0.120670035505234</c:v>
                </c:pt>
                <c:pt idx="877">
                  <c:v>0.126520623362099</c:v>
                </c:pt>
                <c:pt idx="878">
                  <c:v>0.113975201046127</c:v>
                </c:pt>
                <c:pt idx="879">
                  <c:v>0.113796483280936</c:v>
                </c:pt>
                <c:pt idx="880">
                  <c:v>0.112184125553154</c:v>
                </c:pt>
                <c:pt idx="881">
                  <c:v>0.112705519798104</c:v>
                </c:pt>
                <c:pt idx="882">
                  <c:v>0.112887886015526</c:v>
                </c:pt>
                <c:pt idx="883">
                  <c:v>0.112013707009732</c:v>
                </c:pt>
                <c:pt idx="884">
                  <c:v>0.103363987490429</c:v>
                </c:pt>
                <c:pt idx="885">
                  <c:v>0.120598028260891</c:v>
                </c:pt>
                <c:pt idx="886">
                  <c:v>0.145752494043866</c:v>
                </c:pt>
                <c:pt idx="887">
                  <c:v>0.177112780869322</c:v>
                </c:pt>
                <c:pt idx="888">
                  <c:v>0.17785771331733</c:v>
                </c:pt>
                <c:pt idx="889">
                  <c:v>0.216883737315126</c:v>
                </c:pt>
                <c:pt idx="890">
                  <c:v>0.228568405597498</c:v>
                </c:pt>
                <c:pt idx="891">
                  <c:v>0.228512518025279</c:v>
                </c:pt>
                <c:pt idx="892">
                  <c:v>0.229040305882367</c:v>
                </c:pt>
                <c:pt idx="893">
                  <c:v>0.242068807463454</c:v>
                </c:pt>
                <c:pt idx="894">
                  <c:v>0.249957813974202</c:v>
                </c:pt>
                <c:pt idx="895">
                  <c:v>0.250009523613603</c:v>
                </c:pt>
                <c:pt idx="896">
                  <c:v>0.25169135311362</c:v>
                </c:pt>
                <c:pt idx="897">
                  <c:v>0.263721933253767</c:v>
                </c:pt>
                <c:pt idx="898">
                  <c:v>0.262715854645498</c:v>
                </c:pt>
                <c:pt idx="899">
                  <c:v>0.262132939862249</c:v>
                </c:pt>
                <c:pt idx="900">
                  <c:v>0.26280861180947</c:v>
                </c:pt>
                <c:pt idx="901">
                  <c:v>0.262860392984267</c:v>
                </c:pt>
                <c:pt idx="902">
                  <c:v>0.266475456917146</c:v>
                </c:pt>
                <c:pt idx="903">
                  <c:v>0.268195218182511</c:v>
                </c:pt>
                <c:pt idx="904">
                  <c:v>0.267861300188061</c:v>
                </c:pt>
                <c:pt idx="905">
                  <c:v>0.270600722670843</c:v>
                </c:pt>
                <c:pt idx="906">
                  <c:v>0.271227872050358</c:v>
                </c:pt>
                <c:pt idx="907">
                  <c:v>0.269350205685582</c:v>
                </c:pt>
                <c:pt idx="908">
                  <c:v>0.268529199873902</c:v>
                </c:pt>
                <c:pt idx="909">
                  <c:v>0.268372412143739</c:v>
                </c:pt>
                <c:pt idx="910">
                  <c:v>0.268412093035425</c:v>
                </c:pt>
                <c:pt idx="911">
                  <c:v>0.275907902932471</c:v>
                </c:pt>
                <c:pt idx="912">
                  <c:v>0.275079025852323</c:v>
                </c:pt>
                <c:pt idx="913">
                  <c:v>0.282702747526959</c:v>
                </c:pt>
                <c:pt idx="914">
                  <c:v>0.28253662070228</c:v>
                </c:pt>
                <c:pt idx="915">
                  <c:v>0.280862065816404</c:v>
                </c:pt>
                <c:pt idx="916">
                  <c:v>0.270898521089088</c:v>
                </c:pt>
                <c:pt idx="917">
                  <c:v>0.243886457022798</c:v>
                </c:pt>
                <c:pt idx="918">
                  <c:v>0.240269911406039</c:v>
                </c:pt>
                <c:pt idx="919">
                  <c:v>0.214977005465856</c:v>
                </c:pt>
                <c:pt idx="920">
                  <c:v>0.203732456119624</c:v>
                </c:pt>
                <c:pt idx="921">
                  <c:v>0.203743653567266</c:v>
                </c:pt>
                <c:pt idx="922">
                  <c:v>0.203200096142404</c:v>
                </c:pt>
                <c:pt idx="923">
                  <c:v>0.183036977293342</c:v>
                </c:pt>
                <c:pt idx="924">
                  <c:v>0.180558529755516</c:v>
                </c:pt>
                <c:pt idx="925">
                  <c:v>0.180800374125018</c:v>
                </c:pt>
                <c:pt idx="926">
                  <c:v>0.173802739168979</c:v>
                </c:pt>
                <c:pt idx="927">
                  <c:v>0.159665361860803</c:v>
                </c:pt>
                <c:pt idx="928">
                  <c:v>0.154766106014442</c:v>
                </c:pt>
                <c:pt idx="929">
                  <c:v>0.160612112896989</c:v>
                </c:pt>
                <c:pt idx="930">
                  <c:v>0.162681331377175</c:v>
                </c:pt>
                <c:pt idx="931">
                  <c:v>0.162106425666523</c:v>
                </c:pt>
                <c:pt idx="932">
                  <c:v>0.159313302359212</c:v>
                </c:pt>
                <c:pt idx="933">
                  <c:v>0.160785990293632</c:v>
                </c:pt>
                <c:pt idx="934">
                  <c:v>0.160429826679698</c:v>
                </c:pt>
                <c:pt idx="935">
                  <c:v>0.152709715905475</c:v>
                </c:pt>
                <c:pt idx="936">
                  <c:v>0.155184304049531</c:v>
                </c:pt>
                <c:pt idx="937">
                  <c:v>0.148922207028735</c:v>
                </c:pt>
                <c:pt idx="938">
                  <c:v>0.149403877549299</c:v>
                </c:pt>
                <c:pt idx="939">
                  <c:v>0.148754845195258</c:v>
                </c:pt>
                <c:pt idx="940">
                  <c:v>0.148732731339265</c:v>
                </c:pt>
                <c:pt idx="941">
                  <c:v>0.128181929474374</c:v>
                </c:pt>
                <c:pt idx="942">
                  <c:v>0.128144830228384</c:v>
                </c:pt>
                <c:pt idx="943">
                  <c:v>0.120515545296075</c:v>
                </c:pt>
                <c:pt idx="944">
                  <c:v>0.129712248306146</c:v>
                </c:pt>
                <c:pt idx="945">
                  <c:v>0.129893899412211</c:v>
                </c:pt>
                <c:pt idx="946">
                  <c:v>0.126381341833931</c:v>
                </c:pt>
                <c:pt idx="947">
                  <c:v>0.125824178869683</c:v>
                </c:pt>
                <c:pt idx="948">
                  <c:v>0.131682112172256</c:v>
                </c:pt>
                <c:pt idx="949">
                  <c:v>0.130015433938681</c:v>
                </c:pt>
                <c:pt idx="950">
                  <c:v>0.130235954801484</c:v>
                </c:pt>
                <c:pt idx="951">
                  <c:v>0.130431564252444</c:v>
                </c:pt>
                <c:pt idx="952">
                  <c:v>0.128236471576042</c:v>
                </c:pt>
                <c:pt idx="953">
                  <c:v>0.127020705012471</c:v>
                </c:pt>
                <c:pt idx="954">
                  <c:v>0.121331092031456</c:v>
                </c:pt>
                <c:pt idx="955">
                  <c:v>0.124619940316563</c:v>
                </c:pt>
                <c:pt idx="956">
                  <c:v>0.12929517174892</c:v>
                </c:pt>
                <c:pt idx="957">
                  <c:v>0.135299836054254</c:v>
                </c:pt>
                <c:pt idx="958">
                  <c:v>0.139692722876649</c:v>
                </c:pt>
                <c:pt idx="959">
                  <c:v>0.137842667680584</c:v>
                </c:pt>
                <c:pt idx="960">
                  <c:v>0.139037572956035</c:v>
                </c:pt>
                <c:pt idx="961">
                  <c:v>0.1406278079066</c:v>
                </c:pt>
                <c:pt idx="962">
                  <c:v>0.136170230432466</c:v>
                </c:pt>
                <c:pt idx="963">
                  <c:v>0.146629871577752</c:v>
                </c:pt>
                <c:pt idx="964">
                  <c:v>0.147204272872335</c:v>
                </c:pt>
                <c:pt idx="965">
                  <c:v>0.146307721339305</c:v>
                </c:pt>
                <c:pt idx="966">
                  <c:v>0.152668634544329</c:v>
                </c:pt>
                <c:pt idx="967">
                  <c:v>0.15812805798643</c:v>
                </c:pt>
                <c:pt idx="968">
                  <c:v>0.16546564047964</c:v>
                </c:pt>
                <c:pt idx="969">
                  <c:v>0.167593636088777</c:v>
                </c:pt>
                <c:pt idx="970">
                  <c:v>0.16797118705839</c:v>
                </c:pt>
                <c:pt idx="971">
                  <c:v>0.172046931529231</c:v>
                </c:pt>
                <c:pt idx="972">
                  <c:v>0.166990099263721</c:v>
                </c:pt>
                <c:pt idx="973">
                  <c:v>0.165997546667231</c:v>
                </c:pt>
                <c:pt idx="974">
                  <c:v>0.162210748402974</c:v>
                </c:pt>
                <c:pt idx="975">
                  <c:v>0.164535060654621</c:v>
                </c:pt>
                <c:pt idx="976">
                  <c:v>0.162866034895013</c:v>
                </c:pt>
                <c:pt idx="977">
                  <c:v>0.163113901851789</c:v>
                </c:pt>
                <c:pt idx="978">
                  <c:v>0.166103455952307</c:v>
                </c:pt>
                <c:pt idx="979">
                  <c:v>0.177959201327419</c:v>
                </c:pt>
                <c:pt idx="980">
                  <c:v>0.17929573815036</c:v>
                </c:pt>
                <c:pt idx="981">
                  <c:v>0.179440164253802</c:v>
                </c:pt>
                <c:pt idx="982">
                  <c:v>0.181765758677575</c:v>
                </c:pt>
                <c:pt idx="983">
                  <c:v>0.193009021108252</c:v>
                </c:pt>
                <c:pt idx="984">
                  <c:v>0.197446302666049</c:v>
                </c:pt>
                <c:pt idx="985">
                  <c:v>0.203467259923855</c:v>
                </c:pt>
                <c:pt idx="986">
                  <c:v>0.200989834090138</c:v>
                </c:pt>
                <c:pt idx="987">
                  <c:v>0.190012732369026</c:v>
                </c:pt>
                <c:pt idx="988">
                  <c:v>0.191525446944511</c:v>
                </c:pt>
                <c:pt idx="989">
                  <c:v>0.203096607289538</c:v>
                </c:pt>
                <c:pt idx="990">
                  <c:v>0.206094712209964</c:v>
                </c:pt>
                <c:pt idx="991">
                  <c:v>0.211404769768212</c:v>
                </c:pt>
                <c:pt idx="992">
                  <c:v>0.206863907692059</c:v>
                </c:pt>
                <c:pt idx="993">
                  <c:v>0.207097621643085</c:v>
                </c:pt>
                <c:pt idx="994">
                  <c:v>0.218307498765013</c:v>
                </c:pt>
                <c:pt idx="995">
                  <c:v>0.212974465793243</c:v>
                </c:pt>
                <c:pt idx="996">
                  <c:v>0.215166061031604</c:v>
                </c:pt>
                <c:pt idx="997">
                  <c:v>0.210991968814948</c:v>
                </c:pt>
                <c:pt idx="998">
                  <c:v>0.209388844495352</c:v>
                </c:pt>
                <c:pt idx="999">
                  <c:v>0.212372106755314</c:v>
                </c:pt>
                <c:pt idx="1000">
                  <c:v>0.209997916365506</c:v>
                </c:pt>
                <c:pt idx="1001">
                  <c:v>0.210088207316922</c:v>
                </c:pt>
                <c:pt idx="1002">
                  <c:v>0.210271943809068</c:v>
                </c:pt>
                <c:pt idx="1003">
                  <c:v>0.20748140077877</c:v>
                </c:pt>
                <c:pt idx="1004">
                  <c:v>0.218171338852415</c:v>
                </c:pt>
                <c:pt idx="1005">
                  <c:v>0.224628252654226</c:v>
                </c:pt>
                <c:pt idx="1006">
                  <c:v>0.227620790078806</c:v>
                </c:pt>
                <c:pt idx="1007">
                  <c:v>0.2275863553807</c:v>
                </c:pt>
                <c:pt idx="1008">
                  <c:v>0.224985991370649</c:v>
                </c:pt>
                <c:pt idx="1009">
                  <c:v>0.21887813956821</c:v>
                </c:pt>
                <c:pt idx="1010">
                  <c:v>0.219624929548867</c:v>
                </c:pt>
                <c:pt idx="1011">
                  <c:v>0.219977524712522</c:v>
                </c:pt>
                <c:pt idx="1012">
                  <c:v>0.221268270088954</c:v>
                </c:pt>
                <c:pt idx="1013">
                  <c:v>0.208175216000401</c:v>
                </c:pt>
                <c:pt idx="1014">
                  <c:v>0.20442801331333</c:v>
                </c:pt>
                <c:pt idx="1015">
                  <c:v>0.204651469154736</c:v>
                </c:pt>
                <c:pt idx="1016">
                  <c:v>0.204723136154039</c:v>
                </c:pt>
                <c:pt idx="1017">
                  <c:v>0.200687796849685</c:v>
                </c:pt>
                <c:pt idx="1018">
                  <c:v>0.200535071258286</c:v>
                </c:pt>
                <c:pt idx="1019">
                  <c:v>0.193256783457131</c:v>
                </c:pt>
                <c:pt idx="1020">
                  <c:v>0.190250754572359</c:v>
                </c:pt>
                <c:pt idx="1021">
                  <c:v>0.186962927956243</c:v>
                </c:pt>
                <c:pt idx="1022">
                  <c:v>0.183334199653666</c:v>
                </c:pt>
                <c:pt idx="1023">
                  <c:v>0.187816156396563</c:v>
                </c:pt>
                <c:pt idx="1024">
                  <c:v>0.175570510764358</c:v>
                </c:pt>
                <c:pt idx="1025">
                  <c:v>0.17574247895912</c:v>
                </c:pt>
                <c:pt idx="1026">
                  <c:v>0.165499425552374</c:v>
                </c:pt>
                <c:pt idx="1027">
                  <c:v>0.165800170737427</c:v>
                </c:pt>
                <c:pt idx="1028">
                  <c:v>0.165905284169642</c:v>
                </c:pt>
                <c:pt idx="1029">
                  <c:v>0.153960011091073</c:v>
                </c:pt>
                <c:pt idx="1030">
                  <c:v>0.145790850077519</c:v>
                </c:pt>
                <c:pt idx="1031">
                  <c:v>0.148084716938979</c:v>
                </c:pt>
                <c:pt idx="1032">
                  <c:v>0.141000108048798</c:v>
                </c:pt>
                <c:pt idx="1033">
                  <c:v>0.133808506592789</c:v>
                </c:pt>
                <c:pt idx="1034">
                  <c:v>0.127910600681794</c:v>
                </c:pt>
                <c:pt idx="1035">
                  <c:v>0.121959378877909</c:v>
                </c:pt>
                <c:pt idx="1036">
                  <c:v>0.120705062653022</c:v>
                </c:pt>
                <c:pt idx="1037">
                  <c:v>0.121652555070045</c:v>
                </c:pt>
                <c:pt idx="1038">
                  <c:v>0.121566042833196</c:v>
                </c:pt>
                <c:pt idx="1039">
                  <c:v>0.116491665970066</c:v>
                </c:pt>
                <c:pt idx="1040">
                  <c:v>0.12351421136533</c:v>
                </c:pt>
                <c:pt idx="1041">
                  <c:v>0.120307443476991</c:v>
                </c:pt>
                <c:pt idx="1042">
                  <c:v>0.120551374670363</c:v>
                </c:pt>
                <c:pt idx="1043">
                  <c:v>0.119112339375466</c:v>
                </c:pt>
                <c:pt idx="1044">
                  <c:v>0.103019509322259</c:v>
                </c:pt>
                <c:pt idx="1045">
                  <c:v>0.102865797293355</c:v>
                </c:pt>
                <c:pt idx="1046">
                  <c:v>0.102966520565705</c:v>
                </c:pt>
                <c:pt idx="1047">
                  <c:v>0.103888373128605</c:v>
                </c:pt>
                <c:pt idx="1048">
                  <c:v>0.103959443245172</c:v>
                </c:pt>
                <c:pt idx="1049">
                  <c:v>0.096666212694585</c:v>
                </c:pt>
                <c:pt idx="1050">
                  <c:v>0.0984158043883622</c:v>
                </c:pt>
                <c:pt idx="1051">
                  <c:v>0.0984308177343017</c:v>
                </c:pt>
                <c:pt idx="1052">
                  <c:v>0.088508999635633</c:v>
                </c:pt>
                <c:pt idx="1053">
                  <c:v>0.0882564544443589</c:v>
                </c:pt>
                <c:pt idx="1054">
                  <c:v>0.0878002372136394</c:v>
                </c:pt>
                <c:pt idx="1055">
                  <c:v>0.0918825906416192</c:v>
                </c:pt>
                <c:pt idx="1056">
                  <c:v>0.0917137587302897</c:v>
                </c:pt>
                <c:pt idx="1057">
                  <c:v>0.0934990993863782</c:v>
                </c:pt>
                <c:pt idx="1058">
                  <c:v>0.0971821037286568</c:v>
                </c:pt>
                <c:pt idx="1059">
                  <c:v>0.0987544871549564</c:v>
                </c:pt>
                <c:pt idx="1060">
                  <c:v>0.0968826635580242</c:v>
                </c:pt>
                <c:pt idx="1061">
                  <c:v>0.0972278399008653</c:v>
                </c:pt>
                <c:pt idx="1062">
                  <c:v>0.0972330513959425</c:v>
                </c:pt>
                <c:pt idx="1063">
                  <c:v>0.100500344908904</c:v>
                </c:pt>
                <c:pt idx="1064">
                  <c:v>0.103864778477471</c:v>
                </c:pt>
                <c:pt idx="1065">
                  <c:v>0.103683792624711</c:v>
                </c:pt>
                <c:pt idx="1066">
                  <c:v>0.104808360848675</c:v>
                </c:pt>
                <c:pt idx="1067">
                  <c:v>0.108466660992697</c:v>
                </c:pt>
                <c:pt idx="1068">
                  <c:v>0.107892777697577</c:v>
                </c:pt>
                <c:pt idx="1069">
                  <c:v>0.103289838343085</c:v>
                </c:pt>
                <c:pt idx="1070">
                  <c:v>0.0978377088642482</c:v>
                </c:pt>
                <c:pt idx="1071">
                  <c:v>0.0990722395922911</c:v>
                </c:pt>
                <c:pt idx="1072">
                  <c:v>0.0989286962741071</c:v>
                </c:pt>
                <c:pt idx="1073">
                  <c:v>0.102873317286818</c:v>
                </c:pt>
                <c:pt idx="1074">
                  <c:v>0.100716812103886</c:v>
                </c:pt>
                <c:pt idx="1075">
                  <c:v>0.100722118607458</c:v>
                </c:pt>
                <c:pt idx="1076">
                  <c:v>0.101363827335971</c:v>
                </c:pt>
                <c:pt idx="1077">
                  <c:v>0.0996929297177389</c:v>
                </c:pt>
                <c:pt idx="1078">
                  <c:v>0.0993409619841597</c:v>
                </c:pt>
                <c:pt idx="1079">
                  <c:v>0.0996561072626434</c:v>
                </c:pt>
                <c:pt idx="1080">
                  <c:v>0.0988322947254193</c:v>
                </c:pt>
                <c:pt idx="1081">
                  <c:v>0.0997799766177948</c:v>
                </c:pt>
                <c:pt idx="1082">
                  <c:v>0.0996149937526468</c:v>
                </c:pt>
                <c:pt idx="1083">
                  <c:v>0.0998833788733016</c:v>
                </c:pt>
                <c:pt idx="1084">
                  <c:v>0.100008704483788</c:v>
                </c:pt>
                <c:pt idx="1085">
                  <c:v>0.0999629303278987</c:v>
                </c:pt>
                <c:pt idx="1086">
                  <c:v>0.101758057907318</c:v>
                </c:pt>
                <c:pt idx="1087">
                  <c:v>0.0993490120684559</c:v>
                </c:pt>
                <c:pt idx="1088">
                  <c:v>0.0961576521946746</c:v>
                </c:pt>
                <c:pt idx="1089">
                  <c:v>0.0947635550911969</c:v>
                </c:pt>
                <c:pt idx="1090">
                  <c:v>0.0953520454251062</c:v>
                </c:pt>
                <c:pt idx="1091">
                  <c:v>0.0963225541269444</c:v>
                </c:pt>
                <c:pt idx="1092">
                  <c:v>0.0965434740281865</c:v>
                </c:pt>
                <c:pt idx="1093">
                  <c:v>0.0898111162210681</c:v>
                </c:pt>
                <c:pt idx="1094">
                  <c:v>0.0930249771938731</c:v>
                </c:pt>
                <c:pt idx="1095">
                  <c:v>0.141067004076082</c:v>
                </c:pt>
                <c:pt idx="1096">
                  <c:v>0.148362038870082</c:v>
                </c:pt>
                <c:pt idx="1097">
                  <c:v>0.15487500660623</c:v>
                </c:pt>
                <c:pt idx="1098">
                  <c:v>0.160398846897203</c:v>
                </c:pt>
                <c:pt idx="1099">
                  <c:v>0.164811984093199</c:v>
                </c:pt>
                <c:pt idx="1100">
                  <c:v>0.164263732143985</c:v>
                </c:pt>
                <c:pt idx="1101">
                  <c:v>0.165115802817181</c:v>
                </c:pt>
                <c:pt idx="1102">
                  <c:v>0.165454562478077</c:v>
                </c:pt>
                <c:pt idx="1103">
                  <c:v>0.161025562966512</c:v>
                </c:pt>
                <c:pt idx="1104">
                  <c:v>0.165646842977408</c:v>
                </c:pt>
                <c:pt idx="1105">
                  <c:v>0.16580936672073</c:v>
                </c:pt>
                <c:pt idx="1106">
                  <c:v>0.166488325131394</c:v>
                </c:pt>
                <c:pt idx="1107">
                  <c:v>0.166409624630913</c:v>
                </c:pt>
                <c:pt idx="1108">
                  <c:v>0.16687979487327</c:v>
                </c:pt>
                <c:pt idx="1109">
                  <c:v>0.16688984685197</c:v>
                </c:pt>
                <c:pt idx="1110">
                  <c:v>0.166536672679074</c:v>
                </c:pt>
                <c:pt idx="1111">
                  <c:v>0.166299530389179</c:v>
                </c:pt>
                <c:pt idx="1112">
                  <c:v>0.166581703350105</c:v>
                </c:pt>
                <c:pt idx="1113">
                  <c:v>0.166953136989727</c:v>
                </c:pt>
                <c:pt idx="1114">
                  <c:v>0.167128694857479</c:v>
                </c:pt>
                <c:pt idx="1115">
                  <c:v>0.16483131227266</c:v>
                </c:pt>
                <c:pt idx="1116">
                  <c:v>0.16251023342465</c:v>
                </c:pt>
                <c:pt idx="1117">
                  <c:v>0.162415449820072</c:v>
                </c:pt>
                <c:pt idx="1118">
                  <c:v>0.162111158749475</c:v>
                </c:pt>
                <c:pt idx="1119">
                  <c:v>0.162046836576404</c:v>
                </c:pt>
                <c:pt idx="1120">
                  <c:v>0.161639241287683</c:v>
                </c:pt>
                <c:pt idx="1121">
                  <c:v>0.162733702295586</c:v>
                </c:pt>
                <c:pt idx="1122">
                  <c:v>0.162771766055366</c:v>
                </c:pt>
                <c:pt idx="1123">
                  <c:v>0.162576454169495</c:v>
                </c:pt>
                <c:pt idx="1124">
                  <c:v>0.160090057513364</c:v>
                </c:pt>
                <c:pt idx="1125">
                  <c:v>0.116098514526596</c:v>
                </c:pt>
                <c:pt idx="1126">
                  <c:v>0.0991297702413216</c:v>
                </c:pt>
                <c:pt idx="1127">
                  <c:v>0.0899406012793479</c:v>
                </c:pt>
                <c:pt idx="1128">
                  <c:v>0.0788035680457072</c:v>
                </c:pt>
                <c:pt idx="1129">
                  <c:v>0.0708479518560052</c:v>
                </c:pt>
                <c:pt idx="1130">
                  <c:v>0.0709526610580229</c:v>
                </c:pt>
                <c:pt idx="1131">
                  <c:v>0.0696858810478997</c:v>
                </c:pt>
                <c:pt idx="1132">
                  <c:v>0.0687055292646067</c:v>
                </c:pt>
                <c:pt idx="1133">
                  <c:v>0.0684423987140161</c:v>
                </c:pt>
                <c:pt idx="1134">
                  <c:v>0.0549404316519157</c:v>
                </c:pt>
                <c:pt idx="1135">
                  <c:v>0.0545347149989396</c:v>
                </c:pt>
                <c:pt idx="1136">
                  <c:v>0.0513586934457869</c:v>
                </c:pt>
                <c:pt idx="1137">
                  <c:v>0.0539996939942336</c:v>
                </c:pt>
                <c:pt idx="1138">
                  <c:v>0.0521739402690676</c:v>
                </c:pt>
                <c:pt idx="1139">
                  <c:v>0.0523221766272797</c:v>
                </c:pt>
                <c:pt idx="1140">
                  <c:v>0.0540019789078774</c:v>
                </c:pt>
                <c:pt idx="1141">
                  <c:v>0.0541588998685813</c:v>
                </c:pt>
                <c:pt idx="1142">
                  <c:v>0.0532383518749329</c:v>
                </c:pt>
                <c:pt idx="1143">
                  <c:v>0.0521516148422413</c:v>
                </c:pt>
                <c:pt idx="1144">
                  <c:v>0.0519007790511139</c:v>
                </c:pt>
                <c:pt idx="1145">
                  <c:v>0.051705547277346</c:v>
                </c:pt>
                <c:pt idx="1146">
                  <c:v>0.051719993324797</c:v>
                </c:pt>
                <c:pt idx="1147">
                  <c:v>0.0520534136266959</c:v>
                </c:pt>
                <c:pt idx="1148">
                  <c:v>0.0881991321466498</c:v>
                </c:pt>
                <c:pt idx="1149">
                  <c:v>0.0985303239571572</c:v>
                </c:pt>
                <c:pt idx="1150">
                  <c:v>0.107189698682203</c:v>
                </c:pt>
                <c:pt idx="1151">
                  <c:v>0.105828021053285</c:v>
                </c:pt>
                <c:pt idx="1152">
                  <c:v>0.109716989911854</c:v>
                </c:pt>
                <c:pt idx="1153">
                  <c:v>0.11017978646393</c:v>
                </c:pt>
                <c:pt idx="1154">
                  <c:v>0.10689185654035</c:v>
                </c:pt>
                <c:pt idx="1155">
                  <c:v>0.106923795922177</c:v>
                </c:pt>
                <c:pt idx="1156">
                  <c:v>0.111973668750526</c:v>
                </c:pt>
                <c:pt idx="1157">
                  <c:v>0.113351462131437</c:v>
                </c:pt>
                <c:pt idx="1158">
                  <c:v>0.11365165672566</c:v>
                </c:pt>
                <c:pt idx="1159">
                  <c:v>0.116144376925789</c:v>
                </c:pt>
                <c:pt idx="1160">
                  <c:v>0.117522603461694</c:v>
                </c:pt>
                <c:pt idx="1161">
                  <c:v>0.117653186782078</c:v>
                </c:pt>
                <c:pt idx="1162">
                  <c:v>0.120458948184923</c:v>
                </c:pt>
                <c:pt idx="1163">
                  <c:v>0.122683124274797</c:v>
                </c:pt>
                <c:pt idx="1164">
                  <c:v>0.122946649950112</c:v>
                </c:pt>
                <c:pt idx="1165">
                  <c:v>0.123673732295346</c:v>
                </c:pt>
                <c:pt idx="1166">
                  <c:v>0.124252632312639</c:v>
                </c:pt>
                <c:pt idx="1167">
                  <c:v>0.123420914373026</c:v>
                </c:pt>
                <c:pt idx="1168">
                  <c:v>0.123695196501406</c:v>
                </c:pt>
                <c:pt idx="1169">
                  <c:v>0.124412660050504</c:v>
                </c:pt>
                <c:pt idx="1170">
                  <c:v>0.128345340979402</c:v>
                </c:pt>
                <c:pt idx="1171">
                  <c:v>0.12838419428666</c:v>
                </c:pt>
                <c:pt idx="1172">
                  <c:v>0.12849040104274</c:v>
                </c:pt>
                <c:pt idx="1173">
                  <c:v>0.128500817116573</c:v>
                </c:pt>
                <c:pt idx="1174">
                  <c:v>0.12788903315586</c:v>
                </c:pt>
                <c:pt idx="1175">
                  <c:v>0.129022597317672</c:v>
                </c:pt>
                <c:pt idx="1176">
                  <c:v>0.129283832413695</c:v>
                </c:pt>
                <c:pt idx="1177">
                  <c:v>0.129215923882714</c:v>
                </c:pt>
                <c:pt idx="1178">
                  <c:v>0.107644036795784</c:v>
                </c:pt>
                <c:pt idx="1179">
                  <c:v>0.0996789409363836</c:v>
                </c:pt>
                <c:pt idx="1180">
                  <c:v>0.0902671263971249</c:v>
                </c:pt>
                <c:pt idx="1181">
                  <c:v>0.0904225054770181</c:v>
                </c:pt>
                <c:pt idx="1182">
                  <c:v>0.0858756157736919</c:v>
                </c:pt>
                <c:pt idx="1183">
                  <c:v>0.085659099168462</c:v>
                </c:pt>
                <c:pt idx="1184">
                  <c:v>0.0856578869254809</c:v>
                </c:pt>
                <c:pt idx="1185">
                  <c:v>0.0877275899343789</c:v>
                </c:pt>
                <c:pt idx="1186">
                  <c:v>0.0825870515761299</c:v>
                </c:pt>
                <c:pt idx="1187">
                  <c:v>0.0800082069972467</c:v>
                </c:pt>
                <c:pt idx="1188">
                  <c:v>0.0789489632912653</c:v>
                </c:pt>
                <c:pt idx="1189">
                  <c:v>0.101182059834507</c:v>
                </c:pt>
                <c:pt idx="1190">
                  <c:v>0.0999542183325516</c:v>
                </c:pt>
                <c:pt idx="1191">
                  <c:v>0.104051606501882</c:v>
                </c:pt>
                <c:pt idx="1192">
                  <c:v>0.100469897472372</c:v>
                </c:pt>
                <c:pt idx="1193">
                  <c:v>0.0978898891249265</c:v>
                </c:pt>
                <c:pt idx="1194">
                  <c:v>0.0974178465540624</c:v>
                </c:pt>
                <c:pt idx="1195">
                  <c:v>0.0985022825498781</c:v>
                </c:pt>
                <c:pt idx="1196">
                  <c:v>0.0979987463520871</c:v>
                </c:pt>
                <c:pt idx="1197">
                  <c:v>0.0988167070767309</c:v>
                </c:pt>
                <c:pt idx="1198">
                  <c:v>0.09857008561148</c:v>
                </c:pt>
                <c:pt idx="1199">
                  <c:v>0.0999426096078943</c:v>
                </c:pt>
                <c:pt idx="1200">
                  <c:v>0.0921646464006125</c:v>
                </c:pt>
                <c:pt idx="1201">
                  <c:v>0.0921662638040718</c:v>
                </c:pt>
                <c:pt idx="1202">
                  <c:v>0.093559600719014</c:v>
                </c:pt>
                <c:pt idx="1203">
                  <c:v>0.0927506264303063</c:v>
                </c:pt>
                <c:pt idx="1204">
                  <c:v>0.0921919632671327</c:v>
                </c:pt>
                <c:pt idx="1205">
                  <c:v>0.0929855134523017</c:v>
                </c:pt>
                <c:pt idx="1206">
                  <c:v>0.0927789703910094</c:v>
                </c:pt>
                <c:pt idx="1207">
                  <c:v>0.0938562532418632</c:v>
                </c:pt>
                <c:pt idx="1208">
                  <c:v>0.0934729764762806</c:v>
                </c:pt>
                <c:pt idx="1209">
                  <c:v>0.0987257526096848</c:v>
                </c:pt>
                <c:pt idx="1210">
                  <c:v>0.0982586096565874</c:v>
                </c:pt>
                <c:pt idx="1211">
                  <c:v>0.0980110511374541</c:v>
                </c:pt>
                <c:pt idx="1212">
                  <c:v>0.0972983866913776</c:v>
                </c:pt>
                <c:pt idx="1213">
                  <c:v>0.0979405044704947</c:v>
                </c:pt>
                <c:pt idx="1214">
                  <c:v>0.0990649407057252</c:v>
                </c:pt>
                <c:pt idx="1215">
                  <c:v>0.0956749604656523</c:v>
                </c:pt>
                <c:pt idx="1216">
                  <c:v>0.0943014266142437</c:v>
                </c:pt>
                <c:pt idx="1217">
                  <c:v>0.093456730363445</c:v>
                </c:pt>
                <c:pt idx="1218">
                  <c:v>0.0732790797722793</c:v>
                </c:pt>
                <c:pt idx="1219">
                  <c:v>0.0742695782957824</c:v>
                </c:pt>
                <c:pt idx="1220">
                  <c:v>0.0697644851264128</c:v>
                </c:pt>
                <c:pt idx="1221">
                  <c:v>0.0697532577035419</c:v>
                </c:pt>
                <c:pt idx="1222">
                  <c:v>0.0692579797057125</c:v>
                </c:pt>
                <c:pt idx="1223">
                  <c:v>0.0748578464952105</c:v>
                </c:pt>
                <c:pt idx="1224">
                  <c:v>0.0726618745048372</c:v>
                </c:pt>
                <c:pt idx="1225">
                  <c:v>0.0741350850261751</c:v>
                </c:pt>
                <c:pt idx="1226">
                  <c:v>0.0765642870625039</c:v>
                </c:pt>
                <c:pt idx="1227">
                  <c:v>0.0769832763742111</c:v>
                </c:pt>
                <c:pt idx="1228">
                  <c:v>0.0749848258136499</c:v>
                </c:pt>
                <c:pt idx="1229">
                  <c:v>0.0752562939484344</c:v>
                </c:pt>
                <c:pt idx="1230">
                  <c:v>0.076450090311815</c:v>
                </c:pt>
                <c:pt idx="1231">
                  <c:v>0.0759833641708378</c:v>
                </c:pt>
                <c:pt idx="1232">
                  <c:v>0.073952244402449</c:v>
                </c:pt>
                <c:pt idx="1233">
                  <c:v>0.0745397363873508</c:v>
                </c:pt>
                <c:pt idx="1234">
                  <c:v>0.073771170172681</c:v>
                </c:pt>
                <c:pt idx="1235">
                  <c:v>0.0734893612769688</c:v>
                </c:pt>
                <c:pt idx="1236">
                  <c:v>0.0734730126795804</c:v>
                </c:pt>
                <c:pt idx="1237">
                  <c:v>0.0734087940687392</c:v>
                </c:pt>
                <c:pt idx="1238">
                  <c:v>0.0733956793413322</c:v>
                </c:pt>
                <c:pt idx="1239">
                  <c:v>0.0642375491604747</c:v>
                </c:pt>
                <c:pt idx="1240">
                  <c:v>0.0665189674834351</c:v>
                </c:pt>
                <c:pt idx="1241">
                  <c:v>0.0682386728289758</c:v>
                </c:pt>
                <c:pt idx="1242">
                  <c:v>0.0681613994220243</c:v>
                </c:pt>
                <c:pt idx="1243">
                  <c:v>0.0659046069806994</c:v>
                </c:pt>
                <c:pt idx="1244">
                  <c:v>0.0638198292790722</c:v>
                </c:pt>
                <c:pt idx="1245">
                  <c:v>0.0630660951940003</c:v>
                </c:pt>
                <c:pt idx="1246">
                  <c:v>0.0627810988967041</c:v>
                </c:pt>
                <c:pt idx="1247">
                  <c:v>0.0625931450358636</c:v>
                </c:pt>
                <c:pt idx="1248">
                  <c:v>0.0650980005345995</c:v>
                </c:pt>
                <c:pt idx="1249">
                  <c:v>0.0649761156976482</c:v>
                </c:pt>
                <c:pt idx="1250">
                  <c:v>0.0646253599019559</c:v>
                </c:pt>
                <c:pt idx="1251">
                  <c:v>0.064587855567741</c:v>
                </c:pt>
                <c:pt idx="1252">
                  <c:v>0.0661964456356931</c:v>
                </c:pt>
                <c:pt idx="1253">
                  <c:v>0.0610755877261519</c:v>
                </c:pt>
                <c:pt idx="1254">
                  <c:v>0.0621681851648581</c:v>
                </c:pt>
                <c:pt idx="1255">
                  <c:v>0.0601979538442</c:v>
                </c:pt>
                <c:pt idx="1256">
                  <c:v>0.0574580376280076</c:v>
                </c:pt>
                <c:pt idx="1257">
                  <c:v>0.0562510736343508</c:v>
                </c:pt>
                <c:pt idx="1258">
                  <c:v>0.0559885999729149</c:v>
                </c:pt>
                <c:pt idx="1259">
                  <c:v>0.0573546369380052</c:v>
                </c:pt>
                <c:pt idx="1260">
                  <c:v>0.0559915951497931</c:v>
                </c:pt>
                <c:pt idx="1261">
                  <c:v>0.0559169416680609</c:v>
                </c:pt>
                <c:pt idx="1262">
                  <c:v>0.0557496693423596</c:v>
                </c:pt>
                <c:pt idx="1263">
                  <c:v>0.0547904303638528</c:v>
                </c:pt>
                <c:pt idx="1264">
                  <c:v>0.0559788907872785</c:v>
                </c:pt>
                <c:pt idx="1265">
                  <c:v>0.0649687471601544</c:v>
                </c:pt>
                <c:pt idx="1266">
                  <c:v>0.0686688706355304</c:v>
                </c:pt>
                <c:pt idx="1267">
                  <c:v>0.0669918298461709</c:v>
                </c:pt>
                <c:pt idx="1268">
                  <c:v>0.0683197535123297</c:v>
                </c:pt>
                <c:pt idx="1269">
                  <c:v>0.0684407773453567</c:v>
                </c:pt>
                <c:pt idx="1270">
                  <c:v>0.0675516032044124</c:v>
                </c:pt>
                <c:pt idx="1271">
                  <c:v>0.0644043581608848</c:v>
                </c:pt>
                <c:pt idx="1272">
                  <c:v>0.0645332564320412</c:v>
                </c:pt>
                <c:pt idx="1273">
                  <c:v>0.0643083166411625</c:v>
                </c:pt>
                <c:pt idx="1274">
                  <c:v>0.0622032819135598</c:v>
                </c:pt>
                <c:pt idx="1275">
                  <c:v>0.0651710338493528</c:v>
                </c:pt>
                <c:pt idx="1276">
                  <c:v>0.0657193474466079</c:v>
                </c:pt>
                <c:pt idx="1277">
                  <c:v>0.0661644993614485</c:v>
                </c:pt>
                <c:pt idx="1278">
                  <c:v>0.0644768557117666</c:v>
                </c:pt>
                <c:pt idx="1279">
                  <c:v>0.0748975052168581</c:v>
                </c:pt>
                <c:pt idx="1280">
                  <c:v>0.0749510072143323</c:v>
                </c:pt>
                <c:pt idx="1281">
                  <c:v>0.0751445333867378</c:v>
                </c:pt>
                <c:pt idx="1282">
                  <c:v>0.0737573576086576</c:v>
                </c:pt>
                <c:pt idx="1283">
                  <c:v>0.0733157405866099</c:v>
                </c:pt>
                <c:pt idx="1284">
                  <c:v>0.0746802469581097</c:v>
                </c:pt>
                <c:pt idx="1285">
                  <c:v>0.0739505328105142</c:v>
                </c:pt>
                <c:pt idx="1286">
                  <c:v>0.0730691344206335</c:v>
                </c:pt>
                <c:pt idx="1287">
                  <c:v>0.0733659689347049</c:v>
                </c:pt>
                <c:pt idx="1288">
                  <c:v>0.0734269165826085</c:v>
                </c:pt>
                <c:pt idx="1289">
                  <c:v>0.0712845650601441</c:v>
                </c:pt>
                <c:pt idx="1290">
                  <c:v>0.0717534194444068</c:v>
                </c:pt>
                <c:pt idx="1291">
                  <c:v>0.0719850905985232</c:v>
                </c:pt>
                <c:pt idx="1292">
                  <c:v>0.0718596479023061</c:v>
                </c:pt>
                <c:pt idx="1293">
                  <c:v>0.071819421316564</c:v>
                </c:pt>
                <c:pt idx="1294">
                  <c:v>0.0715637941747109</c:v>
                </c:pt>
                <c:pt idx="1295">
                  <c:v>0.0592043861767533</c:v>
                </c:pt>
                <c:pt idx="1296">
                  <c:v>0.0599793997594379</c:v>
                </c:pt>
                <c:pt idx="1297">
                  <c:v>0.0657252434998904</c:v>
                </c:pt>
                <c:pt idx="1298">
                  <c:v>0.065596422465732</c:v>
                </c:pt>
                <c:pt idx="1299">
                  <c:v>0.0653007855346296</c:v>
                </c:pt>
                <c:pt idx="1300">
                  <c:v>0.068956040686832</c:v>
                </c:pt>
                <c:pt idx="1301">
                  <c:v>0.0694157127114824</c:v>
                </c:pt>
                <c:pt idx="1302">
                  <c:v>0.0758393802008797</c:v>
                </c:pt>
                <c:pt idx="1303">
                  <c:v>0.077830463058712</c:v>
                </c:pt>
                <c:pt idx="1304">
                  <c:v>0.077120821475828</c:v>
                </c:pt>
                <c:pt idx="1305">
                  <c:v>0.0732886476072996</c:v>
                </c:pt>
                <c:pt idx="1306">
                  <c:v>0.0733500995078519</c:v>
                </c:pt>
                <c:pt idx="1307">
                  <c:v>0.0733888720711297</c:v>
                </c:pt>
                <c:pt idx="1308">
                  <c:v>0.0731573691866712</c:v>
                </c:pt>
                <c:pt idx="1309">
                  <c:v>0.0628770475432721</c:v>
                </c:pt>
                <c:pt idx="1310">
                  <c:v>0.0627642431911907</c:v>
                </c:pt>
                <c:pt idx="1311">
                  <c:v>0.0633574296047583</c:v>
                </c:pt>
                <c:pt idx="1312">
                  <c:v>0.0632163120874749</c:v>
                </c:pt>
                <c:pt idx="1313">
                  <c:v>0.063217701351111</c:v>
                </c:pt>
                <c:pt idx="1314">
                  <c:v>0.0602197730288257</c:v>
                </c:pt>
                <c:pt idx="1315">
                  <c:v>0.0607139147402947</c:v>
                </c:pt>
                <c:pt idx="1316">
                  <c:v>0.0605082224900567</c:v>
                </c:pt>
                <c:pt idx="1317">
                  <c:v>0.0613206794796376</c:v>
                </c:pt>
                <c:pt idx="1318">
                  <c:v>0.0610862883430092</c:v>
                </c:pt>
                <c:pt idx="1319">
                  <c:v>0.0816597507169479</c:v>
                </c:pt>
                <c:pt idx="1320">
                  <c:v>0.0818267761827353</c:v>
                </c:pt>
                <c:pt idx="1321">
                  <c:v>0.0838778025591265</c:v>
                </c:pt>
                <c:pt idx="1322">
                  <c:v>0.0849247531583323</c:v>
                </c:pt>
                <c:pt idx="1323">
                  <c:v>0.0850052040044233</c:v>
                </c:pt>
                <c:pt idx="1324">
                  <c:v>0.0849533142508241</c:v>
                </c:pt>
                <c:pt idx="1325">
                  <c:v>0.0845201831834558</c:v>
                </c:pt>
                <c:pt idx="1326">
                  <c:v>0.0812841044091613</c:v>
                </c:pt>
                <c:pt idx="1327">
                  <c:v>0.0784938383466921</c:v>
                </c:pt>
                <c:pt idx="1328">
                  <c:v>0.0777850551983442</c:v>
                </c:pt>
                <c:pt idx="1329">
                  <c:v>0.0796002871605505</c:v>
                </c:pt>
                <c:pt idx="1330">
                  <c:v>0.0777449140212691</c:v>
                </c:pt>
                <c:pt idx="1331">
                  <c:v>0.0770716927455858</c:v>
                </c:pt>
                <c:pt idx="1332">
                  <c:v>0.0723133402630349</c:v>
                </c:pt>
                <c:pt idx="1333">
                  <c:v>0.0706065790287023</c:v>
                </c:pt>
                <c:pt idx="1334">
                  <c:v>0.0705378532139846</c:v>
                </c:pt>
                <c:pt idx="1335">
                  <c:v>0.070667223145276</c:v>
                </c:pt>
                <c:pt idx="1336">
                  <c:v>0.0704313212365701</c:v>
                </c:pt>
                <c:pt idx="1337">
                  <c:v>0.0712564222523195</c:v>
                </c:pt>
                <c:pt idx="1338">
                  <c:v>0.071413598101029</c:v>
                </c:pt>
                <c:pt idx="1339">
                  <c:v>0.0716929767675149</c:v>
                </c:pt>
                <c:pt idx="1340">
                  <c:v>0.0716996297866926</c:v>
                </c:pt>
                <c:pt idx="1341">
                  <c:v>0.0744790741040199</c:v>
                </c:pt>
                <c:pt idx="1342">
                  <c:v>0.0775137307952056</c:v>
                </c:pt>
                <c:pt idx="1343">
                  <c:v>0.0774476389013422</c:v>
                </c:pt>
                <c:pt idx="1344">
                  <c:v>0.0774797114195178</c:v>
                </c:pt>
                <c:pt idx="1345">
                  <c:v>0.0771243644163179</c:v>
                </c:pt>
                <c:pt idx="1346">
                  <c:v>0.0768776894636042</c:v>
                </c:pt>
                <c:pt idx="1347">
                  <c:v>0.0798608643839216</c:v>
                </c:pt>
                <c:pt idx="1348">
                  <c:v>0.0835221184887857</c:v>
                </c:pt>
                <c:pt idx="1349">
                  <c:v>0.0681557154311801</c:v>
                </c:pt>
                <c:pt idx="1350">
                  <c:v>0.0676740837706032</c:v>
                </c:pt>
                <c:pt idx="1351">
                  <c:v>0.0641470153002884</c:v>
                </c:pt>
                <c:pt idx="1352">
                  <c:v>0.0700762267900492</c:v>
                </c:pt>
                <c:pt idx="1353">
                  <c:v>0.0720768457893032</c:v>
                </c:pt>
                <c:pt idx="1354">
                  <c:v>0.0710412141475045</c:v>
                </c:pt>
                <c:pt idx="1355">
                  <c:v>0.0710939691332375</c:v>
                </c:pt>
                <c:pt idx="1356">
                  <c:v>0.0738923714283754</c:v>
                </c:pt>
                <c:pt idx="1357">
                  <c:v>0.0739580331329607</c:v>
                </c:pt>
                <c:pt idx="1358">
                  <c:v>0.0720190644939176</c:v>
                </c:pt>
                <c:pt idx="1359">
                  <c:v>0.071348965977811</c:v>
                </c:pt>
                <c:pt idx="1360">
                  <c:v>0.0712121230262736</c:v>
                </c:pt>
                <c:pt idx="1361">
                  <c:v>0.0720142145674044</c:v>
                </c:pt>
                <c:pt idx="1362">
                  <c:v>0.0719893143715535</c:v>
                </c:pt>
                <c:pt idx="1363">
                  <c:v>0.0720347521781236</c:v>
                </c:pt>
                <c:pt idx="1364">
                  <c:v>0.0720761234410757</c:v>
                </c:pt>
                <c:pt idx="1365">
                  <c:v>0.0722524447272324</c:v>
                </c:pt>
                <c:pt idx="1366">
                  <c:v>0.0713341213491225</c:v>
                </c:pt>
                <c:pt idx="1367">
                  <c:v>0.0713299204175656</c:v>
                </c:pt>
                <c:pt idx="1368">
                  <c:v>0.0710771114370095</c:v>
                </c:pt>
                <c:pt idx="1369">
                  <c:v>0.0711695937045698</c:v>
                </c:pt>
                <c:pt idx="1370">
                  <c:v>0.06751697482899</c:v>
                </c:pt>
                <c:pt idx="1371">
                  <c:v>0.0641850058956801</c:v>
                </c:pt>
                <c:pt idx="1372">
                  <c:v>0.0645953510560575</c:v>
                </c:pt>
                <c:pt idx="1373">
                  <c:v>0.064649424112422</c:v>
                </c:pt>
                <c:pt idx="1374">
                  <c:v>0.0646611681070654</c:v>
                </c:pt>
                <c:pt idx="1375">
                  <c:v>0.0652371955222751</c:v>
                </c:pt>
                <c:pt idx="1376">
                  <c:v>0.0601031834656368</c:v>
                </c:pt>
                <c:pt idx="1377">
                  <c:v>0.0699691105540219</c:v>
                </c:pt>
                <c:pt idx="1378">
                  <c:v>0.0651785122287028</c:v>
                </c:pt>
                <c:pt idx="1379">
                  <c:v>0.0709370367290353</c:v>
                </c:pt>
                <c:pt idx="1380">
                  <c:v>0.0708125306198828</c:v>
                </c:pt>
                <c:pt idx="1381">
                  <c:v>0.0708087256775504</c:v>
                </c:pt>
                <c:pt idx="1382">
                  <c:v>0.0797029982598314</c:v>
                </c:pt>
                <c:pt idx="1383">
                  <c:v>0.0777820805144112</c:v>
                </c:pt>
                <c:pt idx="1384">
                  <c:v>0.0778087416204396</c:v>
                </c:pt>
                <c:pt idx="1385">
                  <c:v>0.0828444939238856</c:v>
                </c:pt>
                <c:pt idx="1386">
                  <c:v>0.0808922012503946</c:v>
                </c:pt>
                <c:pt idx="1387">
                  <c:v>0.0809164392992761</c:v>
                </c:pt>
                <c:pt idx="1388">
                  <c:v>0.0798443447899716</c:v>
                </c:pt>
                <c:pt idx="1389">
                  <c:v>0.0798686105218449</c:v>
                </c:pt>
                <c:pt idx="1390">
                  <c:v>0.0798925782054704</c:v>
                </c:pt>
                <c:pt idx="1391">
                  <c:v>0.0794673418602064</c:v>
                </c:pt>
                <c:pt idx="1392">
                  <c:v>0.0812901582080283</c:v>
                </c:pt>
                <c:pt idx="1393">
                  <c:v>0.0814842342292355</c:v>
                </c:pt>
                <c:pt idx="1394">
                  <c:v>0.0843612808729688</c:v>
                </c:pt>
                <c:pt idx="1395">
                  <c:v>0.084427884406313</c:v>
                </c:pt>
                <c:pt idx="1396">
                  <c:v>0.0844183638583527</c:v>
                </c:pt>
                <c:pt idx="1397">
                  <c:v>0.0844744413838809</c:v>
                </c:pt>
                <c:pt idx="1398">
                  <c:v>0.0901520327143519</c:v>
                </c:pt>
                <c:pt idx="1399">
                  <c:v>0.0905498065281642</c:v>
                </c:pt>
                <c:pt idx="1400">
                  <c:v>0.09034597574025</c:v>
                </c:pt>
                <c:pt idx="1401">
                  <c:v>0.0904353961049741</c:v>
                </c:pt>
                <c:pt idx="1402">
                  <c:v>0.0902456885910419</c:v>
                </c:pt>
                <c:pt idx="1403">
                  <c:v>0.0901923998214355</c:v>
                </c:pt>
                <c:pt idx="1404">
                  <c:v>0.0901405485077345</c:v>
                </c:pt>
                <c:pt idx="1405">
                  <c:v>0.089760487581814</c:v>
                </c:pt>
                <c:pt idx="1406">
                  <c:v>0.0903053827753527</c:v>
                </c:pt>
                <c:pt idx="1407">
                  <c:v>0.0786755528405077</c:v>
                </c:pt>
                <c:pt idx="1408">
                  <c:v>0.0791688110157826</c:v>
                </c:pt>
                <c:pt idx="1409">
                  <c:v>0.0741628951647516</c:v>
                </c:pt>
                <c:pt idx="1410">
                  <c:v>0.0748468849153353</c:v>
                </c:pt>
                <c:pt idx="1411">
                  <c:v>0.0748286160494931</c:v>
                </c:pt>
                <c:pt idx="1412">
                  <c:v>0.0580433501434273</c:v>
                </c:pt>
                <c:pt idx="1413">
                  <c:v>0.057799708779401</c:v>
                </c:pt>
                <c:pt idx="1414">
                  <c:v>0.0578357961514698</c:v>
                </c:pt>
                <c:pt idx="1415">
                  <c:v>0.0519593573461445</c:v>
                </c:pt>
                <c:pt idx="1416">
                  <c:v>0.0516569765749376</c:v>
                </c:pt>
                <c:pt idx="1417">
                  <c:v>0.0511469546460254</c:v>
                </c:pt>
                <c:pt idx="1418">
                  <c:v>0.0520123757292326</c:v>
                </c:pt>
                <c:pt idx="1419">
                  <c:v>0.0520150506456384</c:v>
                </c:pt>
                <c:pt idx="1420">
                  <c:v>0.0519960295948916</c:v>
                </c:pt>
                <c:pt idx="1421">
                  <c:v>0.0518802987411981</c:v>
                </c:pt>
                <c:pt idx="1422">
                  <c:v>0.0501354643224022</c:v>
                </c:pt>
                <c:pt idx="1423">
                  <c:v>0.0501042418788795</c:v>
                </c:pt>
                <c:pt idx="1424">
                  <c:v>0.043015793392853</c:v>
                </c:pt>
                <c:pt idx="1425">
                  <c:v>0.0427173585533741</c:v>
                </c:pt>
                <c:pt idx="1426">
                  <c:v>0.0425937602755615</c:v>
                </c:pt>
                <c:pt idx="1427">
                  <c:v>0.0431425756143387</c:v>
                </c:pt>
                <c:pt idx="1428">
                  <c:v>0.0361568477350221</c:v>
                </c:pt>
                <c:pt idx="1429">
                  <c:v>0.0355257243010987</c:v>
                </c:pt>
                <c:pt idx="1430">
                  <c:v>0.0390611052621411</c:v>
                </c:pt>
                <c:pt idx="1431">
                  <c:v>0.0386756282601066</c:v>
                </c:pt>
                <c:pt idx="1432">
                  <c:v>0.0438753106417782</c:v>
                </c:pt>
                <c:pt idx="1433">
                  <c:v>0.0455387252228075</c:v>
                </c:pt>
                <c:pt idx="1434">
                  <c:v>0.0455349555731841</c:v>
                </c:pt>
                <c:pt idx="1435">
                  <c:v>0.0455698851928145</c:v>
                </c:pt>
                <c:pt idx="1436">
                  <c:v>0.0440645990733962</c:v>
                </c:pt>
                <c:pt idx="1437">
                  <c:v>0.0444402580389576</c:v>
                </c:pt>
                <c:pt idx="1438">
                  <c:v>0.0433010754001356</c:v>
                </c:pt>
                <c:pt idx="1439">
                  <c:v>0.0433684462286226</c:v>
                </c:pt>
                <c:pt idx="1440">
                  <c:v>0.0425335522929618</c:v>
                </c:pt>
                <c:pt idx="1441">
                  <c:v>0.0448286909287558</c:v>
                </c:pt>
                <c:pt idx="1442">
                  <c:v>0.044383602465094</c:v>
                </c:pt>
                <c:pt idx="1443">
                  <c:v>0.0434472303158794</c:v>
                </c:pt>
                <c:pt idx="1444">
                  <c:v>0.04409078461428</c:v>
                </c:pt>
                <c:pt idx="1445">
                  <c:v>0.047418536926929</c:v>
                </c:pt>
                <c:pt idx="1446">
                  <c:v>0.0503512772717128</c:v>
                </c:pt>
                <c:pt idx="1447">
                  <c:v>0.0509496176110412</c:v>
                </c:pt>
                <c:pt idx="1448">
                  <c:v>0.0505811232214491</c:v>
                </c:pt>
                <c:pt idx="1449">
                  <c:v>0.0532909953539857</c:v>
                </c:pt>
                <c:pt idx="1450">
                  <c:v>0.0533170098537208</c:v>
                </c:pt>
                <c:pt idx="1451">
                  <c:v>0.0531421338297133</c:v>
                </c:pt>
                <c:pt idx="1452">
                  <c:v>0.0593889205214669</c:v>
                </c:pt>
                <c:pt idx="1453">
                  <c:v>0.0594993004207672</c:v>
                </c:pt>
                <c:pt idx="1454">
                  <c:v>0.0631409125236</c:v>
                </c:pt>
                <c:pt idx="1455">
                  <c:v>0.0637553149966958</c:v>
                </c:pt>
                <c:pt idx="1456">
                  <c:v>0.0628306971073818</c:v>
                </c:pt>
                <c:pt idx="1457">
                  <c:v>0.062680576811252</c:v>
                </c:pt>
                <c:pt idx="1458">
                  <c:v>0.0626939416016707</c:v>
                </c:pt>
                <c:pt idx="1459">
                  <c:v>0.0608160668140922</c:v>
                </c:pt>
                <c:pt idx="1460">
                  <c:v>0.0621731605812274</c:v>
                </c:pt>
                <c:pt idx="1461">
                  <c:v>0.05902365027003</c:v>
                </c:pt>
                <c:pt idx="1462">
                  <c:v>0.0576844109460002</c:v>
                </c:pt>
                <c:pt idx="1463">
                  <c:v>0.0578768175739946</c:v>
                </c:pt>
                <c:pt idx="1464">
                  <c:v>0.0597583731200037</c:v>
                </c:pt>
                <c:pt idx="1465">
                  <c:v>0.06404325544261</c:v>
                </c:pt>
                <c:pt idx="1466">
                  <c:v>0.064941617477581</c:v>
                </c:pt>
                <c:pt idx="1467">
                  <c:v>0.0662467343441693</c:v>
                </c:pt>
                <c:pt idx="1468">
                  <c:v>0.0663836971771294</c:v>
                </c:pt>
                <c:pt idx="1469">
                  <c:v>0.0664241837282409</c:v>
                </c:pt>
                <c:pt idx="1470">
                  <c:v>0.0649879536584304</c:v>
                </c:pt>
                <c:pt idx="1471">
                  <c:v>0.0650355712132924</c:v>
                </c:pt>
                <c:pt idx="1472">
                  <c:v>0.0650448323363606</c:v>
                </c:pt>
                <c:pt idx="1473">
                  <c:v>0.0641860405671606</c:v>
                </c:pt>
                <c:pt idx="1474">
                  <c:v>0.0638750230816238</c:v>
                </c:pt>
                <c:pt idx="1475">
                  <c:v>0.0639741094777654</c:v>
                </c:pt>
                <c:pt idx="1476">
                  <c:v>0.0643817468983468</c:v>
                </c:pt>
                <c:pt idx="1477">
                  <c:v>0.0647147703769306</c:v>
                </c:pt>
                <c:pt idx="1478">
                  <c:v>0.0650412619521266</c:v>
                </c:pt>
                <c:pt idx="1479">
                  <c:v>0.0645943121050478</c:v>
                </c:pt>
                <c:pt idx="1480">
                  <c:v>0.0646141196515315</c:v>
                </c:pt>
                <c:pt idx="1481">
                  <c:v>0.0648661571787122</c:v>
                </c:pt>
                <c:pt idx="1482">
                  <c:v>0.0623295238467599</c:v>
                </c:pt>
                <c:pt idx="1483">
                  <c:v>0.0636213215685393</c:v>
                </c:pt>
                <c:pt idx="1484">
                  <c:v>0.0627497909569953</c:v>
                </c:pt>
                <c:pt idx="1485">
                  <c:v>0.0656857614101435</c:v>
                </c:pt>
                <c:pt idx="1486">
                  <c:v>0.065929595325754</c:v>
                </c:pt>
                <c:pt idx="1487">
                  <c:v>0.0640240951118153</c:v>
                </c:pt>
                <c:pt idx="1488">
                  <c:v>0.0657778653857532</c:v>
                </c:pt>
                <c:pt idx="1489">
                  <c:v>0.0657711831477479</c:v>
                </c:pt>
                <c:pt idx="1490">
                  <c:v>0.0656910246461146</c:v>
                </c:pt>
                <c:pt idx="1491">
                  <c:v>0.0658020162853721</c:v>
                </c:pt>
                <c:pt idx="1492">
                  <c:v>0.071413211888654</c:v>
                </c:pt>
                <c:pt idx="1493">
                  <c:v>0.0758295271422883</c:v>
                </c:pt>
                <c:pt idx="1494">
                  <c:v>0.0830112403946759</c:v>
                </c:pt>
                <c:pt idx="1495">
                  <c:v>0.0805228028762606</c:v>
                </c:pt>
                <c:pt idx="1496">
                  <c:v>0.0801040986073793</c:v>
                </c:pt>
                <c:pt idx="1497">
                  <c:v>0.103004571774086</c:v>
                </c:pt>
                <c:pt idx="1498">
                  <c:v>0.159109955325686</c:v>
                </c:pt>
                <c:pt idx="1499">
                  <c:v>0.167103012094293</c:v>
                </c:pt>
                <c:pt idx="1500">
                  <c:v>0.167767350600662</c:v>
                </c:pt>
                <c:pt idx="1501">
                  <c:v>0.199804606706566</c:v>
                </c:pt>
                <c:pt idx="1502">
                  <c:v>0.205110503994074</c:v>
                </c:pt>
                <c:pt idx="1503">
                  <c:v>0.209323650792927</c:v>
                </c:pt>
                <c:pt idx="1504">
                  <c:v>0.20896771270796</c:v>
                </c:pt>
                <c:pt idx="1505">
                  <c:v>0.211230568099338</c:v>
                </c:pt>
                <c:pt idx="1506">
                  <c:v>0.213307019913147</c:v>
                </c:pt>
                <c:pt idx="1507">
                  <c:v>0.213018686810387</c:v>
                </c:pt>
                <c:pt idx="1508">
                  <c:v>0.212694778344008</c:v>
                </c:pt>
                <c:pt idx="1509">
                  <c:v>0.21314642412697</c:v>
                </c:pt>
                <c:pt idx="1510">
                  <c:v>0.213124820786534</c:v>
                </c:pt>
                <c:pt idx="1511">
                  <c:v>0.218372125870803</c:v>
                </c:pt>
                <c:pt idx="1512">
                  <c:v>0.220087284299627</c:v>
                </c:pt>
                <c:pt idx="1513">
                  <c:v>0.222281837657587</c:v>
                </c:pt>
                <c:pt idx="1514">
                  <c:v>0.224262412986517</c:v>
                </c:pt>
                <c:pt idx="1515">
                  <c:v>0.225060259684838</c:v>
                </c:pt>
                <c:pt idx="1516">
                  <c:v>0.225836516008767</c:v>
                </c:pt>
                <c:pt idx="1517">
                  <c:v>0.228056902284156</c:v>
                </c:pt>
                <c:pt idx="1518">
                  <c:v>0.226736226637864</c:v>
                </c:pt>
                <c:pt idx="1519">
                  <c:v>0.22652941730483</c:v>
                </c:pt>
                <c:pt idx="1520">
                  <c:v>0.227123549363887</c:v>
                </c:pt>
                <c:pt idx="1521">
                  <c:v>0.233272862208834</c:v>
                </c:pt>
                <c:pt idx="1522">
                  <c:v>0.230336711081813</c:v>
                </c:pt>
                <c:pt idx="1523">
                  <c:v>0.230259508648694</c:v>
                </c:pt>
                <c:pt idx="1524">
                  <c:v>0.2288107077462</c:v>
                </c:pt>
                <c:pt idx="1525">
                  <c:v>0.228779832465129</c:v>
                </c:pt>
                <c:pt idx="1526">
                  <c:v>0.228895080812976</c:v>
                </c:pt>
                <c:pt idx="1527">
                  <c:v>0.224341727752657</c:v>
                </c:pt>
                <c:pt idx="1528">
                  <c:v>0.188996888298843</c:v>
                </c:pt>
                <c:pt idx="1529">
                  <c:v>0.182548980095923</c:v>
                </c:pt>
                <c:pt idx="1530">
                  <c:v>0.196327713916017</c:v>
                </c:pt>
                <c:pt idx="1531">
                  <c:v>0.173848518775846</c:v>
                </c:pt>
                <c:pt idx="1532">
                  <c:v>0.185965192704908</c:v>
                </c:pt>
                <c:pt idx="1533">
                  <c:v>0.188436593585053</c:v>
                </c:pt>
                <c:pt idx="1534">
                  <c:v>0.188330204993533</c:v>
                </c:pt>
                <c:pt idx="1535">
                  <c:v>0.188569473358895</c:v>
                </c:pt>
                <c:pt idx="1536">
                  <c:v>0.194620194277014</c:v>
                </c:pt>
                <c:pt idx="1537">
                  <c:v>0.198958065762095</c:v>
                </c:pt>
                <c:pt idx="1538">
                  <c:v>0.201925435949316</c:v>
                </c:pt>
                <c:pt idx="1539">
                  <c:v>0.202603864110725</c:v>
                </c:pt>
                <c:pt idx="1540">
                  <c:v>0.211835635885266</c:v>
                </c:pt>
                <c:pt idx="1541">
                  <c:v>0.206046219324873</c:v>
                </c:pt>
                <c:pt idx="1542">
                  <c:v>0.209294327414831</c:v>
                </c:pt>
                <c:pt idx="1543">
                  <c:v>0.206969272716405</c:v>
                </c:pt>
                <c:pt idx="1544">
                  <c:v>0.206513434616274</c:v>
                </c:pt>
                <c:pt idx="1545">
                  <c:v>0.203111080651316</c:v>
                </c:pt>
                <c:pt idx="1546">
                  <c:v>0.203976449400671</c:v>
                </c:pt>
                <c:pt idx="1547">
                  <c:v>0.203805105099334</c:v>
                </c:pt>
                <c:pt idx="1548">
                  <c:v>0.203662593453953</c:v>
                </c:pt>
                <c:pt idx="1549">
                  <c:v>0.204296043675236</c:v>
                </c:pt>
                <c:pt idx="1550">
                  <c:v>0.205110027611724</c:v>
                </c:pt>
                <c:pt idx="1551">
                  <c:v>0.197866987732323</c:v>
                </c:pt>
                <c:pt idx="1552">
                  <c:v>0.200893386359257</c:v>
                </c:pt>
                <c:pt idx="1553">
                  <c:v>0.200663666106665</c:v>
                </c:pt>
                <c:pt idx="1554">
                  <c:v>0.203119734685365</c:v>
                </c:pt>
                <c:pt idx="1555">
                  <c:v>0.203205781017977</c:v>
                </c:pt>
                <c:pt idx="1556">
                  <c:v>0.204128863763929</c:v>
                </c:pt>
                <c:pt idx="1557">
                  <c:v>0.20062867503582</c:v>
                </c:pt>
                <c:pt idx="1558">
                  <c:v>0.201401255144534</c:v>
                </c:pt>
                <c:pt idx="1559">
                  <c:v>0.201420699838987</c:v>
                </c:pt>
                <c:pt idx="1560">
                  <c:v>0.191656870875245</c:v>
                </c:pt>
                <c:pt idx="1561">
                  <c:v>0.180941801186971</c:v>
                </c:pt>
                <c:pt idx="1562">
                  <c:v>0.16340840052961</c:v>
                </c:pt>
                <c:pt idx="1563">
                  <c:v>0.156929189258001</c:v>
                </c:pt>
                <c:pt idx="1564">
                  <c:v>0.158209522374372</c:v>
                </c:pt>
                <c:pt idx="1565">
                  <c:v>0.1539372496165</c:v>
                </c:pt>
                <c:pt idx="1566">
                  <c:v>0.137100858172116</c:v>
                </c:pt>
                <c:pt idx="1567">
                  <c:v>0.135486911327274</c:v>
                </c:pt>
                <c:pt idx="1568">
                  <c:v>0.132254267666804</c:v>
                </c:pt>
                <c:pt idx="1569">
                  <c:v>0.131177372917991</c:v>
                </c:pt>
                <c:pt idx="1570">
                  <c:v>0.113008840063238</c:v>
                </c:pt>
                <c:pt idx="1571">
                  <c:v>0.114209901764485</c:v>
                </c:pt>
                <c:pt idx="1572">
                  <c:v>0.105471482130626</c:v>
                </c:pt>
                <c:pt idx="1573">
                  <c:v>0.103922855685606</c:v>
                </c:pt>
                <c:pt idx="1574">
                  <c:v>0.102088334286099</c:v>
                </c:pt>
                <c:pt idx="1575">
                  <c:v>0.101934446274833</c:v>
                </c:pt>
                <c:pt idx="1576">
                  <c:v>0.105573596810686</c:v>
                </c:pt>
                <c:pt idx="1577">
                  <c:v>0.107462614437928</c:v>
                </c:pt>
                <c:pt idx="1578">
                  <c:v>0.109384190150508</c:v>
                </c:pt>
                <c:pt idx="1579">
                  <c:v>0.112353209807212</c:v>
                </c:pt>
                <c:pt idx="1580">
                  <c:v>0.10954209651345</c:v>
                </c:pt>
                <c:pt idx="1581">
                  <c:v>0.109511599797822</c:v>
                </c:pt>
                <c:pt idx="1582">
                  <c:v>0.102806716800559</c:v>
                </c:pt>
                <c:pt idx="1583">
                  <c:v>0.103045442128129</c:v>
                </c:pt>
                <c:pt idx="1584">
                  <c:v>0.0997740160677416</c:v>
                </c:pt>
                <c:pt idx="1585">
                  <c:v>0.0997751825757253</c:v>
                </c:pt>
                <c:pt idx="1586">
                  <c:v>0.0955870406305829</c:v>
                </c:pt>
                <c:pt idx="1587">
                  <c:v>0.096971101829795</c:v>
                </c:pt>
                <c:pt idx="1588">
                  <c:v>0.0934385896182197</c:v>
                </c:pt>
                <c:pt idx="1589">
                  <c:v>0.0930405403605517</c:v>
                </c:pt>
                <c:pt idx="1590">
                  <c:v>0.0877339722547514</c:v>
                </c:pt>
                <c:pt idx="1591">
                  <c:v>0.0888492562696791</c:v>
                </c:pt>
                <c:pt idx="1592">
                  <c:v>0.0887668781520798</c:v>
                </c:pt>
                <c:pt idx="1593">
                  <c:v>0.087591412181042</c:v>
                </c:pt>
                <c:pt idx="1594">
                  <c:v>0.0837451678241617</c:v>
                </c:pt>
                <c:pt idx="1595">
                  <c:v>0.0930063115156037</c:v>
                </c:pt>
                <c:pt idx="1596">
                  <c:v>0.0932063840014756</c:v>
                </c:pt>
                <c:pt idx="1597">
                  <c:v>0.0944408040583617</c:v>
                </c:pt>
                <c:pt idx="1598">
                  <c:v>0.0954432983583072</c:v>
                </c:pt>
                <c:pt idx="1599">
                  <c:v>0.0954406924633423</c:v>
                </c:pt>
                <c:pt idx="1600">
                  <c:v>0.0955059791164095</c:v>
                </c:pt>
                <c:pt idx="1601">
                  <c:v>0.097055007257119</c:v>
                </c:pt>
                <c:pt idx="1602">
                  <c:v>0.0996288023861418</c:v>
                </c:pt>
                <c:pt idx="1603">
                  <c:v>0.102294089117961</c:v>
                </c:pt>
                <c:pt idx="1604">
                  <c:v>0.10217512939537</c:v>
                </c:pt>
                <c:pt idx="1605">
                  <c:v>0.0982134451931777</c:v>
                </c:pt>
                <c:pt idx="1606">
                  <c:v>0.0947784239899798</c:v>
                </c:pt>
                <c:pt idx="1607">
                  <c:v>0.0918764853804671</c:v>
                </c:pt>
                <c:pt idx="1608">
                  <c:v>0.0873886502824786</c:v>
                </c:pt>
                <c:pt idx="1609">
                  <c:v>0.0872162350168768</c:v>
                </c:pt>
                <c:pt idx="1610">
                  <c:v>0.0873084353745543</c:v>
                </c:pt>
                <c:pt idx="1611">
                  <c:v>0.0851806478123162</c:v>
                </c:pt>
                <c:pt idx="1612">
                  <c:v>0.085209706489599</c:v>
                </c:pt>
                <c:pt idx="1613">
                  <c:v>0.0849339589038605</c:v>
                </c:pt>
                <c:pt idx="1614">
                  <c:v>0.0858764824499793</c:v>
                </c:pt>
                <c:pt idx="1615">
                  <c:v>0.0893719029663405</c:v>
                </c:pt>
                <c:pt idx="1616">
                  <c:v>0.0889623762413791</c:v>
                </c:pt>
                <c:pt idx="1617">
                  <c:v>0.091248035880155</c:v>
                </c:pt>
                <c:pt idx="1618">
                  <c:v>0.0929134766640253</c:v>
                </c:pt>
                <c:pt idx="1619">
                  <c:v>0.0935434444563693</c:v>
                </c:pt>
                <c:pt idx="1620">
                  <c:v>0.0926856342118328</c:v>
                </c:pt>
                <c:pt idx="1621">
                  <c:v>0.0934721379542108</c:v>
                </c:pt>
                <c:pt idx="1622">
                  <c:v>0.0916659653106457</c:v>
                </c:pt>
                <c:pt idx="1623">
                  <c:v>0.0919139099689585</c:v>
                </c:pt>
                <c:pt idx="1624">
                  <c:v>0.0805315465032097</c:v>
                </c:pt>
                <c:pt idx="1625">
                  <c:v>0.0807142406928187</c:v>
                </c:pt>
                <c:pt idx="1626">
                  <c:v>0.0753615689274806</c:v>
                </c:pt>
                <c:pt idx="1627">
                  <c:v>0.0785006045955291</c:v>
                </c:pt>
                <c:pt idx="1628">
                  <c:v>0.0800356581536942</c:v>
                </c:pt>
                <c:pt idx="1629">
                  <c:v>0.0812477187248937</c:v>
                </c:pt>
                <c:pt idx="1630">
                  <c:v>0.0833612740926979</c:v>
                </c:pt>
                <c:pt idx="1631">
                  <c:v>0.0828520530850877</c:v>
                </c:pt>
                <c:pt idx="1632">
                  <c:v>0.0802733679414894</c:v>
                </c:pt>
                <c:pt idx="1633">
                  <c:v>0.0770167073836724</c:v>
                </c:pt>
                <c:pt idx="1634">
                  <c:v>0.0767140621484064</c:v>
                </c:pt>
                <c:pt idx="1635">
                  <c:v>0.0731045402617031</c:v>
                </c:pt>
                <c:pt idx="1636">
                  <c:v>0.0697614228497144</c:v>
                </c:pt>
                <c:pt idx="1637">
                  <c:v>0.0715431079781584</c:v>
                </c:pt>
                <c:pt idx="1638">
                  <c:v>0.0739185649956156</c:v>
                </c:pt>
                <c:pt idx="1639">
                  <c:v>0.0734761192782915</c:v>
                </c:pt>
                <c:pt idx="1640">
                  <c:v>0.0746439148522178</c:v>
                </c:pt>
                <c:pt idx="1641">
                  <c:v>0.0749377334780442</c:v>
                </c:pt>
                <c:pt idx="1642">
                  <c:v>0.074742411821162</c:v>
                </c:pt>
                <c:pt idx="1643">
                  <c:v>0.0751548681974814</c:v>
                </c:pt>
                <c:pt idx="1644">
                  <c:v>0.0751071596101044</c:v>
                </c:pt>
                <c:pt idx="1645">
                  <c:v>0.0719222796440459</c:v>
                </c:pt>
                <c:pt idx="1646">
                  <c:v>0.0716253257219149</c:v>
                </c:pt>
                <c:pt idx="1647">
                  <c:v>0.0686269403994401</c:v>
                </c:pt>
                <c:pt idx="1648">
                  <c:v>0.0663750390228438</c:v>
                </c:pt>
                <c:pt idx="1649">
                  <c:v>0.0653748623975051</c:v>
                </c:pt>
                <c:pt idx="1650">
                  <c:v>0.0663334653793583</c:v>
                </c:pt>
                <c:pt idx="1651">
                  <c:v>0.0653528278268514</c:v>
                </c:pt>
                <c:pt idx="1652">
                  <c:v>0.0669575224458702</c:v>
                </c:pt>
                <c:pt idx="1653">
                  <c:v>0.0678590294120982</c:v>
                </c:pt>
                <c:pt idx="1654">
                  <c:v>0.0675728026584744</c:v>
                </c:pt>
                <c:pt idx="1655">
                  <c:v>0.0706779162796408</c:v>
                </c:pt>
                <c:pt idx="1656">
                  <c:v>0.0704452646439656</c:v>
                </c:pt>
                <c:pt idx="1657">
                  <c:v>0.0676318472124695</c:v>
                </c:pt>
                <c:pt idx="1658">
                  <c:v>0.0663431543572814</c:v>
                </c:pt>
                <c:pt idx="1659">
                  <c:v>0.0655661859040822</c:v>
                </c:pt>
                <c:pt idx="1660">
                  <c:v>0.0608049111396959</c:v>
                </c:pt>
                <c:pt idx="1661">
                  <c:v>0.0573722451795148</c:v>
                </c:pt>
                <c:pt idx="1662">
                  <c:v>0.0574973191924184</c:v>
                </c:pt>
                <c:pt idx="1663">
                  <c:v>0.0574141137760928</c:v>
                </c:pt>
                <c:pt idx="1664">
                  <c:v>0.0572834762233301</c:v>
                </c:pt>
                <c:pt idx="1665">
                  <c:v>0.0627330916058157</c:v>
                </c:pt>
                <c:pt idx="1666">
                  <c:v>0.0648146944084389</c:v>
                </c:pt>
                <c:pt idx="1667">
                  <c:v>0.0624275797875914</c:v>
                </c:pt>
                <c:pt idx="1668">
                  <c:v>0.0583305339599008</c:v>
                </c:pt>
                <c:pt idx="1669">
                  <c:v>0.110873004484949</c:v>
                </c:pt>
                <c:pt idx="1670">
                  <c:v>0.121983066205585</c:v>
                </c:pt>
                <c:pt idx="1671">
                  <c:v>0.130559058003608</c:v>
                </c:pt>
                <c:pt idx="1672">
                  <c:v>0.131053780341292</c:v>
                </c:pt>
                <c:pt idx="1673">
                  <c:v>0.147229425604217</c:v>
                </c:pt>
                <c:pt idx="1674">
                  <c:v>0.147139933292238</c:v>
                </c:pt>
                <c:pt idx="1675">
                  <c:v>0.152064098278567</c:v>
                </c:pt>
                <c:pt idx="1676">
                  <c:v>0.152056351389347</c:v>
                </c:pt>
                <c:pt idx="1677">
                  <c:v>0.152026461464491</c:v>
                </c:pt>
                <c:pt idx="1678">
                  <c:v>0.151681208422219</c:v>
                </c:pt>
                <c:pt idx="1679">
                  <c:v>0.173275545746379</c:v>
                </c:pt>
                <c:pt idx="1680">
                  <c:v>0.182628327856572</c:v>
                </c:pt>
                <c:pt idx="1681">
                  <c:v>0.187498157452956</c:v>
                </c:pt>
                <c:pt idx="1682">
                  <c:v>0.187642280711193</c:v>
                </c:pt>
                <c:pt idx="1683">
                  <c:v>0.193813924199402</c:v>
                </c:pt>
                <c:pt idx="1684">
                  <c:v>0.197393525354891</c:v>
                </c:pt>
                <c:pt idx="1685">
                  <c:v>0.198742204851843</c:v>
                </c:pt>
                <c:pt idx="1686">
                  <c:v>0.199021680391217</c:v>
                </c:pt>
                <c:pt idx="1687">
                  <c:v>0.200300139410895</c:v>
                </c:pt>
                <c:pt idx="1688">
                  <c:v>0.201729132060322</c:v>
                </c:pt>
                <c:pt idx="1689">
                  <c:v>0.21229146388704</c:v>
                </c:pt>
                <c:pt idx="1690">
                  <c:v>0.212034360849406</c:v>
                </c:pt>
                <c:pt idx="1691">
                  <c:v>0.213259941011431</c:v>
                </c:pt>
                <c:pt idx="1692">
                  <c:v>0.219008050916454</c:v>
                </c:pt>
                <c:pt idx="1693">
                  <c:v>0.218951475961633</c:v>
                </c:pt>
                <c:pt idx="1694">
                  <c:v>0.219279950751724</c:v>
                </c:pt>
                <c:pt idx="1695">
                  <c:v>0.221815312140155</c:v>
                </c:pt>
                <c:pt idx="1696">
                  <c:v>0.221860655994896</c:v>
                </c:pt>
                <c:pt idx="1697">
                  <c:v>0.225973329410825</c:v>
                </c:pt>
                <c:pt idx="1698">
                  <c:v>0.23058026455335</c:v>
                </c:pt>
                <c:pt idx="1699">
                  <c:v>0.212797030421356</c:v>
                </c:pt>
                <c:pt idx="1700">
                  <c:v>0.206624199850403</c:v>
                </c:pt>
                <c:pt idx="1701">
                  <c:v>0.206467423518988</c:v>
                </c:pt>
                <c:pt idx="1702">
                  <c:v>0.207880333399465</c:v>
                </c:pt>
                <c:pt idx="1703">
                  <c:v>0.207919281897203</c:v>
                </c:pt>
                <c:pt idx="1704">
                  <c:v>0.205371683254832</c:v>
                </c:pt>
                <c:pt idx="1705">
                  <c:v>0.207788379753658</c:v>
                </c:pt>
                <c:pt idx="1706">
                  <c:v>0.228017489397966</c:v>
                </c:pt>
                <c:pt idx="1707">
                  <c:v>0.227564124374762</c:v>
                </c:pt>
                <c:pt idx="1708">
                  <c:v>0.219780136680685</c:v>
                </c:pt>
                <c:pt idx="1709">
                  <c:v>0.212604835751709</c:v>
                </c:pt>
                <c:pt idx="1710">
                  <c:v>0.206767675709983</c:v>
                </c:pt>
                <c:pt idx="1711">
                  <c:v>0.206479332800689</c:v>
                </c:pt>
                <c:pt idx="1712">
                  <c:v>0.201251754116266</c:v>
                </c:pt>
                <c:pt idx="1713">
                  <c:v>0.205435516600637</c:v>
                </c:pt>
                <c:pt idx="1714">
                  <c:v>0.209684694886354</c:v>
                </c:pt>
                <c:pt idx="1715">
                  <c:v>0.209458928321931</c:v>
                </c:pt>
                <c:pt idx="1716">
                  <c:v>0.211519707645872</c:v>
                </c:pt>
                <c:pt idx="1717">
                  <c:v>0.212896279733763</c:v>
                </c:pt>
                <c:pt idx="1718">
                  <c:v>0.204976465984736</c:v>
                </c:pt>
                <c:pt idx="1719">
                  <c:v>0.267152309388037</c:v>
                </c:pt>
                <c:pt idx="1720">
                  <c:v>0.265136917549646</c:v>
                </c:pt>
                <c:pt idx="1721">
                  <c:v>0.265148883788894</c:v>
                </c:pt>
                <c:pt idx="1722">
                  <c:v>0.26675420957569</c:v>
                </c:pt>
                <c:pt idx="1723">
                  <c:v>0.264198389580791</c:v>
                </c:pt>
                <c:pt idx="1724">
                  <c:v>0.271280554232471</c:v>
                </c:pt>
                <c:pt idx="1725">
                  <c:v>0.289403042802372</c:v>
                </c:pt>
                <c:pt idx="1726">
                  <c:v>0.286294421487847</c:v>
                </c:pt>
                <c:pt idx="1727">
                  <c:v>0.2877497510254</c:v>
                </c:pt>
                <c:pt idx="1728">
                  <c:v>0.287557575215546</c:v>
                </c:pt>
                <c:pt idx="1729">
                  <c:v>0.284016657035979</c:v>
                </c:pt>
                <c:pt idx="1730">
                  <c:v>0.283765120852402</c:v>
                </c:pt>
                <c:pt idx="1731">
                  <c:v>0.274826085021942</c:v>
                </c:pt>
                <c:pt idx="1732">
                  <c:v>0.277213761446275</c:v>
                </c:pt>
                <c:pt idx="1733">
                  <c:v>0.275960382802418</c:v>
                </c:pt>
                <c:pt idx="1734">
                  <c:v>0.274810941707008</c:v>
                </c:pt>
                <c:pt idx="1735">
                  <c:v>0.262236089675424</c:v>
                </c:pt>
                <c:pt idx="1736">
                  <c:v>0.26529069711548</c:v>
                </c:pt>
                <c:pt idx="1737">
                  <c:v>0.256579711331276</c:v>
                </c:pt>
                <c:pt idx="1738">
                  <c:v>0.256561814970222</c:v>
                </c:pt>
                <c:pt idx="1739">
                  <c:v>0.257669267488597</c:v>
                </c:pt>
                <c:pt idx="1740">
                  <c:v>0.258321724419822</c:v>
                </c:pt>
                <c:pt idx="1741">
                  <c:v>0.258357115271928</c:v>
                </c:pt>
                <c:pt idx="1742">
                  <c:v>0.255637065601339</c:v>
                </c:pt>
                <c:pt idx="1743">
                  <c:v>0.247865388337842</c:v>
                </c:pt>
                <c:pt idx="1744">
                  <c:v>0.247818779535206</c:v>
                </c:pt>
                <c:pt idx="1745">
                  <c:v>0.24248968530995</c:v>
                </c:pt>
                <c:pt idx="1746">
                  <c:v>0.236019346703094</c:v>
                </c:pt>
                <c:pt idx="1747">
                  <c:v>0.225530561774134</c:v>
                </c:pt>
                <c:pt idx="1748">
                  <c:v>0.209544325501757</c:v>
                </c:pt>
                <c:pt idx="1749">
                  <c:v>0.161415473644971</c:v>
                </c:pt>
                <c:pt idx="1750">
                  <c:v>0.160736338463099</c:v>
                </c:pt>
                <c:pt idx="1751">
                  <c:v>0.162769597914437</c:v>
                </c:pt>
                <c:pt idx="1752">
                  <c:v>0.162047089962683</c:v>
                </c:pt>
                <c:pt idx="1753">
                  <c:v>0.16283850530869</c:v>
                </c:pt>
                <c:pt idx="1754">
                  <c:v>0.141477464212847</c:v>
                </c:pt>
                <c:pt idx="1755">
                  <c:v>0.109361123721855</c:v>
                </c:pt>
                <c:pt idx="1756">
                  <c:v>0.108806750284753</c:v>
                </c:pt>
                <c:pt idx="1757">
                  <c:v>0.108451390755923</c:v>
                </c:pt>
                <c:pt idx="1758">
                  <c:v>0.108944969451834</c:v>
                </c:pt>
                <c:pt idx="1759">
                  <c:v>0.108859791773319</c:v>
                </c:pt>
                <c:pt idx="1760">
                  <c:v>0.109010173659839</c:v>
                </c:pt>
                <c:pt idx="1761">
                  <c:v>0.106959061989224</c:v>
                </c:pt>
                <c:pt idx="1762">
                  <c:v>0.105258287309974</c:v>
                </c:pt>
                <c:pt idx="1763">
                  <c:v>0.10613638183252</c:v>
                </c:pt>
                <c:pt idx="1764">
                  <c:v>0.106402705223682</c:v>
                </c:pt>
                <c:pt idx="1765">
                  <c:v>0.101276060805604</c:v>
                </c:pt>
                <c:pt idx="1766">
                  <c:v>0.0931949923276444</c:v>
                </c:pt>
                <c:pt idx="1767">
                  <c:v>0.0974150051444541</c:v>
                </c:pt>
                <c:pt idx="1768">
                  <c:v>0.0979421607304003</c:v>
                </c:pt>
                <c:pt idx="1769">
                  <c:v>0.103343458076093</c:v>
                </c:pt>
                <c:pt idx="1770">
                  <c:v>0.0995819423739245</c:v>
                </c:pt>
                <c:pt idx="1771">
                  <c:v>0.10014372972153</c:v>
                </c:pt>
                <c:pt idx="1772">
                  <c:v>0.0920407333860032</c:v>
                </c:pt>
                <c:pt idx="1773">
                  <c:v>0.0902344930968276</c:v>
                </c:pt>
                <c:pt idx="1774">
                  <c:v>0.0904516274917683</c:v>
                </c:pt>
                <c:pt idx="1775">
                  <c:v>0.0891925541288217</c:v>
                </c:pt>
                <c:pt idx="1776">
                  <c:v>0.0894131942840278</c:v>
                </c:pt>
                <c:pt idx="1777">
                  <c:v>0.0931707032196714</c:v>
                </c:pt>
                <c:pt idx="1778">
                  <c:v>0.106066298385403</c:v>
                </c:pt>
                <c:pt idx="1779">
                  <c:v>0.106217022869896</c:v>
                </c:pt>
                <c:pt idx="1780">
                  <c:v>0.107636669068889</c:v>
                </c:pt>
                <c:pt idx="1781">
                  <c:v>0.103218633544707</c:v>
                </c:pt>
                <c:pt idx="1782">
                  <c:v>0.103338920511091</c:v>
                </c:pt>
                <c:pt idx="1783">
                  <c:v>0.104209644498825</c:v>
                </c:pt>
                <c:pt idx="1784">
                  <c:v>0.104786228938029</c:v>
                </c:pt>
                <c:pt idx="1785">
                  <c:v>0.104825369259543</c:v>
                </c:pt>
                <c:pt idx="1786">
                  <c:v>0.104852904603807</c:v>
                </c:pt>
                <c:pt idx="1787">
                  <c:v>0.103981335613577</c:v>
                </c:pt>
                <c:pt idx="1788">
                  <c:v>0.103346837736323</c:v>
                </c:pt>
                <c:pt idx="1789">
                  <c:v>0.10334764051178</c:v>
                </c:pt>
                <c:pt idx="1790">
                  <c:v>0.105322690352074</c:v>
                </c:pt>
                <c:pt idx="1791">
                  <c:v>0.105450020798168</c:v>
                </c:pt>
                <c:pt idx="1792">
                  <c:v>0.104842315597663</c:v>
                </c:pt>
                <c:pt idx="1793">
                  <c:v>0.104712566293793</c:v>
                </c:pt>
                <c:pt idx="1794">
                  <c:v>0.103760173169413</c:v>
                </c:pt>
                <c:pt idx="1795">
                  <c:v>0.10353094511325</c:v>
                </c:pt>
                <c:pt idx="1796">
                  <c:v>0.101433764342964</c:v>
                </c:pt>
                <c:pt idx="1797">
                  <c:v>0.0972459033048784</c:v>
                </c:pt>
                <c:pt idx="1798">
                  <c:v>0.0965541508635442</c:v>
                </c:pt>
                <c:pt idx="1799">
                  <c:v>0.0912687665987495</c:v>
                </c:pt>
                <c:pt idx="1800">
                  <c:v>0.0919008666997495</c:v>
                </c:pt>
                <c:pt idx="1801">
                  <c:v>0.0906482965495595</c:v>
                </c:pt>
                <c:pt idx="1802">
                  <c:v>0.0908908163415737</c:v>
                </c:pt>
                <c:pt idx="1803">
                  <c:v>0.0903128966457692</c:v>
                </c:pt>
                <c:pt idx="1804">
                  <c:v>0.0900591589858518</c:v>
                </c:pt>
                <c:pt idx="1805">
                  <c:v>0.0935293035952916</c:v>
                </c:pt>
                <c:pt idx="1806">
                  <c:v>0.0932551015728982</c:v>
                </c:pt>
                <c:pt idx="1807">
                  <c:v>0.0922206703622983</c:v>
                </c:pt>
                <c:pt idx="1808">
                  <c:v>0.0724408460030959</c:v>
                </c:pt>
                <c:pt idx="1809">
                  <c:v>0.0890980605567883</c:v>
                </c:pt>
                <c:pt idx="1810">
                  <c:v>0.0874555449953958</c:v>
                </c:pt>
                <c:pt idx="1811">
                  <c:v>0.0867184169899861</c:v>
                </c:pt>
                <c:pt idx="1812">
                  <c:v>0.0867557245420053</c:v>
                </c:pt>
                <c:pt idx="1813">
                  <c:v>0.110906584294667</c:v>
                </c:pt>
                <c:pt idx="1814">
                  <c:v>0.10808343597869</c:v>
                </c:pt>
                <c:pt idx="1815">
                  <c:v>0.109555353716236</c:v>
                </c:pt>
                <c:pt idx="1816">
                  <c:v>0.112476563576475</c:v>
                </c:pt>
                <c:pt idx="1817">
                  <c:v>0.113565902439124</c:v>
                </c:pt>
                <c:pt idx="1818">
                  <c:v>0.114135891927498</c:v>
                </c:pt>
                <c:pt idx="1819">
                  <c:v>0.117042588598603</c:v>
                </c:pt>
                <c:pt idx="1820">
                  <c:v>0.116043880976496</c:v>
                </c:pt>
                <c:pt idx="1821">
                  <c:v>0.120236493367835</c:v>
                </c:pt>
                <c:pt idx="1822">
                  <c:v>0.120369937565727</c:v>
                </c:pt>
                <c:pt idx="1823">
                  <c:v>0.120300629719701</c:v>
                </c:pt>
                <c:pt idx="1824">
                  <c:v>0.121406893252831</c:v>
                </c:pt>
                <c:pt idx="1825">
                  <c:v>0.121709395163036</c:v>
                </c:pt>
                <c:pt idx="1826">
                  <c:v>0.126413621193142</c:v>
                </c:pt>
                <c:pt idx="1827">
                  <c:v>0.126058425978698</c:v>
                </c:pt>
                <c:pt idx="1828">
                  <c:v>0.142750729326584</c:v>
                </c:pt>
                <c:pt idx="1829">
                  <c:v>0.14235244676391</c:v>
                </c:pt>
                <c:pt idx="1830">
                  <c:v>0.143876236644619</c:v>
                </c:pt>
                <c:pt idx="1831">
                  <c:v>0.147610897399629</c:v>
                </c:pt>
                <c:pt idx="1832">
                  <c:v>0.147603181161868</c:v>
                </c:pt>
                <c:pt idx="1833">
                  <c:v>0.147524277757634</c:v>
                </c:pt>
                <c:pt idx="1834">
                  <c:v>0.1475033448408</c:v>
                </c:pt>
                <c:pt idx="1835">
                  <c:v>0.146699232369858</c:v>
                </c:pt>
                <c:pt idx="1836">
                  <c:v>0.146652541872937</c:v>
                </c:pt>
                <c:pt idx="1837">
                  <c:v>0.14368521794472</c:v>
                </c:pt>
                <c:pt idx="1838">
                  <c:v>0.146204951348606</c:v>
                </c:pt>
                <c:pt idx="1839">
                  <c:v>0.137969662184611</c:v>
                </c:pt>
                <c:pt idx="1840">
                  <c:v>0.140184217474279</c:v>
                </c:pt>
                <c:pt idx="1841">
                  <c:v>0.139851941418286</c:v>
                </c:pt>
                <c:pt idx="1842">
                  <c:v>0.139807074142846</c:v>
                </c:pt>
                <c:pt idx="1843">
                  <c:v>0.122670004066955</c:v>
                </c:pt>
                <c:pt idx="1844">
                  <c:v>0.121173876892472</c:v>
                </c:pt>
                <c:pt idx="1845">
                  <c:v>0.120611082216564</c:v>
                </c:pt>
                <c:pt idx="1846">
                  <c:v>0.119145160755663</c:v>
                </c:pt>
                <c:pt idx="1847">
                  <c:v>0.119061833858557</c:v>
                </c:pt>
                <c:pt idx="1848">
                  <c:v>0.116726794120165</c:v>
                </c:pt>
                <c:pt idx="1849">
                  <c:v>0.116036603847238</c:v>
                </c:pt>
                <c:pt idx="1850">
                  <c:v>0.110625326899988</c:v>
                </c:pt>
                <c:pt idx="1851">
                  <c:v>0.110629846330342</c:v>
                </c:pt>
                <c:pt idx="1852">
                  <c:v>0.106604017211381</c:v>
                </c:pt>
                <c:pt idx="1853">
                  <c:v>0.103060541421872</c:v>
                </c:pt>
                <c:pt idx="1854">
                  <c:v>0.103227495058888</c:v>
                </c:pt>
                <c:pt idx="1855">
                  <c:v>0.0922078086207367</c:v>
                </c:pt>
                <c:pt idx="1856">
                  <c:v>0.092572979857232</c:v>
                </c:pt>
                <c:pt idx="1857">
                  <c:v>0.0788384284288249</c:v>
                </c:pt>
                <c:pt idx="1858">
                  <c:v>0.0768878269742643</c:v>
                </c:pt>
                <c:pt idx="1859">
                  <c:v>0.0792858295758696</c:v>
                </c:pt>
                <c:pt idx="1860">
                  <c:v>0.0747778480334064</c:v>
                </c:pt>
                <c:pt idx="1861">
                  <c:v>0.0758878937799015</c:v>
                </c:pt>
                <c:pt idx="1862">
                  <c:v>0.0763042315010301</c:v>
                </c:pt>
                <c:pt idx="1863">
                  <c:v>0.0781472601345752</c:v>
                </c:pt>
                <c:pt idx="1864">
                  <c:v>0.0796825517624017</c:v>
                </c:pt>
                <c:pt idx="1865">
                  <c:v>0.079684089466176</c:v>
                </c:pt>
                <c:pt idx="1866">
                  <c:v>0.0805492999059613</c:v>
                </c:pt>
                <c:pt idx="1867">
                  <c:v>0.0841074594483212</c:v>
                </c:pt>
                <c:pt idx="1868">
                  <c:v>0.0883358683093804</c:v>
                </c:pt>
                <c:pt idx="1869">
                  <c:v>0.0865993563066898</c:v>
                </c:pt>
                <c:pt idx="1870">
                  <c:v>0.121573423589905</c:v>
                </c:pt>
                <c:pt idx="1871">
                  <c:v>0.128273974980114</c:v>
                </c:pt>
                <c:pt idx="1872">
                  <c:v>0.125596955611748</c:v>
                </c:pt>
                <c:pt idx="1873">
                  <c:v>0.137123811348954</c:v>
                </c:pt>
                <c:pt idx="1874">
                  <c:v>0.138128402600961</c:v>
                </c:pt>
                <c:pt idx="1875">
                  <c:v>0.141158150355656</c:v>
                </c:pt>
                <c:pt idx="1876">
                  <c:v>0.146146230766168</c:v>
                </c:pt>
                <c:pt idx="1877">
                  <c:v>0.167832407307303</c:v>
                </c:pt>
                <c:pt idx="1878">
                  <c:v>0.166052638023445</c:v>
                </c:pt>
                <c:pt idx="1879">
                  <c:v>0.172399730505331</c:v>
                </c:pt>
                <c:pt idx="1880">
                  <c:v>0.176127504588099</c:v>
                </c:pt>
                <c:pt idx="1881">
                  <c:v>0.17731323792443</c:v>
                </c:pt>
                <c:pt idx="1882">
                  <c:v>0.178607652301983</c:v>
                </c:pt>
                <c:pt idx="1883">
                  <c:v>0.178385606247598</c:v>
                </c:pt>
                <c:pt idx="1884">
                  <c:v>0.19169973892875</c:v>
                </c:pt>
                <c:pt idx="1885">
                  <c:v>0.195178167323858</c:v>
                </c:pt>
                <c:pt idx="1886">
                  <c:v>0.195161828186411</c:v>
                </c:pt>
                <c:pt idx="1887">
                  <c:v>0.195879735839948</c:v>
                </c:pt>
                <c:pt idx="1888">
                  <c:v>0.199454807728931</c:v>
                </c:pt>
                <c:pt idx="1889">
                  <c:v>0.198815930827273</c:v>
                </c:pt>
                <c:pt idx="1890">
                  <c:v>0.199398774292125</c:v>
                </c:pt>
                <c:pt idx="1891">
                  <c:v>0.201048431228913</c:v>
                </c:pt>
                <c:pt idx="1892">
                  <c:v>0.204371762976634</c:v>
                </c:pt>
                <c:pt idx="1893">
                  <c:v>0.203882751360492</c:v>
                </c:pt>
                <c:pt idx="1894">
                  <c:v>0.202623390843464</c:v>
                </c:pt>
                <c:pt idx="1895">
                  <c:v>0.202604207836119</c:v>
                </c:pt>
                <c:pt idx="1896">
                  <c:v>0.203663153718798</c:v>
                </c:pt>
                <c:pt idx="1897">
                  <c:v>0.201214443581872</c:v>
                </c:pt>
                <c:pt idx="1898">
                  <c:v>0.199289730863678</c:v>
                </c:pt>
                <c:pt idx="1899">
                  <c:v>0.198218046387255</c:v>
                </c:pt>
                <c:pt idx="1900">
                  <c:v>0.175916291636233</c:v>
                </c:pt>
                <c:pt idx="1901">
                  <c:v>0.172786314680612</c:v>
                </c:pt>
                <c:pt idx="1902">
                  <c:v>0.172826115934739</c:v>
                </c:pt>
                <c:pt idx="1903">
                  <c:v>0.165743944420224</c:v>
                </c:pt>
                <c:pt idx="1904">
                  <c:v>0.16433889300948</c:v>
                </c:pt>
                <c:pt idx="1905">
                  <c:v>0.162259375515339</c:v>
                </c:pt>
                <c:pt idx="1906">
                  <c:v>0.157806610405105</c:v>
                </c:pt>
                <c:pt idx="1907">
                  <c:v>0.130463991742028</c:v>
                </c:pt>
                <c:pt idx="1908">
                  <c:v>0.131946982451148</c:v>
                </c:pt>
                <c:pt idx="1909">
                  <c:v>0.126600950089271</c:v>
                </c:pt>
                <c:pt idx="1910">
                  <c:v>0.127761564595362</c:v>
                </c:pt>
                <c:pt idx="1911">
                  <c:v>0.136218347687547</c:v>
                </c:pt>
                <c:pt idx="1912">
                  <c:v>0.136075187971623</c:v>
                </c:pt>
                <c:pt idx="1913">
                  <c:v>0.142215493365095</c:v>
                </c:pt>
                <c:pt idx="1914">
                  <c:v>0.11968918072848</c:v>
                </c:pt>
                <c:pt idx="1915">
                  <c:v>0.125167765210677</c:v>
                </c:pt>
                <c:pt idx="1916">
                  <c:v>0.127307342006495</c:v>
                </c:pt>
                <c:pt idx="1917">
                  <c:v>0.127255727402034</c:v>
                </c:pt>
                <c:pt idx="1918">
                  <c:v>0.125917902407477</c:v>
                </c:pt>
                <c:pt idx="1919">
                  <c:v>0.126040953364465</c:v>
                </c:pt>
                <c:pt idx="1920">
                  <c:v>0.126922590870162</c:v>
                </c:pt>
                <c:pt idx="1921">
                  <c:v>0.123748550011806</c:v>
                </c:pt>
                <c:pt idx="1922">
                  <c:v>0.118315912433563</c:v>
                </c:pt>
                <c:pt idx="1923">
                  <c:v>0.118911260279237</c:v>
                </c:pt>
                <c:pt idx="1924">
                  <c:v>0.120497242627516</c:v>
                </c:pt>
                <c:pt idx="1925">
                  <c:v>0.121025444027469</c:v>
                </c:pt>
                <c:pt idx="1926">
                  <c:v>0.119486705228748</c:v>
                </c:pt>
                <c:pt idx="1927">
                  <c:v>0.119324177394204</c:v>
                </c:pt>
                <c:pt idx="1928">
                  <c:v>0.119863141515221</c:v>
                </c:pt>
                <c:pt idx="1929">
                  <c:v>0.120414916926326</c:v>
                </c:pt>
                <c:pt idx="1930">
                  <c:v>0.120305963175271</c:v>
                </c:pt>
                <c:pt idx="1931">
                  <c:v>0.120592873630436</c:v>
                </c:pt>
                <c:pt idx="1932">
                  <c:v>0.121009787763316</c:v>
                </c:pt>
                <c:pt idx="1933">
                  <c:v>0.122834745062191</c:v>
                </c:pt>
                <c:pt idx="1934">
                  <c:v>0.123071166976761</c:v>
                </c:pt>
                <c:pt idx="1935">
                  <c:v>0.120045034533618</c:v>
                </c:pt>
                <c:pt idx="1936">
                  <c:v>0.119140196643901</c:v>
                </c:pt>
                <c:pt idx="1937">
                  <c:v>0.118775932802493</c:v>
                </c:pt>
                <c:pt idx="1938">
                  <c:v>0.117210560584987</c:v>
                </c:pt>
                <c:pt idx="1939">
                  <c:v>0.11711464610409</c:v>
                </c:pt>
                <c:pt idx="1940">
                  <c:v>0.109959752247943</c:v>
                </c:pt>
                <c:pt idx="1941">
                  <c:v>0.0932040629185722</c:v>
                </c:pt>
                <c:pt idx="1942">
                  <c:v>0.0917391316784719</c:v>
                </c:pt>
                <c:pt idx="1943">
                  <c:v>0.0860592529965681</c:v>
                </c:pt>
                <c:pt idx="1944">
                  <c:v>0.0840720227618218</c:v>
                </c:pt>
                <c:pt idx="1945">
                  <c:v>0.06629452144343</c:v>
                </c:pt>
                <c:pt idx="1946">
                  <c:v>0.0656936221688912</c:v>
                </c:pt>
                <c:pt idx="1947">
                  <c:v>0.0652221027168681</c:v>
                </c:pt>
                <c:pt idx="1948">
                  <c:v>0.0593163713774446</c:v>
                </c:pt>
                <c:pt idx="1949">
                  <c:v>0.0610597474542139</c:v>
                </c:pt>
                <c:pt idx="1950">
                  <c:v>0.0560737752659662</c:v>
                </c:pt>
                <c:pt idx="1951">
                  <c:v>0.0555045589701617</c:v>
                </c:pt>
                <c:pt idx="1952">
                  <c:v>0.0630825677954282</c:v>
                </c:pt>
                <c:pt idx="1953">
                  <c:v>0.0650140310019246</c:v>
                </c:pt>
                <c:pt idx="1954">
                  <c:v>0.0653525354690617</c:v>
                </c:pt>
                <c:pt idx="1955">
                  <c:v>0.0651901985263712</c:v>
                </c:pt>
                <c:pt idx="1956">
                  <c:v>0.0690536876862602</c:v>
                </c:pt>
                <c:pt idx="1957">
                  <c:v>0.0698651830296395</c:v>
                </c:pt>
                <c:pt idx="1958">
                  <c:v>0.0689398180481586</c:v>
                </c:pt>
                <c:pt idx="1959">
                  <c:v>0.0689211867827707</c:v>
                </c:pt>
                <c:pt idx="1960">
                  <c:v>0.0719725631704154</c:v>
                </c:pt>
                <c:pt idx="1961">
                  <c:v>0.0709101880765346</c:v>
                </c:pt>
                <c:pt idx="1962">
                  <c:v>0.0687286910821089</c:v>
                </c:pt>
                <c:pt idx="1963">
                  <c:v>0.0684157243509556</c:v>
                </c:pt>
                <c:pt idx="1964">
                  <c:v>0.0682211904120909</c:v>
                </c:pt>
                <c:pt idx="1965">
                  <c:v>0.0688207769314175</c:v>
                </c:pt>
                <c:pt idx="1966">
                  <c:v>0.0694904524317998</c:v>
                </c:pt>
                <c:pt idx="1967">
                  <c:v>0.0694288495908537</c:v>
                </c:pt>
                <c:pt idx="1968">
                  <c:v>0.0696920264417188</c:v>
                </c:pt>
                <c:pt idx="1969">
                  <c:v>0.0697913506732996</c:v>
                </c:pt>
                <c:pt idx="1970">
                  <c:v>0.0729166967654787</c:v>
                </c:pt>
                <c:pt idx="1971">
                  <c:v>0.070592525179169</c:v>
                </c:pt>
                <c:pt idx="1972">
                  <c:v>0.0735516915309074</c:v>
                </c:pt>
                <c:pt idx="1973">
                  <c:v>0.0773565232632353</c:v>
                </c:pt>
                <c:pt idx="1974">
                  <c:v>0.0761709454403582</c:v>
                </c:pt>
                <c:pt idx="1975">
                  <c:v>0.076670828109945</c:v>
                </c:pt>
                <c:pt idx="1976">
                  <c:v>0.0773047235115807</c:v>
                </c:pt>
                <c:pt idx="1977">
                  <c:v>0.0767720362833169</c:v>
                </c:pt>
                <c:pt idx="1978">
                  <c:v>0.07774467679478</c:v>
                </c:pt>
                <c:pt idx="1979">
                  <c:v>0.0790439087142735</c:v>
                </c:pt>
                <c:pt idx="1980">
                  <c:v>0.0778891848114341</c:v>
                </c:pt>
                <c:pt idx="1981">
                  <c:v>0.0717878730754368</c:v>
                </c:pt>
                <c:pt idx="1982">
                  <c:v>0.0695469226365026</c:v>
                </c:pt>
                <c:pt idx="1983">
                  <c:v>0.0686887888455081</c:v>
                </c:pt>
                <c:pt idx="1984">
                  <c:v>0.0701139673848182</c:v>
                </c:pt>
                <c:pt idx="1985">
                  <c:v>0.0670655177310369</c:v>
                </c:pt>
                <c:pt idx="1986">
                  <c:v>0.0654381573377995</c:v>
                </c:pt>
                <c:pt idx="1987">
                  <c:v>0.072304117425814</c:v>
                </c:pt>
                <c:pt idx="1988">
                  <c:v>0.0879505283687675</c:v>
                </c:pt>
                <c:pt idx="1989">
                  <c:v>0.0891321535974032</c:v>
                </c:pt>
                <c:pt idx="1990">
                  <c:v>0.0892693702748427</c:v>
                </c:pt>
                <c:pt idx="1991">
                  <c:v>0.0876621884056127</c:v>
                </c:pt>
                <c:pt idx="1992">
                  <c:v>0.102921443928472</c:v>
                </c:pt>
                <c:pt idx="1993">
                  <c:v>0.104784419727377</c:v>
                </c:pt>
                <c:pt idx="1994">
                  <c:v>0.112244034204075</c:v>
                </c:pt>
                <c:pt idx="1995">
                  <c:v>0.115594951009368</c:v>
                </c:pt>
                <c:pt idx="1996">
                  <c:v>0.115755215902682</c:v>
                </c:pt>
                <c:pt idx="1997">
                  <c:v>0.117285641238022</c:v>
                </c:pt>
                <c:pt idx="1998">
                  <c:v>0.118107039464722</c:v>
                </c:pt>
                <c:pt idx="1999">
                  <c:v>0.118067344446358</c:v>
                </c:pt>
                <c:pt idx="2000">
                  <c:v>0.117097365511261</c:v>
                </c:pt>
                <c:pt idx="2001">
                  <c:v>0.117397340958132</c:v>
                </c:pt>
                <c:pt idx="2002">
                  <c:v>0.115585155033445</c:v>
                </c:pt>
                <c:pt idx="2003">
                  <c:v>0.113618857067507</c:v>
                </c:pt>
                <c:pt idx="2004">
                  <c:v>0.113859400491635</c:v>
                </c:pt>
                <c:pt idx="2005">
                  <c:v>0.114220965531035</c:v>
                </c:pt>
                <c:pt idx="2006">
                  <c:v>0.118728443422325</c:v>
                </c:pt>
                <c:pt idx="2007">
                  <c:v>0.153446836069385</c:v>
                </c:pt>
                <c:pt idx="2008">
                  <c:v>0.175922599824117</c:v>
                </c:pt>
                <c:pt idx="2009">
                  <c:v>0.174256314478945</c:v>
                </c:pt>
                <c:pt idx="2010">
                  <c:v>0.212994274407713</c:v>
                </c:pt>
                <c:pt idx="2011">
                  <c:v>0.212939792414702</c:v>
                </c:pt>
                <c:pt idx="2012">
                  <c:v>0.254693268808038</c:v>
                </c:pt>
                <c:pt idx="2013">
                  <c:v>0.264628100693077</c:v>
                </c:pt>
                <c:pt idx="2014">
                  <c:v>0.295452030118903</c:v>
                </c:pt>
                <c:pt idx="2015">
                  <c:v>0.309536291920839</c:v>
                </c:pt>
                <c:pt idx="2016">
                  <c:v>0.311915072976216</c:v>
                </c:pt>
                <c:pt idx="2017">
                  <c:v>0.375445144162089</c:v>
                </c:pt>
                <c:pt idx="2018">
                  <c:v>0.406361599485937</c:v>
                </c:pt>
                <c:pt idx="2019">
                  <c:v>0.424480079269413</c:v>
                </c:pt>
                <c:pt idx="2020">
                  <c:v>0.496545788226763</c:v>
                </c:pt>
                <c:pt idx="2021">
                  <c:v>0.576188813160067</c:v>
                </c:pt>
                <c:pt idx="2022">
                  <c:v>0.663344533178683</c:v>
                </c:pt>
                <c:pt idx="2023">
                  <c:v>0.691414666840798</c:v>
                </c:pt>
                <c:pt idx="2024">
                  <c:v>0.699647626532854</c:v>
                </c:pt>
                <c:pt idx="2025">
                  <c:v>0.698220481021745</c:v>
                </c:pt>
                <c:pt idx="2026">
                  <c:v>0.703631667744129</c:v>
                </c:pt>
                <c:pt idx="2027">
                  <c:v>0.705262711982624</c:v>
                </c:pt>
                <c:pt idx="2028">
                  <c:v>0.767347564147657</c:v>
                </c:pt>
                <c:pt idx="2029">
                  <c:v>0.769085815331564</c:v>
                </c:pt>
                <c:pt idx="2030">
                  <c:v>0.79527030514861</c:v>
                </c:pt>
                <c:pt idx="2031">
                  <c:v>0.79874944759906</c:v>
                </c:pt>
                <c:pt idx="2032">
                  <c:v>0.807355253416241</c:v>
                </c:pt>
                <c:pt idx="2033">
                  <c:v>0.807655033172587</c:v>
                </c:pt>
                <c:pt idx="2034">
                  <c:v>0.813558707701027</c:v>
                </c:pt>
                <c:pt idx="2035">
                  <c:v>0.818689806716344</c:v>
                </c:pt>
                <c:pt idx="2036">
                  <c:v>0.818907219689243</c:v>
                </c:pt>
                <c:pt idx="2037">
                  <c:v>0.845913937378438</c:v>
                </c:pt>
                <c:pt idx="2038">
                  <c:v>0.842561943288248</c:v>
                </c:pt>
                <c:pt idx="2039">
                  <c:v>0.849702847067061</c:v>
                </c:pt>
                <c:pt idx="2040">
                  <c:v>0.841895683705827</c:v>
                </c:pt>
                <c:pt idx="2041">
                  <c:v>0.842055044728278</c:v>
                </c:pt>
                <c:pt idx="2042">
                  <c:v>0.835788857728822</c:v>
                </c:pt>
                <c:pt idx="2043">
                  <c:v>0.834296081210737</c:v>
                </c:pt>
                <c:pt idx="2044">
                  <c:v>0.824542150637432</c:v>
                </c:pt>
                <c:pt idx="2045">
                  <c:v>0.823152230172675</c:v>
                </c:pt>
                <c:pt idx="2046">
                  <c:v>0.823300241127761</c:v>
                </c:pt>
                <c:pt idx="2047">
                  <c:v>0.797432248911675</c:v>
                </c:pt>
                <c:pt idx="2048">
                  <c:v>0.787213563016151</c:v>
                </c:pt>
                <c:pt idx="2049">
                  <c:v>0.77346818904038</c:v>
                </c:pt>
                <c:pt idx="2050">
                  <c:v>0.717669500943811</c:v>
                </c:pt>
                <c:pt idx="2051">
                  <c:v>0.669471624645942</c:v>
                </c:pt>
                <c:pt idx="2052">
                  <c:v>0.56139608915148</c:v>
                </c:pt>
                <c:pt idx="2053">
                  <c:v>0.542035428433323</c:v>
                </c:pt>
                <c:pt idx="2054">
                  <c:v>0.516479114861824</c:v>
                </c:pt>
                <c:pt idx="2055">
                  <c:v>0.526303140198131</c:v>
                </c:pt>
                <c:pt idx="2056">
                  <c:v>0.505410280045503</c:v>
                </c:pt>
                <c:pt idx="2057">
                  <c:v>0.49332354919127</c:v>
                </c:pt>
                <c:pt idx="2058">
                  <c:v>0.424533038711163</c:v>
                </c:pt>
                <c:pt idx="2059">
                  <c:v>0.424529270959729</c:v>
                </c:pt>
                <c:pt idx="2060">
                  <c:v>0.390836073333754</c:v>
                </c:pt>
                <c:pt idx="2061">
                  <c:v>0.374653352274086</c:v>
                </c:pt>
                <c:pt idx="2062">
                  <c:v>0.3717045444279</c:v>
                </c:pt>
                <c:pt idx="2063">
                  <c:v>0.372374363334919</c:v>
                </c:pt>
                <c:pt idx="2064">
                  <c:v>0.345067490354982</c:v>
                </c:pt>
                <c:pt idx="2065">
                  <c:v>0.340952419313289</c:v>
                </c:pt>
                <c:pt idx="2066">
                  <c:v>0.344476275145636</c:v>
                </c:pt>
                <c:pt idx="2067">
                  <c:v>0.288774863990001</c:v>
                </c:pt>
                <c:pt idx="2068">
                  <c:v>0.290923732042608</c:v>
                </c:pt>
                <c:pt idx="2069">
                  <c:v>0.27829362222487</c:v>
                </c:pt>
                <c:pt idx="2070">
                  <c:v>0.275973549255783</c:v>
                </c:pt>
                <c:pt idx="2071">
                  <c:v>0.275025919948212</c:v>
                </c:pt>
                <c:pt idx="2072">
                  <c:v>0.264897452663883</c:v>
                </c:pt>
                <c:pt idx="2073">
                  <c:v>0.255192677262978</c:v>
                </c:pt>
                <c:pt idx="2074">
                  <c:v>0.255112110581646</c:v>
                </c:pt>
                <c:pt idx="2075">
                  <c:v>0.244997283396903</c:v>
                </c:pt>
                <c:pt idx="2076">
                  <c:v>0.238082416813775</c:v>
                </c:pt>
                <c:pt idx="2077">
                  <c:v>0.217488265724904</c:v>
                </c:pt>
                <c:pt idx="2078">
                  <c:v>0.211445454811597</c:v>
                </c:pt>
                <c:pt idx="2079">
                  <c:v>0.220797307831346</c:v>
                </c:pt>
                <c:pt idx="2080">
                  <c:v>0.220174171098772</c:v>
                </c:pt>
                <c:pt idx="2081">
                  <c:v>0.220722298243541</c:v>
                </c:pt>
                <c:pt idx="2082">
                  <c:v>0.220747107215326</c:v>
                </c:pt>
                <c:pt idx="2083">
                  <c:v>0.275583993379921</c:v>
                </c:pt>
                <c:pt idx="2084">
                  <c:v>0.276072301868056</c:v>
                </c:pt>
                <c:pt idx="2085">
                  <c:v>0.26200131388375</c:v>
                </c:pt>
                <c:pt idx="2086">
                  <c:v>0.266110293913281</c:v>
                </c:pt>
                <c:pt idx="2087">
                  <c:v>0.26626010997306</c:v>
                </c:pt>
                <c:pt idx="2088">
                  <c:v>0.264736864274422</c:v>
                </c:pt>
                <c:pt idx="2089">
                  <c:v>0.264689032474297</c:v>
                </c:pt>
                <c:pt idx="2090">
                  <c:v>0.261527141515232</c:v>
                </c:pt>
                <c:pt idx="2091">
                  <c:v>0.261522166512708</c:v>
                </c:pt>
                <c:pt idx="2092">
                  <c:v>0.265942145041151</c:v>
                </c:pt>
                <c:pt idx="2093">
                  <c:v>0.260453284340844</c:v>
                </c:pt>
                <c:pt idx="2094">
                  <c:v>0.270749980148626</c:v>
                </c:pt>
                <c:pt idx="2095">
                  <c:v>0.273205482661009</c:v>
                </c:pt>
                <c:pt idx="2096">
                  <c:v>0.262094210476094</c:v>
                </c:pt>
                <c:pt idx="2097">
                  <c:v>0.259666254395511</c:v>
                </c:pt>
                <c:pt idx="2098">
                  <c:v>0.256212997025502</c:v>
                </c:pt>
                <c:pt idx="2099">
                  <c:v>0.257639979013465</c:v>
                </c:pt>
                <c:pt idx="2100">
                  <c:v>0.260560287848884</c:v>
                </c:pt>
                <c:pt idx="2101">
                  <c:v>0.259388352057219</c:v>
                </c:pt>
                <c:pt idx="2102">
                  <c:v>0.257428108920091</c:v>
                </c:pt>
                <c:pt idx="2103">
                  <c:v>0.258516089819784</c:v>
                </c:pt>
                <c:pt idx="2104">
                  <c:v>0.260324080936412</c:v>
                </c:pt>
                <c:pt idx="2105">
                  <c:v>0.26258148130398</c:v>
                </c:pt>
                <c:pt idx="2106">
                  <c:v>0.262781143855528</c:v>
                </c:pt>
                <c:pt idx="2107">
                  <c:v>0.260687064981046</c:v>
                </c:pt>
                <c:pt idx="2108">
                  <c:v>0.260384040816551</c:v>
                </c:pt>
                <c:pt idx="2109">
                  <c:v>0.25059791953904</c:v>
                </c:pt>
                <c:pt idx="2110">
                  <c:v>0.248338386050806</c:v>
                </c:pt>
                <c:pt idx="2111">
                  <c:v>0.247570954816444</c:v>
                </c:pt>
                <c:pt idx="2112">
                  <c:v>0.249885021375039</c:v>
                </c:pt>
                <c:pt idx="2113">
                  <c:v>0.177424910577553</c:v>
                </c:pt>
                <c:pt idx="2114">
                  <c:v>0.175217620153521</c:v>
                </c:pt>
                <c:pt idx="2115">
                  <c:v>0.17594314696195</c:v>
                </c:pt>
                <c:pt idx="2116">
                  <c:v>0.171359114860774</c:v>
                </c:pt>
                <c:pt idx="2117">
                  <c:v>0.171397792522681</c:v>
                </c:pt>
                <c:pt idx="2118">
                  <c:v>0.172308211129572</c:v>
                </c:pt>
                <c:pt idx="2119">
                  <c:v>0.17157903392877</c:v>
                </c:pt>
                <c:pt idx="2120">
                  <c:v>0.17114559739666</c:v>
                </c:pt>
                <c:pt idx="2121">
                  <c:v>0.171499733388562</c:v>
                </c:pt>
                <c:pt idx="2122">
                  <c:v>0.150146400732105</c:v>
                </c:pt>
                <c:pt idx="2123">
                  <c:v>0.14847434157723</c:v>
                </c:pt>
                <c:pt idx="2124">
                  <c:v>0.124617357826077</c:v>
                </c:pt>
                <c:pt idx="2125">
                  <c:v>0.124590367349976</c:v>
                </c:pt>
                <c:pt idx="2126">
                  <c:v>0.123434638796284</c:v>
                </c:pt>
                <c:pt idx="2127">
                  <c:v>0.124080242843092</c:v>
                </c:pt>
                <c:pt idx="2128">
                  <c:v>0.124216883205725</c:v>
                </c:pt>
                <c:pt idx="2129">
                  <c:v>0.117652066728033</c:v>
                </c:pt>
                <c:pt idx="2130">
                  <c:v>0.111165095566404</c:v>
                </c:pt>
                <c:pt idx="2131">
                  <c:v>0.111738971257016</c:v>
                </c:pt>
                <c:pt idx="2132">
                  <c:v>0.109333912172871</c:v>
                </c:pt>
                <c:pt idx="2133">
                  <c:v>0.106719723476422</c:v>
                </c:pt>
                <c:pt idx="2134">
                  <c:v>0.103284143658331</c:v>
                </c:pt>
                <c:pt idx="2135">
                  <c:v>0.0983823440450083</c:v>
                </c:pt>
                <c:pt idx="2136">
                  <c:v>0.0990753571183238</c:v>
                </c:pt>
                <c:pt idx="2137">
                  <c:v>0.0975245274059448</c:v>
                </c:pt>
                <c:pt idx="2138">
                  <c:v>0.0982176686810976</c:v>
                </c:pt>
                <c:pt idx="2139">
                  <c:v>0.0977948258798569</c:v>
                </c:pt>
                <c:pt idx="2140">
                  <c:v>0.0988347842231385</c:v>
                </c:pt>
                <c:pt idx="2141">
                  <c:v>0.105116650827371</c:v>
                </c:pt>
                <c:pt idx="2142">
                  <c:v>0.146301912407009</c:v>
                </c:pt>
                <c:pt idx="2143">
                  <c:v>0.147369472417967</c:v>
                </c:pt>
                <c:pt idx="2144">
                  <c:v>0.169840294752989</c:v>
                </c:pt>
                <c:pt idx="2145">
                  <c:v>0.176982628527934</c:v>
                </c:pt>
                <c:pt idx="2146">
                  <c:v>0.182680014788568</c:v>
                </c:pt>
                <c:pt idx="2147">
                  <c:v>0.182161523736899</c:v>
                </c:pt>
                <c:pt idx="2148">
                  <c:v>0.184331941311223</c:v>
                </c:pt>
                <c:pt idx="2149">
                  <c:v>0.183869027011853</c:v>
                </c:pt>
                <c:pt idx="2150">
                  <c:v>0.184444767225325</c:v>
                </c:pt>
                <c:pt idx="2151">
                  <c:v>0.18554965649918</c:v>
                </c:pt>
                <c:pt idx="2152">
                  <c:v>0.18753761628744</c:v>
                </c:pt>
                <c:pt idx="2153">
                  <c:v>0.190342651268814</c:v>
                </c:pt>
                <c:pt idx="2154">
                  <c:v>0.192839140731622</c:v>
                </c:pt>
                <c:pt idx="2155">
                  <c:v>0.203265848460463</c:v>
                </c:pt>
                <c:pt idx="2156">
                  <c:v>0.198744327913128</c:v>
                </c:pt>
                <c:pt idx="2157">
                  <c:v>0.20485192046813</c:v>
                </c:pt>
                <c:pt idx="2158">
                  <c:v>0.210505648559921</c:v>
                </c:pt>
                <c:pt idx="2159">
                  <c:v>0.210752482358523</c:v>
                </c:pt>
                <c:pt idx="2160">
                  <c:v>0.212100085918984</c:v>
                </c:pt>
                <c:pt idx="2161">
                  <c:v>0.212281042474897</c:v>
                </c:pt>
                <c:pt idx="2162">
                  <c:v>0.213898651361078</c:v>
                </c:pt>
                <c:pt idx="2163">
                  <c:v>0.220102198862535</c:v>
                </c:pt>
                <c:pt idx="2164">
                  <c:v>0.221769721068481</c:v>
                </c:pt>
                <c:pt idx="2165">
                  <c:v>0.227527512013477</c:v>
                </c:pt>
                <c:pt idx="2166">
                  <c:v>0.226757377392986</c:v>
                </c:pt>
                <c:pt idx="2167">
                  <c:v>0.228192459370722</c:v>
                </c:pt>
                <c:pt idx="2168">
                  <c:v>0.232320784689536</c:v>
                </c:pt>
                <c:pt idx="2169">
                  <c:v>0.233011791419114</c:v>
                </c:pt>
                <c:pt idx="2170">
                  <c:v>0.232765277009508</c:v>
                </c:pt>
                <c:pt idx="2171">
                  <c:v>0.228052459195277</c:v>
                </c:pt>
                <c:pt idx="2172">
                  <c:v>0.203745174280499</c:v>
                </c:pt>
                <c:pt idx="2173">
                  <c:v>0.208018739640629</c:v>
                </c:pt>
                <c:pt idx="2174">
                  <c:v>0.190978966522715</c:v>
                </c:pt>
                <c:pt idx="2175">
                  <c:v>0.182542758388125</c:v>
                </c:pt>
                <c:pt idx="2176">
                  <c:v>0.174859263168154</c:v>
                </c:pt>
                <c:pt idx="2177">
                  <c:v>0.174968250153763</c:v>
                </c:pt>
                <c:pt idx="2178">
                  <c:v>0.180560376756369</c:v>
                </c:pt>
                <c:pt idx="2179">
                  <c:v>0.180166331314943</c:v>
                </c:pt>
                <c:pt idx="2180">
                  <c:v>0.206686032149198</c:v>
                </c:pt>
                <c:pt idx="2181">
                  <c:v>0.208790532381406</c:v>
                </c:pt>
                <c:pt idx="2182">
                  <c:v>0.209230160681946</c:v>
                </c:pt>
                <c:pt idx="2183">
                  <c:v>0.209614689708343</c:v>
                </c:pt>
                <c:pt idx="2184">
                  <c:v>0.213635837969846</c:v>
                </c:pt>
                <c:pt idx="2185">
                  <c:v>0.209526811370576</c:v>
                </c:pt>
                <c:pt idx="2186">
                  <c:v>0.215408626553805</c:v>
                </c:pt>
                <c:pt idx="2187">
                  <c:v>0.211852984823667</c:v>
                </c:pt>
                <c:pt idx="2188">
                  <c:v>0.209720314328972</c:v>
                </c:pt>
                <c:pt idx="2189">
                  <c:v>0.208993492118605</c:v>
                </c:pt>
                <c:pt idx="2190">
                  <c:v>0.208848464294137</c:v>
                </c:pt>
                <c:pt idx="2191">
                  <c:v>0.211473770850231</c:v>
                </c:pt>
                <c:pt idx="2192">
                  <c:v>0.211510997821653</c:v>
                </c:pt>
                <c:pt idx="2193">
                  <c:v>0.208249038162234</c:v>
                </c:pt>
                <c:pt idx="2194">
                  <c:v>0.203746920836807</c:v>
                </c:pt>
                <c:pt idx="2195">
                  <c:v>0.202589139102855</c:v>
                </c:pt>
                <c:pt idx="2196">
                  <c:v>0.201801709911581</c:v>
                </c:pt>
                <c:pt idx="2197">
                  <c:v>0.201869679003323</c:v>
                </c:pt>
                <c:pt idx="2198">
                  <c:v>0.197038838234716</c:v>
                </c:pt>
                <c:pt idx="2199">
                  <c:v>0.201000804564533</c:v>
                </c:pt>
                <c:pt idx="2200">
                  <c:v>0.199826353536525</c:v>
                </c:pt>
                <c:pt idx="2201">
                  <c:v>0.200402403435954</c:v>
                </c:pt>
                <c:pt idx="2202">
                  <c:v>0.195155330062716</c:v>
                </c:pt>
                <c:pt idx="2203">
                  <c:v>0.195023509400768</c:v>
                </c:pt>
                <c:pt idx="2204">
                  <c:v>0.194771154691707</c:v>
                </c:pt>
                <c:pt idx="2205">
                  <c:v>0.195525487059831</c:v>
                </c:pt>
                <c:pt idx="2206">
                  <c:v>0.195886374134325</c:v>
                </c:pt>
                <c:pt idx="2207">
                  <c:v>0.185800183905404</c:v>
                </c:pt>
                <c:pt idx="2208">
                  <c:v>0.187687992931686</c:v>
                </c:pt>
                <c:pt idx="2209">
                  <c:v>0.150232578725598</c:v>
                </c:pt>
                <c:pt idx="2210">
                  <c:v>0.148944515346713</c:v>
                </c:pt>
                <c:pt idx="2211">
                  <c:v>0.14353814766052</c:v>
                </c:pt>
                <c:pt idx="2212">
                  <c:v>0.143860885232014</c:v>
                </c:pt>
                <c:pt idx="2213">
                  <c:v>0.137671430299962</c:v>
                </c:pt>
                <c:pt idx="2214">
                  <c:v>0.125898048922062</c:v>
                </c:pt>
                <c:pt idx="2215">
                  <c:v>0.116543640347135</c:v>
                </c:pt>
                <c:pt idx="2216">
                  <c:v>0.117583475941714</c:v>
                </c:pt>
                <c:pt idx="2217">
                  <c:v>0.114204644172459</c:v>
                </c:pt>
                <c:pt idx="2218">
                  <c:v>0.113937333839872</c:v>
                </c:pt>
                <c:pt idx="2219">
                  <c:v>0.109452390287177</c:v>
                </c:pt>
                <c:pt idx="2220">
                  <c:v>0.104196891028656</c:v>
                </c:pt>
                <c:pt idx="2221">
                  <c:v>0.0995295282561894</c:v>
                </c:pt>
                <c:pt idx="2222">
                  <c:v>0.0992023863773868</c:v>
                </c:pt>
                <c:pt idx="2223">
                  <c:v>0.103132138267651</c:v>
                </c:pt>
                <c:pt idx="2224">
                  <c:v>0.104233088454319</c:v>
                </c:pt>
                <c:pt idx="2225">
                  <c:v>0.102044615790494</c:v>
                </c:pt>
                <c:pt idx="2226">
                  <c:v>0.108330759046282</c:v>
                </c:pt>
                <c:pt idx="2227">
                  <c:v>0.100457007643778</c:v>
                </c:pt>
                <c:pt idx="2228">
                  <c:v>0.102859280473499</c:v>
                </c:pt>
                <c:pt idx="2229">
                  <c:v>0.102877145310171</c:v>
                </c:pt>
                <c:pt idx="2230">
                  <c:v>0.101278228180171</c:v>
                </c:pt>
                <c:pt idx="2231">
                  <c:v>0.098293766598662</c:v>
                </c:pt>
                <c:pt idx="2232">
                  <c:v>0.101211294995731</c:v>
                </c:pt>
                <c:pt idx="2233">
                  <c:v>0.103206548404193</c:v>
                </c:pt>
                <c:pt idx="2234">
                  <c:v>0.107422065833367</c:v>
                </c:pt>
                <c:pt idx="2235">
                  <c:v>0.107020269027235</c:v>
                </c:pt>
                <c:pt idx="2236">
                  <c:v>0.107700875284924</c:v>
                </c:pt>
                <c:pt idx="2237">
                  <c:v>0.104302638585701</c:v>
                </c:pt>
                <c:pt idx="2238">
                  <c:v>0.104353521404279</c:v>
                </c:pt>
                <c:pt idx="2239">
                  <c:v>0.130674192881096</c:v>
                </c:pt>
                <c:pt idx="2240">
                  <c:v>0.132199287164315</c:v>
                </c:pt>
                <c:pt idx="2241">
                  <c:v>0.140250624782366</c:v>
                </c:pt>
                <c:pt idx="2242">
                  <c:v>0.14748851522571</c:v>
                </c:pt>
                <c:pt idx="2243">
                  <c:v>0.151711129404565</c:v>
                </c:pt>
                <c:pt idx="2244">
                  <c:v>0.151122191869886</c:v>
                </c:pt>
                <c:pt idx="2245">
                  <c:v>0.152892324426845</c:v>
                </c:pt>
                <c:pt idx="2246">
                  <c:v>0.152625430414938</c:v>
                </c:pt>
                <c:pt idx="2247">
                  <c:v>0.153434241573807</c:v>
                </c:pt>
                <c:pt idx="2248">
                  <c:v>0.153626553205455</c:v>
                </c:pt>
                <c:pt idx="2249">
                  <c:v>0.152364960148095</c:v>
                </c:pt>
                <c:pt idx="2250">
                  <c:v>0.151942782667014</c:v>
                </c:pt>
                <c:pt idx="2251">
                  <c:v>0.152185779635975</c:v>
                </c:pt>
                <c:pt idx="2252">
                  <c:v>0.151692214250959</c:v>
                </c:pt>
                <c:pt idx="2253">
                  <c:v>0.143813754053208</c:v>
                </c:pt>
                <c:pt idx="2254">
                  <c:v>0.144180544981701</c:v>
                </c:pt>
                <c:pt idx="2255">
                  <c:v>0.144009010372899</c:v>
                </c:pt>
                <c:pt idx="2256">
                  <c:v>0.140573658985445</c:v>
                </c:pt>
                <c:pt idx="2257">
                  <c:v>0.139851011410439</c:v>
                </c:pt>
                <c:pt idx="2258">
                  <c:v>0.141574933054591</c:v>
                </c:pt>
                <c:pt idx="2259">
                  <c:v>0.159726561713871</c:v>
                </c:pt>
                <c:pt idx="2260">
                  <c:v>0.160262517611357</c:v>
                </c:pt>
                <c:pt idx="2261">
                  <c:v>0.173766348714716</c:v>
                </c:pt>
                <c:pt idx="2262">
                  <c:v>0.174146013654494</c:v>
                </c:pt>
                <c:pt idx="2263">
                  <c:v>0.17733008366775</c:v>
                </c:pt>
                <c:pt idx="2264">
                  <c:v>0.176701393934642</c:v>
                </c:pt>
                <c:pt idx="2265">
                  <c:v>0.186049965504502</c:v>
                </c:pt>
                <c:pt idx="2266">
                  <c:v>0.186497407273287</c:v>
                </c:pt>
                <c:pt idx="2267">
                  <c:v>0.19074437626599</c:v>
                </c:pt>
                <c:pt idx="2268">
                  <c:v>0.191389549525103</c:v>
                </c:pt>
                <c:pt idx="2269">
                  <c:v>0.176624260459633</c:v>
                </c:pt>
                <c:pt idx="2270">
                  <c:v>0.17497879288523</c:v>
                </c:pt>
                <c:pt idx="2271">
                  <c:v>0.164162894360641</c:v>
                </c:pt>
                <c:pt idx="2272">
                  <c:v>0.159212212222703</c:v>
                </c:pt>
                <c:pt idx="2273">
                  <c:v>0.155044219465477</c:v>
                </c:pt>
                <c:pt idx="2274">
                  <c:v>0.161842640062943</c:v>
                </c:pt>
                <c:pt idx="2275">
                  <c:v>0.159053601588879</c:v>
                </c:pt>
                <c:pt idx="2276">
                  <c:v>0.159899960203596</c:v>
                </c:pt>
                <c:pt idx="2277">
                  <c:v>0.160201645299446</c:v>
                </c:pt>
                <c:pt idx="2278">
                  <c:v>0.16095526367679</c:v>
                </c:pt>
                <c:pt idx="2279">
                  <c:v>0.161699377615708</c:v>
                </c:pt>
                <c:pt idx="2280">
                  <c:v>0.168614008339649</c:v>
                </c:pt>
                <c:pt idx="2281">
                  <c:v>0.168194746430005</c:v>
                </c:pt>
                <c:pt idx="2282">
                  <c:v>0.1684838408561</c:v>
                </c:pt>
                <c:pt idx="2283">
                  <c:v>0.168748160043093</c:v>
                </c:pt>
                <c:pt idx="2284">
                  <c:v>0.17124234449154</c:v>
                </c:pt>
                <c:pt idx="2285">
                  <c:v>0.17535415982489</c:v>
                </c:pt>
                <c:pt idx="2286">
                  <c:v>0.173363721368862</c:v>
                </c:pt>
                <c:pt idx="2287">
                  <c:v>0.173359875262528</c:v>
                </c:pt>
                <c:pt idx="2288">
                  <c:v>0.171153549860987</c:v>
                </c:pt>
                <c:pt idx="2289">
                  <c:v>0.153360255106925</c:v>
                </c:pt>
                <c:pt idx="2290">
                  <c:v>0.152047212928324</c:v>
                </c:pt>
                <c:pt idx="2291">
                  <c:v>0.138454333371649</c:v>
                </c:pt>
                <c:pt idx="2292">
                  <c:v>0.136406017492877</c:v>
                </c:pt>
                <c:pt idx="2293">
                  <c:v>0.130875481390995</c:v>
                </c:pt>
                <c:pt idx="2294">
                  <c:v>0.12138771928335</c:v>
                </c:pt>
                <c:pt idx="2295">
                  <c:v>0.114171066604539</c:v>
                </c:pt>
                <c:pt idx="2296">
                  <c:v>0.11512193539524</c:v>
                </c:pt>
                <c:pt idx="2297">
                  <c:v>0.111749189353376</c:v>
                </c:pt>
                <c:pt idx="2298">
                  <c:v>0.116167896992604</c:v>
                </c:pt>
                <c:pt idx="2299">
                  <c:v>0.116510265387051</c:v>
                </c:pt>
                <c:pt idx="2300">
                  <c:v>0.116475077671073</c:v>
                </c:pt>
                <c:pt idx="2301">
                  <c:v>0.115868576725212</c:v>
                </c:pt>
                <c:pt idx="2302">
                  <c:v>0.115705330978574</c:v>
                </c:pt>
                <c:pt idx="2303">
                  <c:v>0.1165483143109</c:v>
                </c:pt>
                <c:pt idx="2304">
                  <c:v>0.108991677455556</c:v>
                </c:pt>
                <c:pt idx="2305">
                  <c:v>0.108673949248316</c:v>
                </c:pt>
                <c:pt idx="2306">
                  <c:v>0.11074546636611</c:v>
                </c:pt>
                <c:pt idx="2307">
                  <c:v>0.107137037037831</c:v>
                </c:pt>
                <c:pt idx="2308">
                  <c:v>0.106006943300762</c:v>
                </c:pt>
                <c:pt idx="2309">
                  <c:v>0.106641707598402</c:v>
                </c:pt>
                <c:pt idx="2310">
                  <c:v>0.104705818181584</c:v>
                </c:pt>
                <c:pt idx="2311">
                  <c:v>0.108747857171433</c:v>
                </c:pt>
                <c:pt idx="2312">
                  <c:v>0.126831723484086</c:v>
                </c:pt>
                <c:pt idx="2313">
                  <c:v>0.130755225149211</c:v>
                </c:pt>
                <c:pt idx="2314">
                  <c:v>0.133206655979547</c:v>
                </c:pt>
                <c:pt idx="2315">
                  <c:v>0.127656585207831</c:v>
                </c:pt>
                <c:pt idx="2316">
                  <c:v>0.130349668427703</c:v>
                </c:pt>
                <c:pt idx="2317">
                  <c:v>0.130679908632659</c:v>
                </c:pt>
                <c:pt idx="2318">
                  <c:v>0.13355581091234</c:v>
                </c:pt>
                <c:pt idx="2319">
                  <c:v>0.131857200631719</c:v>
                </c:pt>
                <c:pt idx="2320">
                  <c:v>0.134757784712713</c:v>
                </c:pt>
                <c:pt idx="2321">
                  <c:v>0.134727748996192</c:v>
                </c:pt>
                <c:pt idx="2322">
                  <c:v>0.134110880624105</c:v>
                </c:pt>
                <c:pt idx="2323">
                  <c:v>0.130429597745426</c:v>
                </c:pt>
                <c:pt idx="2324">
                  <c:v>0.13006107281396</c:v>
                </c:pt>
                <c:pt idx="2325">
                  <c:v>0.129048650629098</c:v>
                </c:pt>
                <c:pt idx="2326">
                  <c:v>0.127297288154859</c:v>
                </c:pt>
                <c:pt idx="2327">
                  <c:v>0.125143553750637</c:v>
                </c:pt>
                <c:pt idx="2328">
                  <c:v>0.124302661352526</c:v>
                </c:pt>
                <c:pt idx="2329">
                  <c:v>0.120608967067484</c:v>
                </c:pt>
                <c:pt idx="2330">
                  <c:v>0.120538917554737</c:v>
                </c:pt>
                <c:pt idx="2331">
                  <c:v>0.120692417152078</c:v>
                </c:pt>
                <c:pt idx="2332">
                  <c:v>0.121289026967465</c:v>
                </c:pt>
                <c:pt idx="2333">
                  <c:v>0.119924950815296</c:v>
                </c:pt>
                <c:pt idx="2334">
                  <c:v>0.117866317668971</c:v>
                </c:pt>
                <c:pt idx="2335">
                  <c:v>0.117923470270273</c:v>
                </c:pt>
                <c:pt idx="2336">
                  <c:v>0.117308950450898</c:v>
                </c:pt>
                <c:pt idx="2337">
                  <c:v>0.117337666301861</c:v>
                </c:pt>
                <c:pt idx="2338">
                  <c:v>0.121310267444242</c:v>
                </c:pt>
                <c:pt idx="2339">
                  <c:v>0.126308577036616</c:v>
                </c:pt>
                <c:pt idx="2340">
                  <c:v>0.123207449211576</c:v>
                </c:pt>
                <c:pt idx="2341">
                  <c:v>0.120254640031077</c:v>
                </c:pt>
                <c:pt idx="2342">
                  <c:v>0.101115223298418</c:v>
                </c:pt>
                <c:pt idx="2343">
                  <c:v>0.0962886129862699</c:v>
                </c:pt>
                <c:pt idx="2344">
                  <c:v>0.0874527770431062</c:v>
                </c:pt>
                <c:pt idx="2345">
                  <c:v>0.086867453616687</c:v>
                </c:pt>
                <c:pt idx="2346">
                  <c:v>0.0820569752332518</c:v>
                </c:pt>
                <c:pt idx="2347">
                  <c:v>0.0817530927192156</c:v>
                </c:pt>
                <c:pt idx="2348">
                  <c:v>0.0793172548850679</c:v>
                </c:pt>
                <c:pt idx="2349">
                  <c:v>0.0797077612882099</c:v>
                </c:pt>
                <c:pt idx="2350">
                  <c:v>0.0758897396118165</c:v>
                </c:pt>
                <c:pt idx="2351">
                  <c:v>0.080503720319372</c:v>
                </c:pt>
                <c:pt idx="2352">
                  <c:v>0.0857375669281216</c:v>
                </c:pt>
                <c:pt idx="2353">
                  <c:v>0.0859450893432185</c:v>
                </c:pt>
                <c:pt idx="2354">
                  <c:v>0.0871170572454702</c:v>
                </c:pt>
                <c:pt idx="2355">
                  <c:v>0.0869544115686259</c:v>
                </c:pt>
                <c:pt idx="2356">
                  <c:v>0.0879680899935323</c:v>
                </c:pt>
                <c:pt idx="2357">
                  <c:v>0.0905051947280007</c:v>
                </c:pt>
                <c:pt idx="2358">
                  <c:v>0.0998435941302503</c:v>
                </c:pt>
                <c:pt idx="2359">
                  <c:v>0.108650374035085</c:v>
                </c:pt>
                <c:pt idx="2360">
                  <c:v>0.110741181005587</c:v>
                </c:pt>
                <c:pt idx="2361">
                  <c:v>0.110438079468579</c:v>
                </c:pt>
                <c:pt idx="2362">
                  <c:v>0.113037912358816</c:v>
                </c:pt>
                <c:pt idx="2363">
                  <c:v>0.113064446094078</c:v>
                </c:pt>
                <c:pt idx="2364">
                  <c:v>0.114405408661983</c:v>
                </c:pt>
                <c:pt idx="2365">
                  <c:v>0.114091064711163</c:v>
                </c:pt>
                <c:pt idx="2366">
                  <c:v>0.112656784746779</c:v>
                </c:pt>
                <c:pt idx="2367">
                  <c:v>0.114307369981652</c:v>
                </c:pt>
                <c:pt idx="2368">
                  <c:v>0.106338461252828</c:v>
                </c:pt>
                <c:pt idx="2369">
                  <c:v>0.101796333569688</c:v>
                </c:pt>
                <c:pt idx="2370">
                  <c:v>0.102735584888927</c:v>
                </c:pt>
                <c:pt idx="2371">
                  <c:v>0.103398201107548</c:v>
                </c:pt>
                <c:pt idx="2372">
                  <c:v>0.102584503910143</c:v>
                </c:pt>
                <c:pt idx="2373">
                  <c:v>0.10260506736098</c:v>
                </c:pt>
                <c:pt idx="2374">
                  <c:v>0.102550120030922</c:v>
                </c:pt>
                <c:pt idx="2375">
                  <c:v>0.102586720305057</c:v>
                </c:pt>
                <c:pt idx="2376">
                  <c:v>0.102709824862833</c:v>
                </c:pt>
                <c:pt idx="2377">
                  <c:v>0.102037147109739</c:v>
                </c:pt>
                <c:pt idx="2378">
                  <c:v>0.100375647012148</c:v>
                </c:pt>
                <c:pt idx="2379">
                  <c:v>0.102702336043767</c:v>
                </c:pt>
                <c:pt idx="2380">
                  <c:v>0.107643473184269</c:v>
                </c:pt>
                <c:pt idx="2381">
                  <c:v>0.104322191404118</c:v>
                </c:pt>
                <c:pt idx="2382">
                  <c:v>0.101938632852085</c:v>
                </c:pt>
                <c:pt idx="2383">
                  <c:v>0.104202968789748</c:v>
                </c:pt>
                <c:pt idx="2384">
                  <c:v>0.103441675116561</c:v>
                </c:pt>
                <c:pt idx="2385">
                  <c:v>0.103509614461112</c:v>
                </c:pt>
                <c:pt idx="2386">
                  <c:v>0.104663850490551</c:v>
                </c:pt>
                <c:pt idx="2387">
                  <c:v>0.104002079666925</c:v>
                </c:pt>
                <c:pt idx="2388">
                  <c:v>0.0905671888080436</c:v>
                </c:pt>
                <c:pt idx="2389">
                  <c:v>0.0821395626439445</c:v>
                </c:pt>
                <c:pt idx="2390">
                  <c:v>0.0796979182591424</c:v>
                </c:pt>
                <c:pt idx="2391">
                  <c:v>0.0798015958261472</c:v>
                </c:pt>
                <c:pt idx="2392">
                  <c:v>0.0753793076130625</c:v>
                </c:pt>
                <c:pt idx="2393">
                  <c:v>0.0762615851482191</c:v>
                </c:pt>
                <c:pt idx="2394">
                  <c:v>0.0747847218969923</c:v>
                </c:pt>
                <c:pt idx="2395">
                  <c:v>0.0763853113692224</c:v>
                </c:pt>
                <c:pt idx="2396">
                  <c:v>0.0793765191141222</c:v>
                </c:pt>
                <c:pt idx="2397">
                  <c:v>0.0776889210514184</c:v>
                </c:pt>
                <c:pt idx="2398">
                  <c:v>0.0795272509381563</c:v>
                </c:pt>
                <c:pt idx="2399">
                  <c:v>0.0797584904467955</c:v>
                </c:pt>
                <c:pt idx="2400">
                  <c:v>0.0785549599736162</c:v>
                </c:pt>
                <c:pt idx="2401">
                  <c:v>0.0815610792206134</c:v>
                </c:pt>
                <c:pt idx="2402">
                  <c:v>0.0950068717647808</c:v>
                </c:pt>
                <c:pt idx="2403">
                  <c:v>0.095003414588103</c:v>
                </c:pt>
                <c:pt idx="2404">
                  <c:v>0.0993079714949164</c:v>
                </c:pt>
                <c:pt idx="2405">
                  <c:v>0.105359621380915</c:v>
                </c:pt>
                <c:pt idx="2406">
                  <c:v>0.105090835199937</c:v>
                </c:pt>
                <c:pt idx="2407">
                  <c:v>0.105267909683749</c:v>
                </c:pt>
                <c:pt idx="2408">
                  <c:v>0.119916622198904</c:v>
                </c:pt>
                <c:pt idx="2409">
                  <c:v>0.118695230789418</c:v>
                </c:pt>
                <c:pt idx="2410">
                  <c:v>0.119591480197998</c:v>
                </c:pt>
                <c:pt idx="2411">
                  <c:v>0.124567815579477</c:v>
                </c:pt>
                <c:pt idx="2412">
                  <c:v>0.127071039389038</c:v>
                </c:pt>
                <c:pt idx="2413">
                  <c:v>0.128493069527946</c:v>
                </c:pt>
                <c:pt idx="2414">
                  <c:v>0.129144596381872</c:v>
                </c:pt>
                <c:pt idx="2415">
                  <c:v>0.131576114403797</c:v>
                </c:pt>
                <c:pt idx="2416">
                  <c:v>0.130741743152477</c:v>
                </c:pt>
                <c:pt idx="2417">
                  <c:v>0.128877957855859</c:v>
                </c:pt>
                <c:pt idx="2418">
                  <c:v>0.127912881731149</c:v>
                </c:pt>
                <c:pt idx="2419">
                  <c:v>0.128520983301701</c:v>
                </c:pt>
                <c:pt idx="2420">
                  <c:v>0.13885570810705</c:v>
                </c:pt>
                <c:pt idx="2421">
                  <c:v>0.140473263300492</c:v>
                </c:pt>
                <c:pt idx="2422">
                  <c:v>0.140906318200707</c:v>
                </c:pt>
                <c:pt idx="2423">
                  <c:v>0.142313456855866</c:v>
                </c:pt>
                <c:pt idx="2424">
                  <c:v>0.142631040031521</c:v>
                </c:pt>
                <c:pt idx="2425">
                  <c:v>0.142109123191422</c:v>
                </c:pt>
                <c:pt idx="2426">
                  <c:v>0.140092205884518</c:v>
                </c:pt>
                <c:pt idx="2427">
                  <c:v>0.140516478739104</c:v>
                </c:pt>
                <c:pt idx="2428">
                  <c:v>0.139187543479096</c:v>
                </c:pt>
                <c:pt idx="2429">
                  <c:v>0.138410864494506</c:v>
                </c:pt>
                <c:pt idx="2430">
                  <c:v>0.140792027774334</c:v>
                </c:pt>
                <c:pt idx="2431">
                  <c:v>0.137568362399521</c:v>
                </c:pt>
                <c:pt idx="2432">
                  <c:v>0.12626600175511</c:v>
                </c:pt>
                <c:pt idx="2433">
                  <c:v>0.126089204622796</c:v>
                </c:pt>
                <c:pt idx="2434">
                  <c:v>0.124837520546168</c:v>
                </c:pt>
                <c:pt idx="2435">
                  <c:v>0.12132383083657</c:v>
                </c:pt>
                <c:pt idx="2436">
                  <c:v>0.121459553668339</c:v>
                </c:pt>
                <c:pt idx="2437">
                  <c:v>0.120729465582747</c:v>
                </c:pt>
                <c:pt idx="2438">
                  <c:v>0.102310165789329</c:v>
                </c:pt>
                <c:pt idx="2439">
                  <c:v>0.106866014470106</c:v>
                </c:pt>
                <c:pt idx="2440">
                  <c:v>0.0984549259508482</c:v>
                </c:pt>
                <c:pt idx="2441">
                  <c:v>0.0958559496041764</c:v>
                </c:pt>
                <c:pt idx="2442">
                  <c:v>0.0845214860838271</c:v>
                </c:pt>
                <c:pt idx="2443">
                  <c:v>0.0814437549625548</c:v>
                </c:pt>
                <c:pt idx="2444">
                  <c:v>0.0826921301925091</c:v>
                </c:pt>
                <c:pt idx="2445">
                  <c:v>0.0808731787905745</c:v>
                </c:pt>
                <c:pt idx="2446">
                  <c:v>0.0806580731746025</c:v>
                </c:pt>
                <c:pt idx="2447">
                  <c:v>0.0777196588334437</c:v>
                </c:pt>
                <c:pt idx="2448">
                  <c:v>0.07642791060748</c:v>
                </c:pt>
                <c:pt idx="2449">
                  <c:v>0.0764157942544366</c:v>
                </c:pt>
                <c:pt idx="2450">
                  <c:v>0.0996863732304177</c:v>
                </c:pt>
                <c:pt idx="2451">
                  <c:v>0.115414096580376</c:v>
                </c:pt>
                <c:pt idx="2452">
                  <c:v>0.118960796899488</c:v>
                </c:pt>
                <c:pt idx="2453">
                  <c:v>0.125478338048686</c:v>
                </c:pt>
                <c:pt idx="2454">
                  <c:v>0.127711526754662</c:v>
                </c:pt>
                <c:pt idx="2455">
                  <c:v>0.132101951494059</c:v>
                </c:pt>
                <c:pt idx="2456">
                  <c:v>0.144140698763137</c:v>
                </c:pt>
                <c:pt idx="2457">
                  <c:v>0.14425601924332</c:v>
                </c:pt>
                <c:pt idx="2458">
                  <c:v>0.145147931302877</c:v>
                </c:pt>
                <c:pt idx="2459">
                  <c:v>0.145001137694847</c:v>
                </c:pt>
                <c:pt idx="2460">
                  <c:v>0.147793543010024</c:v>
                </c:pt>
                <c:pt idx="2461">
                  <c:v>0.149503393202819</c:v>
                </c:pt>
                <c:pt idx="2462">
                  <c:v>0.156367607129305</c:v>
                </c:pt>
                <c:pt idx="2463">
                  <c:v>0.157620298646027</c:v>
                </c:pt>
                <c:pt idx="2464">
                  <c:v>0.15991265457625</c:v>
                </c:pt>
                <c:pt idx="2465">
                  <c:v>0.162499554586683</c:v>
                </c:pt>
                <c:pt idx="2466">
                  <c:v>0.171167553632035</c:v>
                </c:pt>
                <c:pt idx="2467">
                  <c:v>0.173514568309169</c:v>
                </c:pt>
                <c:pt idx="2468">
                  <c:v>0.172520704991818</c:v>
                </c:pt>
                <c:pt idx="2469">
                  <c:v>0.176688847004338</c:v>
                </c:pt>
                <c:pt idx="2470">
                  <c:v>0.175810886542897</c:v>
                </c:pt>
                <c:pt idx="2471">
                  <c:v>0.175802806011899</c:v>
                </c:pt>
                <c:pt idx="2472">
                  <c:v>0.17589818737933</c:v>
                </c:pt>
                <c:pt idx="2473">
                  <c:v>0.175902069110735</c:v>
                </c:pt>
                <c:pt idx="2474">
                  <c:v>0.176519677299968</c:v>
                </c:pt>
                <c:pt idx="2475">
                  <c:v>0.17645457526433</c:v>
                </c:pt>
                <c:pt idx="2476">
                  <c:v>0.185523926769735</c:v>
                </c:pt>
                <c:pt idx="2477">
                  <c:v>0.185499759014026</c:v>
                </c:pt>
                <c:pt idx="2478">
                  <c:v>0.185758138607862</c:v>
                </c:pt>
                <c:pt idx="2479">
                  <c:v>0.173150684620022</c:v>
                </c:pt>
                <c:pt idx="2480">
                  <c:v>0.170996056885025</c:v>
                </c:pt>
                <c:pt idx="2481">
                  <c:v>0.16092451661505</c:v>
                </c:pt>
                <c:pt idx="2482">
                  <c:v>0.162759041264362</c:v>
                </c:pt>
                <c:pt idx="2483">
                  <c:v>0.158001953929423</c:v>
                </c:pt>
                <c:pt idx="2484">
                  <c:v>0.165378340943377</c:v>
                </c:pt>
                <c:pt idx="2485">
                  <c:v>0.164210804447859</c:v>
                </c:pt>
                <c:pt idx="2486">
                  <c:v>0.154345097105671</c:v>
                </c:pt>
                <c:pt idx="2487">
                  <c:v>0.161680705893933</c:v>
                </c:pt>
                <c:pt idx="2488">
                  <c:v>0.161574088746496</c:v>
                </c:pt>
                <c:pt idx="2489">
                  <c:v>0.160541028688586</c:v>
                </c:pt>
                <c:pt idx="2490">
                  <c:v>0.159354471959399</c:v>
                </c:pt>
                <c:pt idx="2491">
                  <c:v>0.158884793920157</c:v>
                </c:pt>
                <c:pt idx="2492">
                  <c:v>0.168347688989899</c:v>
                </c:pt>
                <c:pt idx="2493">
                  <c:v>0.177415893136423</c:v>
                </c:pt>
                <c:pt idx="2494">
                  <c:v>0.176624059690052</c:v>
                </c:pt>
                <c:pt idx="2495">
                  <c:v>0.17575745470866</c:v>
                </c:pt>
                <c:pt idx="2496">
                  <c:v>0.181494381941285</c:v>
                </c:pt>
                <c:pt idx="2497">
                  <c:v>0.179348002776092</c:v>
                </c:pt>
                <c:pt idx="2498">
                  <c:v>0.17801471195819</c:v>
                </c:pt>
                <c:pt idx="2499">
                  <c:v>0.174584830543488</c:v>
                </c:pt>
                <c:pt idx="2500">
                  <c:v>0.180884497303308</c:v>
                </c:pt>
                <c:pt idx="2501">
                  <c:v>0.186994177306789</c:v>
                </c:pt>
                <c:pt idx="2502">
                  <c:v>0.193304459503434</c:v>
                </c:pt>
                <c:pt idx="2503">
                  <c:v>0.193341145494912</c:v>
                </c:pt>
                <c:pt idx="2504">
                  <c:v>0.198910538233315</c:v>
                </c:pt>
                <c:pt idx="2505">
                  <c:v>0.199065248337904</c:v>
                </c:pt>
                <c:pt idx="2506">
                  <c:v>0.200451361332246</c:v>
                </c:pt>
                <c:pt idx="2507">
                  <c:v>0.200901547535178</c:v>
                </c:pt>
                <c:pt idx="2508">
                  <c:v>0.202078799673955</c:v>
                </c:pt>
                <c:pt idx="2509">
                  <c:v>0.207057800083294</c:v>
                </c:pt>
                <c:pt idx="2510">
                  <c:v>0.210696524427454</c:v>
                </c:pt>
                <c:pt idx="2511">
                  <c:v>0.22261959726021</c:v>
                </c:pt>
                <c:pt idx="2512">
                  <c:v>0.219797114559852</c:v>
                </c:pt>
                <c:pt idx="2513">
                  <c:v>0.222998468599011</c:v>
                </c:pt>
                <c:pt idx="2514">
                  <c:v>0.225931626232886</c:v>
                </c:pt>
                <c:pt idx="2515">
                  <c:v>0.22487526178398</c:v>
                </c:pt>
                <c:pt idx="2516">
                  <c:v>0.223877578494773</c:v>
                </c:pt>
                <c:pt idx="2517">
                  <c:v>0.23306866627826</c:v>
                </c:pt>
                <c:pt idx="2518">
                  <c:v>0.233306956656548</c:v>
                </c:pt>
                <c:pt idx="2519">
                  <c:v>0.244092043772358</c:v>
                </c:pt>
                <c:pt idx="2520">
                  <c:v>0.244324556238432</c:v>
                </c:pt>
                <c:pt idx="2521">
                  <c:v>0.246576633907122</c:v>
                </c:pt>
                <c:pt idx="2522">
                  <c:v>0.235405893094141</c:v>
                </c:pt>
                <c:pt idx="2523">
                  <c:v>0.237429540367059</c:v>
                </c:pt>
                <c:pt idx="2524">
                  <c:v>0.246377082932983</c:v>
                </c:pt>
                <c:pt idx="2525">
                  <c:v>0.247615620904551</c:v>
                </c:pt>
                <c:pt idx="2526">
                  <c:v>0.240266231979006</c:v>
                </c:pt>
                <c:pt idx="2527">
                  <c:v>0.23977428045648</c:v>
                </c:pt>
                <c:pt idx="2528">
                  <c:v>0.241779748524757</c:v>
                </c:pt>
                <c:pt idx="2529">
                  <c:v>0.243183450150352</c:v>
                </c:pt>
                <c:pt idx="2530">
                  <c:v>0.243092514819881</c:v>
                </c:pt>
                <c:pt idx="2531">
                  <c:v>0.237659612268801</c:v>
                </c:pt>
                <c:pt idx="2532">
                  <c:v>0.231183171745055</c:v>
                </c:pt>
                <c:pt idx="2533">
                  <c:v>0.232782005327629</c:v>
                </c:pt>
                <c:pt idx="2534">
                  <c:v>0.230069599237408</c:v>
                </c:pt>
                <c:pt idx="2535">
                  <c:v>0.235081554212381</c:v>
                </c:pt>
                <c:pt idx="2536">
                  <c:v>0.226066670867583</c:v>
                </c:pt>
                <c:pt idx="2537">
                  <c:v>0.225409206982074</c:v>
                </c:pt>
                <c:pt idx="2538">
                  <c:v>0.226617617542065</c:v>
                </c:pt>
                <c:pt idx="2539">
                  <c:v>0.221270681721336</c:v>
                </c:pt>
                <c:pt idx="2540">
                  <c:v>0.218023855897276</c:v>
                </c:pt>
                <c:pt idx="2541">
                  <c:v>0.209362221391016</c:v>
                </c:pt>
                <c:pt idx="2542">
                  <c:v>0.215387354560586</c:v>
                </c:pt>
                <c:pt idx="2543">
                  <c:v>0.210492502168065</c:v>
                </c:pt>
                <c:pt idx="2544">
                  <c:v>0.206088453649142</c:v>
                </c:pt>
                <c:pt idx="2545">
                  <c:v>0.208700158117244</c:v>
                </c:pt>
                <c:pt idx="2546">
                  <c:v>0.20725719181707</c:v>
                </c:pt>
                <c:pt idx="2547">
                  <c:v>0.191382850819775</c:v>
                </c:pt>
                <c:pt idx="2548">
                  <c:v>0.189550722157709</c:v>
                </c:pt>
                <c:pt idx="2549">
                  <c:v>0.182342244857867</c:v>
                </c:pt>
                <c:pt idx="2550">
                  <c:v>0.199878861394368</c:v>
                </c:pt>
                <c:pt idx="2551">
                  <c:v>0.19653853227485</c:v>
                </c:pt>
                <c:pt idx="2552">
                  <c:v>0.212468310366366</c:v>
                </c:pt>
                <c:pt idx="2553">
                  <c:v>0.202872439923661</c:v>
                </c:pt>
                <c:pt idx="2554">
                  <c:v>0.205274706572556</c:v>
                </c:pt>
                <c:pt idx="2555">
                  <c:v>0.226068963600167</c:v>
                </c:pt>
                <c:pt idx="2556">
                  <c:v>0.223578121511867</c:v>
                </c:pt>
                <c:pt idx="2557">
                  <c:v>0.224469635382948</c:v>
                </c:pt>
                <c:pt idx="2558">
                  <c:v>0.2398904008665</c:v>
                </c:pt>
                <c:pt idx="2559">
                  <c:v>0.257776392621645</c:v>
                </c:pt>
                <c:pt idx="2560">
                  <c:v>0.253091340762058</c:v>
                </c:pt>
                <c:pt idx="2561">
                  <c:v>0.265348622077091</c:v>
                </c:pt>
                <c:pt idx="2562">
                  <c:v>0.263966973331725</c:v>
                </c:pt>
                <c:pt idx="2563">
                  <c:v>0.261420571718011</c:v>
                </c:pt>
                <c:pt idx="2564">
                  <c:v>0.261652127324361</c:v>
                </c:pt>
                <c:pt idx="2565">
                  <c:v>0.272579565913635</c:v>
                </c:pt>
                <c:pt idx="2566">
                  <c:v>0.271727996346807</c:v>
                </c:pt>
                <c:pt idx="2567">
                  <c:v>0.278530521122894</c:v>
                </c:pt>
                <c:pt idx="2568">
                  <c:v>0.297181376176986</c:v>
                </c:pt>
                <c:pt idx="2569">
                  <c:v>0.296812864445821</c:v>
                </c:pt>
                <c:pt idx="2570">
                  <c:v>0.296011421186684</c:v>
                </c:pt>
                <c:pt idx="2571">
                  <c:v>0.303438274447848</c:v>
                </c:pt>
                <c:pt idx="2572">
                  <c:v>0.301247672046436</c:v>
                </c:pt>
                <c:pt idx="2573">
                  <c:v>0.303588501190289</c:v>
                </c:pt>
                <c:pt idx="2574">
                  <c:v>0.308137680913308</c:v>
                </c:pt>
                <c:pt idx="2575">
                  <c:v>0.316832366874318</c:v>
                </c:pt>
                <c:pt idx="2576">
                  <c:v>0.31708129950267</c:v>
                </c:pt>
                <c:pt idx="2577">
                  <c:v>0.312885479738799</c:v>
                </c:pt>
                <c:pt idx="2578">
                  <c:v>0.318712891483036</c:v>
                </c:pt>
                <c:pt idx="2579">
                  <c:v>0.319296341113661</c:v>
                </c:pt>
                <c:pt idx="2580">
                  <c:v>0.310179079519664</c:v>
                </c:pt>
                <c:pt idx="2581">
                  <c:v>0.31108714420692</c:v>
                </c:pt>
                <c:pt idx="2582">
                  <c:v>0.301871756815354</c:v>
                </c:pt>
                <c:pt idx="2583">
                  <c:v>0.309264165312844</c:v>
                </c:pt>
                <c:pt idx="2584">
                  <c:v>0.309444907773782</c:v>
                </c:pt>
                <c:pt idx="2585">
                  <c:v>0.311824821895666</c:v>
                </c:pt>
                <c:pt idx="2586">
                  <c:v>0.310738842767021</c:v>
                </c:pt>
                <c:pt idx="2587">
                  <c:v>0.31421307549724</c:v>
                </c:pt>
                <c:pt idx="2588">
                  <c:v>0.309477679734191</c:v>
                </c:pt>
                <c:pt idx="2589">
                  <c:v>0.296286360566613</c:v>
                </c:pt>
                <c:pt idx="2590">
                  <c:v>0.307266438835012</c:v>
                </c:pt>
                <c:pt idx="2591">
                  <c:v>0.29464346611293</c:v>
                </c:pt>
                <c:pt idx="2592">
                  <c:v>0.296232209921525</c:v>
                </c:pt>
                <c:pt idx="2593">
                  <c:v>0.306786877861226</c:v>
                </c:pt>
                <c:pt idx="2594">
                  <c:v>0.306885383644529</c:v>
                </c:pt>
                <c:pt idx="2595">
                  <c:v>0.30356782359762</c:v>
                </c:pt>
                <c:pt idx="2596">
                  <c:v>0.303490286437187</c:v>
                </c:pt>
                <c:pt idx="2597">
                  <c:v>0.297163989807895</c:v>
                </c:pt>
                <c:pt idx="2598">
                  <c:v>0.276691087066767</c:v>
                </c:pt>
                <c:pt idx="2599">
                  <c:v>0.276332330290394</c:v>
                </c:pt>
                <c:pt idx="2600">
                  <c:v>0.276573034750786</c:v>
                </c:pt>
                <c:pt idx="2601">
                  <c:v>0.274646393753055</c:v>
                </c:pt>
                <c:pt idx="2602">
                  <c:v>0.273696982945454</c:v>
                </c:pt>
                <c:pt idx="2603">
                  <c:v>0.274011564638268</c:v>
                </c:pt>
                <c:pt idx="2604">
                  <c:v>0.267785820807421</c:v>
                </c:pt>
                <c:pt idx="2605">
                  <c:v>0.255754505851567</c:v>
                </c:pt>
                <c:pt idx="2606">
                  <c:v>0.255551794307014</c:v>
                </c:pt>
                <c:pt idx="2607">
                  <c:v>0.262795375099715</c:v>
                </c:pt>
                <c:pt idx="2608">
                  <c:v>0.256264833031375</c:v>
                </c:pt>
                <c:pt idx="2609">
                  <c:v>0.267353488705909</c:v>
                </c:pt>
                <c:pt idx="2610">
                  <c:v>0.267864885728562</c:v>
                </c:pt>
                <c:pt idx="2611">
                  <c:v>0.267983190931813</c:v>
                </c:pt>
                <c:pt idx="2612">
                  <c:v>0.267564149578271</c:v>
                </c:pt>
                <c:pt idx="2613">
                  <c:v>0.258905510795575</c:v>
                </c:pt>
                <c:pt idx="2614">
                  <c:v>0.246731161033625</c:v>
                </c:pt>
                <c:pt idx="2615">
                  <c:v>0.228650971046729</c:v>
                </c:pt>
                <c:pt idx="2616">
                  <c:v>0.229525161724042</c:v>
                </c:pt>
                <c:pt idx="2617">
                  <c:v>0.229360038033933</c:v>
                </c:pt>
                <c:pt idx="2618">
                  <c:v>0.204421093513428</c:v>
                </c:pt>
                <c:pt idx="2619">
                  <c:v>0.206667990470948</c:v>
                </c:pt>
                <c:pt idx="2620">
                  <c:v>0.200477415095105</c:v>
                </c:pt>
                <c:pt idx="2621">
                  <c:v>0.200377773467328</c:v>
                </c:pt>
                <c:pt idx="2622">
                  <c:v>0.200017210253071</c:v>
                </c:pt>
                <c:pt idx="2623">
                  <c:v>0.18256743439756</c:v>
                </c:pt>
                <c:pt idx="2624">
                  <c:v>0.182901215152876</c:v>
                </c:pt>
                <c:pt idx="2625">
                  <c:v>0.178890870024941</c:v>
                </c:pt>
                <c:pt idx="2626">
                  <c:v>0.178889648589633</c:v>
                </c:pt>
                <c:pt idx="2627">
                  <c:v>0.179581209037908</c:v>
                </c:pt>
                <c:pt idx="2628">
                  <c:v>0.178564882023148</c:v>
                </c:pt>
                <c:pt idx="2629">
                  <c:v>0.178533632184273</c:v>
                </c:pt>
                <c:pt idx="2630">
                  <c:v>0.181437153469178</c:v>
                </c:pt>
                <c:pt idx="2631">
                  <c:v>0.178252273337291</c:v>
                </c:pt>
                <c:pt idx="2632">
                  <c:v>0.183903923153298</c:v>
                </c:pt>
                <c:pt idx="2633">
                  <c:v>0.192526568849443</c:v>
                </c:pt>
                <c:pt idx="2634">
                  <c:v>0.189905591758808</c:v>
                </c:pt>
                <c:pt idx="2635">
                  <c:v>0.188707924554758</c:v>
                </c:pt>
                <c:pt idx="2636">
                  <c:v>0.190527659544101</c:v>
                </c:pt>
                <c:pt idx="2637">
                  <c:v>0.212800150484629</c:v>
                </c:pt>
                <c:pt idx="2638">
                  <c:v>0.21216185843941</c:v>
                </c:pt>
                <c:pt idx="2639">
                  <c:v>0.200598028176808</c:v>
                </c:pt>
                <c:pt idx="2640">
                  <c:v>0.201319451168794</c:v>
                </c:pt>
                <c:pt idx="2641">
                  <c:v>0.199397700228772</c:v>
                </c:pt>
                <c:pt idx="2642">
                  <c:v>0.199992865034005</c:v>
                </c:pt>
                <c:pt idx="2643">
                  <c:v>0.200240229651119</c:v>
                </c:pt>
                <c:pt idx="2644">
                  <c:v>0.204466481069584</c:v>
                </c:pt>
                <c:pt idx="2645">
                  <c:v>0.19070982351517</c:v>
                </c:pt>
                <c:pt idx="2646">
                  <c:v>0.192646749945285</c:v>
                </c:pt>
                <c:pt idx="2647">
                  <c:v>0.190621293230721</c:v>
                </c:pt>
                <c:pt idx="2648">
                  <c:v>0.22770823116659</c:v>
                </c:pt>
                <c:pt idx="2649">
                  <c:v>0.227568270108871</c:v>
                </c:pt>
                <c:pt idx="2650">
                  <c:v>0.223745568018846</c:v>
                </c:pt>
                <c:pt idx="2651">
                  <c:v>0.224207044424228</c:v>
                </c:pt>
                <c:pt idx="2652">
                  <c:v>0.225731186722017</c:v>
                </c:pt>
                <c:pt idx="2653">
                  <c:v>0.227318222189392</c:v>
                </c:pt>
                <c:pt idx="2654">
                  <c:v>0.231286057063854</c:v>
                </c:pt>
                <c:pt idx="2655">
                  <c:v>0.220370394231355</c:v>
                </c:pt>
                <c:pt idx="2656">
                  <c:v>0.223584656229378</c:v>
                </c:pt>
                <c:pt idx="2657">
                  <c:v>0.214673139987211</c:v>
                </c:pt>
                <c:pt idx="2658">
                  <c:v>0.213155268882274</c:v>
                </c:pt>
                <c:pt idx="2659">
                  <c:v>0.224265804841003</c:v>
                </c:pt>
                <c:pt idx="2660">
                  <c:v>0.229115452774407</c:v>
                </c:pt>
                <c:pt idx="2661">
                  <c:v>0.229687577436646</c:v>
                </c:pt>
                <c:pt idx="2662">
                  <c:v>0.246068917165952</c:v>
                </c:pt>
                <c:pt idx="2663">
                  <c:v>0.2606471703477</c:v>
                </c:pt>
                <c:pt idx="2664">
                  <c:v>0.260651912280673</c:v>
                </c:pt>
                <c:pt idx="2665">
                  <c:v>0.260942815747851</c:v>
                </c:pt>
                <c:pt idx="2666">
                  <c:v>0.265135800702101</c:v>
                </c:pt>
                <c:pt idx="2667">
                  <c:v>0.250771072879207</c:v>
                </c:pt>
                <c:pt idx="2668">
                  <c:v>0.2507566525762</c:v>
                </c:pt>
                <c:pt idx="2669">
                  <c:v>0.249811058251437</c:v>
                </c:pt>
                <c:pt idx="2670">
                  <c:v>0.263422391197664</c:v>
                </c:pt>
                <c:pt idx="2671">
                  <c:v>0.269914179282968</c:v>
                </c:pt>
                <c:pt idx="2672">
                  <c:v>0.282114912458441</c:v>
                </c:pt>
                <c:pt idx="2673">
                  <c:v>0.28467034227515</c:v>
                </c:pt>
                <c:pt idx="2674">
                  <c:v>0.278747244487932</c:v>
                </c:pt>
                <c:pt idx="2675">
                  <c:v>0.277893319686938</c:v>
                </c:pt>
                <c:pt idx="2676">
                  <c:v>0.283645841920704</c:v>
                </c:pt>
                <c:pt idx="2677">
                  <c:v>0.284187063580499</c:v>
                </c:pt>
                <c:pt idx="2678">
                  <c:v>0.261640433860963</c:v>
                </c:pt>
                <c:pt idx="2679">
                  <c:v>0.26210977076007</c:v>
                </c:pt>
                <c:pt idx="2680">
                  <c:v>0.260740665061526</c:v>
                </c:pt>
                <c:pt idx="2681">
                  <c:v>0.269912028653615</c:v>
                </c:pt>
                <c:pt idx="2682">
                  <c:v>0.270112235358663</c:v>
                </c:pt>
                <c:pt idx="2683">
                  <c:v>0.268342569825914</c:v>
                </c:pt>
                <c:pt idx="2684">
                  <c:v>0.273627548900276</c:v>
                </c:pt>
                <c:pt idx="2685">
                  <c:v>0.27426247967537</c:v>
                </c:pt>
                <c:pt idx="2686">
                  <c:v>0.272192636905672</c:v>
                </c:pt>
                <c:pt idx="2687">
                  <c:v>0.27122430319447</c:v>
                </c:pt>
                <c:pt idx="2688">
                  <c:v>0.2712516162609</c:v>
                </c:pt>
                <c:pt idx="2689">
                  <c:v>0.273345094543462</c:v>
                </c:pt>
                <c:pt idx="2690">
                  <c:v>0.308445398241333</c:v>
                </c:pt>
                <c:pt idx="2691">
                  <c:v>0.30415053460964</c:v>
                </c:pt>
                <c:pt idx="2692">
                  <c:v>0.298889788803113</c:v>
                </c:pt>
                <c:pt idx="2693">
                  <c:v>0.287702247240198</c:v>
                </c:pt>
                <c:pt idx="2694">
                  <c:v>0.288990404644384</c:v>
                </c:pt>
                <c:pt idx="2695">
                  <c:v>0.287179084406573</c:v>
                </c:pt>
                <c:pt idx="2696">
                  <c:v>0.272981246920334</c:v>
                </c:pt>
                <c:pt idx="2697">
                  <c:v>0.271982071314788</c:v>
                </c:pt>
                <c:pt idx="2698">
                  <c:v>0.272027913082947</c:v>
                </c:pt>
                <c:pt idx="2699">
                  <c:v>0.271258176331256</c:v>
                </c:pt>
                <c:pt idx="2700">
                  <c:v>0.257254694509488</c:v>
                </c:pt>
                <c:pt idx="2701">
                  <c:v>0.24824224832211</c:v>
                </c:pt>
                <c:pt idx="2702">
                  <c:v>0.260351311027455</c:v>
                </c:pt>
                <c:pt idx="2703">
                  <c:v>0.258986843352664</c:v>
                </c:pt>
                <c:pt idx="2704">
                  <c:v>0.257160342613608</c:v>
                </c:pt>
                <c:pt idx="2705">
                  <c:v>0.257193712852988</c:v>
                </c:pt>
                <c:pt idx="2706">
                  <c:v>0.259880645176063</c:v>
                </c:pt>
                <c:pt idx="2707">
                  <c:v>0.256164807377718</c:v>
                </c:pt>
                <c:pt idx="2708">
                  <c:v>0.255689366982959</c:v>
                </c:pt>
                <c:pt idx="2709">
                  <c:v>0.2560290375935</c:v>
                </c:pt>
                <c:pt idx="2710">
                  <c:v>0.24953434204826</c:v>
                </c:pt>
                <c:pt idx="2711">
                  <c:v>0.24892074756513</c:v>
                </c:pt>
                <c:pt idx="2712">
                  <c:v>0.249353660598807</c:v>
                </c:pt>
                <c:pt idx="2713">
                  <c:v>0.249280747719895</c:v>
                </c:pt>
                <c:pt idx="2714">
                  <c:v>0.249512622398454</c:v>
                </c:pt>
                <c:pt idx="2715">
                  <c:v>0.248418184120348</c:v>
                </c:pt>
                <c:pt idx="2716">
                  <c:v>0.246944402692304</c:v>
                </c:pt>
                <c:pt idx="2717">
                  <c:v>0.250106207601649</c:v>
                </c:pt>
                <c:pt idx="2718">
                  <c:v>0.246089070382953</c:v>
                </c:pt>
                <c:pt idx="2719">
                  <c:v>0.185239616488134</c:v>
                </c:pt>
                <c:pt idx="2720">
                  <c:v>0.182934463835016</c:v>
                </c:pt>
                <c:pt idx="2721">
                  <c:v>0.184252178916042</c:v>
                </c:pt>
                <c:pt idx="2722">
                  <c:v>0.190044459708437</c:v>
                </c:pt>
                <c:pt idx="2723">
                  <c:v>0.188913945900298</c:v>
                </c:pt>
                <c:pt idx="2724">
                  <c:v>0.189021160479695</c:v>
                </c:pt>
                <c:pt idx="2725">
                  <c:v>0.189917233087613</c:v>
                </c:pt>
                <c:pt idx="2726">
                  <c:v>0.192279702198168</c:v>
                </c:pt>
                <c:pt idx="2727">
                  <c:v>0.200094008602617</c:v>
                </c:pt>
                <c:pt idx="2728">
                  <c:v>0.199077120482279</c:v>
                </c:pt>
                <c:pt idx="2729">
                  <c:v>0.200420763286949</c:v>
                </c:pt>
                <c:pt idx="2730">
                  <c:v>0.199261283273495</c:v>
                </c:pt>
                <c:pt idx="2731">
                  <c:v>0.199413839285717</c:v>
                </c:pt>
                <c:pt idx="2732">
                  <c:v>0.177689389447249</c:v>
                </c:pt>
                <c:pt idx="2733">
                  <c:v>0.177735779311183</c:v>
                </c:pt>
                <c:pt idx="2734">
                  <c:v>0.182883126748596</c:v>
                </c:pt>
                <c:pt idx="2735">
                  <c:v>0.177080559255135</c:v>
                </c:pt>
                <c:pt idx="2736">
                  <c:v>0.18107015031243</c:v>
                </c:pt>
                <c:pt idx="2737">
                  <c:v>0.183960794450745</c:v>
                </c:pt>
                <c:pt idx="2738">
                  <c:v>0.182894085342779</c:v>
                </c:pt>
                <c:pt idx="2739">
                  <c:v>0.181402706702196</c:v>
                </c:pt>
                <c:pt idx="2740">
                  <c:v>0.179535614719419</c:v>
                </c:pt>
                <c:pt idx="2741">
                  <c:v>0.178535656264337</c:v>
                </c:pt>
                <c:pt idx="2742">
                  <c:v>0.181803977812756</c:v>
                </c:pt>
                <c:pt idx="2743">
                  <c:v>0.170076305761158</c:v>
                </c:pt>
                <c:pt idx="2744">
                  <c:v>0.167571463518473</c:v>
                </c:pt>
                <c:pt idx="2745">
                  <c:v>0.16776855761588</c:v>
                </c:pt>
                <c:pt idx="2746">
                  <c:v>0.172130343806025</c:v>
                </c:pt>
                <c:pt idx="2747">
                  <c:v>0.169997818830209</c:v>
                </c:pt>
                <c:pt idx="2748">
                  <c:v>0.165441283305761</c:v>
                </c:pt>
                <c:pt idx="2749">
                  <c:v>0.170000890706947</c:v>
                </c:pt>
                <c:pt idx="2750">
                  <c:v>0.172098143380481</c:v>
                </c:pt>
                <c:pt idx="2751">
                  <c:v>0.166792770266528</c:v>
                </c:pt>
                <c:pt idx="2752">
                  <c:v>0.16305415580881</c:v>
                </c:pt>
                <c:pt idx="2753">
                  <c:v>0.162586511861016</c:v>
                </c:pt>
                <c:pt idx="2754">
                  <c:v>0.161410969413431</c:v>
                </c:pt>
                <c:pt idx="2755">
                  <c:v>0.16759156823815</c:v>
                </c:pt>
                <c:pt idx="2756">
                  <c:v>0.163240477712963</c:v>
                </c:pt>
                <c:pt idx="2757">
                  <c:v>0.163762752041828</c:v>
                </c:pt>
                <c:pt idx="2758">
                  <c:v>0.163850683658721</c:v>
                </c:pt>
                <c:pt idx="2759">
                  <c:v>0.163390947333401</c:v>
                </c:pt>
                <c:pt idx="2760">
                  <c:v>0.16251068757801</c:v>
                </c:pt>
                <c:pt idx="2761">
                  <c:v>0.16245254530894</c:v>
                </c:pt>
                <c:pt idx="2762">
                  <c:v>0.162245517414591</c:v>
                </c:pt>
                <c:pt idx="2763">
                  <c:v>0.162694748529147</c:v>
                </c:pt>
                <c:pt idx="2764">
                  <c:v>0.157592781432014</c:v>
                </c:pt>
                <c:pt idx="2765">
                  <c:v>0.16191552467282</c:v>
                </c:pt>
                <c:pt idx="2766">
                  <c:v>0.153111733115009</c:v>
                </c:pt>
                <c:pt idx="2767">
                  <c:v>0.156062850093016</c:v>
                </c:pt>
                <c:pt idx="2768">
                  <c:v>0.156127145673667</c:v>
                </c:pt>
                <c:pt idx="2769">
                  <c:v>0.164822140315023</c:v>
                </c:pt>
                <c:pt idx="2770">
                  <c:v>0.165541326780283</c:v>
                </c:pt>
                <c:pt idx="2771">
                  <c:v>0.16508640152338</c:v>
                </c:pt>
                <c:pt idx="2772">
                  <c:v>0.16966031868837</c:v>
                </c:pt>
                <c:pt idx="2773">
                  <c:v>0.164117573469644</c:v>
                </c:pt>
                <c:pt idx="2774">
                  <c:v>0.169764350849685</c:v>
                </c:pt>
                <c:pt idx="2775">
                  <c:v>0.165098353055237</c:v>
                </c:pt>
                <c:pt idx="2776">
                  <c:v>0.166174548680356</c:v>
                </c:pt>
                <c:pt idx="2777">
                  <c:v>0.17064982172388</c:v>
                </c:pt>
                <c:pt idx="2778">
                  <c:v>0.171350821776066</c:v>
                </c:pt>
                <c:pt idx="2779">
                  <c:v>0.169592382045815</c:v>
                </c:pt>
                <c:pt idx="2780">
                  <c:v>0.169228089869672</c:v>
                </c:pt>
                <c:pt idx="2781">
                  <c:v>0.169150158680291</c:v>
                </c:pt>
                <c:pt idx="2782">
                  <c:v>0.165098426182896</c:v>
                </c:pt>
                <c:pt idx="2783">
                  <c:v>0.171090390602413</c:v>
                </c:pt>
                <c:pt idx="2784">
                  <c:v>0.171833366329267</c:v>
                </c:pt>
                <c:pt idx="2785">
                  <c:v>0.172656893558162</c:v>
                </c:pt>
                <c:pt idx="2786">
                  <c:v>0.172704213769808</c:v>
                </c:pt>
                <c:pt idx="2787">
                  <c:v>0.162759915204235</c:v>
                </c:pt>
                <c:pt idx="2788">
                  <c:v>0.162901918598707</c:v>
                </c:pt>
                <c:pt idx="2789">
                  <c:v>0.16256698166803</c:v>
                </c:pt>
                <c:pt idx="2790">
                  <c:v>0.15899524688011</c:v>
                </c:pt>
                <c:pt idx="2791">
                  <c:v>0.15893267032791</c:v>
                </c:pt>
                <c:pt idx="2792">
                  <c:v>0.159210223174543</c:v>
                </c:pt>
                <c:pt idx="2793">
                  <c:v>0.162021737205923</c:v>
                </c:pt>
                <c:pt idx="2794">
                  <c:v>0.161372944239308</c:v>
                </c:pt>
                <c:pt idx="2795">
                  <c:v>0.155356758145044</c:v>
                </c:pt>
                <c:pt idx="2796">
                  <c:v>0.155355469386444</c:v>
                </c:pt>
                <c:pt idx="2797">
                  <c:v>0.147660922315318</c:v>
                </c:pt>
                <c:pt idx="2798">
                  <c:v>0.149187003559832</c:v>
                </c:pt>
                <c:pt idx="2799">
                  <c:v>0.137209366819129</c:v>
                </c:pt>
                <c:pt idx="2800">
                  <c:v>0.128362847382439</c:v>
                </c:pt>
                <c:pt idx="2801">
                  <c:v>0.138305480570332</c:v>
                </c:pt>
                <c:pt idx="2802">
                  <c:v>0.132084269884601</c:v>
                </c:pt>
                <c:pt idx="2803">
                  <c:v>0.139946869093217</c:v>
                </c:pt>
                <c:pt idx="2804">
                  <c:v>0.133489936453078</c:v>
                </c:pt>
                <c:pt idx="2805">
                  <c:v>0.128142151999157</c:v>
                </c:pt>
                <c:pt idx="2806">
                  <c:v>0.132347225741111</c:v>
                </c:pt>
                <c:pt idx="2807">
                  <c:v>0.129847941602295</c:v>
                </c:pt>
                <c:pt idx="2808">
                  <c:v>0.121770367280413</c:v>
                </c:pt>
                <c:pt idx="2809">
                  <c:v>0.131682457989752</c:v>
                </c:pt>
                <c:pt idx="2810">
                  <c:v>0.131154582318719</c:v>
                </c:pt>
                <c:pt idx="2811">
                  <c:v>0.132283642926539</c:v>
                </c:pt>
                <c:pt idx="2812">
                  <c:v>0.132344163545531</c:v>
                </c:pt>
                <c:pt idx="2813">
                  <c:v>0.126904559911457</c:v>
                </c:pt>
                <c:pt idx="2814">
                  <c:v>0.126250359492952</c:v>
                </c:pt>
                <c:pt idx="2815">
                  <c:v>0.119600977037469</c:v>
                </c:pt>
                <c:pt idx="2816">
                  <c:v>0.120625831457306</c:v>
                </c:pt>
                <c:pt idx="2817">
                  <c:v>0.124166810341699</c:v>
                </c:pt>
                <c:pt idx="2818">
                  <c:v>0.126448318045054</c:v>
                </c:pt>
                <c:pt idx="2819">
                  <c:v>0.126361578045117</c:v>
                </c:pt>
                <c:pt idx="2820">
                  <c:v>0.126369614877561</c:v>
                </c:pt>
                <c:pt idx="2821">
                  <c:v>0.130974265190714</c:v>
                </c:pt>
                <c:pt idx="2822">
                  <c:v>0.132226174090867</c:v>
                </c:pt>
                <c:pt idx="2823">
                  <c:v>0.128996390880104</c:v>
                </c:pt>
                <c:pt idx="2824">
                  <c:v>0.134113431988633</c:v>
                </c:pt>
                <c:pt idx="2825">
                  <c:v>0.133872247043631</c:v>
                </c:pt>
                <c:pt idx="2826">
                  <c:v>0.13520095230145</c:v>
                </c:pt>
                <c:pt idx="2827">
                  <c:v>0.138013624123419</c:v>
                </c:pt>
                <c:pt idx="2828">
                  <c:v>0.142277253290684</c:v>
                </c:pt>
                <c:pt idx="2829">
                  <c:v>0.142585279753806</c:v>
                </c:pt>
                <c:pt idx="2830">
                  <c:v>0.142623922093424</c:v>
                </c:pt>
                <c:pt idx="2831">
                  <c:v>0.134245083148067</c:v>
                </c:pt>
                <c:pt idx="2832">
                  <c:v>0.133860858234642</c:v>
                </c:pt>
                <c:pt idx="2833">
                  <c:v>0.123074314271831</c:v>
                </c:pt>
                <c:pt idx="2834">
                  <c:v>0.123630050649461</c:v>
                </c:pt>
                <c:pt idx="2835">
                  <c:v>0.124541727497011</c:v>
                </c:pt>
                <c:pt idx="2836">
                  <c:v>0.118204324653534</c:v>
                </c:pt>
                <c:pt idx="2837">
                  <c:v>0.118559884635319</c:v>
                </c:pt>
                <c:pt idx="2838">
                  <c:v>0.116436479572071</c:v>
                </c:pt>
                <c:pt idx="2839">
                  <c:v>0.108458730109784</c:v>
                </c:pt>
                <c:pt idx="2840">
                  <c:v>0.110389301985673</c:v>
                </c:pt>
                <c:pt idx="2841">
                  <c:v>0.108836221671949</c:v>
                </c:pt>
                <c:pt idx="2842">
                  <c:v>0.112124914774731</c:v>
                </c:pt>
                <c:pt idx="2843">
                  <c:v>0.113134272041777</c:v>
                </c:pt>
                <c:pt idx="2844">
                  <c:v>0.116203258465885</c:v>
                </c:pt>
                <c:pt idx="2845">
                  <c:v>0.116366665040534</c:v>
                </c:pt>
                <c:pt idx="2846">
                  <c:v>0.11389227316086</c:v>
                </c:pt>
                <c:pt idx="2847">
                  <c:v>0.114172467976523</c:v>
                </c:pt>
                <c:pt idx="2848">
                  <c:v>0.112330211871562</c:v>
                </c:pt>
                <c:pt idx="2849">
                  <c:v>0.115835381271835</c:v>
                </c:pt>
                <c:pt idx="2850">
                  <c:v>0.110156518224757</c:v>
                </c:pt>
                <c:pt idx="2851">
                  <c:v>0.106581624901566</c:v>
                </c:pt>
                <c:pt idx="2852">
                  <c:v>0.105688347284705</c:v>
                </c:pt>
                <c:pt idx="2853">
                  <c:v>0.101912423880777</c:v>
                </c:pt>
                <c:pt idx="2854">
                  <c:v>0.103354351568881</c:v>
                </c:pt>
                <c:pt idx="2855">
                  <c:v>0.100775698976834</c:v>
                </c:pt>
                <c:pt idx="2856">
                  <c:v>0.098475086393609</c:v>
                </c:pt>
                <c:pt idx="2857">
                  <c:v>0.0927048541913613</c:v>
                </c:pt>
                <c:pt idx="2858">
                  <c:v>0.0919018374422022</c:v>
                </c:pt>
                <c:pt idx="2859">
                  <c:v>0.0954820690361563</c:v>
                </c:pt>
                <c:pt idx="2860">
                  <c:v>0.0940786951789802</c:v>
                </c:pt>
                <c:pt idx="2861">
                  <c:v>0.0934662953500862</c:v>
                </c:pt>
                <c:pt idx="2862">
                  <c:v>0.0934616927919178</c:v>
                </c:pt>
                <c:pt idx="2863">
                  <c:v>0.091069618830967</c:v>
                </c:pt>
                <c:pt idx="2864">
                  <c:v>0.0926325334923677</c:v>
                </c:pt>
                <c:pt idx="2865">
                  <c:v>0.0958799280343105</c:v>
                </c:pt>
                <c:pt idx="2866">
                  <c:v>0.0905086890447345</c:v>
                </c:pt>
                <c:pt idx="2867">
                  <c:v>0.0900850972313362</c:v>
                </c:pt>
                <c:pt idx="2868">
                  <c:v>0.0987249335060051</c:v>
                </c:pt>
                <c:pt idx="2869">
                  <c:v>0.0975652936901437</c:v>
                </c:pt>
                <c:pt idx="2870">
                  <c:v>0.0988996347371841</c:v>
                </c:pt>
                <c:pt idx="2871">
                  <c:v>0.0984068662841023</c:v>
                </c:pt>
                <c:pt idx="2872">
                  <c:v>0.0982737420578823</c:v>
                </c:pt>
                <c:pt idx="2873">
                  <c:v>0.096292151854958</c:v>
                </c:pt>
                <c:pt idx="2874">
                  <c:v>0.0962513837415357</c:v>
                </c:pt>
                <c:pt idx="2875">
                  <c:v>0.0957121910025827</c:v>
                </c:pt>
                <c:pt idx="2876">
                  <c:v>0.0905272860409185</c:v>
                </c:pt>
                <c:pt idx="2877">
                  <c:v>0.0967206769309085</c:v>
                </c:pt>
                <c:pt idx="2878">
                  <c:v>0.098962480171917</c:v>
                </c:pt>
                <c:pt idx="2879">
                  <c:v>0.0988250452770841</c:v>
                </c:pt>
                <c:pt idx="2880">
                  <c:v>0.0985264522217198</c:v>
                </c:pt>
                <c:pt idx="2881">
                  <c:v>0.100376774382353</c:v>
                </c:pt>
                <c:pt idx="2882">
                  <c:v>0.098565510957307</c:v>
                </c:pt>
                <c:pt idx="2883">
                  <c:v>0.101551925652513</c:v>
                </c:pt>
                <c:pt idx="2884">
                  <c:v>0.104989425744267</c:v>
                </c:pt>
                <c:pt idx="2885">
                  <c:v>0.107315376500152</c:v>
                </c:pt>
                <c:pt idx="2886">
                  <c:v>0.108421198347404</c:v>
                </c:pt>
                <c:pt idx="2887">
                  <c:v>0.114888251498003</c:v>
                </c:pt>
                <c:pt idx="2888">
                  <c:v>0.115271472128048</c:v>
                </c:pt>
                <c:pt idx="2889">
                  <c:v>0.113750543038156</c:v>
                </c:pt>
                <c:pt idx="2890">
                  <c:v>0.113886016507498</c:v>
                </c:pt>
                <c:pt idx="2891">
                  <c:v>0.113771677066499</c:v>
                </c:pt>
                <c:pt idx="2892">
                  <c:v>0.114889342609675</c:v>
                </c:pt>
                <c:pt idx="2893">
                  <c:v>0.115096796085661</c:v>
                </c:pt>
                <c:pt idx="2894">
                  <c:v>0.114032689369301</c:v>
                </c:pt>
                <c:pt idx="2895">
                  <c:v>0.111885288409802</c:v>
                </c:pt>
                <c:pt idx="2896">
                  <c:v>0.112612697225294</c:v>
                </c:pt>
                <c:pt idx="2897">
                  <c:v>0.112652810588727</c:v>
                </c:pt>
                <c:pt idx="2898">
                  <c:v>0.108671010841565</c:v>
                </c:pt>
                <c:pt idx="2899">
                  <c:v>0.113996101316594</c:v>
                </c:pt>
                <c:pt idx="2900">
                  <c:v>0.113067575792158</c:v>
                </c:pt>
                <c:pt idx="2901">
                  <c:v>0.109798896449993</c:v>
                </c:pt>
                <c:pt idx="2902">
                  <c:v>0.112286346264785</c:v>
                </c:pt>
                <c:pt idx="2903">
                  <c:v>0.119838639518268</c:v>
                </c:pt>
                <c:pt idx="2904">
                  <c:v>0.119832184464652</c:v>
                </c:pt>
                <c:pt idx="2905">
                  <c:v>0.120741721196307</c:v>
                </c:pt>
                <c:pt idx="2906">
                  <c:v>0.125363148542451</c:v>
                </c:pt>
                <c:pt idx="2907">
                  <c:v>0.121876828485254</c:v>
                </c:pt>
                <c:pt idx="2908">
                  <c:v>0.122033886801468</c:v>
                </c:pt>
                <c:pt idx="2909">
                  <c:v>0.120424881786384</c:v>
                </c:pt>
                <c:pt idx="2910">
                  <c:v>0.120434135825726</c:v>
                </c:pt>
                <c:pt idx="2911">
                  <c:v>0.124056696220789</c:v>
                </c:pt>
                <c:pt idx="2912">
                  <c:v>0.126876884631982</c:v>
                </c:pt>
                <c:pt idx="2913">
                  <c:v>0.121739704597404</c:v>
                </c:pt>
                <c:pt idx="2914">
                  <c:v>0.121902892546154</c:v>
                </c:pt>
                <c:pt idx="2915">
                  <c:v>0.121697419365448</c:v>
                </c:pt>
                <c:pt idx="2916">
                  <c:v>0.121228015825093</c:v>
                </c:pt>
                <c:pt idx="2917">
                  <c:v>0.113645575032023</c:v>
                </c:pt>
                <c:pt idx="2918">
                  <c:v>0.113765914436824</c:v>
                </c:pt>
                <c:pt idx="2919">
                  <c:v>0.114292036836341</c:v>
                </c:pt>
                <c:pt idx="2920">
                  <c:v>0.119088151355448</c:v>
                </c:pt>
                <c:pt idx="2921">
                  <c:v>0.118738811569248</c:v>
                </c:pt>
                <c:pt idx="2922">
                  <c:v>0.122947190229365</c:v>
                </c:pt>
                <c:pt idx="2923">
                  <c:v>0.124651698860315</c:v>
                </c:pt>
                <c:pt idx="2924">
                  <c:v>0.128520480692715</c:v>
                </c:pt>
                <c:pt idx="2925">
                  <c:v>0.126004053012006</c:v>
                </c:pt>
                <c:pt idx="2926">
                  <c:v>0.128295735474919</c:v>
                </c:pt>
                <c:pt idx="2927">
                  <c:v>0.133107891390008</c:v>
                </c:pt>
                <c:pt idx="2928">
                  <c:v>0.132103399535483</c:v>
                </c:pt>
                <c:pt idx="2929">
                  <c:v>0.129287496863916</c:v>
                </c:pt>
                <c:pt idx="2930">
                  <c:v>0.13570246733188</c:v>
                </c:pt>
                <c:pt idx="2931">
                  <c:v>0.137983801786919</c:v>
                </c:pt>
                <c:pt idx="2932">
                  <c:v>0.14059050077473</c:v>
                </c:pt>
                <c:pt idx="2933">
                  <c:v>0.144577548663363</c:v>
                </c:pt>
                <c:pt idx="2934">
                  <c:v>0.14693371508401</c:v>
                </c:pt>
                <c:pt idx="2935">
                  <c:v>0.146588348614813</c:v>
                </c:pt>
                <c:pt idx="2936">
                  <c:v>0.139708568803226</c:v>
                </c:pt>
                <c:pt idx="2937">
                  <c:v>0.139696994859699</c:v>
                </c:pt>
                <c:pt idx="2938">
                  <c:v>0.141184975738884</c:v>
                </c:pt>
                <c:pt idx="2939">
                  <c:v>0.147470259213326</c:v>
                </c:pt>
                <c:pt idx="2940">
                  <c:v>0.147544047328159</c:v>
                </c:pt>
                <c:pt idx="2941">
                  <c:v>0.149699157435078</c:v>
                </c:pt>
                <c:pt idx="2942">
                  <c:v>0.148614463978758</c:v>
                </c:pt>
                <c:pt idx="2943">
                  <c:v>0.148330363545384</c:v>
                </c:pt>
                <c:pt idx="2944">
                  <c:v>0.145376314910701</c:v>
                </c:pt>
                <c:pt idx="2945">
                  <c:v>0.145713120341596</c:v>
                </c:pt>
                <c:pt idx="2946">
                  <c:v>0.145677828066985</c:v>
                </c:pt>
                <c:pt idx="2947">
                  <c:v>0.145639525938658</c:v>
                </c:pt>
                <c:pt idx="2948">
                  <c:v>0.142929852158996</c:v>
                </c:pt>
                <c:pt idx="2949">
                  <c:v>0.14045296411593</c:v>
                </c:pt>
                <c:pt idx="2950">
                  <c:v>0.140551849465685</c:v>
                </c:pt>
                <c:pt idx="2951">
                  <c:v>0.133571396867022</c:v>
                </c:pt>
                <c:pt idx="2952">
                  <c:v>0.130306148117023</c:v>
                </c:pt>
                <c:pt idx="2953">
                  <c:v>0.124710533731503</c:v>
                </c:pt>
                <c:pt idx="2954">
                  <c:v>0.124416827813334</c:v>
                </c:pt>
                <c:pt idx="2955">
                  <c:v>0.125054665895841</c:v>
                </c:pt>
                <c:pt idx="2956">
                  <c:v>0.115664139437821</c:v>
                </c:pt>
                <c:pt idx="2957">
                  <c:v>0.106778597460267</c:v>
                </c:pt>
                <c:pt idx="2958">
                  <c:v>0.103794255518671</c:v>
                </c:pt>
                <c:pt idx="2959">
                  <c:v>0.10095919936464</c:v>
                </c:pt>
                <c:pt idx="2960">
                  <c:v>0.10475134763863</c:v>
                </c:pt>
                <c:pt idx="2961">
                  <c:v>0.102904552448272</c:v>
                </c:pt>
                <c:pt idx="2962">
                  <c:v>0.0927400220460928</c:v>
                </c:pt>
                <c:pt idx="2963">
                  <c:v>0.0908862030667522</c:v>
                </c:pt>
                <c:pt idx="2964">
                  <c:v>0.0912441345004491</c:v>
                </c:pt>
                <c:pt idx="2965">
                  <c:v>0.104501791813633</c:v>
                </c:pt>
                <c:pt idx="2966">
                  <c:v>0.106870273733997</c:v>
                </c:pt>
                <c:pt idx="2967">
                  <c:v>0.1019967051795</c:v>
                </c:pt>
                <c:pt idx="2968">
                  <c:v>0.0949149807782493</c:v>
                </c:pt>
                <c:pt idx="2969">
                  <c:v>0.0944258051049706</c:v>
                </c:pt>
                <c:pt idx="2970">
                  <c:v>0.0809491752979819</c:v>
                </c:pt>
                <c:pt idx="2971">
                  <c:v>0.0821755958648026</c:v>
                </c:pt>
                <c:pt idx="2972">
                  <c:v>0.0850404384900407</c:v>
                </c:pt>
                <c:pt idx="2973">
                  <c:v>0.089556631362739</c:v>
                </c:pt>
                <c:pt idx="2974">
                  <c:v>0.0887564994135981</c:v>
                </c:pt>
                <c:pt idx="2975">
                  <c:v>0.0883079665574249</c:v>
                </c:pt>
                <c:pt idx="2976">
                  <c:v>0.0956178008847598</c:v>
                </c:pt>
                <c:pt idx="2977">
                  <c:v>0.0959734902816767</c:v>
                </c:pt>
                <c:pt idx="2978">
                  <c:v>0.0961778721360122</c:v>
                </c:pt>
                <c:pt idx="2979">
                  <c:v>0.0963998961060502</c:v>
                </c:pt>
                <c:pt idx="2980">
                  <c:v>0.0961331868357063</c:v>
                </c:pt>
                <c:pt idx="2981">
                  <c:v>0.0971613887238889</c:v>
                </c:pt>
                <c:pt idx="2982">
                  <c:v>0.098291600489438</c:v>
                </c:pt>
                <c:pt idx="2983">
                  <c:v>0.0988008431865385</c:v>
                </c:pt>
                <c:pt idx="2984">
                  <c:v>0.103340845621494</c:v>
                </c:pt>
                <c:pt idx="2985">
                  <c:v>0.101847777548352</c:v>
                </c:pt>
                <c:pt idx="2986">
                  <c:v>0.1003976965559</c:v>
                </c:pt>
                <c:pt idx="2987">
                  <c:v>0.10025149881175</c:v>
                </c:pt>
                <c:pt idx="2988">
                  <c:v>0.100559929166027</c:v>
                </c:pt>
                <c:pt idx="2989">
                  <c:v>0.100498719975233</c:v>
                </c:pt>
                <c:pt idx="2990">
                  <c:v>0.0957031956908446</c:v>
                </c:pt>
                <c:pt idx="2991">
                  <c:v>0.0958405461956257</c:v>
                </c:pt>
                <c:pt idx="2992">
                  <c:v>0.108375938064083</c:v>
                </c:pt>
                <c:pt idx="2993">
                  <c:v>0.113012069221167</c:v>
                </c:pt>
                <c:pt idx="2994">
                  <c:v>0.115565118316765</c:v>
                </c:pt>
                <c:pt idx="2995">
                  <c:v>0.106217582932739</c:v>
                </c:pt>
                <c:pt idx="2996">
                  <c:v>0.103107498412221</c:v>
                </c:pt>
                <c:pt idx="2997">
                  <c:v>0.104958174766939</c:v>
                </c:pt>
                <c:pt idx="2998">
                  <c:v>0.104718799422367</c:v>
                </c:pt>
                <c:pt idx="2999">
                  <c:v>0.105415631872637</c:v>
                </c:pt>
                <c:pt idx="3000">
                  <c:v>0.105626434244233</c:v>
                </c:pt>
                <c:pt idx="3001">
                  <c:v>0.113902662702941</c:v>
                </c:pt>
                <c:pt idx="3002">
                  <c:v>0.114388901528278</c:v>
                </c:pt>
                <c:pt idx="3003">
                  <c:v>0.111088377938101</c:v>
                </c:pt>
                <c:pt idx="3004">
                  <c:v>0.111763413968689</c:v>
                </c:pt>
                <c:pt idx="3005">
                  <c:v>0.114252006490785</c:v>
                </c:pt>
                <c:pt idx="3006">
                  <c:v>0.108321032910791</c:v>
                </c:pt>
                <c:pt idx="3007">
                  <c:v>0.121749715644701</c:v>
                </c:pt>
                <c:pt idx="3008">
                  <c:v>0.121438648169559</c:v>
                </c:pt>
                <c:pt idx="3009">
                  <c:v>0.122379478300184</c:v>
                </c:pt>
                <c:pt idx="3010">
                  <c:v>0.122327203381019</c:v>
                </c:pt>
                <c:pt idx="3011">
                  <c:v>0.121631144513018</c:v>
                </c:pt>
                <c:pt idx="3012">
                  <c:v>0.119721238887223</c:v>
                </c:pt>
                <c:pt idx="3013">
                  <c:v>0.119378059751398</c:v>
                </c:pt>
                <c:pt idx="3014">
                  <c:v>0.11605465095592</c:v>
                </c:pt>
                <c:pt idx="3015">
                  <c:v>0.121245950576405</c:v>
                </c:pt>
                <c:pt idx="3016">
                  <c:v>0.12162919185497</c:v>
                </c:pt>
                <c:pt idx="3017">
                  <c:v>0.12413547201136</c:v>
                </c:pt>
                <c:pt idx="3018">
                  <c:v>0.126077107902879</c:v>
                </c:pt>
                <c:pt idx="3019">
                  <c:v>0.126155531677725</c:v>
                </c:pt>
                <c:pt idx="3020">
                  <c:v>0.128077362419037</c:v>
                </c:pt>
                <c:pt idx="3021">
                  <c:v>0.128336045456592</c:v>
                </c:pt>
                <c:pt idx="3022">
                  <c:v>0.11783366695727</c:v>
                </c:pt>
                <c:pt idx="3023">
                  <c:v>0.116072287024083</c:v>
                </c:pt>
                <c:pt idx="3024">
                  <c:v>0.113731892126686</c:v>
                </c:pt>
                <c:pt idx="3025">
                  <c:v>0.113597734807984</c:v>
                </c:pt>
                <c:pt idx="3026">
                  <c:v>0.115541844236596</c:v>
                </c:pt>
                <c:pt idx="3027">
                  <c:v>0.114029398901677</c:v>
                </c:pt>
                <c:pt idx="3028">
                  <c:v>0.114329503649551</c:v>
                </c:pt>
                <c:pt idx="3029">
                  <c:v>0.114379706598729</c:v>
                </c:pt>
                <c:pt idx="3030">
                  <c:v>0.114813610244192</c:v>
                </c:pt>
                <c:pt idx="3031">
                  <c:v>0.107720154832993</c:v>
                </c:pt>
                <c:pt idx="3032">
                  <c:v>0.105298996443947</c:v>
                </c:pt>
                <c:pt idx="3033">
                  <c:v>0.105066590973001</c:v>
                </c:pt>
                <c:pt idx="3034">
                  <c:v>0.106533588185904</c:v>
                </c:pt>
                <c:pt idx="3035">
                  <c:v>0.104266750874272</c:v>
                </c:pt>
                <c:pt idx="3036">
                  <c:v>0.11172945038914</c:v>
                </c:pt>
                <c:pt idx="3037">
                  <c:v>0.0993110254773085</c:v>
                </c:pt>
                <c:pt idx="3038">
                  <c:v>0.0993599807707521</c:v>
                </c:pt>
                <c:pt idx="3039">
                  <c:v>0.0984418953463715</c:v>
                </c:pt>
                <c:pt idx="3040">
                  <c:v>0.102858201750901</c:v>
                </c:pt>
                <c:pt idx="3041">
                  <c:v>0.104511255084498</c:v>
                </c:pt>
                <c:pt idx="3042">
                  <c:v>0.112664412218307</c:v>
                </c:pt>
                <c:pt idx="3043">
                  <c:v>0.115501526579418</c:v>
                </c:pt>
                <c:pt idx="3044">
                  <c:v>0.115575248330931</c:v>
                </c:pt>
                <c:pt idx="3045">
                  <c:v>0.113057824828928</c:v>
                </c:pt>
                <c:pt idx="3046">
                  <c:v>0.111967279321246</c:v>
                </c:pt>
                <c:pt idx="3047">
                  <c:v>0.109469006104955</c:v>
                </c:pt>
                <c:pt idx="3048">
                  <c:v>0.111934924822723</c:v>
                </c:pt>
                <c:pt idx="3049">
                  <c:v>0.117752974485653</c:v>
                </c:pt>
                <c:pt idx="3050">
                  <c:v>0.112676854394429</c:v>
                </c:pt>
                <c:pt idx="3051">
                  <c:v>0.113194414396312</c:v>
                </c:pt>
                <c:pt idx="3052">
                  <c:v>0.117293086853585</c:v>
                </c:pt>
                <c:pt idx="3053">
                  <c:v>0.116214962897078</c:v>
                </c:pt>
                <c:pt idx="3055">
                  <c:v>0.127018315761691</c:v>
                </c:pt>
                <c:pt idx="3056">
                  <c:v>0.128930395664105</c:v>
                </c:pt>
                <c:pt idx="3057">
                  <c:v>0.13168065571616</c:v>
                </c:pt>
                <c:pt idx="3058">
                  <c:v>0.135004982130572</c:v>
                </c:pt>
                <c:pt idx="3059">
                  <c:v>0.13505376735171</c:v>
                </c:pt>
                <c:pt idx="3060">
                  <c:v>0.134796762708854</c:v>
                </c:pt>
                <c:pt idx="3061">
                  <c:v>0.13538808967947</c:v>
                </c:pt>
                <c:pt idx="3062">
                  <c:v>0.133077471245168</c:v>
                </c:pt>
                <c:pt idx="3063">
                  <c:v>0.133025544681391</c:v>
                </c:pt>
                <c:pt idx="3064">
                  <c:v>0.133678029839896</c:v>
                </c:pt>
                <c:pt idx="3065">
                  <c:v>0.135943971582434</c:v>
                </c:pt>
                <c:pt idx="3066">
                  <c:v>0.136170609570151</c:v>
                </c:pt>
                <c:pt idx="3067">
                  <c:v>0.130596552328378</c:v>
                </c:pt>
                <c:pt idx="3068">
                  <c:v>0.127088880754397</c:v>
                </c:pt>
                <c:pt idx="3069">
                  <c:v>0.127152452343553</c:v>
                </c:pt>
                <c:pt idx="3070">
                  <c:v>0.127530941698624</c:v>
                </c:pt>
                <c:pt idx="3071">
                  <c:v>0.126247259755792</c:v>
                </c:pt>
                <c:pt idx="3072">
                  <c:v>0.126049687822104</c:v>
                </c:pt>
                <c:pt idx="3073">
                  <c:v>0.117566512549076</c:v>
                </c:pt>
                <c:pt idx="3074">
                  <c:v>0.1137622951248</c:v>
                </c:pt>
                <c:pt idx="3075">
                  <c:v>0.115325460283609</c:v>
                </c:pt>
                <c:pt idx="3076">
                  <c:v>0.114988518098448</c:v>
                </c:pt>
                <c:pt idx="3077">
                  <c:v>0.114418576490128</c:v>
                </c:pt>
                <c:pt idx="3078">
                  <c:v>0.110012391382566</c:v>
                </c:pt>
                <c:pt idx="3079">
                  <c:v>0.111974169652657</c:v>
                </c:pt>
                <c:pt idx="3080">
                  <c:v>0.108309891194918</c:v>
                </c:pt>
                <c:pt idx="3081">
                  <c:v>0.10854855892354</c:v>
                </c:pt>
                <c:pt idx="3082">
                  <c:v>0.106885232406913</c:v>
                </c:pt>
                <c:pt idx="3083">
                  <c:v>0.104091174260905</c:v>
                </c:pt>
                <c:pt idx="3084">
                  <c:v>0.105830584312782</c:v>
                </c:pt>
                <c:pt idx="3085">
                  <c:v>0.0851111521651515</c:v>
                </c:pt>
                <c:pt idx="3086">
                  <c:v>0.0832999585015953</c:v>
                </c:pt>
                <c:pt idx="3087">
                  <c:v>0.0792303530270523</c:v>
                </c:pt>
                <c:pt idx="3088">
                  <c:v>0.0754315263989827</c:v>
                </c:pt>
                <c:pt idx="3089">
                  <c:v>0.0765091183454937</c:v>
                </c:pt>
                <c:pt idx="3090">
                  <c:v>0.076956136303172</c:v>
                </c:pt>
                <c:pt idx="3091">
                  <c:v>0.0775003769714835</c:v>
                </c:pt>
                <c:pt idx="3092">
                  <c:v>0.0778246074334426</c:v>
                </c:pt>
                <c:pt idx="3093">
                  <c:v>0.0776404619747017</c:v>
                </c:pt>
                <c:pt idx="3094">
                  <c:v>0.0770592892790518</c:v>
                </c:pt>
                <c:pt idx="3095">
                  <c:v>0.0723193851110122</c:v>
                </c:pt>
                <c:pt idx="3096">
                  <c:v>0.0719008030814326</c:v>
                </c:pt>
                <c:pt idx="3097">
                  <c:v>0.0733837235636105</c:v>
                </c:pt>
                <c:pt idx="3098">
                  <c:v>0.0750414146697944</c:v>
                </c:pt>
                <c:pt idx="3099">
                  <c:v>0.0739975817730833</c:v>
                </c:pt>
                <c:pt idx="3100">
                  <c:v>0.0690071115539031</c:v>
                </c:pt>
                <c:pt idx="3101">
                  <c:v>0.0716176521288264</c:v>
                </c:pt>
                <c:pt idx="3102">
                  <c:v>0.0779799748650214</c:v>
                </c:pt>
                <c:pt idx="3103">
                  <c:v>0.0737967791578916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543815640"/>
        <c:axId val="375947171"/>
      </c:lineChart>
      <c:dateAx>
        <c:axId val="54381564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75947171"/>
        <c:crosses val="autoZero"/>
        <c:auto val="1"/>
        <c:lblOffset val="100"/>
        <c:baseTimeUnit val="days"/>
        <c:majorUnit val="3"/>
        <c:majorTimeUnit val="years"/>
      </c:dateAx>
      <c:valAx>
        <c:axId val="3759471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815640"/>
        <c:crosses val="autoZero"/>
        <c:crossBetween val="between"/>
      </c:valAx>
      <c:dateAx>
        <c:axId val="498862548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4828908"/>
        <c:crosses val="autoZero"/>
        <c:auto val="1"/>
        <c:lblOffset val="100"/>
        <c:baseTimeUnit val="days"/>
      </c:dateAx>
      <c:valAx>
        <c:axId val="83482890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886254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draw_plot_data.csv!$B$1</c:f>
              <c:strCache>
                <c:ptCount val="1"/>
                <c:pt idx="0">
                  <c:v>卖出Put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draw_plot_data.csv!$A$2:$A$3112</c:f>
              <c:numCache>
                <c:formatCode>yyyy/m/d</c:formatCode>
                <c:ptCount val="3111"/>
                <c:pt idx="0" c:formatCode="yyyy/m/d">
                  <c:v>40907</c:v>
                </c:pt>
                <c:pt idx="1" c:formatCode="yyyy/m/d">
                  <c:v>40912</c:v>
                </c:pt>
                <c:pt idx="2" c:formatCode="yyyy/m/d">
                  <c:v>40913</c:v>
                </c:pt>
                <c:pt idx="3" c:formatCode="yyyy/m/d">
                  <c:v>40914</c:v>
                </c:pt>
                <c:pt idx="4" c:formatCode="yyyy/m/d">
                  <c:v>40917</c:v>
                </c:pt>
                <c:pt idx="5" c:formatCode="yyyy/m/d">
                  <c:v>40918</c:v>
                </c:pt>
                <c:pt idx="6" c:formatCode="yyyy/m/d">
                  <c:v>40919</c:v>
                </c:pt>
                <c:pt idx="7" c:formatCode="yyyy/m/d">
                  <c:v>40920</c:v>
                </c:pt>
                <c:pt idx="8" c:formatCode="yyyy/m/d">
                  <c:v>40925</c:v>
                </c:pt>
                <c:pt idx="9" c:formatCode="yyyy/m/d">
                  <c:v>40926</c:v>
                </c:pt>
                <c:pt idx="10" c:formatCode="yyyy/m/d">
                  <c:v>40927</c:v>
                </c:pt>
                <c:pt idx="11" c:formatCode="yyyy/m/d">
                  <c:v>40928</c:v>
                </c:pt>
                <c:pt idx="12" c:formatCode="yyyy/m/d">
                  <c:v>40931</c:v>
                </c:pt>
                <c:pt idx="13" c:formatCode="yyyy/m/d">
                  <c:v>40932</c:v>
                </c:pt>
                <c:pt idx="14" c:formatCode="yyyy/m/d">
                  <c:v>40933</c:v>
                </c:pt>
                <c:pt idx="15" c:formatCode="yyyy/m/d">
                  <c:v>40934</c:v>
                </c:pt>
                <c:pt idx="16" c:formatCode="yyyy/m/d">
                  <c:v>40935</c:v>
                </c:pt>
                <c:pt idx="17" c:formatCode="yyyy/m/d">
                  <c:v>40938</c:v>
                </c:pt>
                <c:pt idx="18" c:formatCode="yyyy/m/d">
                  <c:v>40939</c:v>
                </c:pt>
                <c:pt idx="19" c:formatCode="yyyy/m/d">
                  <c:v>40940</c:v>
                </c:pt>
                <c:pt idx="20" c:formatCode="yyyy/m/d">
                  <c:v>40941</c:v>
                </c:pt>
                <c:pt idx="21" c:formatCode="yyyy/m/d">
                  <c:v>40942</c:v>
                </c:pt>
                <c:pt idx="22" c:formatCode="yyyy/m/d">
                  <c:v>40945</c:v>
                </c:pt>
                <c:pt idx="23" c:formatCode="yyyy/m/d">
                  <c:v>40946</c:v>
                </c:pt>
                <c:pt idx="24" c:formatCode="yyyy/m/d">
                  <c:v>40947</c:v>
                </c:pt>
                <c:pt idx="25" c:formatCode="yyyy/m/d">
                  <c:v>40948</c:v>
                </c:pt>
                <c:pt idx="26" c:formatCode="yyyy/m/d">
                  <c:v>40949</c:v>
                </c:pt>
                <c:pt idx="27" c:formatCode="yyyy/m/d">
                  <c:v>40952</c:v>
                </c:pt>
                <c:pt idx="28" c:formatCode="yyyy/m/d">
                  <c:v>40953</c:v>
                </c:pt>
                <c:pt idx="29" c:formatCode="yyyy/m/d">
                  <c:v>40954</c:v>
                </c:pt>
                <c:pt idx="30" c:formatCode="yyyy/m/d">
                  <c:v>40955</c:v>
                </c:pt>
                <c:pt idx="31" c:formatCode="yyyy/m/d">
                  <c:v>40960</c:v>
                </c:pt>
                <c:pt idx="32" c:formatCode="yyyy/m/d">
                  <c:v>40961</c:v>
                </c:pt>
                <c:pt idx="33" c:formatCode="yyyy/m/d">
                  <c:v>40962</c:v>
                </c:pt>
                <c:pt idx="34" c:formatCode="yyyy/m/d">
                  <c:v>40963</c:v>
                </c:pt>
                <c:pt idx="35" c:formatCode="yyyy/m/d">
                  <c:v>40966</c:v>
                </c:pt>
                <c:pt idx="36" c:formatCode="yyyy/m/d">
                  <c:v>40967</c:v>
                </c:pt>
                <c:pt idx="37" c:formatCode="yyyy/m/d">
                  <c:v>40968</c:v>
                </c:pt>
                <c:pt idx="38" c:formatCode="yyyy/m/d">
                  <c:v>40969</c:v>
                </c:pt>
                <c:pt idx="39" c:formatCode="yyyy/m/d">
                  <c:v>40970</c:v>
                </c:pt>
                <c:pt idx="40" c:formatCode="yyyy/m/d">
                  <c:v>40973</c:v>
                </c:pt>
                <c:pt idx="41" c:formatCode="yyyy/m/d">
                  <c:v>40974</c:v>
                </c:pt>
                <c:pt idx="42" c:formatCode="yyyy/m/d">
                  <c:v>40975</c:v>
                </c:pt>
                <c:pt idx="43" c:formatCode="yyyy/m/d">
                  <c:v>40976</c:v>
                </c:pt>
                <c:pt idx="44" c:formatCode="yyyy/m/d">
                  <c:v>40977</c:v>
                </c:pt>
                <c:pt idx="45" c:formatCode="yyyy/m/d">
                  <c:v>40980</c:v>
                </c:pt>
                <c:pt idx="46" c:formatCode="yyyy/m/d">
                  <c:v>40981</c:v>
                </c:pt>
                <c:pt idx="47" c:formatCode="yyyy/m/d">
                  <c:v>40982</c:v>
                </c:pt>
                <c:pt idx="48" c:formatCode="yyyy/m/d">
                  <c:v>40983</c:v>
                </c:pt>
                <c:pt idx="49" c:formatCode="yyyy/m/d">
                  <c:v>40984</c:v>
                </c:pt>
                <c:pt idx="50" c:formatCode="yyyy/m/d">
                  <c:v>40987</c:v>
                </c:pt>
                <c:pt idx="51" c:formatCode="yyyy/m/d">
                  <c:v>40988</c:v>
                </c:pt>
                <c:pt idx="52" c:formatCode="yyyy/m/d">
                  <c:v>40989</c:v>
                </c:pt>
                <c:pt idx="53" c:formatCode="yyyy/m/d">
                  <c:v>40990</c:v>
                </c:pt>
                <c:pt idx="54" c:formatCode="yyyy/m/d">
                  <c:v>40991</c:v>
                </c:pt>
                <c:pt idx="55" c:formatCode="yyyy/m/d">
                  <c:v>40994</c:v>
                </c:pt>
                <c:pt idx="56" c:formatCode="yyyy/m/d">
                  <c:v>40995</c:v>
                </c:pt>
                <c:pt idx="57" c:formatCode="yyyy/m/d">
                  <c:v>40996</c:v>
                </c:pt>
                <c:pt idx="58" c:formatCode="yyyy/m/d">
                  <c:v>40997</c:v>
                </c:pt>
                <c:pt idx="59" c:formatCode="yyyy/m/d">
                  <c:v>40998</c:v>
                </c:pt>
                <c:pt idx="60" c:formatCode="yyyy/m/d">
                  <c:v>41001</c:v>
                </c:pt>
                <c:pt idx="61" c:formatCode="yyyy/m/d">
                  <c:v>41002</c:v>
                </c:pt>
                <c:pt idx="62" c:formatCode="yyyy/m/d">
                  <c:v>41003</c:v>
                </c:pt>
                <c:pt idx="63" c:formatCode="yyyy/m/d">
                  <c:v>41004</c:v>
                </c:pt>
                <c:pt idx="64" c:formatCode="yyyy/m/d">
                  <c:v>41008</c:v>
                </c:pt>
                <c:pt idx="65" c:formatCode="yyyy/m/d">
                  <c:v>41009</c:v>
                </c:pt>
                <c:pt idx="66" c:formatCode="yyyy/m/d">
                  <c:v>41010</c:v>
                </c:pt>
                <c:pt idx="67" c:formatCode="yyyy/m/d">
                  <c:v>41011</c:v>
                </c:pt>
                <c:pt idx="68" c:formatCode="yyyy/m/d">
                  <c:v>41012</c:v>
                </c:pt>
                <c:pt idx="69" c:formatCode="yyyy/m/d">
                  <c:v>41015</c:v>
                </c:pt>
                <c:pt idx="70" c:formatCode="yyyy/m/d">
                  <c:v>41016</c:v>
                </c:pt>
                <c:pt idx="71" c:formatCode="yyyy/m/d">
                  <c:v>41017</c:v>
                </c:pt>
                <c:pt idx="72" c:formatCode="yyyy/m/d">
                  <c:v>41018</c:v>
                </c:pt>
                <c:pt idx="73" c:formatCode="yyyy/m/d">
                  <c:v>41019</c:v>
                </c:pt>
                <c:pt idx="74" c:formatCode="yyyy/m/d">
                  <c:v>41022</c:v>
                </c:pt>
                <c:pt idx="75" c:formatCode="yyyy/m/d">
                  <c:v>41023</c:v>
                </c:pt>
                <c:pt idx="76" c:formatCode="yyyy/m/d">
                  <c:v>41024</c:v>
                </c:pt>
                <c:pt idx="77" c:formatCode="yyyy/m/d">
                  <c:v>41025</c:v>
                </c:pt>
                <c:pt idx="78" c:formatCode="yyyy/m/d">
                  <c:v>41026</c:v>
                </c:pt>
                <c:pt idx="79" c:formatCode="yyyy/m/d">
                  <c:v>41029</c:v>
                </c:pt>
                <c:pt idx="80" c:formatCode="yyyy/m/d">
                  <c:v>41030</c:v>
                </c:pt>
                <c:pt idx="81" c:formatCode="yyyy/m/d">
                  <c:v>41031</c:v>
                </c:pt>
                <c:pt idx="82" c:formatCode="yyyy/m/d">
                  <c:v>41032</c:v>
                </c:pt>
                <c:pt idx="83" c:formatCode="yyyy/m/d">
                  <c:v>41033</c:v>
                </c:pt>
                <c:pt idx="84" c:formatCode="yyyy/m/d">
                  <c:v>41036</c:v>
                </c:pt>
                <c:pt idx="85" c:formatCode="yyyy/m/d">
                  <c:v>41037</c:v>
                </c:pt>
                <c:pt idx="86" c:formatCode="yyyy/m/d">
                  <c:v>41038</c:v>
                </c:pt>
                <c:pt idx="87" c:formatCode="yyyy/m/d">
                  <c:v>41039</c:v>
                </c:pt>
                <c:pt idx="88" c:formatCode="yyyy/m/d">
                  <c:v>41040</c:v>
                </c:pt>
                <c:pt idx="89" c:formatCode="yyyy/m/d">
                  <c:v>41043</c:v>
                </c:pt>
                <c:pt idx="90" c:formatCode="yyyy/m/d">
                  <c:v>41044</c:v>
                </c:pt>
                <c:pt idx="91" c:formatCode="yyyy/m/d">
                  <c:v>41045</c:v>
                </c:pt>
                <c:pt idx="92" c:formatCode="yyyy/m/d">
                  <c:v>41046</c:v>
                </c:pt>
                <c:pt idx="93" c:formatCode="yyyy/m/d">
                  <c:v>41047</c:v>
                </c:pt>
                <c:pt idx="94" c:formatCode="yyyy/m/d">
                  <c:v>41050</c:v>
                </c:pt>
                <c:pt idx="95" c:formatCode="yyyy/m/d">
                  <c:v>41051</c:v>
                </c:pt>
                <c:pt idx="96" c:formatCode="yyyy/m/d">
                  <c:v>41052</c:v>
                </c:pt>
                <c:pt idx="97" c:formatCode="yyyy/m/d">
                  <c:v>41053</c:v>
                </c:pt>
                <c:pt idx="98" c:formatCode="yyyy/m/d">
                  <c:v>41058</c:v>
                </c:pt>
                <c:pt idx="99" c:formatCode="yyyy/m/d">
                  <c:v>41059</c:v>
                </c:pt>
                <c:pt idx="100" c:formatCode="yyyy/m/d">
                  <c:v>41060</c:v>
                </c:pt>
                <c:pt idx="101" c:formatCode="yyyy/m/d">
                  <c:v>41061</c:v>
                </c:pt>
                <c:pt idx="102" c:formatCode="yyyy/m/d">
                  <c:v>41064</c:v>
                </c:pt>
                <c:pt idx="103" c:formatCode="yyyy/m/d">
                  <c:v>41065</c:v>
                </c:pt>
                <c:pt idx="104" c:formatCode="yyyy/m/d">
                  <c:v>41066</c:v>
                </c:pt>
                <c:pt idx="105" c:formatCode="yyyy/m/d">
                  <c:v>41067</c:v>
                </c:pt>
                <c:pt idx="106" c:formatCode="yyyy/m/d">
                  <c:v>41068</c:v>
                </c:pt>
                <c:pt idx="107" c:formatCode="yyyy/m/d">
                  <c:v>41071</c:v>
                </c:pt>
                <c:pt idx="108" c:formatCode="yyyy/m/d">
                  <c:v>41072</c:v>
                </c:pt>
                <c:pt idx="109" c:formatCode="yyyy/m/d">
                  <c:v>41073</c:v>
                </c:pt>
                <c:pt idx="110" c:formatCode="yyyy/m/d">
                  <c:v>41074</c:v>
                </c:pt>
                <c:pt idx="111" c:formatCode="yyyy/m/d">
                  <c:v>41075</c:v>
                </c:pt>
                <c:pt idx="112" c:formatCode="yyyy/m/d">
                  <c:v>41078</c:v>
                </c:pt>
                <c:pt idx="113" c:formatCode="yyyy/m/d">
                  <c:v>41079</c:v>
                </c:pt>
                <c:pt idx="114" c:formatCode="yyyy/m/d">
                  <c:v>41080</c:v>
                </c:pt>
                <c:pt idx="115" c:formatCode="yyyy/m/d">
                  <c:v>41081</c:v>
                </c:pt>
                <c:pt idx="116" c:formatCode="yyyy/m/d">
                  <c:v>41082</c:v>
                </c:pt>
                <c:pt idx="117" c:formatCode="yyyy/m/d">
                  <c:v>41085</c:v>
                </c:pt>
                <c:pt idx="118" c:formatCode="yyyy/m/d">
                  <c:v>41086</c:v>
                </c:pt>
                <c:pt idx="119" c:formatCode="yyyy/m/d">
                  <c:v>41087</c:v>
                </c:pt>
                <c:pt idx="120" c:formatCode="yyyy/m/d">
                  <c:v>41088</c:v>
                </c:pt>
                <c:pt idx="121" c:formatCode="yyyy/m/d">
                  <c:v>41089</c:v>
                </c:pt>
                <c:pt idx="122" c:formatCode="yyyy/m/d">
                  <c:v>41092</c:v>
                </c:pt>
                <c:pt idx="123" c:formatCode="yyyy/m/d">
                  <c:v>41095</c:v>
                </c:pt>
                <c:pt idx="124" c:formatCode="yyyy/m/d">
                  <c:v>41096</c:v>
                </c:pt>
                <c:pt idx="125" c:formatCode="yyyy/m/d">
                  <c:v>41099</c:v>
                </c:pt>
                <c:pt idx="126" c:formatCode="yyyy/m/d">
                  <c:v>41100</c:v>
                </c:pt>
                <c:pt idx="127" c:formatCode="yyyy/m/d">
                  <c:v>41101</c:v>
                </c:pt>
                <c:pt idx="128" c:formatCode="yyyy/m/d">
                  <c:v>41102</c:v>
                </c:pt>
                <c:pt idx="129" c:formatCode="yyyy/m/d">
                  <c:v>41103</c:v>
                </c:pt>
                <c:pt idx="130" c:formatCode="yyyy/m/d">
                  <c:v>41106</c:v>
                </c:pt>
                <c:pt idx="131" c:formatCode="yyyy/m/d">
                  <c:v>41107</c:v>
                </c:pt>
                <c:pt idx="132" c:formatCode="yyyy/m/d">
                  <c:v>41108</c:v>
                </c:pt>
                <c:pt idx="133" c:formatCode="yyyy/m/d">
                  <c:v>41109</c:v>
                </c:pt>
                <c:pt idx="134" c:formatCode="yyyy/m/d">
                  <c:v>41110</c:v>
                </c:pt>
                <c:pt idx="135" c:formatCode="yyyy/m/d">
                  <c:v>41113</c:v>
                </c:pt>
                <c:pt idx="136" c:formatCode="yyyy/m/d">
                  <c:v>41114</c:v>
                </c:pt>
                <c:pt idx="137" c:formatCode="yyyy/m/d">
                  <c:v>41115</c:v>
                </c:pt>
                <c:pt idx="138" c:formatCode="yyyy/m/d">
                  <c:v>41116</c:v>
                </c:pt>
                <c:pt idx="139" c:formatCode="yyyy/m/d">
                  <c:v>41117</c:v>
                </c:pt>
                <c:pt idx="140" c:formatCode="yyyy/m/d">
                  <c:v>41120</c:v>
                </c:pt>
                <c:pt idx="141" c:formatCode="yyyy/m/d">
                  <c:v>41121</c:v>
                </c:pt>
                <c:pt idx="142" c:formatCode="yyyy/m/d">
                  <c:v>41122</c:v>
                </c:pt>
                <c:pt idx="143" c:formatCode="yyyy/m/d">
                  <c:v>41123</c:v>
                </c:pt>
                <c:pt idx="144" c:formatCode="yyyy/m/d">
                  <c:v>41124</c:v>
                </c:pt>
                <c:pt idx="145" c:formatCode="yyyy/m/d">
                  <c:v>41127</c:v>
                </c:pt>
                <c:pt idx="146" c:formatCode="yyyy/m/d">
                  <c:v>41128</c:v>
                </c:pt>
                <c:pt idx="147" c:formatCode="yyyy/m/d">
                  <c:v>41129</c:v>
                </c:pt>
                <c:pt idx="148" c:formatCode="yyyy/m/d">
                  <c:v>41130</c:v>
                </c:pt>
                <c:pt idx="149" c:formatCode="yyyy/m/d">
                  <c:v>41131</c:v>
                </c:pt>
                <c:pt idx="150" c:formatCode="yyyy/m/d">
                  <c:v>41134</c:v>
                </c:pt>
                <c:pt idx="151" c:formatCode="yyyy/m/d">
                  <c:v>41135</c:v>
                </c:pt>
                <c:pt idx="152" c:formatCode="yyyy/m/d">
                  <c:v>41136</c:v>
                </c:pt>
                <c:pt idx="153" c:formatCode="yyyy/m/d">
                  <c:v>41137</c:v>
                </c:pt>
                <c:pt idx="154" c:formatCode="yyyy/m/d">
                  <c:v>41138</c:v>
                </c:pt>
                <c:pt idx="155" c:formatCode="yyyy/m/d">
                  <c:v>41141</c:v>
                </c:pt>
                <c:pt idx="156" c:formatCode="yyyy/m/d">
                  <c:v>41142</c:v>
                </c:pt>
                <c:pt idx="157" c:formatCode="yyyy/m/d">
                  <c:v>41143</c:v>
                </c:pt>
                <c:pt idx="158" c:formatCode="yyyy/m/d">
                  <c:v>41144</c:v>
                </c:pt>
                <c:pt idx="159" c:formatCode="yyyy/m/d">
                  <c:v>41145</c:v>
                </c:pt>
                <c:pt idx="160" c:formatCode="yyyy/m/d">
                  <c:v>41148</c:v>
                </c:pt>
                <c:pt idx="161" c:formatCode="yyyy/m/d">
                  <c:v>41149</c:v>
                </c:pt>
                <c:pt idx="162" c:formatCode="yyyy/m/d">
                  <c:v>41150</c:v>
                </c:pt>
                <c:pt idx="163" c:formatCode="yyyy/m/d">
                  <c:v>41151</c:v>
                </c:pt>
                <c:pt idx="164" c:formatCode="yyyy/m/d">
                  <c:v>41156</c:v>
                </c:pt>
                <c:pt idx="165" c:formatCode="yyyy/m/d">
                  <c:v>41157</c:v>
                </c:pt>
                <c:pt idx="166" c:formatCode="yyyy/m/d">
                  <c:v>41158</c:v>
                </c:pt>
                <c:pt idx="167" c:formatCode="yyyy/m/d">
                  <c:v>41159</c:v>
                </c:pt>
                <c:pt idx="168" c:formatCode="yyyy/m/d">
                  <c:v>41162</c:v>
                </c:pt>
                <c:pt idx="169" c:formatCode="yyyy/m/d">
                  <c:v>41163</c:v>
                </c:pt>
                <c:pt idx="170" c:formatCode="yyyy/m/d">
                  <c:v>41164</c:v>
                </c:pt>
                <c:pt idx="171" c:formatCode="yyyy/m/d">
                  <c:v>41165</c:v>
                </c:pt>
                <c:pt idx="172" c:formatCode="yyyy/m/d">
                  <c:v>41166</c:v>
                </c:pt>
                <c:pt idx="173" c:formatCode="yyyy/m/d">
                  <c:v>41169</c:v>
                </c:pt>
                <c:pt idx="174" c:formatCode="yyyy/m/d">
                  <c:v>41170</c:v>
                </c:pt>
                <c:pt idx="175" c:formatCode="yyyy/m/d">
                  <c:v>41171</c:v>
                </c:pt>
                <c:pt idx="176" c:formatCode="yyyy/m/d">
                  <c:v>41172</c:v>
                </c:pt>
                <c:pt idx="177" c:formatCode="yyyy/m/d">
                  <c:v>41173</c:v>
                </c:pt>
                <c:pt idx="178" c:formatCode="yyyy/m/d">
                  <c:v>41176</c:v>
                </c:pt>
                <c:pt idx="179" c:formatCode="yyyy/m/d">
                  <c:v>41177</c:v>
                </c:pt>
                <c:pt idx="180" c:formatCode="yyyy/m/d">
                  <c:v>41178</c:v>
                </c:pt>
                <c:pt idx="181" c:formatCode="yyyy/m/d">
                  <c:v>41179</c:v>
                </c:pt>
                <c:pt idx="182" c:formatCode="yyyy/m/d">
                  <c:v>41180</c:v>
                </c:pt>
                <c:pt idx="183" c:formatCode="yyyy/m/d">
                  <c:v>41183</c:v>
                </c:pt>
                <c:pt idx="184" c:formatCode="yyyy/m/d">
                  <c:v>41184</c:v>
                </c:pt>
                <c:pt idx="185" c:formatCode="yyyy/m/d">
                  <c:v>41185</c:v>
                </c:pt>
                <c:pt idx="186" c:formatCode="yyyy/m/d">
                  <c:v>41186</c:v>
                </c:pt>
                <c:pt idx="187" c:formatCode="yyyy/m/d">
                  <c:v>41190</c:v>
                </c:pt>
                <c:pt idx="188" c:formatCode="yyyy/m/d">
                  <c:v>41191</c:v>
                </c:pt>
                <c:pt idx="189" c:formatCode="yyyy/m/d">
                  <c:v>41192</c:v>
                </c:pt>
                <c:pt idx="190" c:formatCode="yyyy/m/d">
                  <c:v>41193</c:v>
                </c:pt>
                <c:pt idx="191" c:formatCode="yyyy/m/d">
                  <c:v>41194</c:v>
                </c:pt>
                <c:pt idx="192" c:formatCode="yyyy/m/d">
                  <c:v>41197</c:v>
                </c:pt>
                <c:pt idx="193" c:formatCode="yyyy/m/d">
                  <c:v>41198</c:v>
                </c:pt>
                <c:pt idx="194" c:formatCode="yyyy/m/d">
                  <c:v>41199</c:v>
                </c:pt>
                <c:pt idx="195" c:formatCode="yyyy/m/d">
                  <c:v>41200</c:v>
                </c:pt>
                <c:pt idx="196" c:formatCode="yyyy/m/d">
                  <c:v>41201</c:v>
                </c:pt>
                <c:pt idx="197" c:formatCode="yyyy/m/d">
                  <c:v>41204</c:v>
                </c:pt>
                <c:pt idx="198" c:formatCode="yyyy/m/d">
                  <c:v>41205</c:v>
                </c:pt>
                <c:pt idx="199" c:formatCode="yyyy/m/d">
                  <c:v>41206</c:v>
                </c:pt>
                <c:pt idx="200" c:formatCode="yyyy/m/d">
                  <c:v>41207</c:v>
                </c:pt>
                <c:pt idx="201" c:formatCode="yyyy/m/d">
                  <c:v>41208</c:v>
                </c:pt>
                <c:pt idx="202" c:formatCode="yyyy/m/d">
                  <c:v>41213</c:v>
                </c:pt>
                <c:pt idx="203" c:formatCode="yyyy/m/d">
                  <c:v>41214</c:v>
                </c:pt>
                <c:pt idx="204" c:formatCode="yyyy/m/d">
                  <c:v>41215</c:v>
                </c:pt>
                <c:pt idx="205" c:formatCode="yyyy/m/d">
                  <c:v>41218</c:v>
                </c:pt>
                <c:pt idx="206" c:formatCode="yyyy/m/d">
                  <c:v>41219</c:v>
                </c:pt>
                <c:pt idx="207" c:formatCode="yyyy/m/d">
                  <c:v>41220</c:v>
                </c:pt>
                <c:pt idx="208" c:formatCode="yyyy/m/d">
                  <c:v>41221</c:v>
                </c:pt>
                <c:pt idx="209" c:formatCode="yyyy/m/d">
                  <c:v>41222</c:v>
                </c:pt>
                <c:pt idx="210" c:formatCode="yyyy/m/d">
                  <c:v>41225</c:v>
                </c:pt>
                <c:pt idx="211" c:formatCode="yyyy/m/d">
                  <c:v>41226</c:v>
                </c:pt>
                <c:pt idx="212" c:formatCode="yyyy/m/d">
                  <c:v>41227</c:v>
                </c:pt>
                <c:pt idx="213" c:formatCode="yyyy/m/d">
                  <c:v>41228</c:v>
                </c:pt>
                <c:pt idx="214" c:formatCode="yyyy/m/d">
                  <c:v>41229</c:v>
                </c:pt>
                <c:pt idx="215" c:formatCode="yyyy/m/d">
                  <c:v>41232</c:v>
                </c:pt>
                <c:pt idx="216" c:formatCode="yyyy/m/d">
                  <c:v>41233</c:v>
                </c:pt>
                <c:pt idx="217" c:formatCode="yyyy/m/d">
                  <c:v>41234</c:v>
                </c:pt>
                <c:pt idx="218" c:formatCode="yyyy/m/d">
                  <c:v>41239</c:v>
                </c:pt>
                <c:pt idx="219" c:formatCode="yyyy/m/d">
                  <c:v>41240</c:v>
                </c:pt>
                <c:pt idx="220" c:formatCode="yyyy/m/d">
                  <c:v>41241</c:v>
                </c:pt>
                <c:pt idx="221" c:formatCode="yyyy/m/d">
                  <c:v>41242</c:v>
                </c:pt>
                <c:pt idx="222" c:formatCode="yyyy/m/d">
                  <c:v>41243</c:v>
                </c:pt>
                <c:pt idx="223" c:formatCode="yyyy/m/d">
                  <c:v>41246</c:v>
                </c:pt>
                <c:pt idx="224" c:formatCode="yyyy/m/d">
                  <c:v>41247</c:v>
                </c:pt>
                <c:pt idx="225" c:formatCode="yyyy/m/d">
                  <c:v>41248</c:v>
                </c:pt>
                <c:pt idx="226" c:formatCode="yyyy/m/d">
                  <c:v>41249</c:v>
                </c:pt>
                <c:pt idx="227" c:formatCode="yyyy/m/d">
                  <c:v>41250</c:v>
                </c:pt>
                <c:pt idx="228" c:formatCode="yyyy/m/d">
                  <c:v>41253</c:v>
                </c:pt>
                <c:pt idx="229" c:formatCode="yyyy/m/d">
                  <c:v>41254</c:v>
                </c:pt>
                <c:pt idx="230" c:formatCode="yyyy/m/d">
                  <c:v>41255</c:v>
                </c:pt>
                <c:pt idx="231" c:formatCode="yyyy/m/d">
                  <c:v>41256</c:v>
                </c:pt>
                <c:pt idx="232" c:formatCode="yyyy/m/d">
                  <c:v>41257</c:v>
                </c:pt>
                <c:pt idx="233" c:formatCode="yyyy/m/d">
                  <c:v>41260</c:v>
                </c:pt>
                <c:pt idx="234" c:formatCode="yyyy/m/d">
                  <c:v>41261</c:v>
                </c:pt>
                <c:pt idx="235" c:formatCode="yyyy/m/d">
                  <c:v>41262</c:v>
                </c:pt>
                <c:pt idx="236" c:formatCode="yyyy/m/d">
                  <c:v>41263</c:v>
                </c:pt>
                <c:pt idx="237" c:formatCode="yyyy/m/d">
                  <c:v>41264</c:v>
                </c:pt>
                <c:pt idx="238" c:formatCode="yyyy/m/d">
                  <c:v>41270</c:v>
                </c:pt>
                <c:pt idx="239" c:formatCode="yyyy/m/d">
                  <c:v>41271</c:v>
                </c:pt>
                <c:pt idx="240" c:formatCode="yyyy/m/d">
                  <c:v>41274</c:v>
                </c:pt>
                <c:pt idx="241" c:formatCode="yyyy/m/d">
                  <c:v>41277</c:v>
                </c:pt>
                <c:pt idx="242" c:formatCode="yyyy/m/d">
                  <c:v>41278</c:v>
                </c:pt>
                <c:pt idx="243" c:formatCode="yyyy/m/d">
                  <c:v>41281</c:v>
                </c:pt>
                <c:pt idx="244" c:formatCode="yyyy/m/d">
                  <c:v>41282</c:v>
                </c:pt>
                <c:pt idx="245" c:formatCode="yyyy/m/d">
                  <c:v>41283</c:v>
                </c:pt>
                <c:pt idx="246" c:formatCode="yyyy/m/d">
                  <c:v>41284</c:v>
                </c:pt>
                <c:pt idx="247" c:formatCode="yyyy/m/d">
                  <c:v>41285</c:v>
                </c:pt>
                <c:pt idx="248" c:formatCode="yyyy/m/d">
                  <c:v>41288</c:v>
                </c:pt>
                <c:pt idx="249" c:formatCode="yyyy/m/d">
                  <c:v>41289</c:v>
                </c:pt>
                <c:pt idx="250" c:formatCode="yyyy/m/d">
                  <c:v>41290</c:v>
                </c:pt>
                <c:pt idx="251" c:formatCode="yyyy/m/d">
                  <c:v>41291</c:v>
                </c:pt>
                <c:pt idx="252" c:formatCode="yyyy/m/d">
                  <c:v>41296</c:v>
                </c:pt>
                <c:pt idx="253" c:formatCode="yyyy/m/d">
                  <c:v>41297</c:v>
                </c:pt>
                <c:pt idx="254" c:formatCode="yyyy/m/d">
                  <c:v>41298</c:v>
                </c:pt>
                <c:pt idx="255" c:formatCode="yyyy/m/d">
                  <c:v>41299</c:v>
                </c:pt>
                <c:pt idx="256" c:formatCode="yyyy/m/d">
                  <c:v>41302</c:v>
                </c:pt>
                <c:pt idx="257" c:formatCode="yyyy/m/d">
                  <c:v>41303</c:v>
                </c:pt>
                <c:pt idx="258" c:formatCode="yyyy/m/d">
                  <c:v>41304</c:v>
                </c:pt>
                <c:pt idx="259" c:formatCode="yyyy/m/d">
                  <c:v>41305</c:v>
                </c:pt>
                <c:pt idx="260" c:formatCode="yyyy/m/d">
                  <c:v>41306</c:v>
                </c:pt>
                <c:pt idx="261" c:formatCode="yyyy/m/d">
                  <c:v>41309</c:v>
                </c:pt>
                <c:pt idx="262" c:formatCode="yyyy/m/d">
                  <c:v>41310</c:v>
                </c:pt>
                <c:pt idx="263" c:formatCode="yyyy/m/d">
                  <c:v>41311</c:v>
                </c:pt>
                <c:pt idx="264" c:formatCode="yyyy/m/d">
                  <c:v>41312</c:v>
                </c:pt>
                <c:pt idx="265" c:formatCode="yyyy/m/d">
                  <c:v>41313</c:v>
                </c:pt>
                <c:pt idx="266" c:formatCode="yyyy/m/d">
                  <c:v>41316</c:v>
                </c:pt>
                <c:pt idx="267" c:formatCode="yyyy/m/d">
                  <c:v>41317</c:v>
                </c:pt>
                <c:pt idx="268" c:formatCode="yyyy/m/d">
                  <c:v>41318</c:v>
                </c:pt>
                <c:pt idx="269" c:formatCode="yyyy/m/d">
                  <c:v>41319</c:v>
                </c:pt>
                <c:pt idx="270" c:formatCode="yyyy/m/d">
                  <c:v>41324</c:v>
                </c:pt>
                <c:pt idx="271" c:formatCode="yyyy/m/d">
                  <c:v>41325</c:v>
                </c:pt>
                <c:pt idx="272" c:formatCode="yyyy/m/d">
                  <c:v>41326</c:v>
                </c:pt>
                <c:pt idx="273" c:formatCode="yyyy/m/d">
                  <c:v>41327</c:v>
                </c:pt>
                <c:pt idx="274" c:formatCode="yyyy/m/d">
                  <c:v>41330</c:v>
                </c:pt>
                <c:pt idx="275" c:formatCode="yyyy/m/d">
                  <c:v>41331</c:v>
                </c:pt>
                <c:pt idx="276" c:formatCode="yyyy/m/d">
                  <c:v>41332</c:v>
                </c:pt>
                <c:pt idx="277" c:formatCode="yyyy/m/d">
                  <c:v>41333</c:v>
                </c:pt>
                <c:pt idx="278" c:formatCode="yyyy/m/d">
                  <c:v>41334</c:v>
                </c:pt>
                <c:pt idx="279" c:formatCode="yyyy/m/d">
                  <c:v>41337</c:v>
                </c:pt>
                <c:pt idx="280" c:formatCode="yyyy/m/d">
                  <c:v>41338</c:v>
                </c:pt>
                <c:pt idx="281" c:formatCode="yyyy/m/d">
                  <c:v>41339</c:v>
                </c:pt>
                <c:pt idx="282" c:formatCode="yyyy/m/d">
                  <c:v>41340</c:v>
                </c:pt>
                <c:pt idx="283" c:formatCode="yyyy/m/d">
                  <c:v>41341</c:v>
                </c:pt>
                <c:pt idx="284" c:formatCode="yyyy/m/d">
                  <c:v>41344</c:v>
                </c:pt>
                <c:pt idx="285" c:formatCode="yyyy/m/d">
                  <c:v>41345</c:v>
                </c:pt>
                <c:pt idx="286" c:formatCode="yyyy/m/d">
                  <c:v>41346</c:v>
                </c:pt>
                <c:pt idx="287" c:formatCode="yyyy/m/d">
                  <c:v>41347</c:v>
                </c:pt>
                <c:pt idx="288" c:formatCode="yyyy/m/d">
                  <c:v>41348</c:v>
                </c:pt>
                <c:pt idx="289" c:formatCode="yyyy/m/d">
                  <c:v>41351</c:v>
                </c:pt>
                <c:pt idx="290" c:formatCode="yyyy/m/d">
                  <c:v>41352</c:v>
                </c:pt>
                <c:pt idx="291" c:formatCode="yyyy/m/d">
                  <c:v>41353</c:v>
                </c:pt>
                <c:pt idx="292" c:formatCode="yyyy/m/d">
                  <c:v>41354</c:v>
                </c:pt>
                <c:pt idx="293" c:formatCode="yyyy/m/d">
                  <c:v>41355</c:v>
                </c:pt>
                <c:pt idx="294" c:formatCode="yyyy/m/d">
                  <c:v>41358</c:v>
                </c:pt>
                <c:pt idx="295" c:formatCode="yyyy/m/d">
                  <c:v>41359</c:v>
                </c:pt>
                <c:pt idx="296" c:formatCode="yyyy/m/d">
                  <c:v>41360</c:v>
                </c:pt>
                <c:pt idx="297" c:formatCode="yyyy/m/d">
                  <c:v>41361</c:v>
                </c:pt>
                <c:pt idx="298" c:formatCode="yyyy/m/d">
                  <c:v>41365</c:v>
                </c:pt>
                <c:pt idx="299" c:formatCode="yyyy/m/d">
                  <c:v>41366</c:v>
                </c:pt>
                <c:pt idx="300" c:formatCode="yyyy/m/d">
                  <c:v>41367</c:v>
                </c:pt>
                <c:pt idx="301" c:formatCode="yyyy/m/d">
                  <c:v>41368</c:v>
                </c:pt>
                <c:pt idx="302" c:formatCode="yyyy/m/d">
                  <c:v>41369</c:v>
                </c:pt>
                <c:pt idx="303" c:formatCode="yyyy/m/d">
                  <c:v>41372</c:v>
                </c:pt>
                <c:pt idx="304" c:formatCode="yyyy/m/d">
                  <c:v>41373</c:v>
                </c:pt>
                <c:pt idx="305" c:formatCode="yyyy/m/d">
                  <c:v>41374</c:v>
                </c:pt>
                <c:pt idx="306" c:formatCode="yyyy/m/d">
                  <c:v>41375</c:v>
                </c:pt>
                <c:pt idx="307" c:formatCode="yyyy/m/d">
                  <c:v>41376</c:v>
                </c:pt>
                <c:pt idx="308" c:formatCode="yyyy/m/d">
                  <c:v>41379</c:v>
                </c:pt>
                <c:pt idx="309" c:formatCode="yyyy/m/d">
                  <c:v>41380</c:v>
                </c:pt>
                <c:pt idx="310" c:formatCode="yyyy/m/d">
                  <c:v>41381</c:v>
                </c:pt>
                <c:pt idx="311" c:formatCode="yyyy/m/d">
                  <c:v>41382</c:v>
                </c:pt>
                <c:pt idx="312" c:formatCode="yyyy/m/d">
                  <c:v>41383</c:v>
                </c:pt>
                <c:pt idx="313" c:formatCode="yyyy/m/d">
                  <c:v>41386</c:v>
                </c:pt>
                <c:pt idx="314" c:formatCode="yyyy/m/d">
                  <c:v>41387</c:v>
                </c:pt>
                <c:pt idx="315" c:formatCode="yyyy/m/d">
                  <c:v>41388</c:v>
                </c:pt>
                <c:pt idx="316" c:formatCode="yyyy/m/d">
                  <c:v>41389</c:v>
                </c:pt>
                <c:pt idx="317" c:formatCode="yyyy/m/d">
                  <c:v>41390</c:v>
                </c:pt>
                <c:pt idx="318" c:formatCode="yyyy/m/d">
                  <c:v>41393</c:v>
                </c:pt>
                <c:pt idx="319" c:formatCode="yyyy/m/d">
                  <c:v>41394</c:v>
                </c:pt>
                <c:pt idx="320" c:formatCode="yyyy/m/d">
                  <c:v>41395</c:v>
                </c:pt>
                <c:pt idx="321" c:formatCode="yyyy/m/d">
                  <c:v>41396</c:v>
                </c:pt>
                <c:pt idx="322" c:formatCode="yyyy/m/d">
                  <c:v>41397</c:v>
                </c:pt>
                <c:pt idx="323" c:formatCode="yyyy/m/d">
                  <c:v>41400</c:v>
                </c:pt>
                <c:pt idx="324" c:formatCode="yyyy/m/d">
                  <c:v>41401</c:v>
                </c:pt>
                <c:pt idx="325" c:formatCode="yyyy/m/d">
                  <c:v>41402</c:v>
                </c:pt>
                <c:pt idx="326" c:formatCode="yyyy/m/d">
                  <c:v>41403</c:v>
                </c:pt>
                <c:pt idx="327" c:formatCode="yyyy/m/d">
                  <c:v>41404</c:v>
                </c:pt>
                <c:pt idx="328" c:formatCode="yyyy/m/d">
                  <c:v>41407</c:v>
                </c:pt>
                <c:pt idx="329" c:formatCode="yyyy/m/d">
                  <c:v>41408</c:v>
                </c:pt>
                <c:pt idx="330" c:formatCode="yyyy/m/d">
                  <c:v>41409</c:v>
                </c:pt>
                <c:pt idx="331" c:formatCode="yyyy/m/d">
                  <c:v>41410</c:v>
                </c:pt>
                <c:pt idx="332" c:formatCode="yyyy/m/d">
                  <c:v>41411</c:v>
                </c:pt>
                <c:pt idx="333" c:formatCode="yyyy/m/d">
                  <c:v>41414</c:v>
                </c:pt>
                <c:pt idx="334" c:formatCode="yyyy/m/d">
                  <c:v>41415</c:v>
                </c:pt>
                <c:pt idx="335" c:formatCode="yyyy/m/d">
                  <c:v>41416</c:v>
                </c:pt>
                <c:pt idx="336" c:formatCode="yyyy/m/d">
                  <c:v>41417</c:v>
                </c:pt>
                <c:pt idx="337" c:formatCode="yyyy/m/d">
                  <c:v>41422</c:v>
                </c:pt>
                <c:pt idx="338" c:formatCode="yyyy/m/d">
                  <c:v>41423</c:v>
                </c:pt>
                <c:pt idx="339" c:formatCode="yyyy/m/d">
                  <c:v>41424</c:v>
                </c:pt>
                <c:pt idx="340" c:formatCode="yyyy/m/d">
                  <c:v>41425</c:v>
                </c:pt>
                <c:pt idx="341" c:formatCode="yyyy/m/d">
                  <c:v>41428</c:v>
                </c:pt>
                <c:pt idx="342" c:formatCode="yyyy/m/d">
                  <c:v>41429</c:v>
                </c:pt>
                <c:pt idx="343" c:formatCode="yyyy/m/d">
                  <c:v>41430</c:v>
                </c:pt>
                <c:pt idx="344" c:formatCode="yyyy/m/d">
                  <c:v>41431</c:v>
                </c:pt>
                <c:pt idx="345" c:formatCode="yyyy/m/d">
                  <c:v>41432</c:v>
                </c:pt>
                <c:pt idx="346" c:formatCode="yyyy/m/d">
                  <c:v>41435</c:v>
                </c:pt>
                <c:pt idx="347" c:formatCode="yyyy/m/d">
                  <c:v>41436</c:v>
                </c:pt>
                <c:pt idx="348" c:formatCode="yyyy/m/d">
                  <c:v>41437</c:v>
                </c:pt>
                <c:pt idx="349" c:formatCode="yyyy/m/d">
                  <c:v>41438</c:v>
                </c:pt>
                <c:pt idx="350" c:formatCode="yyyy/m/d">
                  <c:v>41439</c:v>
                </c:pt>
                <c:pt idx="351" c:formatCode="yyyy/m/d">
                  <c:v>41442</c:v>
                </c:pt>
                <c:pt idx="352" c:formatCode="yyyy/m/d">
                  <c:v>41443</c:v>
                </c:pt>
                <c:pt idx="353" c:formatCode="yyyy/m/d">
                  <c:v>41444</c:v>
                </c:pt>
                <c:pt idx="354" c:formatCode="yyyy/m/d">
                  <c:v>41445</c:v>
                </c:pt>
                <c:pt idx="355" c:formatCode="yyyy/m/d">
                  <c:v>41446</c:v>
                </c:pt>
                <c:pt idx="356" c:formatCode="yyyy/m/d">
                  <c:v>41449</c:v>
                </c:pt>
                <c:pt idx="357" c:formatCode="yyyy/m/d">
                  <c:v>41450</c:v>
                </c:pt>
                <c:pt idx="358" c:formatCode="yyyy/m/d">
                  <c:v>41451</c:v>
                </c:pt>
                <c:pt idx="359" c:formatCode="yyyy/m/d">
                  <c:v>41452</c:v>
                </c:pt>
                <c:pt idx="360" c:formatCode="yyyy/m/d">
                  <c:v>41453</c:v>
                </c:pt>
                <c:pt idx="361" c:formatCode="yyyy/m/d">
                  <c:v>41456</c:v>
                </c:pt>
                <c:pt idx="362" c:formatCode="yyyy/m/d">
                  <c:v>41457</c:v>
                </c:pt>
                <c:pt idx="363" c:formatCode="yyyy/m/d">
                  <c:v>41460</c:v>
                </c:pt>
                <c:pt idx="364" c:formatCode="yyyy/m/d">
                  <c:v>41463</c:v>
                </c:pt>
                <c:pt idx="365" c:formatCode="yyyy/m/d">
                  <c:v>41464</c:v>
                </c:pt>
                <c:pt idx="366" c:formatCode="yyyy/m/d">
                  <c:v>41465</c:v>
                </c:pt>
                <c:pt idx="367" c:formatCode="yyyy/m/d">
                  <c:v>41466</c:v>
                </c:pt>
                <c:pt idx="368" c:formatCode="yyyy/m/d">
                  <c:v>41467</c:v>
                </c:pt>
                <c:pt idx="369" c:formatCode="yyyy/m/d">
                  <c:v>41470</c:v>
                </c:pt>
                <c:pt idx="370" c:formatCode="yyyy/m/d">
                  <c:v>41471</c:v>
                </c:pt>
                <c:pt idx="371" c:formatCode="yyyy/m/d">
                  <c:v>41472</c:v>
                </c:pt>
                <c:pt idx="372" c:formatCode="yyyy/m/d">
                  <c:v>41473</c:v>
                </c:pt>
                <c:pt idx="373" c:formatCode="yyyy/m/d">
                  <c:v>41474</c:v>
                </c:pt>
                <c:pt idx="374" c:formatCode="yyyy/m/d">
                  <c:v>41477</c:v>
                </c:pt>
                <c:pt idx="375" c:formatCode="yyyy/m/d">
                  <c:v>41478</c:v>
                </c:pt>
                <c:pt idx="376" c:formatCode="yyyy/m/d">
                  <c:v>41479</c:v>
                </c:pt>
                <c:pt idx="377" c:formatCode="yyyy/m/d">
                  <c:v>41480</c:v>
                </c:pt>
                <c:pt idx="378" c:formatCode="yyyy/m/d">
                  <c:v>41481</c:v>
                </c:pt>
                <c:pt idx="379" c:formatCode="yyyy/m/d">
                  <c:v>41484</c:v>
                </c:pt>
                <c:pt idx="380" c:formatCode="yyyy/m/d">
                  <c:v>41485</c:v>
                </c:pt>
                <c:pt idx="381" c:formatCode="yyyy/m/d">
                  <c:v>41486</c:v>
                </c:pt>
                <c:pt idx="382" c:formatCode="yyyy/m/d">
                  <c:v>41487</c:v>
                </c:pt>
                <c:pt idx="383" c:formatCode="yyyy/m/d">
                  <c:v>41488</c:v>
                </c:pt>
                <c:pt idx="384" c:formatCode="yyyy/m/d">
                  <c:v>41491</c:v>
                </c:pt>
                <c:pt idx="385" c:formatCode="yyyy/m/d">
                  <c:v>41492</c:v>
                </c:pt>
                <c:pt idx="386" c:formatCode="yyyy/m/d">
                  <c:v>41493</c:v>
                </c:pt>
                <c:pt idx="387" c:formatCode="yyyy/m/d">
                  <c:v>41494</c:v>
                </c:pt>
                <c:pt idx="388" c:formatCode="yyyy/m/d">
                  <c:v>41495</c:v>
                </c:pt>
                <c:pt idx="389" c:formatCode="yyyy/m/d">
                  <c:v>41498</c:v>
                </c:pt>
                <c:pt idx="390" c:formatCode="yyyy/m/d">
                  <c:v>41499</c:v>
                </c:pt>
                <c:pt idx="391" c:formatCode="yyyy/m/d">
                  <c:v>41500</c:v>
                </c:pt>
                <c:pt idx="392" c:formatCode="yyyy/m/d">
                  <c:v>41501</c:v>
                </c:pt>
                <c:pt idx="393" c:formatCode="yyyy/m/d">
                  <c:v>41502</c:v>
                </c:pt>
                <c:pt idx="394" c:formatCode="yyyy/m/d">
                  <c:v>41505</c:v>
                </c:pt>
                <c:pt idx="395" c:formatCode="yyyy/m/d">
                  <c:v>41506</c:v>
                </c:pt>
                <c:pt idx="396" c:formatCode="yyyy/m/d">
                  <c:v>41507</c:v>
                </c:pt>
                <c:pt idx="397" c:formatCode="yyyy/m/d">
                  <c:v>41508</c:v>
                </c:pt>
                <c:pt idx="398" c:formatCode="yyyy/m/d">
                  <c:v>41509</c:v>
                </c:pt>
                <c:pt idx="399" c:formatCode="yyyy/m/d">
                  <c:v>41512</c:v>
                </c:pt>
                <c:pt idx="400" c:formatCode="yyyy/m/d">
                  <c:v>41513</c:v>
                </c:pt>
                <c:pt idx="401" c:formatCode="yyyy/m/d">
                  <c:v>41514</c:v>
                </c:pt>
                <c:pt idx="402" c:formatCode="yyyy/m/d">
                  <c:v>41515</c:v>
                </c:pt>
                <c:pt idx="403" c:formatCode="yyyy/m/d">
                  <c:v>41520</c:v>
                </c:pt>
                <c:pt idx="404" c:formatCode="yyyy/m/d">
                  <c:v>41521</c:v>
                </c:pt>
                <c:pt idx="405" c:formatCode="yyyy/m/d">
                  <c:v>41522</c:v>
                </c:pt>
                <c:pt idx="406" c:formatCode="yyyy/m/d">
                  <c:v>41523</c:v>
                </c:pt>
                <c:pt idx="407" c:formatCode="yyyy/m/d">
                  <c:v>41526</c:v>
                </c:pt>
                <c:pt idx="408" c:formatCode="yyyy/m/d">
                  <c:v>41527</c:v>
                </c:pt>
                <c:pt idx="409" c:formatCode="yyyy/m/d">
                  <c:v>41528</c:v>
                </c:pt>
                <c:pt idx="410" c:formatCode="yyyy/m/d">
                  <c:v>41529</c:v>
                </c:pt>
                <c:pt idx="411" c:formatCode="yyyy/m/d">
                  <c:v>41530</c:v>
                </c:pt>
                <c:pt idx="412" c:formatCode="yyyy/m/d">
                  <c:v>41533</c:v>
                </c:pt>
                <c:pt idx="413" c:formatCode="yyyy/m/d">
                  <c:v>41534</c:v>
                </c:pt>
                <c:pt idx="414" c:formatCode="yyyy/m/d">
                  <c:v>41535</c:v>
                </c:pt>
                <c:pt idx="415" c:formatCode="yyyy/m/d">
                  <c:v>41536</c:v>
                </c:pt>
                <c:pt idx="416" c:formatCode="yyyy/m/d">
                  <c:v>41537</c:v>
                </c:pt>
                <c:pt idx="417" c:formatCode="yyyy/m/d">
                  <c:v>41540</c:v>
                </c:pt>
                <c:pt idx="418" c:formatCode="yyyy/m/d">
                  <c:v>41541</c:v>
                </c:pt>
                <c:pt idx="419" c:formatCode="yyyy/m/d">
                  <c:v>41542</c:v>
                </c:pt>
                <c:pt idx="420" c:formatCode="yyyy/m/d">
                  <c:v>41543</c:v>
                </c:pt>
                <c:pt idx="421" c:formatCode="yyyy/m/d">
                  <c:v>41544</c:v>
                </c:pt>
                <c:pt idx="422" c:formatCode="yyyy/m/d">
                  <c:v>41547</c:v>
                </c:pt>
                <c:pt idx="423" c:formatCode="yyyy/m/d">
                  <c:v>41548</c:v>
                </c:pt>
                <c:pt idx="424" c:formatCode="yyyy/m/d">
                  <c:v>41549</c:v>
                </c:pt>
                <c:pt idx="425" c:formatCode="yyyy/m/d">
                  <c:v>41550</c:v>
                </c:pt>
                <c:pt idx="426" c:formatCode="yyyy/m/d">
                  <c:v>41551</c:v>
                </c:pt>
                <c:pt idx="427" c:formatCode="yyyy/m/d">
                  <c:v>41554</c:v>
                </c:pt>
                <c:pt idx="428" c:formatCode="yyyy/m/d">
                  <c:v>41555</c:v>
                </c:pt>
                <c:pt idx="429" c:formatCode="yyyy/m/d">
                  <c:v>41556</c:v>
                </c:pt>
                <c:pt idx="430" c:formatCode="yyyy/m/d">
                  <c:v>41557</c:v>
                </c:pt>
                <c:pt idx="431" c:formatCode="yyyy/m/d">
                  <c:v>41558</c:v>
                </c:pt>
                <c:pt idx="432" c:formatCode="yyyy/m/d">
                  <c:v>41561</c:v>
                </c:pt>
                <c:pt idx="433" c:formatCode="yyyy/m/d">
                  <c:v>41562</c:v>
                </c:pt>
                <c:pt idx="434" c:formatCode="yyyy/m/d">
                  <c:v>41563</c:v>
                </c:pt>
                <c:pt idx="435" c:formatCode="yyyy/m/d">
                  <c:v>41564</c:v>
                </c:pt>
                <c:pt idx="436" c:formatCode="yyyy/m/d">
                  <c:v>41565</c:v>
                </c:pt>
                <c:pt idx="437" c:formatCode="yyyy/m/d">
                  <c:v>41568</c:v>
                </c:pt>
                <c:pt idx="438" c:formatCode="yyyy/m/d">
                  <c:v>41569</c:v>
                </c:pt>
                <c:pt idx="439" c:formatCode="yyyy/m/d">
                  <c:v>41570</c:v>
                </c:pt>
                <c:pt idx="440" c:formatCode="yyyy/m/d">
                  <c:v>41571</c:v>
                </c:pt>
                <c:pt idx="441" c:formatCode="yyyy/m/d">
                  <c:v>41572</c:v>
                </c:pt>
                <c:pt idx="442" c:formatCode="yyyy/m/d">
                  <c:v>41575</c:v>
                </c:pt>
                <c:pt idx="443" c:formatCode="yyyy/m/d">
                  <c:v>41576</c:v>
                </c:pt>
                <c:pt idx="444" c:formatCode="yyyy/m/d">
                  <c:v>41577</c:v>
                </c:pt>
                <c:pt idx="445" c:formatCode="yyyy/m/d">
                  <c:v>41578</c:v>
                </c:pt>
                <c:pt idx="446" c:formatCode="yyyy/m/d">
                  <c:v>41579</c:v>
                </c:pt>
                <c:pt idx="447" c:formatCode="yyyy/m/d">
                  <c:v>41582</c:v>
                </c:pt>
                <c:pt idx="448" c:formatCode="yyyy/m/d">
                  <c:v>41583</c:v>
                </c:pt>
                <c:pt idx="449" c:formatCode="yyyy/m/d">
                  <c:v>41584</c:v>
                </c:pt>
                <c:pt idx="450" c:formatCode="yyyy/m/d">
                  <c:v>41585</c:v>
                </c:pt>
                <c:pt idx="451" c:formatCode="yyyy/m/d">
                  <c:v>41586</c:v>
                </c:pt>
                <c:pt idx="452" c:formatCode="yyyy/m/d">
                  <c:v>41589</c:v>
                </c:pt>
                <c:pt idx="453" c:formatCode="yyyy/m/d">
                  <c:v>41590</c:v>
                </c:pt>
                <c:pt idx="454" c:formatCode="yyyy/m/d">
                  <c:v>41591</c:v>
                </c:pt>
                <c:pt idx="455" c:formatCode="yyyy/m/d">
                  <c:v>41592</c:v>
                </c:pt>
                <c:pt idx="456" c:formatCode="yyyy/m/d">
                  <c:v>41593</c:v>
                </c:pt>
                <c:pt idx="457" c:formatCode="yyyy/m/d">
                  <c:v>41596</c:v>
                </c:pt>
                <c:pt idx="458" c:formatCode="yyyy/m/d">
                  <c:v>41597</c:v>
                </c:pt>
                <c:pt idx="459" c:formatCode="yyyy/m/d">
                  <c:v>41598</c:v>
                </c:pt>
                <c:pt idx="460" c:formatCode="yyyy/m/d">
                  <c:v>41599</c:v>
                </c:pt>
                <c:pt idx="461" c:formatCode="yyyy/m/d">
                  <c:v>41600</c:v>
                </c:pt>
                <c:pt idx="462" c:formatCode="yyyy/m/d">
                  <c:v>41603</c:v>
                </c:pt>
                <c:pt idx="463" c:formatCode="yyyy/m/d">
                  <c:v>41604</c:v>
                </c:pt>
                <c:pt idx="464" c:formatCode="yyyy/m/d">
                  <c:v>41605</c:v>
                </c:pt>
                <c:pt idx="465" c:formatCode="yyyy/m/d">
                  <c:v>41610</c:v>
                </c:pt>
                <c:pt idx="466" c:formatCode="yyyy/m/d">
                  <c:v>41611</c:v>
                </c:pt>
                <c:pt idx="467" c:formatCode="yyyy/m/d">
                  <c:v>41612</c:v>
                </c:pt>
                <c:pt idx="468" c:formatCode="yyyy/m/d">
                  <c:v>41613</c:v>
                </c:pt>
                <c:pt idx="469" c:formatCode="yyyy/m/d">
                  <c:v>41614</c:v>
                </c:pt>
                <c:pt idx="470" c:formatCode="yyyy/m/d">
                  <c:v>41617</c:v>
                </c:pt>
                <c:pt idx="471" c:formatCode="yyyy/m/d">
                  <c:v>41618</c:v>
                </c:pt>
                <c:pt idx="472" c:formatCode="yyyy/m/d">
                  <c:v>41619</c:v>
                </c:pt>
                <c:pt idx="473" c:formatCode="yyyy/m/d">
                  <c:v>41620</c:v>
                </c:pt>
                <c:pt idx="474" c:formatCode="yyyy/m/d">
                  <c:v>41621</c:v>
                </c:pt>
                <c:pt idx="475" c:formatCode="yyyy/m/d">
                  <c:v>41624</c:v>
                </c:pt>
                <c:pt idx="476" c:formatCode="yyyy/m/d">
                  <c:v>41625</c:v>
                </c:pt>
                <c:pt idx="477" c:formatCode="yyyy/m/d">
                  <c:v>41626</c:v>
                </c:pt>
                <c:pt idx="478" c:formatCode="yyyy/m/d">
                  <c:v>41627</c:v>
                </c:pt>
                <c:pt idx="479" c:formatCode="yyyy/m/d">
                  <c:v>41628</c:v>
                </c:pt>
                <c:pt idx="480" c:formatCode="yyyy/m/d">
                  <c:v>41631</c:v>
                </c:pt>
                <c:pt idx="481" c:formatCode="yyyy/m/d">
                  <c:v>41635</c:v>
                </c:pt>
                <c:pt idx="482" c:formatCode="yyyy/m/d">
                  <c:v>41638</c:v>
                </c:pt>
                <c:pt idx="483" c:formatCode="yyyy/m/d">
                  <c:v>41639</c:v>
                </c:pt>
                <c:pt idx="484" c:formatCode="yyyy/m/d">
                  <c:v>41642</c:v>
                </c:pt>
                <c:pt idx="485" c:formatCode="yyyy/m/d">
                  <c:v>41645</c:v>
                </c:pt>
                <c:pt idx="486" c:formatCode="yyyy/m/d">
                  <c:v>41646</c:v>
                </c:pt>
                <c:pt idx="487" c:formatCode="yyyy/m/d">
                  <c:v>41647</c:v>
                </c:pt>
                <c:pt idx="488" c:formatCode="yyyy/m/d">
                  <c:v>41648</c:v>
                </c:pt>
                <c:pt idx="489" c:formatCode="yyyy/m/d">
                  <c:v>41649</c:v>
                </c:pt>
                <c:pt idx="490" c:formatCode="yyyy/m/d">
                  <c:v>41652</c:v>
                </c:pt>
                <c:pt idx="491" c:formatCode="yyyy/m/d">
                  <c:v>41653</c:v>
                </c:pt>
                <c:pt idx="492" c:formatCode="yyyy/m/d">
                  <c:v>41654</c:v>
                </c:pt>
                <c:pt idx="493" c:formatCode="yyyy/m/d">
                  <c:v>41655</c:v>
                </c:pt>
                <c:pt idx="494" c:formatCode="yyyy/m/d">
                  <c:v>41660</c:v>
                </c:pt>
                <c:pt idx="495" c:formatCode="yyyy/m/d">
                  <c:v>41661</c:v>
                </c:pt>
                <c:pt idx="496" c:formatCode="yyyy/m/d">
                  <c:v>41662</c:v>
                </c:pt>
                <c:pt idx="497" c:formatCode="yyyy/m/d">
                  <c:v>41663</c:v>
                </c:pt>
                <c:pt idx="498" c:formatCode="yyyy/m/d">
                  <c:v>41666</c:v>
                </c:pt>
                <c:pt idx="499" c:formatCode="yyyy/m/d">
                  <c:v>41667</c:v>
                </c:pt>
                <c:pt idx="500" c:formatCode="yyyy/m/d">
                  <c:v>41668</c:v>
                </c:pt>
                <c:pt idx="501" c:formatCode="yyyy/m/d">
                  <c:v>41669</c:v>
                </c:pt>
                <c:pt idx="502" c:formatCode="yyyy/m/d">
                  <c:v>41670</c:v>
                </c:pt>
                <c:pt idx="503" c:formatCode="yyyy/m/d">
                  <c:v>41673</c:v>
                </c:pt>
                <c:pt idx="504" c:formatCode="yyyy/m/d">
                  <c:v>41674</c:v>
                </c:pt>
                <c:pt idx="505" c:formatCode="yyyy/m/d">
                  <c:v>41675</c:v>
                </c:pt>
                <c:pt idx="506" c:formatCode="yyyy/m/d">
                  <c:v>41676</c:v>
                </c:pt>
                <c:pt idx="507" c:formatCode="yyyy/m/d">
                  <c:v>41677</c:v>
                </c:pt>
                <c:pt idx="508" c:formatCode="yyyy/m/d">
                  <c:v>41680</c:v>
                </c:pt>
                <c:pt idx="509" c:formatCode="yyyy/m/d">
                  <c:v>41681</c:v>
                </c:pt>
                <c:pt idx="510" c:formatCode="yyyy/m/d">
                  <c:v>41682</c:v>
                </c:pt>
                <c:pt idx="511" c:formatCode="yyyy/m/d">
                  <c:v>41683</c:v>
                </c:pt>
                <c:pt idx="512" c:formatCode="yyyy/m/d">
                  <c:v>41688</c:v>
                </c:pt>
                <c:pt idx="513" c:formatCode="yyyy/m/d">
                  <c:v>41689</c:v>
                </c:pt>
                <c:pt idx="514" c:formatCode="yyyy/m/d">
                  <c:v>41690</c:v>
                </c:pt>
                <c:pt idx="515" c:formatCode="yyyy/m/d">
                  <c:v>41691</c:v>
                </c:pt>
                <c:pt idx="516" c:formatCode="yyyy/m/d">
                  <c:v>41694</c:v>
                </c:pt>
                <c:pt idx="517" c:formatCode="yyyy/m/d">
                  <c:v>41695</c:v>
                </c:pt>
                <c:pt idx="518" c:formatCode="yyyy/m/d">
                  <c:v>41696</c:v>
                </c:pt>
                <c:pt idx="519" c:formatCode="yyyy/m/d">
                  <c:v>41697</c:v>
                </c:pt>
                <c:pt idx="520" c:formatCode="yyyy/m/d">
                  <c:v>41698</c:v>
                </c:pt>
                <c:pt idx="521" c:formatCode="yyyy/m/d">
                  <c:v>41701</c:v>
                </c:pt>
                <c:pt idx="522" c:formatCode="yyyy/m/d">
                  <c:v>41702</c:v>
                </c:pt>
                <c:pt idx="523" c:formatCode="yyyy/m/d">
                  <c:v>41703</c:v>
                </c:pt>
                <c:pt idx="524" c:formatCode="yyyy/m/d">
                  <c:v>41704</c:v>
                </c:pt>
                <c:pt idx="525" c:formatCode="yyyy/m/d">
                  <c:v>41705</c:v>
                </c:pt>
                <c:pt idx="526" c:formatCode="yyyy/m/d">
                  <c:v>41708</c:v>
                </c:pt>
                <c:pt idx="527" c:formatCode="yyyy/m/d">
                  <c:v>41709</c:v>
                </c:pt>
                <c:pt idx="528" c:formatCode="yyyy/m/d">
                  <c:v>41710</c:v>
                </c:pt>
                <c:pt idx="529" c:formatCode="yyyy/m/d">
                  <c:v>41711</c:v>
                </c:pt>
                <c:pt idx="530" c:formatCode="yyyy/m/d">
                  <c:v>41712</c:v>
                </c:pt>
                <c:pt idx="531" c:formatCode="yyyy/m/d">
                  <c:v>41715</c:v>
                </c:pt>
                <c:pt idx="532" c:formatCode="yyyy/m/d">
                  <c:v>41716</c:v>
                </c:pt>
                <c:pt idx="533" c:formatCode="yyyy/m/d">
                  <c:v>41717</c:v>
                </c:pt>
                <c:pt idx="534" c:formatCode="yyyy/m/d">
                  <c:v>41718</c:v>
                </c:pt>
                <c:pt idx="535" c:formatCode="yyyy/m/d">
                  <c:v>41719</c:v>
                </c:pt>
                <c:pt idx="536" c:formatCode="yyyy/m/d">
                  <c:v>41722</c:v>
                </c:pt>
                <c:pt idx="537" c:formatCode="yyyy/m/d">
                  <c:v>41723</c:v>
                </c:pt>
                <c:pt idx="538" c:formatCode="yyyy/m/d">
                  <c:v>41724</c:v>
                </c:pt>
                <c:pt idx="539" c:formatCode="yyyy/m/d">
                  <c:v>41725</c:v>
                </c:pt>
                <c:pt idx="540" c:formatCode="yyyy/m/d">
                  <c:v>41726</c:v>
                </c:pt>
                <c:pt idx="541" c:formatCode="yyyy/m/d">
                  <c:v>41729</c:v>
                </c:pt>
                <c:pt idx="542" c:formatCode="yyyy/m/d">
                  <c:v>41730</c:v>
                </c:pt>
                <c:pt idx="543" c:formatCode="yyyy/m/d">
                  <c:v>41731</c:v>
                </c:pt>
                <c:pt idx="544" c:formatCode="yyyy/m/d">
                  <c:v>41732</c:v>
                </c:pt>
                <c:pt idx="545" c:formatCode="yyyy/m/d">
                  <c:v>41733</c:v>
                </c:pt>
                <c:pt idx="546" c:formatCode="yyyy/m/d">
                  <c:v>41736</c:v>
                </c:pt>
                <c:pt idx="547" c:formatCode="yyyy/m/d">
                  <c:v>41737</c:v>
                </c:pt>
                <c:pt idx="548" c:formatCode="yyyy/m/d">
                  <c:v>41738</c:v>
                </c:pt>
                <c:pt idx="549" c:formatCode="yyyy/m/d">
                  <c:v>41739</c:v>
                </c:pt>
                <c:pt idx="550" c:formatCode="yyyy/m/d">
                  <c:v>41740</c:v>
                </c:pt>
                <c:pt idx="551" c:formatCode="yyyy/m/d">
                  <c:v>41743</c:v>
                </c:pt>
                <c:pt idx="552" c:formatCode="yyyy/m/d">
                  <c:v>41744</c:v>
                </c:pt>
                <c:pt idx="553" c:formatCode="yyyy/m/d">
                  <c:v>41745</c:v>
                </c:pt>
                <c:pt idx="554" c:formatCode="yyyy/m/d">
                  <c:v>41746</c:v>
                </c:pt>
                <c:pt idx="555" c:formatCode="yyyy/m/d">
                  <c:v>41750</c:v>
                </c:pt>
                <c:pt idx="556" c:formatCode="yyyy/m/d">
                  <c:v>41751</c:v>
                </c:pt>
                <c:pt idx="557" c:formatCode="yyyy/m/d">
                  <c:v>41752</c:v>
                </c:pt>
                <c:pt idx="558" c:formatCode="yyyy/m/d">
                  <c:v>41753</c:v>
                </c:pt>
                <c:pt idx="559" c:formatCode="yyyy/m/d">
                  <c:v>41754</c:v>
                </c:pt>
                <c:pt idx="560" c:formatCode="yyyy/m/d">
                  <c:v>41757</c:v>
                </c:pt>
                <c:pt idx="561" c:formatCode="yyyy/m/d">
                  <c:v>41758</c:v>
                </c:pt>
                <c:pt idx="562" c:formatCode="yyyy/m/d">
                  <c:v>41759</c:v>
                </c:pt>
                <c:pt idx="563" c:formatCode="yyyy/m/d">
                  <c:v>41760</c:v>
                </c:pt>
                <c:pt idx="564" c:formatCode="yyyy/m/d">
                  <c:v>41761</c:v>
                </c:pt>
                <c:pt idx="565" c:formatCode="yyyy/m/d">
                  <c:v>41764</c:v>
                </c:pt>
                <c:pt idx="566" c:formatCode="yyyy/m/d">
                  <c:v>41765</c:v>
                </c:pt>
                <c:pt idx="567" c:formatCode="yyyy/m/d">
                  <c:v>41766</c:v>
                </c:pt>
                <c:pt idx="568" c:formatCode="yyyy/m/d">
                  <c:v>41767</c:v>
                </c:pt>
                <c:pt idx="569" c:formatCode="yyyy/m/d">
                  <c:v>41768</c:v>
                </c:pt>
                <c:pt idx="570" c:formatCode="yyyy/m/d">
                  <c:v>41771</c:v>
                </c:pt>
                <c:pt idx="571" c:formatCode="yyyy/m/d">
                  <c:v>41772</c:v>
                </c:pt>
                <c:pt idx="572" c:formatCode="yyyy/m/d">
                  <c:v>41773</c:v>
                </c:pt>
                <c:pt idx="573" c:formatCode="yyyy/m/d">
                  <c:v>41774</c:v>
                </c:pt>
                <c:pt idx="574" c:formatCode="yyyy/m/d">
                  <c:v>41775</c:v>
                </c:pt>
                <c:pt idx="575" c:formatCode="yyyy/m/d">
                  <c:v>41778</c:v>
                </c:pt>
                <c:pt idx="576" c:formatCode="yyyy/m/d">
                  <c:v>41779</c:v>
                </c:pt>
                <c:pt idx="577" c:formatCode="yyyy/m/d">
                  <c:v>41780</c:v>
                </c:pt>
                <c:pt idx="578" c:formatCode="yyyy/m/d">
                  <c:v>41781</c:v>
                </c:pt>
                <c:pt idx="579" c:formatCode="yyyy/m/d">
                  <c:v>41786</c:v>
                </c:pt>
                <c:pt idx="580" c:formatCode="yyyy/m/d">
                  <c:v>41787</c:v>
                </c:pt>
                <c:pt idx="581" c:formatCode="yyyy/m/d">
                  <c:v>41788</c:v>
                </c:pt>
                <c:pt idx="582" c:formatCode="yyyy/m/d">
                  <c:v>41789</c:v>
                </c:pt>
                <c:pt idx="583" c:formatCode="yyyy/m/d">
                  <c:v>41792</c:v>
                </c:pt>
                <c:pt idx="584" c:formatCode="yyyy/m/d">
                  <c:v>41793</c:v>
                </c:pt>
                <c:pt idx="585" c:formatCode="yyyy/m/d">
                  <c:v>41794</c:v>
                </c:pt>
                <c:pt idx="586" c:formatCode="yyyy/m/d">
                  <c:v>41795</c:v>
                </c:pt>
                <c:pt idx="587" c:formatCode="yyyy/m/d">
                  <c:v>41796</c:v>
                </c:pt>
                <c:pt idx="588" c:formatCode="yyyy/m/d">
                  <c:v>41799</c:v>
                </c:pt>
                <c:pt idx="589" c:formatCode="yyyy/m/d">
                  <c:v>41800</c:v>
                </c:pt>
                <c:pt idx="590" c:formatCode="yyyy/m/d">
                  <c:v>41801</c:v>
                </c:pt>
                <c:pt idx="591" c:formatCode="yyyy/m/d">
                  <c:v>41802</c:v>
                </c:pt>
                <c:pt idx="592" c:formatCode="yyyy/m/d">
                  <c:v>41803</c:v>
                </c:pt>
                <c:pt idx="593" c:formatCode="yyyy/m/d">
                  <c:v>41806</c:v>
                </c:pt>
                <c:pt idx="594" c:formatCode="yyyy/m/d">
                  <c:v>41807</c:v>
                </c:pt>
                <c:pt idx="595" c:formatCode="yyyy/m/d">
                  <c:v>41808</c:v>
                </c:pt>
                <c:pt idx="596" c:formatCode="yyyy/m/d">
                  <c:v>41809</c:v>
                </c:pt>
                <c:pt idx="597" c:formatCode="yyyy/m/d">
                  <c:v>41810</c:v>
                </c:pt>
                <c:pt idx="598" c:formatCode="yyyy/m/d">
                  <c:v>41813</c:v>
                </c:pt>
                <c:pt idx="599" c:formatCode="yyyy/m/d">
                  <c:v>41814</c:v>
                </c:pt>
                <c:pt idx="600" c:formatCode="yyyy/m/d">
                  <c:v>41815</c:v>
                </c:pt>
                <c:pt idx="601" c:formatCode="yyyy/m/d">
                  <c:v>41816</c:v>
                </c:pt>
                <c:pt idx="602" c:formatCode="yyyy/m/d">
                  <c:v>41817</c:v>
                </c:pt>
                <c:pt idx="603" c:formatCode="yyyy/m/d">
                  <c:v>41820</c:v>
                </c:pt>
                <c:pt idx="604" c:formatCode="yyyy/m/d">
                  <c:v>41821</c:v>
                </c:pt>
                <c:pt idx="605" c:formatCode="yyyy/m/d">
                  <c:v>41822</c:v>
                </c:pt>
                <c:pt idx="606" c:formatCode="yyyy/m/d">
                  <c:v>41827</c:v>
                </c:pt>
                <c:pt idx="607" c:formatCode="yyyy/m/d">
                  <c:v>41828</c:v>
                </c:pt>
                <c:pt idx="608" c:formatCode="yyyy/m/d">
                  <c:v>41829</c:v>
                </c:pt>
                <c:pt idx="609" c:formatCode="yyyy/m/d">
                  <c:v>41830</c:v>
                </c:pt>
                <c:pt idx="610" c:formatCode="yyyy/m/d">
                  <c:v>41831</c:v>
                </c:pt>
                <c:pt idx="611" c:formatCode="yyyy/m/d">
                  <c:v>41834</c:v>
                </c:pt>
                <c:pt idx="612" c:formatCode="yyyy/m/d">
                  <c:v>41835</c:v>
                </c:pt>
                <c:pt idx="613" c:formatCode="yyyy/m/d">
                  <c:v>41836</c:v>
                </c:pt>
                <c:pt idx="614" c:formatCode="yyyy/m/d">
                  <c:v>41837</c:v>
                </c:pt>
                <c:pt idx="615" c:formatCode="yyyy/m/d">
                  <c:v>41838</c:v>
                </c:pt>
                <c:pt idx="616" c:formatCode="yyyy/m/d">
                  <c:v>41841</c:v>
                </c:pt>
                <c:pt idx="617" c:formatCode="yyyy/m/d">
                  <c:v>41842</c:v>
                </c:pt>
                <c:pt idx="618" c:formatCode="yyyy/m/d">
                  <c:v>41843</c:v>
                </c:pt>
                <c:pt idx="619" c:formatCode="yyyy/m/d">
                  <c:v>41844</c:v>
                </c:pt>
                <c:pt idx="620" c:formatCode="yyyy/m/d">
                  <c:v>41845</c:v>
                </c:pt>
                <c:pt idx="621" c:formatCode="yyyy/m/d">
                  <c:v>41848</c:v>
                </c:pt>
                <c:pt idx="622" c:formatCode="yyyy/m/d">
                  <c:v>41849</c:v>
                </c:pt>
                <c:pt idx="623" c:formatCode="yyyy/m/d">
                  <c:v>41850</c:v>
                </c:pt>
                <c:pt idx="624" c:formatCode="yyyy/m/d">
                  <c:v>41851</c:v>
                </c:pt>
                <c:pt idx="625" c:formatCode="yyyy/m/d">
                  <c:v>41852</c:v>
                </c:pt>
                <c:pt idx="626" c:formatCode="yyyy/m/d">
                  <c:v>41855</c:v>
                </c:pt>
                <c:pt idx="627" c:formatCode="yyyy/m/d">
                  <c:v>41856</c:v>
                </c:pt>
                <c:pt idx="628" c:formatCode="yyyy/m/d">
                  <c:v>41857</c:v>
                </c:pt>
                <c:pt idx="629" c:formatCode="yyyy/m/d">
                  <c:v>41858</c:v>
                </c:pt>
                <c:pt idx="630" c:formatCode="yyyy/m/d">
                  <c:v>41859</c:v>
                </c:pt>
                <c:pt idx="631" c:formatCode="yyyy/m/d">
                  <c:v>41862</c:v>
                </c:pt>
                <c:pt idx="632" c:formatCode="yyyy/m/d">
                  <c:v>41863</c:v>
                </c:pt>
                <c:pt idx="633" c:formatCode="yyyy/m/d">
                  <c:v>41864</c:v>
                </c:pt>
                <c:pt idx="634" c:formatCode="yyyy/m/d">
                  <c:v>41865</c:v>
                </c:pt>
                <c:pt idx="635" c:formatCode="yyyy/m/d">
                  <c:v>41866</c:v>
                </c:pt>
                <c:pt idx="636" c:formatCode="yyyy/m/d">
                  <c:v>41869</c:v>
                </c:pt>
                <c:pt idx="637" c:formatCode="yyyy/m/d">
                  <c:v>41870</c:v>
                </c:pt>
                <c:pt idx="638" c:formatCode="yyyy/m/d">
                  <c:v>41871</c:v>
                </c:pt>
                <c:pt idx="639" c:formatCode="yyyy/m/d">
                  <c:v>41872</c:v>
                </c:pt>
                <c:pt idx="640" c:formatCode="yyyy/m/d">
                  <c:v>41873</c:v>
                </c:pt>
                <c:pt idx="641" c:formatCode="yyyy/m/d">
                  <c:v>41876</c:v>
                </c:pt>
                <c:pt idx="642" c:formatCode="yyyy/m/d">
                  <c:v>41877</c:v>
                </c:pt>
                <c:pt idx="643" c:formatCode="yyyy/m/d">
                  <c:v>41878</c:v>
                </c:pt>
                <c:pt idx="644" c:formatCode="yyyy/m/d">
                  <c:v>41879</c:v>
                </c:pt>
                <c:pt idx="645" c:formatCode="yyyy/m/d">
                  <c:v>41884</c:v>
                </c:pt>
                <c:pt idx="646" c:formatCode="yyyy/m/d">
                  <c:v>41885</c:v>
                </c:pt>
                <c:pt idx="647" c:formatCode="yyyy/m/d">
                  <c:v>41886</c:v>
                </c:pt>
                <c:pt idx="648" c:formatCode="yyyy/m/d">
                  <c:v>41887</c:v>
                </c:pt>
                <c:pt idx="649" c:formatCode="yyyy/m/d">
                  <c:v>41890</c:v>
                </c:pt>
                <c:pt idx="650" c:formatCode="yyyy/m/d">
                  <c:v>41891</c:v>
                </c:pt>
                <c:pt idx="651" c:formatCode="yyyy/m/d">
                  <c:v>41892</c:v>
                </c:pt>
                <c:pt idx="652" c:formatCode="yyyy/m/d">
                  <c:v>41893</c:v>
                </c:pt>
                <c:pt idx="653" c:formatCode="yyyy/m/d">
                  <c:v>41894</c:v>
                </c:pt>
                <c:pt idx="654" c:formatCode="yyyy/m/d">
                  <c:v>41897</c:v>
                </c:pt>
                <c:pt idx="655" c:formatCode="yyyy/m/d">
                  <c:v>41898</c:v>
                </c:pt>
                <c:pt idx="656" c:formatCode="yyyy/m/d">
                  <c:v>41899</c:v>
                </c:pt>
                <c:pt idx="657" c:formatCode="yyyy/m/d">
                  <c:v>41900</c:v>
                </c:pt>
                <c:pt idx="658" c:formatCode="yyyy/m/d">
                  <c:v>41901</c:v>
                </c:pt>
                <c:pt idx="659" c:formatCode="yyyy/m/d">
                  <c:v>41904</c:v>
                </c:pt>
                <c:pt idx="660" c:formatCode="yyyy/m/d">
                  <c:v>41905</c:v>
                </c:pt>
                <c:pt idx="661" c:formatCode="yyyy/m/d">
                  <c:v>41906</c:v>
                </c:pt>
                <c:pt idx="662" c:formatCode="yyyy/m/d">
                  <c:v>41907</c:v>
                </c:pt>
                <c:pt idx="663" c:formatCode="yyyy/m/d">
                  <c:v>41908</c:v>
                </c:pt>
                <c:pt idx="664" c:formatCode="yyyy/m/d">
                  <c:v>41911</c:v>
                </c:pt>
                <c:pt idx="665" c:formatCode="yyyy/m/d">
                  <c:v>41912</c:v>
                </c:pt>
                <c:pt idx="666" c:formatCode="yyyy/m/d">
                  <c:v>41913</c:v>
                </c:pt>
                <c:pt idx="667" c:formatCode="yyyy/m/d">
                  <c:v>41914</c:v>
                </c:pt>
                <c:pt idx="668" c:formatCode="yyyy/m/d">
                  <c:v>41915</c:v>
                </c:pt>
                <c:pt idx="669" c:formatCode="yyyy/m/d">
                  <c:v>41918</c:v>
                </c:pt>
                <c:pt idx="670" c:formatCode="yyyy/m/d">
                  <c:v>41919</c:v>
                </c:pt>
                <c:pt idx="671" c:formatCode="yyyy/m/d">
                  <c:v>41920</c:v>
                </c:pt>
                <c:pt idx="672" c:formatCode="yyyy/m/d">
                  <c:v>41921</c:v>
                </c:pt>
                <c:pt idx="673" c:formatCode="yyyy/m/d">
                  <c:v>41922</c:v>
                </c:pt>
                <c:pt idx="674" c:formatCode="yyyy/m/d">
                  <c:v>41925</c:v>
                </c:pt>
                <c:pt idx="675" c:formatCode="yyyy/m/d">
                  <c:v>41926</c:v>
                </c:pt>
                <c:pt idx="676" c:formatCode="yyyy/m/d">
                  <c:v>41927</c:v>
                </c:pt>
                <c:pt idx="677" c:formatCode="yyyy/m/d">
                  <c:v>41928</c:v>
                </c:pt>
                <c:pt idx="678" c:formatCode="yyyy/m/d">
                  <c:v>41929</c:v>
                </c:pt>
                <c:pt idx="679" c:formatCode="yyyy/m/d">
                  <c:v>41932</c:v>
                </c:pt>
                <c:pt idx="680" c:formatCode="yyyy/m/d">
                  <c:v>41933</c:v>
                </c:pt>
                <c:pt idx="681" c:formatCode="yyyy/m/d">
                  <c:v>41934</c:v>
                </c:pt>
                <c:pt idx="682" c:formatCode="yyyy/m/d">
                  <c:v>41935</c:v>
                </c:pt>
                <c:pt idx="683" c:formatCode="yyyy/m/d">
                  <c:v>41936</c:v>
                </c:pt>
                <c:pt idx="684" c:formatCode="yyyy/m/d">
                  <c:v>41939</c:v>
                </c:pt>
                <c:pt idx="685" c:formatCode="yyyy/m/d">
                  <c:v>41940</c:v>
                </c:pt>
                <c:pt idx="686" c:formatCode="yyyy/m/d">
                  <c:v>41941</c:v>
                </c:pt>
                <c:pt idx="687" c:formatCode="yyyy/m/d">
                  <c:v>41942</c:v>
                </c:pt>
                <c:pt idx="688" c:formatCode="yyyy/m/d">
                  <c:v>41943</c:v>
                </c:pt>
                <c:pt idx="689" c:formatCode="yyyy/m/d">
                  <c:v>41946</c:v>
                </c:pt>
                <c:pt idx="690" c:formatCode="yyyy/m/d">
                  <c:v>41947</c:v>
                </c:pt>
                <c:pt idx="691" c:formatCode="yyyy/m/d">
                  <c:v>41948</c:v>
                </c:pt>
                <c:pt idx="692" c:formatCode="yyyy/m/d">
                  <c:v>41949</c:v>
                </c:pt>
                <c:pt idx="693" c:formatCode="yyyy/m/d">
                  <c:v>41950</c:v>
                </c:pt>
                <c:pt idx="694" c:formatCode="yyyy/m/d">
                  <c:v>41953</c:v>
                </c:pt>
                <c:pt idx="695" c:formatCode="yyyy/m/d">
                  <c:v>41954</c:v>
                </c:pt>
                <c:pt idx="696" c:formatCode="yyyy/m/d">
                  <c:v>41955</c:v>
                </c:pt>
                <c:pt idx="697" c:formatCode="yyyy/m/d">
                  <c:v>41956</c:v>
                </c:pt>
                <c:pt idx="698" c:formatCode="yyyy/m/d">
                  <c:v>41957</c:v>
                </c:pt>
                <c:pt idx="699" c:formatCode="yyyy/m/d">
                  <c:v>41960</c:v>
                </c:pt>
                <c:pt idx="700" c:formatCode="yyyy/m/d">
                  <c:v>41961</c:v>
                </c:pt>
                <c:pt idx="701" c:formatCode="yyyy/m/d">
                  <c:v>41962</c:v>
                </c:pt>
                <c:pt idx="702" c:formatCode="yyyy/m/d">
                  <c:v>41963</c:v>
                </c:pt>
                <c:pt idx="703" c:formatCode="yyyy/m/d">
                  <c:v>41964</c:v>
                </c:pt>
                <c:pt idx="704" c:formatCode="yyyy/m/d">
                  <c:v>41967</c:v>
                </c:pt>
                <c:pt idx="705" c:formatCode="yyyy/m/d">
                  <c:v>41968</c:v>
                </c:pt>
                <c:pt idx="706" c:formatCode="yyyy/m/d">
                  <c:v>41969</c:v>
                </c:pt>
                <c:pt idx="707" c:formatCode="yyyy/m/d">
                  <c:v>41974</c:v>
                </c:pt>
                <c:pt idx="708" c:formatCode="yyyy/m/d">
                  <c:v>41975</c:v>
                </c:pt>
                <c:pt idx="709" c:formatCode="yyyy/m/d">
                  <c:v>41976</c:v>
                </c:pt>
                <c:pt idx="710" c:formatCode="yyyy/m/d">
                  <c:v>41977</c:v>
                </c:pt>
                <c:pt idx="711" c:formatCode="yyyy/m/d">
                  <c:v>41978</c:v>
                </c:pt>
                <c:pt idx="712" c:formatCode="yyyy/m/d">
                  <c:v>41981</c:v>
                </c:pt>
                <c:pt idx="713" c:formatCode="yyyy/m/d">
                  <c:v>41982</c:v>
                </c:pt>
                <c:pt idx="714" c:formatCode="yyyy/m/d">
                  <c:v>41983</c:v>
                </c:pt>
                <c:pt idx="715" c:formatCode="yyyy/m/d">
                  <c:v>41984</c:v>
                </c:pt>
                <c:pt idx="716" c:formatCode="yyyy/m/d">
                  <c:v>41985</c:v>
                </c:pt>
                <c:pt idx="717" c:formatCode="yyyy/m/d">
                  <c:v>41988</c:v>
                </c:pt>
                <c:pt idx="718" c:formatCode="yyyy/m/d">
                  <c:v>41989</c:v>
                </c:pt>
                <c:pt idx="719" c:formatCode="yyyy/m/d">
                  <c:v>41990</c:v>
                </c:pt>
                <c:pt idx="720" c:formatCode="yyyy/m/d">
                  <c:v>41991</c:v>
                </c:pt>
                <c:pt idx="721" c:formatCode="yyyy/m/d">
                  <c:v>41992</c:v>
                </c:pt>
                <c:pt idx="722" c:formatCode="yyyy/m/d">
                  <c:v>41995</c:v>
                </c:pt>
                <c:pt idx="723" c:formatCode="yyyy/m/d">
                  <c:v>41996</c:v>
                </c:pt>
                <c:pt idx="724" c:formatCode="yyyy/m/d">
                  <c:v>41999</c:v>
                </c:pt>
                <c:pt idx="725" c:formatCode="yyyy/m/d">
                  <c:v>42002</c:v>
                </c:pt>
                <c:pt idx="726" c:formatCode="yyyy/m/d">
                  <c:v>42003</c:v>
                </c:pt>
                <c:pt idx="727" c:formatCode="yyyy/m/d">
                  <c:v>42004</c:v>
                </c:pt>
                <c:pt idx="728" c:formatCode="yyyy/m/d">
                  <c:v>42009</c:v>
                </c:pt>
                <c:pt idx="729" c:formatCode="yyyy/m/d">
                  <c:v>42010</c:v>
                </c:pt>
                <c:pt idx="730" c:formatCode="yyyy/m/d">
                  <c:v>42011</c:v>
                </c:pt>
                <c:pt idx="731" c:formatCode="yyyy/m/d">
                  <c:v>42012</c:v>
                </c:pt>
                <c:pt idx="732" c:formatCode="yyyy/m/d">
                  <c:v>42013</c:v>
                </c:pt>
                <c:pt idx="733" c:formatCode="yyyy/m/d">
                  <c:v>42016</c:v>
                </c:pt>
                <c:pt idx="734" c:formatCode="yyyy/m/d">
                  <c:v>42017</c:v>
                </c:pt>
                <c:pt idx="735" c:formatCode="yyyy/m/d">
                  <c:v>42018</c:v>
                </c:pt>
                <c:pt idx="736" c:formatCode="yyyy/m/d">
                  <c:v>42019</c:v>
                </c:pt>
                <c:pt idx="737" c:formatCode="yyyy/m/d">
                  <c:v>42020</c:v>
                </c:pt>
                <c:pt idx="738" c:formatCode="yyyy/m/d">
                  <c:v>42024</c:v>
                </c:pt>
                <c:pt idx="739" c:formatCode="yyyy/m/d">
                  <c:v>42025</c:v>
                </c:pt>
                <c:pt idx="740" c:formatCode="yyyy/m/d">
                  <c:v>42026</c:v>
                </c:pt>
                <c:pt idx="741" c:formatCode="yyyy/m/d">
                  <c:v>42027</c:v>
                </c:pt>
                <c:pt idx="742" c:formatCode="yyyy/m/d">
                  <c:v>42030</c:v>
                </c:pt>
                <c:pt idx="743" c:formatCode="yyyy/m/d">
                  <c:v>42031</c:v>
                </c:pt>
                <c:pt idx="744" c:formatCode="yyyy/m/d">
                  <c:v>42032</c:v>
                </c:pt>
                <c:pt idx="745" c:formatCode="yyyy/m/d">
                  <c:v>42033</c:v>
                </c:pt>
                <c:pt idx="746" c:formatCode="yyyy/m/d">
                  <c:v>42034</c:v>
                </c:pt>
                <c:pt idx="747" c:formatCode="yyyy/m/d">
                  <c:v>42037</c:v>
                </c:pt>
                <c:pt idx="748" c:formatCode="yyyy/m/d">
                  <c:v>42038</c:v>
                </c:pt>
                <c:pt idx="749" c:formatCode="yyyy/m/d">
                  <c:v>42039</c:v>
                </c:pt>
                <c:pt idx="750" c:formatCode="yyyy/m/d">
                  <c:v>42040</c:v>
                </c:pt>
                <c:pt idx="751" c:formatCode="yyyy/m/d">
                  <c:v>42041</c:v>
                </c:pt>
                <c:pt idx="752" c:formatCode="yyyy/m/d">
                  <c:v>42044</c:v>
                </c:pt>
                <c:pt idx="753" c:formatCode="yyyy/m/d">
                  <c:v>42045</c:v>
                </c:pt>
                <c:pt idx="754" c:formatCode="yyyy/m/d">
                  <c:v>42046</c:v>
                </c:pt>
                <c:pt idx="755" c:formatCode="yyyy/m/d">
                  <c:v>42047</c:v>
                </c:pt>
                <c:pt idx="756" c:formatCode="yyyy/m/d">
                  <c:v>42048</c:v>
                </c:pt>
                <c:pt idx="757" c:formatCode="yyyy/m/d">
                  <c:v>42052</c:v>
                </c:pt>
                <c:pt idx="758" c:formatCode="yyyy/m/d">
                  <c:v>42053</c:v>
                </c:pt>
                <c:pt idx="759" c:formatCode="yyyy/m/d">
                  <c:v>42054</c:v>
                </c:pt>
                <c:pt idx="760" c:formatCode="yyyy/m/d">
                  <c:v>42055</c:v>
                </c:pt>
                <c:pt idx="761" c:formatCode="yyyy/m/d">
                  <c:v>42058</c:v>
                </c:pt>
                <c:pt idx="762" c:formatCode="yyyy/m/d">
                  <c:v>42059</c:v>
                </c:pt>
                <c:pt idx="763" c:formatCode="yyyy/m/d">
                  <c:v>42060</c:v>
                </c:pt>
                <c:pt idx="764" c:formatCode="yyyy/m/d">
                  <c:v>42061</c:v>
                </c:pt>
                <c:pt idx="765" c:formatCode="yyyy/m/d">
                  <c:v>42062</c:v>
                </c:pt>
                <c:pt idx="766" c:formatCode="yyyy/m/d">
                  <c:v>42065</c:v>
                </c:pt>
                <c:pt idx="767" c:formatCode="yyyy/m/d">
                  <c:v>42066</c:v>
                </c:pt>
                <c:pt idx="768" c:formatCode="yyyy/m/d">
                  <c:v>42067</c:v>
                </c:pt>
                <c:pt idx="769" c:formatCode="yyyy/m/d">
                  <c:v>42068</c:v>
                </c:pt>
                <c:pt idx="770" c:formatCode="yyyy/m/d">
                  <c:v>42069</c:v>
                </c:pt>
                <c:pt idx="771" c:formatCode="yyyy/m/d">
                  <c:v>42072</c:v>
                </c:pt>
                <c:pt idx="772" c:formatCode="yyyy/m/d">
                  <c:v>42073</c:v>
                </c:pt>
                <c:pt idx="773" c:formatCode="yyyy/m/d">
                  <c:v>42074</c:v>
                </c:pt>
                <c:pt idx="774" c:formatCode="yyyy/m/d">
                  <c:v>42075</c:v>
                </c:pt>
                <c:pt idx="775" c:formatCode="yyyy/m/d">
                  <c:v>42076</c:v>
                </c:pt>
                <c:pt idx="776" c:formatCode="yyyy/m/d">
                  <c:v>42079</c:v>
                </c:pt>
                <c:pt idx="777" c:formatCode="yyyy/m/d">
                  <c:v>42080</c:v>
                </c:pt>
                <c:pt idx="778" c:formatCode="yyyy/m/d">
                  <c:v>42081</c:v>
                </c:pt>
                <c:pt idx="779" c:formatCode="yyyy/m/d">
                  <c:v>42082</c:v>
                </c:pt>
                <c:pt idx="780" c:formatCode="yyyy/m/d">
                  <c:v>42083</c:v>
                </c:pt>
                <c:pt idx="781" c:formatCode="yyyy/m/d">
                  <c:v>42086</c:v>
                </c:pt>
                <c:pt idx="782" c:formatCode="yyyy/m/d">
                  <c:v>42087</c:v>
                </c:pt>
                <c:pt idx="783" c:formatCode="yyyy/m/d">
                  <c:v>42088</c:v>
                </c:pt>
                <c:pt idx="784" c:formatCode="yyyy/m/d">
                  <c:v>42089</c:v>
                </c:pt>
                <c:pt idx="785" c:formatCode="yyyy/m/d">
                  <c:v>42090</c:v>
                </c:pt>
                <c:pt idx="786" c:formatCode="yyyy/m/d">
                  <c:v>42093</c:v>
                </c:pt>
                <c:pt idx="787" c:formatCode="yyyy/m/d">
                  <c:v>42094</c:v>
                </c:pt>
                <c:pt idx="788" c:formatCode="yyyy/m/d">
                  <c:v>42095</c:v>
                </c:pt>
                <c:pt idx="789" c:formatCode="yyyy/m/d">
                  <c:v>42096</c:v>
                </c:pt>
                <c:pt idx="790" c:formatCode="yyyy/m/d">
                  <c:v>42100</c:v>
                </c:pt>
                <c:pt idx="791" c:formatCode="yyyy/m/d">
                  <c:v>42101</c:v>
                </c:pt>
                <c:pt idx="792" c:formatCode="yyyy/m/d">
                  <c:v>42102</c:v>
                </c:pt>
                <c:pt idx="793" c:formatCode="yyyy/m/d">
                  <c:v>42103</c:v>
                </c:pt>
                <c:pt idx="794" c:formatCode="yyyy/m/d">
                  <c:v>42104</c:v>
                </c:pt>
                <c:pt idx="795" c:formatCode="yyyy/m/d">
                  <c:v>42107</c:v>
                </c:pt>
                <c:pt idx="796" c:formatCode="yyyy/m/d">
                  <c:v>42108</c:v>
                </c:pt>
                <c:pt idx="797" c:formatCode="yyyy/m/d">
                  <c:v>42109</c:v>
                </c:pt>
                <c:pt idx="798" c:formatCode="yyyy/m/d">
                  <c:v>42110</c:v>
                </c:pt>
                <c:pt idx="799" c:formatCode="yyyy/m/d">
                  <c:v>42111</c:v>
                </c:pt>
                <c:pt idx="800" c:formatCode="yyyy/m/d">
                  <c:v>42114</c:v>
                </c:pt>
                <c:pt idx="801" c:formatCode="yyyy/m/d">
                  <c:v>42115</c:v>
                </c:pt>
                <c:pt idx="802" c:formatCode="yyyy/m/d">
                  <c:v>42116</c:v>
                </c:pt>
                <c:pt idx="803" c:formatCode="yyyy/m/d">
                  <c:v>42117</c:v>
                </c:pt>
                <c:pt idx="804" c:formatCode="yyyy/m/d">
                  <c:v>42118</c:v>
                </c:pt>
                <c:pt idx="805" c:formatCode="yyyy/m/d">
                  <c:v>42121</c:v>
                </c:pt>
                <c:pt idx="806" c:formatCode="yyyy/m/d">
                  <c:v>42122</c:v>
                </c:pt>
                <c:pt idx="807" c:formatCode="yyyy/m/d">
                  <c:v>42123</c:v>
                </c:pt>
                <c:pt idx="808" c:formatCode="yyyy/m/d">
                  <c:v>42124</c:v>
                </c:pt>
                <c:pt idx="809" c:formatCode="yyyy/m/d">
                  <c:v>42125</c:v>
                </c:pt>
                <c:pt idx="810" c:formatCode="yyyy/m/d">
                  <c:v>42128</c:v>
                </c:pt>
                <c:pt idx="811" c:formatCode="yyyy/m/d">
                  <c:v>42129</c:v>
                </c:pt>
                <c:pt idx="812" c:formatCode="yyyy/m/d">
                  <c:v>42130</c:v>
                </c:pt>
                <c:pt idx="813" c:formatCode="yyyy/m/d">
                  <c:v>42131</c:v>
                </c:pt>
                <c:pt idx="814" c:formatCode="yyyy/m/d">
                  <c:v>42132</c:v>
                </c:pt>
                <c:pt idx="815" c:formatCode="yyyy/m/d">
                  <c:v>42135</c:v>
                </c:pt>
                <c:pt idx="816" c:formatCode="yyyy/m/d">
                  <c:v>42136</c:v>
                </c:pt>
                <c:pt idx="817" c:formatCode="yyyy/m/d">
                  <c:v>42137</c:v>
                </c:pt>
                <c:pt idx="818" c:formatCode="yyyy/m/d">
                  <c:v>42138</c:v>
                </c:pt>
                <c:pt idx="819" c:formatCode="yyyy/m/d">
                  <c:v>42139</c:v>
                </c:pt>
                <c:pt idx="820" c:formatCode="yyyy/m/d">
                  <c:v>42142</c:v>
                </c:pt>
                <c:pt idx="821" c:formatCode="yyyy/m/d">
                  <c:v>42143</c:v>
                </c:pt>
                <c:pt idx="822" c:formatCode="yyyy/m/d">
                  <c:v>42144</c:v>
                </c:pt>
                <c:pt idx="823" c:formatCode="yyyy/m/d">
                  <c:v>42145</c:v>
                </c:pt>
                <c:pt idx="824" c:formatCode="yyyy/m/d">
                  <c:v>42146</c:v>
                </c:pt>
                <c:pt idx="825" c:formatCode="yyyy/m/d">
                  <c:v>42150</c:v>
                </c:pt>
                <c:pt idx="826" c:formatCode="yyyy/m/d">
                  <c:v>42151</c:v>
                </c:pt>
                <c:pt idx="827" c:formatCode="yyyy/m/d">
                  <c:v>42152</c:v>
                </c:pt>
                <c:pt idx="828" c:formatCode="yyyy/m/d">
                  <c:v>42153</c:v>
                </c:pt>
                <c:pt idx="829" c:formatCode="yyyy/m/d">
                  <c:v>42156</c:v>
                </c:pt>
                <c:pt idx="830" c:formatCode="yyyy/m/d">
                  <c:v>42157</c:v>
                </c:pt>
                <c:pt idx="831" c:formatCode="yyyy/m/d">
                  <c:v>42158</c:v>
                </c:pt>
                <c:pt idx="832" c:formatCode="yyyy/m/d">
                  <c:v>42159</c:v>
                </c:pt>
                <c:pt idx="833" c:formatCode="yyyy/m/d">
                  <c:v>42160</c:v>
                </c:pt>
                <c:pt idx="834" c:formatCode="yyyy/m/d">
                  <c:v>42163</c:v>
                </c:pt>
                <c:pt idx="835" c:formatCode="yyyy/m/d">
                  <c:v>42164</c:v>
                </c:pt>
                <c:pt idx="836" c:formatCode="yyyy/m/d">
                  <c:v>42165</c:v>
                </c:pt>
                <c:pt idx="837" c:formatCode="yyyy/m/d">
                  <c:v>42166</c:v>
                </c:pt>
                <c:pt idx="838" c:formatCode="yyyy/m/d">
                  <c:v>42167</c:v>
                </c:pt>
                <c:pt idx="839" c:formatCode="yyyy/m/d">
                  <c:v>42170</c:v>
                </c:pt>
                <c:pt idx="840" c:formatCode="yyyy/m/d">
                  <c:v>42171</c:v>
                </c:pt>
                <c:pt idx="841" c:formatCode="yyyy/m/d">
                  <c:v>42172</c:v>
                </c:pt>
                <c:pt idx="842" c:formatCode="yyyy/m/d">
                  <c:v>42173</c:v>
                </c:pt>
                <c:pt idx="843" c:formatCode="yyyy/m/d">
                  <c:v>42174</c:v>
                </c:pt>
                <c:pt idx="844" c:formatCode="yyyy/m/d">
                  <c:v>42177</c:v>
                </c:pt>
                <c:pt idx="845" c:formatCode="yyyy/m/d">
                  <c:v>42178</c:v>
                </c:pt>
                <c:pt idx="846" c:formatCode="yyyy/m/d">
                  <c:v>42179</c:v>
                </c:pt>
                <c:pt idx="847" c:formatCode="yyyy/m/d">
                  <c:v>42180</c:v>
                </c:pt>
                <c:pt idx="848" c:formatCode="yyyy/m/d">
                  <c:v>42181</c:v>
                </c:pt>
                <c:pt idx="849" c:formatCode="yyyy/m/d">
                  <c:v>42184</c:v>
                </c:pt>
                <c:pt idx="850" c:formatCode="yyyy/m/d">
                  <c:v>42185</c:v>
                </c:pt>
                <c:pt idx="851" c:formatCode="yyyy/m/d">
                  <c:v>42186</c:v>
                </c:pt>
                <c:pt idx="852" c:formatCode="yyyy/m/d">
                  <c:v>42191</c:v>
                </c:pt>
                <c:pt idx="853" c:formatCode="yyyy/m/d">
                  <c:v>42192</c:v>
                </c:pt>
                <c:pt idx="854" c:formatCode="yyyy/m/d">
                  <c:v>42193</c:v>
                </c:pt>
                <c:pt idx="855" c:formatCode="yyyy/m/d">
                  <c:v>42194</c:v>
                </c:pt>
                <c:pt idx="856" c:formatCode="yyyy/m/d">
                  <c:v>42195</c:v>
                </c:pt>
                <c:pt idx="857" c:formatCode="yyyy/m/d">
                  <c:v>42198</c:v>
                </c:pt>
                <c:pt idx="858" c:formatCode="yyyy/m/d">
                  <c:v>42199</c:v>
                </c:pt>
                <c:pt idx="859" c:formatCode="yyyy/m/d">
                  <c:v>42200</c:v>
                </c:pt>
                <c:pt idx="860" c:formatCode="yyyy/m/d">
                  <c:v>42201</c:v>
                </c:pt>
                <c:pt idx="861" c:formatCode="yyyy/m/d">
                  <c:v>42202</c:v>
                </c:pt>
                <c:pt idx="862" c:formatCode="yyyy/m/d">
                  <c:v>42205</c:v>
                </c:pt>
                <c:pt idx="863" c:formatCode="yyyy/m/d">
                  <c:v>42206</c:v>
                </c:pt>
                <c:pt idx="864" c:formatCode="yyyy/m/d">
                  <c:v>42207</c:v>
                </c:pt>
                <c:pt idx="865" c:formatCode="yyyy/m/d">
                  <c:v>42208</c:v>
                </c:pt>
                <c:pt idx="866" c:formatCode="yyyy/m/d">
                  <c:v>42209</c:v>
                </c:pt>
                <c:pt idx="867" c:formatCode="yyyy/m/d">
                  <c:v>42212</c:v>
                </c:pt>
                <c:pt idx="868" c:formatCode="yyyy/m/d">
                  <c:v>42213</c:v>
                </c:pt>
                <c:pt idx="869" c:formatCode="yyyy/m/d">
                  <c:v>42214</c:v>
                </c:pt>
                <c:pt idx="870" c:formatCode="yyyy/m/d">
                  <c:v>42215</c:v>
                </c:pt>
                <c:pt idx="871" c:formatCode="yyyy/m/d">
                  <c:v>42216</c:v>
                </c:pt>
                <c:pt idx="872" c:formatCode="yyyy/m/d">
                  <c:v>42219</c:v>
                </c:pt>
                <c:pt idx="873" c:formatCode="yyyy/m/d">
                  <c:v>42220</c:v>
                </c:pt>
                <c:pt idx="874" c:formatCode="yyyy/m/d">
                  <c:v>42221</c:v>
                </c:pt>
                <c:pt idx="875" c:formatCode="yyyy/m/d">
                  <c:v>42222</c:v>
                </c:pt>
                <c:pt idx="876" c:formatCode="yyyy/m/d">
                  <c:v>42223</c:v>
                </c:pt>
                <c:pt idx="877" c:formatCode="yyyy/m/d">
                  <c:v>42226</c:v>
                </c:pt>
                <c:pt idx="878" c:formatCode="yyyy/m/d">
                  <c:v>42227</c:v>
                </c:pt>
                <c:pt idx="879" c:formatCode="yyyy/m/d">
                  <c:v>42228</c:v>
                </c:pt>
                <c:pt idx="880" c:formatCode="yyyy/m/d">
                  <c:v>42229</c:v>
                </c:pt>
                <c:pt idx="881" c:formatCode="yyyy/m/d">
                  <c:v>42230</c:v>
                </c:pt>
                <c:pt idx="882" c:formatCode="yyyy/m/d">
                  <c:v>42233</c:v>
                </c:pt>
                <c:pt idx="883" c:formatCode="yyyy/m/d">
                  <c:v>42234</c:v>
                </c:pt>
                <c:pt idx="884" c:formatCode="yyyy/m/d">
                  <c:v>42235</c:v>
                </c:pt>
                <c:pt idx="885" c:formatCode="yyyy/m/d">
                  <c:v>42236</c:v>
                </c:pt>
                <c:pt idx="886" c:formatCode="yyyy/m/d">
                  <c:v>42237</c:v>
                </c:pt>
                <c:pt idx="887" c:formatCode="yyyy/m/d">
                  <c:v>42240</c:v>
                </c:pt>
                <c:pt idx="888" c:formatCode="yyyy/m/d">
                  <c:v>42241</c:v>
                </c:pt>
                <c:pt idx="889" c:formatCode="yyyy/m/d">
                  <c:v>42242</c:v>
                </c:pt>
                <c:pt idx="890" c:formatCode="yyyy/m/d">
                  <c:v>42243</c:v>
                </c:pt>
                <c:pt idx="891" c:formatCode="yyyy/m/d">
                  <c:v>42244</c:v>
                </c:pt>
                <c:pt idx="892" c:formatCode="yyyy/m/d">
                  <c:v>42247</c:v>
                </c:pt>
                <c:pt idx="893" c:formatCode="yyyy/m/d">
                  <c:v>42248</c:v>
                </c:pt>
                <c:pt idx="894" c:formatCode="yyyy/m/d">
                  <c:v>42249</c:v>
                </c:pt>
                <c:pt idx="895" c:formatCode="yyyy/m/d">
                  <c:v>42250</c:v>
                </c:pt>
                <c:pt idx="896" c:formatCode="yyyy/m/d">
                  <c:v>42251</c:v>
                </c:pt>
                <c:pt idx="897" c:formatCode="yyyy/m/d">
                  <c:v>42255</c:v>
                </c:pt>
                <c:pt idx="898" c:formatCode="yyyy/m/d">
                  <c:v>42256</c:v>
                </c:pt>
                <c:pt idx="899" c:formatCode="yyyy/m/d">
                  <c:v>42257</c:v>
                </c:pt>
                <c:pt idx="900" c:formatCode="yyyy/m/d">
                  <c:v>42258</c:v>
                </c:pt>
                <c:pt idx="901" c:formatCode="yyyy/m/d">
                  <c:v>42261</c:v>
                </c:pt>
                <c:pt idx="902" c:formatCode="yyyy/m/d">
                  <c:v>42262</c:v>
                </c:pt>
                <c:pt idx="903" c:formatCode="yyyy/m/d">
                  <c:v>42263</c:v>
                </c:pt>
                <c:pt idx="904" c:formatCode="yyyy/m/d">
                  <c:v>42264</c:v>
                </c:pt>
                <c:pt idx="905" c:formatCode="yyyy/m/d">
                  <c:v>42265</c:v>
                </c:pt>
                <c:pt idx="906" c:formatCode="yyyy/m/d">
                  <c:v>42268</c:v>
                </c:pt>
                <c:pt idx="907" c:formatCode="yyyy/m/d">
                  <c:v>42269</c:v>
                </c:pt>
                <c:pt idx="908" c:formatCode="yyyy/m/d">
                  <c:v>42270</c:v>
                </c:pt>
                <c:pt idx="909" c:formatCode="yyyy/m/d">
                  <c:v>42271</c:v>
                </c:pt>
                <c:pt idx="910" c:formatCode="yyyy/m/d">
                  <c:v>42272</c:v>
                </c:pt>
                <c:pt idx="911" c:formatCode="yyyy/m/d">
                  <c:v>42275</c:v>
                </c:pt>
                <c:pt idx="912" c:formatCode="yyyy/m/d">
                  <c:v>42276</c:v>
                </c:pt>
                <c:pt idx="913" c:formatCode="yyyy/m/d">
                  <c:v>42277</c:v>
                </c:pt>
                <c:pt idx="914" c:formatCode="yyyy/m/d">
                  <c:v>42278</c:v>
                </c:pt>
                <c:pt idx="915" c:formatCode="yyyy/m/d">
                  <c:v>42279</c:v>
                </c:pt>
                <c:pt idx="916" c:formatCode="yyyy/m/d">
                  <c:v>42282</c:v>
                </c:pt>
                <c:pt idx="917" c:formatCode="yyyy/m/d">
                  <c:v>42283</c:v>
                </c:pt>
                <c:pt idx="918" c:formatCode="yyyy/m/d">
                  <c:v>42284</c:v>
                </c:pt>
                <c:pt idx="919" c:formatCode="yyyy/m/d">
                  <c:v>42285</c:v>
                </c:pt>
                <c:pt idx="920" c:formatCode="yyyy/m/d">
                  <c:v>42286</c:v>
                </c:pt>
                <c:pt idx="921" c:formatCode="yyyy/m/d">
                  <c:v>42289</c:v>
                </c:pt>
                <c:pt idx="922" c:formatCode="yyyy/m/d">
                  <c:v>42290</c:v>
                </c:pt>
                <c:pt idx="923" c:formatCode="yyyy/m/d">
                  <c:v>42291</c:v>
                </c:pt>
                <c:pt idx="924" c:formatCode="yyyy/m/d">
                  <c:v>42292</c:v>
                </c:pt>
                <c:pt idx="925" c:formatCode="yyyy/m/d">
                  <c:v>42293</c:v>
                </c:pt>
                <c:pt idx="926" c:formatCode="yyyy/m/d">
                  <c:v>42296</c:v>
                </c:pt>
                <c:pt idx="927" c:formatCode="yyyy/m/d">
                  <c:v>42297</c:v>
                </c:pt>
                <c:pt idx="928" c:formatCode="yyyy/m/d">
                  <c:v>42298</c:v>
                </c:pt>
                <c:pt idx="929" c:formatCode="yyyy/m/d">
                  <c:v>42299</c:v>
                </c:pt>
                <c:pt idx="930" c:formatCode="yyyy/m/d">
                  <c:v>42300</c:v>
                </c:pt>
                <c:pt idx="931" c:formatCode="yyyy/m/d">
                  <c:v>42303</c:v>
                </c:pt>
                <c:pt idx="932" c:formatCode="yyyy/m/d">
                  <c:v>42304</c:v>
                </c:pt>
                <c:pt idx="933" c:formatCode="yyyy/m/d">
                  <c:v>42305</c:v>
                </c:pt>
                <c:pt idx="934" c:formatCode="yyyy/m/d">
                  <c:v>42306</c:v>
                </c:pt>
                <c:pt idx="935" c:formatCode="yyyy/m/d">
                  <c:v>42307</c:v>
                </c:pt>
                <c:pt idx="936" c:formatCode="yyyy/m/d">
                  <c:v>42310</c:v>
                </c:pt>
                <c:pt idx="937" c:formatCode="yyyy/m/d">
                  <c:v>42311</c:v>
                </c:pt>
                <c:pt idx="938" c:formatCode="yyyy/m/d">
                  <c:v>42312</c:v>
                </c:pt>
                <c:pt idx="939" c:formatCode="yyyy/m/d">
                  <c:v>42313</c:v>
                </c:pt>
                <c:pt idx="940" c:formatCode="yyyy/m/d">
                  <c:v>42314</c:v>
                </c:pt>
                <c:pt idx="941" c:formatCode="yyyy/m/d">
                  <c:v>42317</c:v>
                </c:pt>
                <c:pt idx="942" c:formatCode="yyyy/m/d">
                  <c:v>42318</c:v>
                </c:pt>
                <c:pt idx="943" c:formatCode="yyyy/m/d">
                  <c:v>42319</c:v>
                </c:pt>
                <c:pt idx="944" c:formatCode="yyyy/m/d">
                  <c:v>42320</c:v>
                </c:pt>
                <c:pt idx="945" c:formatCode="yyyy/m/d">
                  <c:v>42321</c:v>
                </c:pt>
                <c:pt idx="946" c:formatCode="yyyy/m/d">
                  <c:v>42324</c:v>
                </c:pt>
                <c:pt idx="947" c:formatCode="yyyy/m/d">
                  <c:v>42325</c:v>
                </c:pt>
                <c:pt idx="948" c:formatCode="yyyy/m/d">
                  <c:v>42326</c:v>
                </c:pt>
                <c:pt idx="949" c:formatCode="yyyy/m/d">
                  <c:v>42327</c:v>
                </c:pt>
                <c:pt idx="950" c:formatCode="yyyy/m/d">
                  <c:v>42328</c:v>
                </c:pt>
                <c:pt idx="951" c:formatCode="yyyy/m/d">
                  <c:v>42331</c:v>
                </c:pt>
                <c:pt idx="952" c:formatCode="yyyy/m/d">
                  <c:v>42332</c:v>
                </c:pt>
                <c:pt idx="953" c:formatCode="yyyy/m/d">
                  <c:v>42333</c:v>
                </c:pt>
                <c:pt idx="954" c:formatCode="yyyy/m/d">
                  <c:v>42338</c:v>
                </c:pt>
                <c:pt idx="955" c:formatCode="yyyy/m/d">
                  <c:v>42339</c:v>
                </c:pt>
                <c:pt idx="956" c:formatCode="yyyy/m/d">
                  <c:v>42340</c:v>
                </c:pt>
                <c:pt idx="957" c:formatCode="yyyy/m/d">
                  <c:v>42341</c:v>
                </c:pt>
                <c:pt idx="958" c:formatCode="yyyy/m/d">
                  <c:v>42342</c:v>
                </c:pt>
                <c:pt idx="959" c:formatCode="yyyy/m/d">
                  <c:v>42345</c:v>
                </c:pt>
                <c:pt idx="960" c:formatCode="yyyy/m/d">
                  <c:v>42346</c:v>
                </c:pt>
                <c:pt idx="961" c:formatCode="yyyy/m/d">
                  <c:v>42347</c:v>
                </c:pt>
                <c:pt idx="962" c:formatCode="yyyy/m/d">
                  <c:v>42348</c:v>
                </c:pt>
                <c:pt idx="963" c:formatCode="yyyy/m/d">
                  <c:v>42349</c:v>
                </c:pt>
                <c:pt idx="964" c:formatCode="yyyy/m/d">
                  <c:v>42352</c:v>
                </c:pt>
                <c:pt idx="965" c:formatCode="yyyy/m/d">
                  <c:v>42353</c:v>
                </c:pt>
                <c:pt idx="966" c:formatCode="yyyy/m/d">
                  <c:v>42354</c:v>
                </c:pt>
                <c:pt idx="967" c:formatCode="yyyy/m/d">
                  <c:v>42355</c:v>
                </c:pt>
                <c:pt idx="968" c:formatCode="yyyy/m/d">
                  <c:v>42356</c:v>
                </c:pt>
                <c:pt idx="969" c:formatCode="yyyy/m/d">
                  <c:v>42359</c:v>
                </c:pt>
                <c:pt idx="970" c:formatCode="yyyy/m/d">
                  <c:v>42360</c:v>
                </c:pt>
                <c:pt idx="971" c:formatCode="yyyy/m/d">
                  <c:v>42361</c:v>
                </c:pt>
                <c:pt idx="972" c:formatCode="yyyy/m/d">
                  <c:v>42366</c:v>
                </c:pt>
                <c:pt idx="973" c:formatCode="yyyy/m/d">
                  <c:v>42367</c:v>
                </c:pt>
                <c:pt idx="974" c:formatCode="yyyy/m/d">
                  <c:v>42368</c:v>
                </c:pt>
                <c:pt idx="975" c:formatCode="yyyy/m/d">
                  <c:v>42369</c:v>
                </c:pt>
                <c:pt idx="976" c:formatCode="yyyy/m/d">
                  <c:v>42373</c:v>
                </c:pt>
                <c:pt idx="977" c:formatCode="yyyy/m/d">
                  <c:v>42374</c:v>
                </c:pt>
                <c:pt idx="978" c:formatCode="yyyy/m/d">
                  <c:v>42375</c:v>
                </c:pt>
                <c:pt idx="979" c:formatCode="yyyy/m/d">
                  <c:v>42376</c:v>
                </c:pt>
                <c:pt idx="980" c:formatCode="yyyy/m/d">
                  <c:v>42377</c:v>
                </c:pt>
                <c:pt idx="981" c:formatCode="yyyy/m/d">
                  <c:v>42380</c:v>
                </c:pt>
                <c:pt idx="982" c:formatCode="yyyy/m/d">
                  <c:v>42381</c:v>
                </c:pt>
                <c:pt idx="983" c:formatCode="yyyy/m/d">
                  <c:v>42382</c:v>
                </c:pt>
                <c:pt idx="984" c:formatCode="yyyy/m/d">
                  <c:v>42383</c:v>
                </c:pt>
                <c:pt idx="985" c:formatCode="yyyy/m/d">
                  <c:v>42384</c:v>
                </c:pt>
                <c:pt idx="986" c:formatCode="yyyy/m/d">
                  <c:v>42388</c:v>
                </c:pt>
                <c:pt idx="987" c:formatCode="yyyy/m/d">
                  <c:v>42389</c:v>
                </c:pt>
                <c:pt idx="988" c:formatCode="yyyy/m/d">
                  <c:v>42390</c:v>
                </c:pt>
                <c:pt idx="989" c:formatCode="yyyy/m/d">
                  <c:v>42391</c:v>
                </c:pt>
                <c:pt idx="990" c:formatCode="yyyy/m/d">
                  <c:v>42394</c:v>
                </c:pt>
                <c:pt idx="991" c:formatCode="yyyy/m/d">
                  <c:v>42395</c:v>
                </c:pt>
                <c:pt idx="992" c:formatCode="yyyy/m/d">
                  <c:v>42396</c:v>
                </c:pt>
                <c:pt idx="993" c:formatCode="yyyy/m/d">
                  <c:v>42397</c:v>
                </c:pt>
                <c:pt idx="994" c:formatCode="yyyy/m/d">
                  <c:v>42398</c:v>
                </c:pt>
                <c:pt idx="995" c:formatCode="yyyy/m/d">
                  <c:v>42401</c:v>
                </c:pt>
                <c:pt idx="996" c:formatCode="yyyy/m/d">
                  <c:v>42402</c:v>
                </c:pt>
                <c:pt idx="997" c:formatCode="yyyy/m/d">
                  <c:v>42403</c:v>
                </c:pt>
                <c:pt idx="998" c:formatCode="yyyy/m/d">
                  <c:v>42404</c:v>
                </c:pt>
                <c:pt idx="999" c:formatCode="yyyy/m/d">
                  <c:v>42405</c:v>
                </c:pt>
                <c:pt idx="1000" c:formatCode="yyyy/m/d">
                  <c:v>42408</c:v>
                </c:pt>
                <c:pt idx="1001" c:formatCode="yyyy/m/d">
                  <c:v>42409</c:v>
                </c:pt>
                <c:pt idx="1002" c:formatCode="yyyy/m/d">
                  <c:v>42410</c:v>
                </c:pt>
                <c:pt idx="1003" c:formatCode="yyyy/m/d">
                  <c:v>42411</c:v>
                </c:pt>
                <c:pt idx="1004" c:formatCode="yyyy/m/d">
                  <c:v>42412</c:v>
                </c:pt>
                <c:pt idx="1005" c:formatCode="yyyy/m/d">
                  <c:v>42416</c:v>
                </c:pt>
                <c:pt idx="1006" c:formatCode="yyyy/m/d">
                  <c:v>42417</c:v>
                </c:pt>
                <c:pt idx="1007" c:formatCode="yyyy/m/d">
                  <c:v>42418</c:v>
                </c:pt>
                <c:pt idx="1008" c:formatCode="yyyy/m/d">
                  <c:v>42419</c:v>
                </c:pt>
                <c:pt idx="1009" c:formatCode="yyyy/m/d">
                  <c:v>42422</c:v>
                </c:pt>
                <c:pt idx="1010" c:formatCode="yyyy/m/d">
                  <c:v>42423</c:v>
                </c:pt>
                <c:pt idx="1011" c:formatCode="yyyy/m/d">
                  <c:v>42424</c:v>
                </c:pt>
                <c:pt idx="1012" c:formatCode="yyyy/m/d">
                  <c:v>42425</c:v>
                </c:pt>
                <c:pt idx="1013" c:formatCode="yyyy/m/d">
                  <c:v>42426</c:v>
                </c:pt>
                <c:pt idx="1014" c:formatCode="yyyy/m/d">
                  <c:v>42429</c:v>
                </c:pt>
                <c:pt idx="1015" c:formatCode="yyyy/m/d">
                  <c:v>42430</c:v>
                </c:pt>
                <c:pt idx="1016" c:formatCode="yyyy/m/d">
                  <c:v>42431</c:v>
                </c:pt>
                <c:pt idx="1017" c:formatCode="yyyy/m/d">
                  <c:v>42432</c:v>
                </c:pt>
                <c:pt idx="1018" c:formatCode="yyyy/m/d">
                  <c:v>42433</c:v>
                </c:pt>
                <c:pt idx="1019" c:formatCode="yyyy/m/d">
                  <c:v>42436</c:v>
                </c:pt>
                <c:pt idx="1020" c:formatCode="yyyy/m/d">
                  <c:v>42437</c:v>
                </c:pt>
                <c:pt idx="1021" c:formatCode="yyyy/m/d">
                  <c:v>42438</c:v>
                </c:pt>
                <c:pt idx="1022" c:formatCode="yyyy/m/d">
                  <c:v>42439</c:v>
                </c:pt>
                <c:pt idx="1023" c:formatCode="yyyy/m/d">
                  <c:v>42440</c:v>
                </c:pt>
                <c:pt idx="1024" c:formatCode="yyyy/m/d">
                  <c:v>42443</c:v>
                </c:pt>
                <c:pt idx="1025" c:formatCode="yyyy/m/d">
                  <c:v>42444</c:v>
                </c:pt>
                <c:pt idx="1026" c:formatCode="yyyy/m/d">
                  <c:v>42445</c:v>
                </c:pt>
                <c:pt idx="1027" c:formatCode="yyyy/m/d">
                  <c:v>42446</c:v>
                </c:pt>
                <c:pt idx="1028" c:formatCode="yyyy/m/d">
                  <c:v>42447</c:v>
                </c:pt>
                <c:pt idx="1029" c:formatCode="yyyy/m/d">
                  <c:v>42450</c:v>
                </c:pt>
                <c:pt idx="1030" c:formatCode="yyyy/m/d">
                  <c:v>42451</c:v>
                </c:pt>
                <c:pt idx="1031" c:formatCode="yyyy/m/d">
                  <c:v>42452</c:v>
                </c:pt>
                <c:pt idx="1032" c:formatCode="yyyy/m/d">
                  <c:v>42457</c:v>
                </c:pt>
                <c:pt idx="1033" c:formatCode="yyyy/m/d">
                  <c:v>42458</c:v>
                </c:pt>
                <c:pt idx="1034" c:formatCode="yyyy/m/d">
                  <c:v>42459</c:v>
                </c:pt>
                <c:pt idx="1035" c:formatCode="yyyy/m/d">
                  <c:v>42460</c:v>
                </c:pt>
                <c:pt idx="1036" c:formatCode="yyyy/m/d">
                  <c:v>42461</c:v>
                </c:pt>
                <c:pt idx="1037" c:formatCode="yyyy/m/d">
                  <c:v>42464</c:v>
                </c:pt>
                <c:pt idx="1038" c:formatCode="yyyy/m/d">
                  <c:v>42465</c:v>
                </c:pt>
                <c:pt idx="1039" c:formatCode="yyyy/m/d">
                  <c:v>42466</c:v>
                </c:pt>
                <c:pt idx="1040" c:formatCode="yyyy/m/d">
                  <c:v>42467</c:v>
                </c:pt>
                <c:pt idx="1041" c:formatCode="yyyy/m/d">
                  <c:v>42468</c:v>
                </c:pt>
                <c:pt idx="1042" c:formatCode="yyyy/m/d">
                  <c:v>42471</c:v>
                </c:pt>
                <c:pt idx="1043" c:formatCode="yyyy/m/d">
                  <c:v>42472</c:v>
                </c:pt>
                <c:pt idx="1044" c:formatCode="yyyy/m/d">
                  <c:v>42473</c:v>
                </c:pt>
                <c:pt idx="1045" c:formatCode="yyyy/m/d">
                  <c:v>42474</c:v>
                </c:pt>
                <c:pt idx="1046" c:formatCode="yyyy/m/d">
                  <c:v>42475</c:v>
                </c:pt>
                <c:pt idx="1047" c:formatCode="yyyy/m/d">
                  <c:v>42478</c:v>
                </c:pt>
                <c:pt idx="1048" c:formatCode="yyyy/m/d">
                  <c:v>42479</c:v>
                </c:pt>
                <c:pt idx="1049" c:formatCode="yyyy/m/d">
                  <c:v>42480</c:v>
                </c:pt>
                <c:pt idx="1050" c:formatCode="yyyy/m/d">
                  <c:v>42481</c:v>
                </c:pt>
                <c:pt idx="1051" c:formatCode="yyyy/m/d">
                  <c:v>42482</c:v>
                </c:pt>
                <c:pt idx="1052" c:formatCode="yyyy/m/d">
                  <c:v>42485</c:v>
                </c:pt>
                <c:pt idx="1053" c:formatCode="yyyy/m/d">
                  <c:v>42486</c:v>
                </c:pt>
                <c:pt idx="1054" c:formatCode="yyyy/m/d">
                  <c:v>42487</c:v>
                </c:pt>
                <c:pt idx="1055" c:formatCode="yyyy/m/d">
                  <c:v>42488</c:v>
                </c:pt>
                <c:pt idx="1056" c:formatCode="yyyy/m/d">
                  <c:v>42489</c:v>
                </c:pt>
                <c:pt idx="1057" c:formatCode="yyyy/m/d">
                  <c:v>42492</c:v>
                </c:pt>
                <c:pt idx="1058" c:formatCode="yyyy/m/d">
                  <c:v>42493</c:v>
                </c:pt>
                <c:pt idx="1059" c:formatCode="yyyy/m/d">
                  <c:v>42494</c:v>
                </c:pt>
                <c:pt idx="1060" c:formatCode="yyyy/m/d">
                  <c:v>42495</c:v>
                </c:pt>
                <c:pt idx="1061" c:formatCode="yyyy/m/d">
                  <c:v>42496</c:v>
                </c:pt>
                <c:pt idx="1062" c:formatCode="yyyy/m/d">
                  <c:v>42499</c:v>
                </c:pt>
                <c:pt idx="1063" c:formatCode="yyyy/m/d">
                  <c:v>42500</c:v>
                </c:pt>
                <c:pt idx="1064" c:formatCode="yyyy/m/d">
                  <c:v>42501</c:v>
                </c:pt>
                <c:pt idx="1065" c:formatCode="yyyy/m/d">
                  <c:v>42502</c:v>
                </c:pt>
                <c:pt idx="1066" c:formatCode="yyyy/m/d">
                  <c:v>42503</c:v>
                </c:pt>
                <c:pt idx="1067" c:formatCode="yyyy/m/d">
                  <c:v>42506</c:v>
                </c:pt>
                <c:pt idx="1068" c:formatCode="yyyy/m/d">
                  <c:v>42507</c:v>
                </c:pt>
                <c:pt idx="1069" c:formatCode="yyyy/m/d">
                  <c:v>42508</c:v>
                </c:pt>
                <c:pt idx="1070" c:formatCode="yyyy/m/d">
                  <c:v>42509</c:v>
                </c:pt>
                <c:pt idx="1071" c:formatCode="yyyy/m/d">
                  <c:v>42510</c:v>
                </c:pt>
                <c:pt idx="1072" c:formatCode="yyyy/m/d">
                  <c:v>42513</c:v>
                </c:pt>
                <c:pt idx="1073" c:formatCode="yyyy/m/d">
                  <c:v>42514</c:v>
                </c:pt>
                <c:pt idx="1074" c:formatCode="yyyy/m/d">
                  <c:v>42515</c:v>
                </c:pt>
                <c:pt idx="1075" c:formatCode="yyyy/m/d">
                  <c:v>42516</c:v>
                </c:pt>
                <c:pt idx="1076" c:formatCode="yyyy/m/d">
                  <c:v>42517</c:v>
                </c:pt>
                <c:pt idx="1077" c:formatCode="yyyy/m/d">
                  <c:v>42521</c:v>
                </c:pt>
                <c:pt idx="1078" c:formatCode="yyyy/m/d">
                  <c:v>42522</c:v>
                </c:pt>
                <c:pt idx="1079" c:formatCode="yyyy/m/d">
                  <c:v>42523</c:v>
                </c:pt>
                <c:pt idx="1080" c:formatCode="yyyy/m/d">
                  <c:v>42524</c:v>
                </c:pt>
                <c:pt idx="1081" c:formatCode="yyyy/m/d">
                  <c:v>42527</c:v>
                </c:pt>
                <c:pt idx="1082" c:formatCode="yyyy/m/d">
                  <c:v>42528</c:v>
                </c:pt>
                <c:pt idx="1083" c:formatCode="yyyy/m/d">
                  <c:v>42529</c:v>
                </c:pt>
                <c:pt idx="1084" c:formatCode="yyyy/m/d">
                  <c:v>42530</c:v>
                </c:pt>
                <c:pt idx="1085" c:formatCode="yyyy/m/d">
                  <c:v>42531</c:v>
                </c:pt>
                <c:pt idx="1086" c:formatCode="yyyy/m/d">
                  <c:v>42534</c:v>
                </c:pt>
                <c:pt idx="1087" c:formatCode="yyyy/m/d">
                  <c:v>42535</c:v>
                </c:pt>
                <c:pt idx="1088" c:formatCode="yyyy/m/d">
                  <c:v>42536</c:v>
                </c:pt>
                <c:pt idx="1089" c:formatCode="yyyy/m/d">
                  <c:v>42537</c:v>
                </c:pt>
                <c:pt idx="1090" c:formatCode="yyyy/m/d">
                  <c:v>42538</c:v>
                </c:pt>
                <c:pt idx="1091" c:formatCode="yyyy/m/d">
                  <c:v>42541</c:v>
                </c:pt>
                <c:pt idx="1092" c:formatCode="yyyy/m/d">
                  <c:v>42542</c:v>
                </c:pt>
                <c:pt idx="1093" c:formatCode="yyyy/m/d">
                  <c:v>42543</c:v>
                </c:pt>
                <c:pt idx="1094" c:formatCode="yyyy/m/d">
                  <c:v>42544</c:v>
                </c:pt>
                <c:pt idx="1095" c:formatCode="yyyy/m/d">
                  <c:v>42545</c:v>
                </c:pt>
                <c:pt idx="1096" c:formatCode="yyyy/m/d">
                  <c:v>42548</c:v>
                </c:pt>
                <c:pt idx="1097" c:formatCode="yyyy/m/d">
                  <c:v>42549</c:v>
                </c:pt>
                <c:pt idx="1098" c:formatCode="yyyy/m/d">
                  <c:v>42550</c:v>
                </c:pt>
                <c:pt idx="1099" c:formatCode="yyyy/m/d">
                  <c:v>42551</c:v>
                </c:pt>
                <c:pt idx="1100" c:formatCode="yyyy/m/d">
                  <c:v>42552</c:v>
                </c:pt>
                <c:pt idx="1101" c:formatCode="yyyy/m/d">
                  <c:v>42556</c:v>
                </c:pt>
                <c:pt idx="1102" c:formatCode="yyyy/m/d">
                  <c:v>42557</c:v>
                </c:pt>
                <c:pt idx="1103" c:formatCode="yyyy/m/d">
                  <c:v>42558</c:v>
                </c:pt>
                <c:pt idx="1104" c:formatCode="yyyy/m/d">
                  <c:v>42559</c:v>
                </c:pt>
                <c:pt idx="1105" c:formatCode="yyyy/m/d">
                  <c:v>42562</c:v>
                </c:pt>
                <c:pt idx="1106" c:formatCode="yyyy/m/d">
                  <c:v>42563</c:v>
                </c:pt>
                <c:pt idx="1107" c:formatCode="yyyy/m/d">
                  <c:v>42564</c:v>
                </c:pt>
                <c:pt idx="1108" c:formatCode="yyyy/m/d">
                  <c:v>42565</c:v>
                </c:pt>
                <c:pt idx="1109" c:formatCode="yyyy/m/d">
                  <c:v>42566</c:v>
                </c:pt>
                <c:pt idx="1110" c:formatCode="yyyy/m/d">
                  <c:v>42569</c:v>
                </c:pt>
                <c:pt idx="1111" c:formatCode="yyyy/m/d">
                  <c:v>42570</c:v>
                </c:pt>
                <c:pt idx="1112" c:formatCode="yyyy/m/d">
                  <c:v>42571</c:v>
                </c:pt>
                <c:pt idx="1113" c:formatCode="yyyy/m/d">
                  <c:v>42572</c:v>
                </c:pt>
                <c:pt idx="1114" c:formatCode="yyyy/m/d">
                  <c:v>42573</c:v>
                </c:pt>
                <c:pt idx="1115" c:formatCode="yyyy/m/d">
                  <c:v>42576</c:v>
                </c:pt>
                <c:pt idx="1116" c:formatCode="yyyy/m/d">
                  <c:v>42577</c:v>
                </c:pt>
                <c:pt idx="1117" c:formatCode="yyyy/m/d">
                  <c:v>42578</c:v>
                </c:pt>
                <c:pt idx="1118" c:formatCode="yyyy/m/d">
                  <c:v>42579</c:v>
                </c:pt>
                <c:pt idx="1119" c:formatCode="yyyy/m/d">
                  <c:v>42580</c:v>
                </c:pt>
                <c:pt idx="1120" c:formatCode="yyyy/m/d">
                  <c:v>42583</c:v>
                </c:pt>
                <c:pt idx="1121" c:formatCode="yyyy/m/d">
                  <c:v>42584</c:v>
                </c:pt>
                <c:pt idx="1122" c:formatCode="yyyy/m/d">
                  <c:v>42585</c:v>
                </c:pt>
                <c:pt idx="1123" c:formatCode="yyyy/m/d">
                  <c:v>42586</c:v>
                </c:pt>
                <c:pt idx="1124" c:formatCode="yyyy/m/d">
                  <c:v>42587</c:v>
                </c:pt>
                <c:pt idx="1125" c:formatCode="yyyy/m/d">
                  <c:v>42590</c:v>
                </c:pt>
                <c:pt idx="1126" c:formatCode="yyyy/m/d">
                  <c:v>42591</c:v>
                </c:pt>
                <c:pt idx="1127" c:formatCode="yyyy/m/d">
                  <c:v>42592</c:v>
                </c:pt>
                <c:pt idx="1128" c:formatCode="yyyy/m/d">
                  <c:v>42593</c:v>
                </c:pt>
                <c:pt idx="1129" c:formatCode="yyyy/m/d">
                  <c:v>42594</c:v>
                </c:pt>
                <c:pt idx="1130" c:formatCode="yyyy/m/d">
                  <c:v>42597</c:v>
                </c:pt>
                <c:pt idx="1131" c:formatCode="yyyy/m/d">
                  <c:v>42598</c:v>
                </c:pt>
                <c:pt idx="1132" c:formatCode="yyyy/m/d">
                  <c:v>42599</c:v>
                </c:pt>
                <c:pt idx="1133" c:formatCode="yyyy/m/d">
                  <c:v>42600</c:v>
                </c:pt>
                <c:pt idx="1134" c:formatCode="yyyy/m/d">
                  <c:v>42601</c:v>
                </c:pt>
                <c:pt idx="1135" c:formatCode="yyyy/m/d">
                  <c:v>42604</c:v>
                </c:pt>
                <c:pt idx="1136" c:formatCode="yyyy/m/d">
                  <c:v>42605</c:v>
                </c:pt>
                <c:pt idx="1137" c:formatCode="yyyy/m/d">
                  <c:v>42606</c:v>
                </c:pt>
                <c:pt idx="1138" c:formatCode="yyyy/m/d">
                  <c:v>42607</c:v>
                </c:pt>
                <c:pt idx="1139" c:formatCode="yyyy/m/d">
                  <c:v>42608</c:v>
                </c:pt>
                <c:pt idx="1140" c:formatCode="yyyy/m/d">
                  <c:v>42611</c:v>
                </c:pt>
                <c:pt idx="1141" c:formatCode="yyyy/m/d">
                  <c:v>42612</c:v>
                </c:pt>
                <c:pt idx="1142" c:formatCode="yyyy/m/d">
                  <c:v>42613</c:v>
                </c:pt>
                <c:pt idx="1143" c:formatCode="yyyy/m/d">
                  <c:v>42614</c:v>
                </c:pt>
                <c:pt idx="1144" c:formatCode="yyyy/m/d">
                  <c:v>42615</c:v>
                </c:pt>
                <c:pt idx="1145" c:formatCode="yyyy/m/d">
                  <c:v>42619</c:v>
                </c:pt>
                <c:pt idx="1146" c:formatCode="yyyy/m/d">
                  <c:v>42620</c:v>
                </c:pt>
                <c:pt idx="1147" c:formatCode="yyyy/m/d">
                  <c:v>42621</c:v>
                </c:pt>
                <c:pt idx="1148" c:formatCode="yyyy/m/d">
                  <c:v>42622</c:v>
                </c:pt>
                <c:pt idx="1149" c:formatCode="yyyy/m/d">
                  <c:v>42625</c:v>
                </c:pt>
                <c:pt idx="1150" c:formatCode="yyyy/m/d">
                  <c:v>42626</c:v>
                </c:pt>
                <c:pt idx="1151" c:formatCode="yyyy/m/d">
                  <c:v>42627</c:v>
                </c:pt>
                <c:pt idx="1152" c:formatCode="yyyy/m/d">
                  <c:v>42628</c:v>
                </c:pt>
                <c:pt idx="1153" c:formatCode="yyyy/m/d">
                  <c:v>42629</c:v>
                </c:pt>
                <c:pt idx="1154" c:formatCode="yyyy/m/d">
                  <c:v>42632</c:v>
                </c:pt>
                <c:pt idx="1155" c:formatCode="yyyy/m/d">
                  <c:v>42633</c:v>
                </c:pt>
                <c:pt idx="1156" c:formatCode="yyyy/m/d">
                  <c:v>42634</c:v>
                </c:pt>
                <c:pt idx="1157" c:formatCode="yyyy/m/d">
                  <c:v>42635</c:v>
                </c:pt>
                <c:pt idx="1158" c:formatCode="yyyy/m/d">
                  <c:v>42636</c:v>
                </c:pt>
                <c:pt idx="1159" c:formatCode="yyyy/m/d">
                  <c:v>42639</c:v>
                </c:pt>
                <c:pt idx="1160" c:formatCode="yyyy/m/d">
                  <c:v>42640</c:v>
                </c:pt>
                <c:pt idx="1161" c:formatCode="yyyy/m/d">
                  <c:v>42641</c:v>
                </c:pt>
                <c:pt idx="1162" c:formatCode="yyyy/m/d">
                  <c:v>42642</c:v>
                </c:pt>
                <c:pt idx="1163" c:formatCode="yyyy/m/d">
                  <c:v>42643</c:v>
                </c:pt>
                <c:pt idx="1164" c:formatCode="yyyy/m/d">
                  <c:v>42646</c:v>
                </c:pt>
                <c:pt idx="1165" c:formatCode="yyyy/m/d">
                  <c:v>42647</c:v>
                </c:pt>
                <c:pt idx="1166" c:formatCode="yyyy/m/d">
                  <c:v>42648</c:v>
                </c:pt>
                <c:pt idx="1167" c:formatCode="yyyy/m/d">
                  <c:v>42649</c:v>
                </c:pt>
                <c:pt idx="1168" c:formatCode="yyyy/m/d">
                  <c:v>42650</c:v>
                </c:pt>
                <c:pt idx="1169" c:formatCode="yyyy/m/d">
                  <c:v>42653</c:v>
                </c:pt>
                <c:pt idx="1170" c:formatCode="yyyy/m/d">
                  <c:v>42654</c:v>
                </c:pt>
                <c:pt idx="1171" c:formatCode="yyyy/m/d">
                  <c:v>42655</c:v>
                </c:pt>
                <c:pt idx="1172" c:formatCode="yyyy/m/d">
                  <c:v>42656</c:v>
                </c:pt>
                <c:pt idx="1173" c:formatCode="yyyy/m/d">
                  <c:v>42657</c:v>
                </c:pt>
                <c:pt idx="1174" c:formatCode="yyyy/m/d">
                  <c:v>42660</c:v>
                </c:pt>
                <c:pt idx="1175" c:formatCode="yyyy/m/d">
                  <c:v>42661</c:v>
                </c:pt>
                <c:pt idx="1176" c:formatCode="yyyy/m/d">
                  <c:v>42662</c:v>
                </c:pt>
                <c:pt idx="1177" c:formatCode="yyyy/m/d">
                  <c:v>42663</c:v>
                </c:pt>
                <c:pt idx="1178" c:formatCode="yyyy/m/d">
                  <c:v>42664</c:v>
                </c:pt>
                <c:pt idx="1179" c:formatCode="yyyy/m/d">
                  <c:v>42667</c:v>
                </c:pt>
                <c:pt idx="1180" c:formatCode="yyyy/m/d">
                  <c:v>42668</c:v>
                </c:pt>
                <c:pt idx="1181" c:formatCode="yyyy/m/d">
                  <c:v>42669</c:v>
                </c:pt>
                <c:pt idx="1182" c:formatCode="yyyy/m/d">
                  <c:v>42670</c:v>
                </c:pt>
                <c:pt idx="1183" c:formatCode="yyyy/m/d">
                  <c:v>42671</c:v>
                </c:pt>
                <c:pt idx="1184" c:formatCode="yyyy/m/d">
                  <c:v>42674</c:v>
                </c:pt>
                <c:pt idx="1185" c:formatCode="yyyy/m/d">
                  <c:v>42675</c:v>
                </c:pt>
                <c:pt idx="1186" c:formatCode="yyyy/m/d">
                  <c:v>42676</c:v>
                </c:pt>
                <c:pt idx="1187" c:formatCode="yyyy/m/d">
                  <c:v>42677</c:v>
                </c:pt>
                <c:pt idx="1188" c:formatCode="yyyy/m/d">
                  <c:v>42678</c:v>
                </c:pt>
                <c:pt idx="1189" c:formatCode="yyyy/m/d">
                  <c:v>42681</c:v>
                </c:pt>
                <c:pt idx="1190" c:formatCode="yyyy/m/d">
                  <c:v>42682</c:v>
                </c:pt>
                <c:pt idx="1191" c:formatCode="yyyy/m/d">
                  <c:v>42683</c:v>
                </c:pt>
                <c:pt idx="1192" c:formatCode="yyyy/m/d">
                  <c:v>42684</c:v>
                </c:pt>
                <c:pt idx="1193" c:formatCode="yyyy/m/d">
                  <c:v>42685</c:v>
                </c:pt>
                <c:pt idx="1194" c:formatCode="yyyy/m/d">
                  <c:v>42688</c:v>
                </c:pt>
                <c:pt idx="1195" c:formatCode="yyyy/m/d">
                  <c:v>42689</c:v>
                </c:pt>
                <c:pt idx="1196" c:formatCode="yyyy/m/d">
                  <c:v>42690</c:v>
                </c:pt>
                <c:pt idx="1197" c:formatCode="yyyy/m/d">
                  <c:v>42691</c:v>
                </c:pt>
                <c:pt idx="1198" c:formatCode="yyyy/m/d">
                  <c:v>42692</c:v>
                </c:pt>
                <c:pt idx="1199" c:formatCode="yyyy/m/d">
                  <c:v>42695</c:v>
                </c:pt>
                <c:pt idx="1200" c:formatCode="yyyy/m/d">
                  <c:v>42696</c:v>
                </c:pt>
                <c:pt idx="1201" c:formatCode="yyyy/m/d">
                  <c:v>42697</c:v>
                </c:pt>
                <c:pt idx="1202" c:formatCode="yyyy/m/d">
                  <c:v>42702</c:v>
                </c:pt>
                <c:pt idx="1203" c:formatCode="yyyy/m/d">
                  <c:v>42703</c:v>
                </c:pt>
                <c:pt idx="1204" c:formatCode="yyyy/m/d">
                  <c:v>42704</c:v>
                </c:pt>
                <c:pt idx="1205" c:formatCode="yyyy/m/d">
                  <c:v>42705</c:v>
                </c:pt>
                <c:pt idx="1206" c:formatCode="yyyy/m/d">
                  <c:v>42706</c:v>
                </c:pt>
                <c:pt idx="1207" c:formatCode="yyyy/m/d">
                  <c:v>42709</c:v>
                </c:pt>
                <c:pt idx="1208" c:formatCode="yyyy/m/d">
                  <c:v>42710</c:v>
                </c:pt>
                <c:pt idx="1209" c:formatCode="yyyy/m/d">
                  <c:v>42711</c:v>
                </c:pt>
                <c:pt idx="1210" c:formatCode="yyyy/m/d">
                  <c:v>42712</c:v>
                </c:pt>
                <c:pt idx="1211" c:formatCode="yyyy/m/d">
                  <c:v>42713</c:v>
                </c:pt>
                <c:pt idx="1212" c:formatCode="yyyy/m/d">
                  <c:v>42716</c:v>
                </c:pt>
                <c:pt idx="1213" c:formatCode="yyyy/m/d">
                  <c:v>42717</c:v>
                </c:pt>
                <c:pt idx="1214" c:formatCode="yyyy/m/d">
                  <c:v>42718</c:v>
                </c:pt>
                <c:pt idx="1215" c:formatCode="yyyy/m/d">
                  <c:v>42719</c:v>
                </c:pt>
                <c:pt idx="1216" c:formatCode="yyyy/m/d">
                  <c:v>42720</c:v>
                </c:pt>
                <c:pt idx="1217" c:formatCode="yyyy/m/d">
                  <c:v>42723</c:v>
                </c:pt>
                <c:pt idx="1218" c:formatCode="yyyy/m/d">
                  <c:v>42724</c:v>
                </c:pt>
                <c:pt idx="1219" c:formatCode="yyyy/m/d">
                  <c:v>42725</c:v>
                </c:pt>
                <c:pt idx="1220" c:formatCode="yyyy/m/d">
                  <c:v>42726</c:v>
                </c:pt>
                <c:pt idx="1221" c:formatCode="yyyy/m/d">
                  <c:v>42727</c:v>
                </c:pt>
                <c:pt idx="1222" c:formatCode="yyyy/m/d">
                  <c:v>42731</c:v>
                </c:pt>
                <c:pt idx="1223" c:formatCode="yyyy/m/d">
                  <c:v>42732</c:v>
                </c:pt>
                <c:pt idx="1224" c:formatCode="yyyy/m/d">
                  <c:v>42733</c:v>
                </c:pt>
                <c:pt idx="1225" c:formatCode="yyyy/m/d">
                  <c:v>42734</c:v>
                </c:pt>
                <c:pt idx="1226" c:formatCode="yyyy/m/d">
                  <c:v>42738</c:v>
                </c:pt>
                <c:pt idx="1227" c:formatCode="yyyy/m/d">
                  <c:v>42739</c:v>
                </c:pt>
                <c:pt idx="1228" c:formatCode="yyyy/m/d">
                  <c:v>42740</c:v>
                </c:pt>
                <c:pt idx="1229" c:formatCode="yyyy/m/d">
                  <c:v>42741</c:v>
                </c:pt>
                <c:pt idx="1230" c:formatCode="yyyy/m/d">
                  <c:v>42744</c:v>
                </c:pt>
                <c:pt idx="1231" c:formatCode="yyyy/m/d">
                  <c:v>42745</c:v>
                </c:pt>
                <c:pt idx="1232" c:formatCode="yyyy/m/d">
                  <c:v>42746</c:v>
                </c:pt>
                <c:pt idx="1233" c:formatCode="yyyy/m/d">
                  <c:v>42747</c:v>
                </c:pt>
                <c:pt idx="1234" c:formatCode="yyyy/m/d">
                  <c:v>42748</c:v>
                </c:pt>
                <c:pt idx="1235" c:formatCode="yyyy/m/d">
                  <c:v>42752</c:v>
                </c:pt>
                <c:pt idx="1236" c:formatCode="yyyy/m/d">
                  <c:v>42753</c:v>
                </c:pt>
                <c:pt idx="1237" c:formatCode="yyyy/m/d">
                  <c:v>42754</c:v>
                </c:pt>
                <c:pt idx="1238" c:formatCode="yyyy/m/d">
                  <c:v>42755</c:v>
                </c:pt>
                <c:pt idx="1239" c:formatCode="yyyy/m/d">
                  <c:v>42758</c:v>
                </c:pt>
                <c:pt idx="1240" c:formatCode="yyyy/m/d">
                  <c:v>42759</c:v>
                </c:pt>
                <c:pt idx="1241" c:formatCode="yyyy/m/d">
                  <c:v>42760</c:v>
                </c:pt>
                <c:pt idx="1242" c:formatCode="yyyy/m/d">
                  <c:v>42761</c:v>
                </c:pt>
                <c:pt idx="1243" c:formatCode="yyyy/m/d">
                  <c:v>42762</c:v>
                </c:pt>
                <c:pt idx="1244" c:formatCode="yyyy/m/d">
                  <c:v>42765</c:v>
                </c:pt>
                <c:pt idx="1245" c:formatCode="yyyy/m/d">
                  <c:v>42766</c:v>
                </c:pt>
                <c:pt idx="1246" c:formatCode="yyyy/m/d">
                  <c:v>42767</c:v>
                </c:pt>
                <c:pt idx="1247" c:formatCode="yyyy/m/d">
                  <c:v>42768</c:v>
                </c:pt>
                <c:pt idx="1248" c:formatCode="yyyy/m/d">
                  <c:v>42769</c:v>
                </c:pt>
                <c:pt idx="1249" c:formatCode="yyyy/m/d">
                  <c:v>42772</c:v>
                </c:pt>
                <c:pt idx="1250" c:formatCode="yyyy/m/d">
                  <c:v>42773</c:v>
                </c:pt>
                <c:pt idx="1251" c:formatCode="yyyy/m/d">
                  <c:v>42774</c:v>
                </c:pt>
                <c:pt idx="1252" c:formatCode="yyyy/m/d">
                  <c:v>42775</c:v>
                </c:pt>
                <c:pt idx="1253" c:formatCode="yyyy/m/d">
                  <c:v>42776</c:v>
                </c:pt>
                <c:pt idx="1254" c:formatCode="yyyy/m/d">
                  <c:v>42779</c:v>
                </c:pt>
                <c:pt idx="1255" c:formatCode="yyyy/m/d">
                  <c:v>42780</c:v>
                </c:pt>
                <c:pt idx="1256" c:formatCode="yyyy/m/d">
                  <c:v>42781</c:v>
                </c:pt>
                <c:pt idx="1257" c:formatCode="yyyy/m/d">
                  <c:v>42782</c:v>
                </c:pt>
                <c:pt idx="1258" c:formatCode="yyyy/m/d">
                  <c:v>42783</c:v>
                </c:pt>
                <c:pt idx="1259" c:formatCode="yyyy/m/d">
                  <c:v>42787</c:v>
                </c:pt>
                <c:pt idx="1260" c:formatCode="yyyy/m/d">
                  <c:v>42788</c:v>
                </c:pt>
                <c:pt idx="1261" c:formatCode="yyyy/m/d">
                  <c:v>42789</c:v>
                </c:pt>
                <c:pt idx="1262" c:formatCode="yyyy/m/d">
                  <c:v>42790</c:v>
                </c:pt>
                <c:pt idx="1263" c:formatCode="yyyy/m/d">
                  <c:v>42793</c:v>
                </c:pt>
                <c:pt idx="1264" c:formatCode="yyyy/m/d">
                  <c:v>42794</c:v>
                </c:pt>
                <c:pt idx="1265" c:formatCode="yyyy/m/d">
                  <c:v>42795</c:v>
                </c:pt>
                <c:pt idx="1266" c:formatCode="yyyy/m/d">
                  <c:v>42796</c:v>
                </c:pt>
                <c:pt idx="1267" c:formatCode="yyyy/m/d">
                  <c:v>42797</c:v>
                </c:pt>
                <c:pt idx="1268" c:formatCode="yyyy/m/d">
                  <c:v>42800</c:v>
                </c:pt>
                <c:pt idx="1269" c:formatCode="yyyy/m/d">
                  <c:v>42801</c:v>
                </c:pt>
                <c:pt idx="1270" c:formatCode="yyyy/m/d">
                  <c:v>42802</c:v>
                </c:pt>
                <c:pt idx="1271" c:formatCode="yyyy/m/d">
                  <c:v>42803</c:v>
                </c:pt>
                <c:pt idx="1272" c:formatCode="yyyy/m/d">
                  <c:v>42804</c:v>
                </c:pt>
                <c:pt idx="1273" c:formatCode="yyyy/m/d">
                  <c:v>42807</c:v>
                </c:pt>
                <c:pt idx="1274" c:formatCode="yyyy/m/d">
                  <c:v>42808</c:v>
                </c:pt>
                <c:pt idx="1275" c:formatCode="yyyy/m/d">
                  <c:v>42809</c:v>
                </c:pt>
                <c:pt idx="1276" c:formatCode="yyyy/m/d">
                  <c:v>42810</c:v>
                </c:pt>
                <c:pt idx="1277" c:formatCode="yyyy/m/d">
                  <c:v>42811</c:v>
                </c:pt>
                <c:pt idx="1278" c:formatCode="yyyy/m/d">
                  <c:v>42814</c:v>
                </c:pt>
                <c:pt idx="1279" c:formatCode="yyyy/m/d">
                  <c:v>42815</c:v>
                </c:pt>
                <c:pt idx="1280" c:formatCode="yyyy/m/d">
                  <c:v>42816</c:v>
                </c:pt>
                <c:pt idx="1281" c:formatCode="yyyy/m/d">
                  <c:v>42817</c:v>
                </c:pt>
                <c:pt idx="1282" c:formatCode="yyyy/m/d">
                  <c:v>42818</c:v>
                </c:pt>
                <c:pt idx="1283" c:formatCode="yyyy/m/d">
                  <c:v>42821</c:v>
                </c:pt>
                <c:pt idx="1284" c:formatCode="yyyy/m/d">
                  <c:v>42822</c:v>
                </c:pt>
                <c:pt idx="1285" c:formatCode="yyyy/m/d">
                  <c:v>42823</c:v>
                </c:pt>
                <c:pt idx="1286" c:formatCode="yyyy/m/d">
                  <c:v>42824</c:v>
                </c:pt>
                <c:pt idx="1287" c:formatCode="yyyy/m/d">
                  <c:v>42825</c:v>
                </c:pt>
                <c:pt idx="1288" c:formatCode="yyyy/m/d">
                  <c:v>42828</c:v>
                </c:pt>
                <c:pt idx="1289" c:formatCode="yyyy/m/d">
                  <c:v>42829</c:v>
                </c:pt>
                <c:pt idx="1290" c:formatCode="yyyy/m/d">
                  <c:v>42830</c:v>
                </c:pt>
                <c:pt idx="1291" c:formatCode="yyyy/m/d">
                  <c:v>42831</c:v>
                </c:pt>
                <c:pt idx="1292" c:formatCode="yyyy/m/d">
                  <c:v>42832</c:v>
                </c:pt>
                <c:pt idx="1293" c:formatCode="yyyy/m/d">
                  <c:v>42835</c:v>
                </c:pt>
                <c:pt idx="1294" c:formatCode="yyyy/m/d">
                  <c:v>42836</c:v>
                </c:pt>
                <c:pt idx="1295" c:formatCode="yyyy/m/d">
                  <c:v>42837</c:v>
                </c:pt>
                <c:pt idx="1296" c:formatCode="yyyy/m/d">
                  <c:v>42838</c:v>
                </c:pt>
                <c:pt idx="1297" c:formatCode="yyyy/m/d">
                  <c:v>42842</c:v>
                </c:pt>
                <c:pt idx="1298" c:formatCode="yyyy/m/d">
                  <c:v>42843</c:v>
                </c:pt>
                <c:pt idx="1299" c:formatCode="yyyy/m/d">
                  <c:v>42844</c:v>
                </c:pt>
                <c:pt idx="1300" c:formatCode="yyyy/m/d">
                  <c:v>42845</c:v>
                </c:pt>
                <c:pt idx="1301" c:formatCode="yyyy/m/d">
                  <c:v>42846</c:v>
                </c:pt>
                <c:pt idx="1302" c:formatCode="yyyy/m/d">
                  <c:v>42849</c:v>
                </c:pt>
                <c:pt idx="1303" c:formatCode="yyyy/m/d">
                  <c:v>42850</c:v>
                </c:pt>
                <c:pt idx="1304" c:formatCode="yyyy/m/d">
                  <c:v>42851</c:v>
                </c:pt>
                <c:pt idx="1305" c:formatCode="yyyy/m/d">
                  <c:v>42852</c:v>
                </c:pt>
                <c:pt idx="1306" c:formatCode="yyyy/m/d">
                  <c:v>42853</c:v>
                </c:pt>
                <c:pt idx="1307" c:formatCode="yyyy/m/d">
                  <c:v>42856</c:v>
                </c:pt>
                <c:pt idx="1308" c:formatCode="yyyy/m/d">
                  <c:v>42857</c:v>
                </c:pt>
                <c:pt idx="1309" c:formatCode="yyyy/m/d">
                  <c:v>42858</c:v>
                </c:pt>
                <c:pt idx="1310" c:formatCode="yyyy/m/d">
                  <c:v>42859</c:v>
                </c:pt>
                <c:pt idx="1311" c:formatCode="yyyy/m/d">
                  <c:v>42860</c:v>
                </c:pt>
                <c:pt idx="1312" c:formatCode="yyyy/m/d">
                  <c:v>42863</c:v>
                </c:pt>
                <c:pt idx="1313" c:formatCode="yyyy/m/d">
                  <c:v>42864</c:v>
                </c:pt>
                <c:pt idx="1314" c:formatCode="yyyy/m/d">
                  <c:v>42865</c:v>
                </c:pt>
                <c:pt idx="1315" c:formatCode="yyyy/m/d">
                  <c:v>42866</c:v>
                </c:pt>
                <c:pt idx="1316" c:formatCode="yyyy/m/d">
                  <c:v>42867</c:v>
                </c:pt>
                <c:pt idx="1317" c:formatCode="yyyy/m/d">
                  <c:v>42870</c:v>
                </c:pt>
                <c:pt idx="1318" c:formatCode="yyyy/m/d">
                  <c:v>42871</c:v>
                </c:pt>
                <c:pt idx="1319" c:formatCode="yyyy/m/d">
                  <c:v>42872</c:v>
                </c:pt>
                <c:pt idx="1320" c:formatCode="yyyy/m/d">
                  <c:v>42873</c:v>
                </c:pt>
                <c:pt idx="1321" c:formatCode="yyyy/m/d">
                  <c:v>42874</c:v>
                </c:pt>
                <c:pt idx="1322" c:formatCode="yyyy/m/d">
                  <c:v>42877</c:v>
                </c:pt>
                <c:pt idx="1323" c:formatCode="yyyy/m/d">
                  <c:v>42878</c:v>
                </c:pt>
                <c:pt idx="1324" c:formatCode="yyyy/m/d">
                  <c:v>42879</c:v>
                </c:pt>
                <c:pt idx="1325" c:formatCode="yyyy/m/d">
                  <c:v>42880</c:v>
                </c:pt>
                <c:pt idx="1326" c:formatCode="yyyy/m/d">
                  <c:v>42881</c:v>
                </c:pt>
                <c:pt idx="1327" c:formatCode="yyyy/m/d">
                  <c:v>42885</c:v>
                </c:pt>
                <c:pt idx="1328" c:formatCode="yyyy/m/d">
                  <c:v>42886</c:v>
                </c:pt>
                <c:pt idx="1329" c:formatCode="yyyy/m/d">
                  <c:v>42887</c:v>
                </c:pt>
                <c:pt idx="1330" c:formatCode="yyyy/m/d">
                  <c:v>42888</c:v>
                </c:pt>
                <c:pt idx="1331" c:formatCode="yyyy/m/d">
                  <c:v>42891</c:v>
                </c:pt>
                <c:pt idx="1332" c:formatCode="yyyy/m/d">
                  <c:v>42892</c:v>
                </c:pt>
                <c:pt idx="1333" c:formatCode="yyyy/m/d">
                  <c:v>42893</c:v>
                </c:pt>
                <c:pt idx="1334" c:formatCode="yyyy/m/d">
                  <c:v>42894</c:v>
                </c:pt>
                <c:pt idx="1335" c:formatCode="yyyy/m/d">
                  <c:v>42895</c:v>
                </c:pt>
                <c:pt idx="1336" c:formatCode="yyyy/m/d">
                  <c:v>42898</c:v>
                </c:pt>
                <c:pt idx="1337" c:formatCode="yyyy/m/d">
                  <c:v>42899</c:v>
                </c:pt>
                <c:pt idx="1338" c:formatCode="yyyy/m/d">
                  <c:v>42900</c:v>
                </c:pt>
                <c:pt idx="1339" c:formatCode="yyyy/m/d">
                  <c:v>42901</c:v>
                </c:pt>
                <c:pt idx="1340" c:formatCode="yyyy/m/d">
                  <c:v>42902</c:v>
                </c:pt>
                <c:pt idx="1341" c:formatCode="yyyy/m/d">
                  <c:v>42905</c:v>
                </c:pt>
                <c:pt idx="1342" c:formatCode="yyyy/m/d">
                  <c:v>42906</c:v>
                </c:pt>
                <c:pt idx="1343" c:formatCode="yyyy/m/d">
                  <c:v>42907</c:v>
                </c:pt>
                <c:pt idx="1344" c:formatCode="yyyy/m/d">
                  <c:v>42908</c:v>
                </c:pt>
                <c:pt idx="1345" c:formatCode="yyyy/m/d">
                  <c:v>42909</c:v>
                </c:pt>
                <c:pt idx="1346" c:formatCode="yyyy/m/d">
                  <c:v>42912</c:v>
                </c:pt>
                <c:pt idx="1347" c:formatCode="yyyy/m/d">
                  <c:v>42913</c:v>
                </c:pt>
                <c:pt idx="1348" c:formatCode="yyyy/m/d">
                  <c:v>42914</c:v>
                </c:pt>
                <c:pt idx="1349" c:formatCode="yyyy/m/d">
                  <c:v>42915</c:v>
                </c:pt>
                <c:pt idx="1350" c:formatCode="yyyy/m/d">
                  <c:v>42916</c:v>
                </c:pt>
                <c:pt idx="1351" c:formatCode="yyyy/m/d">
                  <c:v>42919</c:v>
                </c:pt>
                <c:pt idx="1352" c:formatCode="yyyy/m/d">
                  <c:v>42921</c:v>
                </c:pt>
                <c:pt idx="1353" c:formatCode="yyyy/m/d">
                  <c:v>42922</c:v>
                </c:pt>
                <c:pt idx="1354" c:formatCode="yyyy/m/d">
                  <c:v>42923</c:v>
                </c:pt>
                <c:pt idx="1355" c:formatCode="yyyy/m/d">
                  <c:v>42926</c:v>
                </c:pt>
                <c:pt idx="1356" c:formatCode="yyyy/m/d">
                  <c:v>42927</c:v>
                </c:pt>
                <c:pt idx="1357" c:formatCode="yyyy/m/d">
                  <c:v>42928</c:v>
                </c:pt>
                <c:pt idx="1358" c:formatCode="yyyy/m/d">
                  <c:v>42929</c:v>
                </c:pt>
                <c:pt idx="1359" c:formatCode="yyyy/m/d">
                  <c:v>42930</c:v>
                </c:pt>
                <c:pt idx="1360" c:formatCode="yyyy/m/d">
                  <c:v>42933</c:v>
                </c:pt>
                <c:pt idx="1361" c:formatCode="yyyy/m/d">
                  <c:v>42934</c:v>
                </c:pt>
                <c:pt idx="1362" c:formatCode="yyyy/m/d">
                  <c:v>42935</c:v>
                </c:pt>
                <c:pt idx="1363" c:formatCode="yyyy/m/d">
                  <c:v>42936</c:v>
                </c:pt>
                <c:pt idx="1364" c:formatCode="yyyy/m/d">
                  <c:v>42937</c:v>
                </c:pt>
                <c:pt idx="1365" c:formatCode="yyyy/m/d">
                  <c:v>42940</c:v>
                </c:pt>
                <c:pt idx="1366" c:formatCode="yyyy/m/d">
                  <c:v>42941</c:v>
                </c:pt>
                <c:pt idx="1367" c:formatCode="yyyy/m/d">
                  <c:v>42942</c:v>
                </c:pt>
                <c:pt idx="1368" c:formatCode="yyyy/m/d">
                  <c:v>42943</c:v>
                </c:pt>
                <c:pt idx="1369" c:formatCode="yyyy/m/d">
                  <c:v>42944</c:v>
                </c:pt>
                <c:pt idx="1370" c:formatCode="yyyy/m/d">
                  <c:v>42947</c:v>
                </c:pt>
                <c:pt idx="1371" c:formatCode="yyyy/m/d">
                  <c:v>42948</c:v>
                </c:pt>
                <c:pt idx="1372" c:formatCode="yyyy/m/d">
                  <c:v>42949</c:v>
                </c:pt>
                <c:pt idx="1373" c:formatCode="yyyy/m/d">
                  <c:v>42950</c:v>
                </c:pt>
                <c:pt idx="1374" c:formatCode="yyyy/m/d">
                  <c:v>42951</c:v>
                </c:pt>
                <c:pt idx="1375" c:formatCode="yyyy/m/d">
                  <c:v>42954</c:v>
                </c:pt>
                <c:pt idx="1376" c:formatCode="yyyy/m/d">
                  <c:v>42955</c:v>
                </c:pt>
                <c:pt idx="1377" c:formatCode="yyyy/m/d">
                  <c:v>42956</c:v>
                </c:pt>
                <c:pt idx="1378" c:formatCode="yyyy/m/d">
                  <c:v>42957</c:v>
                </c:pt>
                <c:pt idx="1379" c:formatCode="yyyy/m/d">
                  <c:v>42958</c:v>
                </c:pt>
                <c:pt idx="1380" c:formatCode="yyyy/m/d">
                  <c:v>42961</c:v>
                </c:pt>
                <c:pt idx="1381" c:formatCode="yyyy/m/d">
                  <c:v>42962</c:v>
                </c:pt>
                <c:pt idx="1382" c:formatCode="yyyy/m/d">
                  <c:v>42963</c:v>
                </c:pt>
                <c:pt idx="1383" c:formatCode="yyyy/m/d">
                  <c:v>42964</c:v>
                </c:pt>
                <c:pt idx="1384" c:formatCode="yyyy/m/d">
                  <c:v>42965</c:v>
                </c:pt>
                <c:pt idx="1385" c:formatCode="yyyy/m/d">
                  <c:v>42968</c:v>
                </c:pt>
                <c:pt idx="1386" c:formatCode="yyyy/m/d">
                  <c:v>42969</c:v>
                </c:pt>
                <c:pt idx="1387" c:formatCode="yyyy/m/d">
                  <c:v>42970</c:v>
                </c:pt>
                <c:pt idx="1388" c:formatCode="yyyy/m/d">
                  <c:v>42971</c:v>
                </c:pt>
                <c:pt idx="1389" c:formatCode="yyyy/m/d">
                  <c:v>42972</c:v>
                </c:pt>
                <c:pt idx="1390" c:formatCode="yyyy/m/d">
                  <c:v>42975</c:v>
                </c:pt>
                <c:pt idx="1391" c:formatCode="yyyy/m/d">
                  <c:v>42976</c:v>
                </c:pt>
                <c:pt idx="1392" c:formatCode="yyyy/m/d">
                  <c:v>42977</c:v>
                </c:pt>
                <c:pt idx="1393" c:formatCode="yyyy/m/d">
                  <c:v>42978</c:v>
                </c:pt>
                <c:pt idx="1394" c:formatCode="yyyy/m/d">
                  <c:v>42979</c:v>
                </c:pt>
                <c:pt idx="1395" c:formatCode="yyyy/m/d">
                  <c:v>42983</c:v>
                </c:pt>
                <c:pt idx="1396" c:formatCode="yyyy/m/d">
                  <c:v>42984</c:v>
                </c:pt>
                <c:pt idx="1397" c:formatCode="yyyy/m/d">
                  <c:v>42985</c:v>
                </c:pt>
                <c:pt idx="1398" c:formatCode="yyyy/m/d">
                  <c:v>42986</c:v>
                </c:pt>
                <c:pt idx="1399" c:formatCode="yyyy/m/d">
                  <c:v>42989</c:v>
                </c:pt>
                <c:pt idx="1400" c:formatCode="yyyy/m/d">
                  <c:v>42990</c:v>
                </c:pt>
                <c:pt idx="1401" c:formatCode="yyyy/m/d">
                  <c:v>42991</c:v>
                </c:pt>
                <c:pt idx="1402" c:formatCode="yyyy/m/d">
                  <c:v>42992</c:v>
                </c:pt>
                <c:pt idx="1403" c:formatCode="yyyy/m/d">
                  <c:v>42993</c:v>
                </c:pt>
                <c:pt idx="1404" c:formatCode="yyyy/m/d">
                  <c:v>42996</c:v>
                </c:pt>
                <c:pt idx="1405" c:formatCode="yyyy/m/d">
                  <c:v>42997</c:v>
                </c:pt>
                <c:pt idx="1406" c:formatCode="yyyy/m/d">
                  <c:v>42998</c:v>
                </c:pt>
                <c:pt idx="1407" c:formatCode="yyyy/m/d">
                  <c:v>42999</c:v>
                </c:pt>
                <c:pt idx="1408" c:formatCode="yyyy/m/d">
                  <c:v>43000</c:v>
                </c:pt>
                <c:pt idx="1409" c:formatCode="yyyy/m/d">
                  <c:v>43003</c:v>
                </c:pt>
                <c:pt idx="1410" c:formatCode="yyyy/m/d">
                  <c:v>43004</c:v>
                </c:pt>
                <c:pt idx="1411" c:formatCode="yyyy/m/d">
                  <c:v>43005</c:v>
                </c:pt>
                <c:pt idx="1412" c:formatCode="yyyy/m/d">
                  <c:v>43006</c:v>
                </c:pt>
                <c:pt idx="1413" c:formatCode="yyyy/m/d">
                  <c:v>43007</c:v>
                </c:pt>
                <c:pt idx="1414" c:formatCode="yyyy/m/d">
                  <c:v>43010</c:v>
                </c:pt>
                <c:pt idx="1415" c:formatCode="yyyy/m/d">
                  <c:v>43011</c:v>
                </c:pt>
                <c:pt idx="1416" c:formatCode="yyyy/m/d">
                  <c:v>43012</c:v>
                </c:pt>
                <c:pt idx="1417" c:formatCode="yyyy/m/d">
                  <c:v>43013</c:v>
                </c:pt>
                <c:pt idx="1418" c:formatCode="yyyy/m/d">
                  <c:v>43014</c:v>
                </c:pt>
                <c:pt idx="1419" c:formatCode="yyyy/m/d">
                  <c:v>43017</c:v>
                </c:pt>
                <c:pt idx="1420" c:formatCode="yyyy/m/d">
                  <c:v>43018</c:v>
                </c:pt>
                <c:pt idx="1421" c:formatCode="yyyy/m/d">
                  <c:v>43019</c:v>
                </c:pt>
                <c:pt idx="1422" c:formatCode="yyyy/m/d">
                  <c:v>43020</c:v>
                </c:pt>
                <c:pt idx="1423" c:formatCode="yyyy/m/d">
                  <c:v>43021</c:v>
                </c:pt>
                <c:pt idx="1424" c:formatCode="yyyy/m/d">
                  <c:v>43024</c:v>
                </c:pt>
                <c:pt idx="1425" c:formatCode="yyyy/m/d">
                  <c:v>43025</c:v>
                </c:pt>
                <c:pt idx="1426" c:formatCode="yyyy/m/d">
                  <c:v>43026</c:v>
                </c:pt>
                <c:pt idx="1427" c:formatCode="yyyy/m/d">
                  <c:v>43027</c:v>
                </c:pt>
                <c:pt idx="1428" c:formatCode="yyyy/m/d">
                  <c:v>43028</c:v>
                </c:pt>
                <c:pt idx="1429" c:formatCode="yyyy/m/d">
                  <c:v>43031</c:v>
                </c:pt>
                <c:pt idx="1430" c:formatCode="yyyy/m/d">
                  <c:v>43032</c:v>
                </c:pt>
                <c:pt idx="1431" c:formatCode="yyyy/m/d">
                  <c:v>43033</c:v>
                </c:pt>
                <c:pt idx="1432" c:formatCode="yyyy/m/d">
                  <c:v>43034</c:v>
                </c:pt>
                <c:pt idx="1433" c:formatCode="yyyy/m/d">
                  <c:v>43035</c:v>
                </c:pt>
                <c:pt idx="1434" c:formatCode="yyyy/m/d">
                  <c:v>43038</c:v>
                </c:pt>
                <c:pt idx="1435" c:formatCode="yyyy/m/d">
                  <c:v>43039</c:v>
                </c:pt>
                <c:pt idx="1436" c:formatCode="yyyy/m/d">
                  <c:v>43040</c:v>
                </c:pt>
                <c:pt idx="1437" c:formatCode="yyyy/m/d">
                  <c:v>43041</c:v>
                </c:pt>
                <c:pt idx="1438" c:formatCode="yyyy/m/d">
                  <c:v>43042</c:v>
                </c:pt>
                <c:pt idx="1439" c:formatCode="yyyy/m/d">
                  <c:v>43045</c:v>
                </c:pt>
                <c:pt idx="1440" c:formatCode="yyyy/m/d">
                  <c:v>43046</c:v>
                </c:pt>
                <c:pt idx="1441" c:formatCode="yyyy/m/d">
                  <c:v>43047</c:v>
                </c:pt>
                <c:pt idx="1442" c:formatCode="yyyy/m/d">
                  <c:v>43048</c:v>
                </c:pt>
                <c:pt idx="1443" c:formatCode="yyyy/m/d">
                  <c:v>43049</c:v>
                </c:pt>
                <c:pt idx="1444" c:formatCode="yyyy/m/d">
                  <c:v>43052</c:v>
                </c:pt>
                <c:pt idx="1445" c:formatCode="yyyy/m/d">
                  <c:v>43053</c:v>
                </c:pt>
                <c:pt idx="1446" c:formatCode="yyyy/m/d">
                  <c:v>43054</c:v>
                </c:pt>
                <c:pt idx="1447" c:formatCode="yyyy/m/d">
                  <c:v>43055</c:v>
                </c:pt>
                <c:pt idx="1448" c:formatCode="yyyy/m/d">
                  <c:v>43056</c:v>
                </c:pt>
                <c:pt idx="1449" c:formatCode="yyyy/m/d">
                  <c:v>43059</c:v>
                </c:pt>
                <c:pt idx="1450" c:formatCode="yyyy/m/d">
                  <c:v>43060</c:v>
                </c:pt>
                <c:pt idx="1451" c:formatCode="yyyy/m/d">
                  <c:v>43061</c:v>
                </c:pt>
                <c:pt idx="1452" c:formatCode="yyyy/m/d">
                  <c:v>43066</c:v>
                </c:pt>
                <c:pt idx="1453" c:formatCode="yyyy/m/d">
                  <c:v>43067</c:v>
                </c:pt>
                <c:pt idx="1454" c:formatCode="yyyy/m/d">
                  <c:v>43068</c:v>
                </c:pt>
                <c:pt idx="1455" c:formatCode="yyyy/m/d">
                  <c:v>43069</c:v>
                </c:pt>
                <c:pt idx="1456" c:formatCode="yyyy/m/d">
                  <c:v>43070</c:v>
                </c:pt>
                <c:pt idx="1457" c:formatCode="yyyy/m/d">
                  <c:v>43073</c:v>
                </c:pt>
                <c:pt idx="1458" c:formatCode="yyyy/m/d">
                  <c:v>43074</c:v>
                </c:pt>
                <c:pt idx="1459" c:formatCode="yyyy/m/d">
                  <c:v>43075</c:v>
                </c:pt>
                <c:pt idx="1460" c:formatCode="yyyy/m/d">
                  <c:v>43076</c:v>
                </c:pt>
                <c:pt idx="1461" c:formatCode="yyyy/m/d">
                  <c:v>43077</c:v>
                </c:pt>
                <c:pt idx="1462" c:formatCode="yyyy/m/d">
                  <c:v>43080</c:v>
                </c:pt>
                <c:pt idx="1463" c:formatCode="yyyy/m/d">
                  <c:v>43081</c:v>
                </c:pt>
                <c:pt idx="1464" c:formatCode="yyyy/m/d">
                  <c:v>43082</c:v>
                </c:pt>
                <c:pt idx="1465" c:formatCode="yyyy/m/d">
                  <c:v>43083</c:v>
                </c:pt>
                <c:pt idx="1466" c:formatCode="yyyy/m/d">
                  <c:v>43084</c:v>
                </c:pt>
                <c:pt idx="1467" c:formatCode="yyyy/m/d">
                  <c:v>43087</c:v>
                </c:pt>
                <c:pt idx="1468" c:formatCode="yyyy/m/d">
                  <c:v>43088</c:v>
                </c:pt>
                <c:pt idx="1469" c:formatCode="yyyy/m/d">
                  <c:v>43089</c:v>
                </c:pt>
                <c:pt idx="1470" c:formatCode="yyyy/m/d">
                  <c:v>43090</c:v>
                </c:pt>
                <c:pt idx="1471" c:formatCode="yyyy/m/d">
                  <c:v>43091</c:v>
                </c:pt>
                <c:pt idx="1472" c:formatCode="yyyy/m/d">
                  <c:v>43095</c:v>
                </c:pt>
                <c:pt idx="1473" c:formatCode="yyyy/m/d">
                  <c:v>43096</c:v>
                </c:pt>
                <c:pt idx="1474" c:formatCode="yyyy/m/d">
                  <c:v>43097</c:v>
                </c:pt>
                <c:pt idx="1475" c:formatCode="yyyy/m/d">
                  <c:v>43098</c:v>
                </c:pt>
                <c:pt idx="1476" c:formatCode="yyyy/m/d">
                  <c:v>43102</c:v>
                </c:pt>
                <c:pt idx="1477" c:formatCode="yyyy/m/d">
                  <c:v>43103</c:v>
                </c:pt>
                <c:pt idx="1478" c:formatCode="yyyy/m/d">
                  <c:v>43104</c:v>
                </c:pt>
                <c:pt idx="1479" c:formatCode="yyyy/m/d">
                  <c:v>43105</c:v>
                </c:pt>
                <c:pt idx="1480" c:formatCode="yyyy/m/d">
                  <c:v>43108</c:v>
                </c:pt>
                <c:pt idx="1481" c:formatCode="yyyy/m/d">
                  <c:v>43109</c:v>
                </c:pt>
                <c:pt idx="1482" c:formatCode="yyyy/m/d">
                  <c:v>43110</c:v>
                </c:pt>
                <c:pt idx="1483" c:formatCode="yyyy/m/d">
                  <c:v>43111</c:v>
                </c:pt>
                <c:pt idx="1484" c:formatCode="yyyy/m/d">
                  <c:v>43112</c:v>
                </c:pt>
                <c:pt idx="1485" c:formatCode="yyyy/m/d">
                  <c:v>43116</c:v>
                </c:pt>
                <c:pt idx="1486" c:formatCode="yyyy/m/d">
                  <c:v>43117</c:v>
                </c:pt>
                <c:pt idx="1487" c:formatCode="yyyy/m/d">
                  <c:v>43118</c:v>
                </c:pt>
                <c:pt idx="1488" c:formatCode="yyyy/m/d">
                  <c:v>43119</c:v>
                </c:pt>
                <c:pt idx="1489" c:formatCode="yyyy/m/d">
                  <c:v>43122</c:v>
                </c:pt>
                <c:pt idx="1490" c:formatCode="yyyy/m/d">
                  <c:v>43123</c:v>
                </c:pt>
                <c:pt idx="1491" c:formatCode="yyyy/m/d">
                  <c:v>43124</c:v>
                </c:pt>
                <c:pt idx="1492" c:formatCode="yyyy/m/d">
                  <c:v>43125</c:v>
                </c:pt>
                <c:pt idx="1493" c:formatCode="yyyy/m/d">
                  <c:v>43126</c:v>
                </c:pt>
                <c:pt idx="1494" c:formatCode="yyyy/m/d">
                  <c:v>43129</c:v>
                </c:pt>
                <c:pt idx="1495" c:formatCode="yyyy/m/d">
                  <c:v>43130</c:v>
                </c:pt>
                <c:pt idx="1496" c:formatCode="yyyy/m/d">
                  <c:v>43131</c:v>
                </c:pt>
                <c:pt idx="1497" c:formatCode="yyyy/m/d">
                  <c:v>43132</c:v>
                </c:pt>
                <c:pt idx="1498" c:formatCode="yyyy/m/d">
                  <c:v>43133</c:v>
                </c:pt>
                <c:pt idx="1499" c:formatCode="yyyy/m/d">
                  <c:v>43136</c:v>
                </c:pt>
                <c:pt idx="1500" c:formatCode="yyyy/m/d">
                  <c:v>43137</c:v>
                </c:pt>
                <c:pt idx="1501" c:formatCode="yyyy/m/d">
                  <c:v>43138</c:v>
                </c:pt>
                <c:pt idx="1502" c:formatCode="yyyy/m/d">
                  <c:v>43139</c:v>
                </c:pt>
                <c:pt idx="1503" c:formatCode="yyyy/m/d">
                  <c:v>43140</c:v>
                </c:pt>
                <c:pt idx="1504" c:formatCode="yyyy/m/d">
                  <c:v>43143</c:v>
                </c:pt>
                <c:pt idx="1505" c:formatCode="yyyy/m/d">
                  <c:v>43144</c:v>
                </c:pt>
                <c:pt idx="1506" c:formatCode="yyyy/m/d">
                  <c:v>43145</c:v>
                </c:pt>
                <c:pt idx="1507" c:formatCode="yyyy/m/d">
                  <c:v>43146</c:v>
                </c:pt>
                <c:pt idx="1508" c:formatCode="yyyy/m/d">
                  <c:v>43147</c:v>
                </c:pt>
                <c:pt idx="1509" c:formatCode="yyyy/m/d">
                  <c:v>43151</c:v>
                </c:pt>
                <c:pt idx="1510" c:formatCode="yyyy/m/d">
                  <c:v>43152</c:v>
                </c:pt>
                <c:pt idx="1511" c:formatCode="yyyy/m/d">
                  <c:v>43153</c:v>
                </c:pt>
                <c:pt idx="1512" c:formatCode="yyyy/m/d">
                  <c:v>43154</c:v>
                </c:pt>
                <c:pt idx="1513" c:formatCode="yyyy/m/d">
                  <c:v>43157</c:v>
                </c:pt>
                <c:pt idx="1514" c:formatCode="yyyy/m/d">
                  <c:v>43158</c:v>
                </c:pt>
                <c:pt idx="1515" c:formatCode="yyyy/m/d">
                  <c:v>43159</c:v>
                </c:pt>
                <c:pt idx="1516" c:formatCode="yyyy/m/d">
                  <c:v>43160</c:v>
                </c:pt>
                <c:pt idx="1517" c:formatCode="yyyy/m/d">
                  <c:v>43161</c:v>
                </c:pt>
                <c:pt idx="1518" c:formatCode="yyyy/m/d">
                  <c:v>43164</c:v>
                </c:pt>
                <c:pt idx="1519" c:formatCode="yyyy/m/d">
                  <c:v>43165</c:v>
                </c:pt>
                <c:pt idx="1520" c:formatCode="yyyy/m/d">
                  <c:v>43166</c:v>
                </c:pt>
                <c:pt idx="1521" c:formatCode="yyyy/m/d">
                  <c:v>43167</c:v>
                </c:pt>
                <c:pt idx="1522" c:formatCode="yyyy/m/d">
                  <c:v>43168</c:v>
                </c:pt>
                <c:pt idx="1523" c:formatCode="yyyy/m/d">
                  <c:v>43171</c:v>
                </c:pt>
                <c:pt idx="1524" c:formatCode="yyyy/m/d">
                  <c:v>43172</c:v>
                </c:pt>
                <c:pt idx="1525" c:formatCode="yyyy/m/d">
                  <c:v>43173</c:v>
                </c:pt>
                <c:pt idx="1526" c:formatCode="yyyy/m/d">
                  <c:v>43174</c:v>
                </c:pt>
                <c:pt idx="1527" c:formatCode="yyyy/m/d">
                  <c:v>43175</c:v>
                </c:pt>
                <c:pt idx="1528" c:formatCode="yyyy/m/d">
                  <c:v>43178</c:v>
                </c:pt>
                <c:pt idx="1529" c:formatCode="yyyy/m/d">
                  <c:v>43179</c:v>
                </c:pt>
                <c:pt idx="1530" c:formatCode="yyyy/m/d">
                  <c:v>43180</c:v>
                </c:pt>
                <c:pt idx="1531" c:formatCode="yyyy/m/d">
                  <c:v>43181</c:v>
                </c:pt>
                <c:pt idx="1532" c:formatCode="yyyy/m/d">
                  <c:v>43182</c:v>
                </c:pt>
                <c:pt idx="1533" c:formatCode="yyyy/m/d">
                  <c:v>43185</c:v>
                </c:pt>
                <c:pt idx="1534" c:formatCode="yyyy/m/d">
                  <c:v>43186</c:v>
                </c:pt>
                <c:pt idx="1535" c:formatCode="yyyy/m/d">
                  <c:v>43187</c:v>
                </c:pt>
                <c:pt idx="1536" c:formatCode="yyyy/m/d">
                  <c:v>43188</c:v>
                </c:pt>
                <c:pt idx="1537" c:formatCode="yyyy/m/d">
                  <c:v>43192</c:v>
                </c:pt>
                <c:pt idx="1538" c:formatCode="yyyy/m/d">
                  <c:v>43193</c:v>
                </c:pt>
                <c:pt idx="1539" c:formatCode="yyyy/m/d">
                  <c:v>43194</c:v>
                </c:pt>
                <c:pt idx="1540" c:formatCode="yyyy/m/d">
                  <c:v>43195</c:v>
                </c:pt>
                <c:pt idx="1541" c:formatCode="yyyy/m/d">
                  <c:v>43196</c:v>
                </c:pt>
                <c:pt idx="1542" c:formatCode="yyyy/m/d">
                  <c:v>43199</c:v>
                </c:pt>
                <c:pt idx="1543" c:formatCode="yyyy/m/d">
                  <c:v>43200</c:v>
                </c:pt>
                <c:pt idx="1544" c:formatCode="yyyy/m/d">
                  <c:v>43201</c:v>
                </c:pt>
                <c:pt idx="1545" c:formatCode="yyyy/m/d">
                  <c:v>43202</c:v>
                </c:pt>
                <c:pt idx="1546" c:formatCode="yyyy/m/d">
                  <c:v>43203</c:v>
                </c:pt>
                <c:pt idx="1547" c:formatCode="yyyy/m/d">
                  <c:v>43206</c:v>
                </c:pt>
                <c:pt idx="1548" c:formatCode="yyyy/m/d">
                  <c:v>43207</c:v>
                </c:pt>
                <c:pt idx="1549" c:formatCode="yyyy/m/d">
                  <c:v>43208</c:v>
                </c:pt>
                <c:pt idx="1550" c:formatCode="yyyy/m/d">
                  <c:v>43209</c:v>
                </c:pt>
                <c:pt idx="1551" c:formatCode="yyyy/m/d">
                  <c:v>43210</c:v>
                </c:pt>
                <c:pt idx="1552" c:formatCode="yyyy/m/d">
                  <c:v>43213</c:v>
                </c:pt>
                <c:pt idx="1553" c:formatCode="yyyy/m/d">
                  <c:v>43214</c:v>
                </c:pt>
                <c:pt idx="1554" c:formatCode="yyyy/m/d">
                  <c:v>43215</c:v>
                </c:pt>
                <c:pt idx="1555" c:formatCode="yyyy/m/d">
                  <c:v>43216</c:v>
                </c:pt>
                <c:pt idx="1556" c:formatCode="yyyy/m/d">
                  <c:v>43217</c:v>
                </c:pt>
                <c:pt idx="1557" c:formatCode="yyyy/m/d">
                  <c:v>43220</c:v>
                </c:pt>
                <c:pt idx="1558" c:formatCode="yyyy/m/d">
                  <c:v>43221</c:v>
                </c:pt>
                <c:pt idx="1559" c:formatCode="yyyy/m/d">
                  <c:v>43222</c:v>
                </c:pt>
                <c:pt idx="1560" c:formatCode="yyyy/m/d">
                  <c:v>43223</c:v>
                </c:pt>
                <c:pt idx="1561" c:formatCode="yyyy/m/d">
                  <c:v>43224</c:v>
                </c:pt>
                <c:pt idx="1562" c:formatCode="yyyy/m/d">
                  <c:v>43227</c:v>
                </c:pt>
                <c:pt idx="1563" c:formatCode="yyyy/m/d">
                  <c:v>43228</c:v>
                </c:pt>
                <c:pt idx="1564" c:formatCode="yyyy/m/d">
                  <c:v>43229</c:v>
                </c:pt>
                <c:pt idx="1565" c:formatCode="yyyy/m/d">
                  <c:v>43230</c:v>
                </c:pt>
                <c:pt idx="1566" c:formatCode="yyyy/m/d">
                  <c:v>43231</c:v>
                </c:pt>
                <c:pt idx="1567" c:formatCode="yyyy/m/d">
                  <c:v>43234</c:v>
                </c:pt>
                <c:pt idx="1568" c:formatCode="yyyy/m/d">
                  <c:v>43235</c:v>
                </c:pt>
                <c:pt idx="1569" c:formatCode="yyyy/m/d">
                  <c:v>43236</c:v>
                </c:pt>
                <c:pt idx="1570" c:formatCode="yyyy/m/d">
                  <c:v>43237</c:v>
                </c:pt>
                <c:pt idx="1571" c:formatCode="yyyy/m/d">
                  <c:v>43238</c:v>
                </c:pt>
                <c:pt idx="1572" c:formatCode="yyyy/m/d">
                  <c:v>43241</c:v>
                </c:pt>
                <c:pt idx="1573" c:formatCode="yyyy/m/d">
                  <c:v>43242</c:v>
                </c:pt>
                <c:pt idx="1574" c:formatCode="yyyy/m/d">
                  <c:v>43243</c:v>
                </c:pt>
                <c:pt idx="1575" c:formatCode="yyyy/m/d">
                  <c:v>43244</c:v>
                </c:pt>
                <c:pt idx="1576" c:formatCode="yyyy/m/d">
                  <c:v>43245</c:v>
                </c:pt>
                <c:pt idx="1577" c:formatCode="yyyy/m/d">
                  <c:v>43249</c:v>
                </c:pt>
                <c:pt idx="1578" c:formatCode="yyyy/m/d">
                  <c:v>43250</c:v>
                </c:pt>
                <c:pt idx="1579" c:formatCode="yyyy/m/d">
                  <c:v>43251</c:v>
                </c:pt>
                <c:pt idx="1580" c:formatCode="yyyy/m/d">
                  <c:v>43252</c:v>
                </c:pt>
                <c:pt idx="1581" c:formatCode="yyyy/m/d">
                  <c:v>43255</c:v>
                </c:pt>
                <c:pt idx="1582" c:formatCode="yyyy/m/d">
                  <c:v>43256</c:v>
                </c:pt>
                <c:pt idx="1583" c:formatCode="yyyy/m/d">
                  <c:v>43257</c:v>
                </c:pt>
                <c:pt idx="1584" c:formatCode="yyyy/m/d">
                  <c:v>43258</c:v>
                </c:pt>
                <c:pt idx="1585" c:formatCode="yyyy/m/d">
                  <c:v>43259</c:v>
                </c:pt>
                <c:pt idx="1586" c:formatCode="yyyy/m/d">
                  <c:v>43262</c:v>
                </c:pt>
                <c:pt idx="1587" c:formatCode="yyyy/m/d">
                  <c:v>43263</c:v>
                </c:pt>
                <c:pt idx="1588" c:formatCode="yyyy/m/d">
                  <c:v>43264</c:v>
                </c:pt>
                <c:pt idx="1589" c:formatCode="yyyy/m/d">
                  <c:v>43265</c:v>
                </c:pt>
                <c:pt idx="1590" c:formatCode="yyyy/m/d">
                  <c:v>43266</c:v>
                </c:pt>
                <c:pt idx="1591" c:formatCode="yyyy/m/d">
                  <c:v>43269</c:v>
                </c:pt>
                <c:pt idx="1592" c:formatCode="yyyy/m/d">
                  <c:v>43270</c:v>
                </c:pt>
                <c:pt idx="1593" c:formatCode="yyyy/m/d">
                  <c:v>43271</c:v>
                </c:pt>
                <c:pt idx="1594" c:formatCode="yyyy/m/d">
                  <c:v>43272</c:v>
                </c:pt>
                <c:pt idx="1595" c:formatCode="yyyy/m/d">
                  <c:v>43273</c:v>
                </c:pt>
                <c:pt idx="1596" c:formatCode="yyyy/m/d">
                  <c:v>43276</c:v>
                </c:pt>
                <c:pt idx="1597" c:formatCode="yyyy/m/d">
                  <c:v>43277</c:v>
                </c:pt>
                <c:pt idx="1598" c:formatCode="yyyy/m/d">
                  <c:v>43278</c:v>
                </c:pt>
                <c:pt idx="1599" c:formatCode="yyyy/m/d">
                  <c:v>43279</c:v>
                </c:pt>
                <c:pt idx="1600" c:formatCode="yyyy/m/d">
                  <c:v>43280</c:v>
                </c:pt>
                <c:pt idx="1601" c:formatCode="yyyy/m/d">
                  <c:v>43283</c:v>
                </c:pt>
                <c:pt idx="1602" c:formatCode="yyyy/m/d">
                  <c:v>43284</c:v>
                </c:pt>
                <c:pt idx="1603" c:formatCode="yyyy/m/d">
                  <c:v>43286</c:v>
                </c:pt>
                <c:pt idx="1604" c:formatCode="yyyy/m/d">
                  <c:v>43287</c:v>
                </c:pt>
                <c:pt idx="1605" c:formatCode="yyyy/m/d">
                  <c:v>43290</c:v>
                </c:pt>
                <c:pt idx="1606" c:formatCode="yyyy/m/d">
                  <c:v>43291</c:v>
                </c:pt>
                <c:pt idx="1607" c:formatCode="yyyy/m/d">
                  <c:v>43292</c:v>
                </c:pt>
                <c:pt idx="1608" c:formatCode="yyyy/m/d">
                  <c:v>43293</c:v>
                </c:pt>
                <c:pt idx="1609" c:formatCode="yyyy/m/d">
                  <c:v>43294</c:v>
                </c:pt>
                <c:pt idx="1610" c:formatCode="yyyy/m/d">
                  <c:v>43297</c:v>
                </c:pt>
                <c:pt idx="1611" c:formatCode="yyyy/m/d">
                  <c:v>43298</c:v>
                </c:pt>
                <c:pt idx="1612" c:formatCode="yyyy/m/d">
                  <c:v>43299</c:v>
                </c:pt>
                <c:pt idx="1613" c:formatCode="yyyy/m/d">
                  <c:v>43300</c:v>
                </c:pt>
                <c:pt idx="1614" c:formatCode="yyyy/m/d">
                  <c:v>43301</c:v>
                </c:pt>
                <c:pt idx="1615" c:formatCode="yyyy/m/d">
                  <c:v>43304</c:v>
                </c:pt>
                <c:pt idx="1616" c:formatCode="yyyy/m/d">
                  <c:v>43305</c:v>
                </c:pt>
                <c:pt idx="1617" c:formatCode="yyyy/m/d">
                  <c:v>43306</c:v>
                </c:pt>
                <c:pt idx="1618" c:formatCode="yyyy/m/d">
                  <c:v>43307</c:v>
                </c:pt>
                <c:pt idx="1619" c:formatCode="yyyy/m/d">
                  <c:v>43308</c:v>
                </c:pt>
                <c:pt idx="1620" c:formatCode="yyyy/m/d">
                  <c:v>43311</c:v>
                </c:pt>
                <c:pt idx="1621" c:formatCode="yyyy/m/d">
                  <c:v>43312</c:v>
                </c:pt>
                <c:pt idx="1622" c:formatCode="yyyy/m/d">
                  <c:v>43313</c:v>
                </c:pt>
                <c:pt idx="1623" c:formatCode="yyyy/m/d">
                  <c:v>43314</c:v>
                </c:pt>
                <c:pt idx="1624" c:formatCode="yyyy/m/d">
                  <c:v>43315</c:v>
                </c:pt>
                <c:pt idx="1625" c:formatCode="yyyy/m/d">
                  <c:v>43318</c:v>
                </c:pt>
                <c:pt idx="1626" c:formatCode="yyyy/m/d">
                  <c:v>43319</c:v>
                </c:pt>
                <c:pt idx="1627" c:formatCode="yyyy/m/d">
                  <c:v>43320</c:v>
                </c:pt>
                <c:pt idx="1628" c:formatCode="yyyy/m/d">
                  <c:v>43321</c:v>
                </c:pt>
                <c:pt idx="1629" c:formatCode="yyyy/m/d">
                  <c:v>43322</c:v>
                </c:pt>
                <c:pt idx="1630" c:formatCode="yyyy/m/d">
                  <c:v>43325</c:v>
                </c:pt>
                <c:pt idx="1631" c:formatCode="yyyy/m/d">
                  <c:v>43326</c:v>
                </c:pt>
                <c:pt idx="1632" c:formatCode="yyyy/m/d">
                  <c:v>43327</c:v>
                </c:pt>
                <c:pt idx="1633" c:formatCode="yyyy/m/d">
                  <c:v>43328</c:v>
                </c:pt>
                <c:pt idx="1634" c:formatCode="yyyy/m/d">
                  <c:v>43329</c:v>
                </c:pt>
                <c:pt idx="1635" c:formatCode="yyyy/m/d">
                  <c:v>43332</c:v>
                </c:pt>
                <c:pt idx="1636" c:formatCode="yyyy/m/d">
                  <c:v>43333</c:v>
                </c:pt>
                <c:pt idx="1637" c:formatCode="yyyy/m/d">
                  <c:v>43334</c:v>
                </c:pt>
                <c:pt idx="1638" c:formatCode="yyyy/m/d">
                  <c:v>43335</c:v>
                </c:pt>
                <c:pt idx="1639" c:formatCode="yyyy/m/d">
                  <c:v>43336</c:v>
                </c:pt>
                <c:pt idx="1640" c:formatCode="yyyy/m/d">
                  <c:v>43339</c:v>
                </c:pt>
                <c:pt idx="1641" c:formatCode="yyyy/m/d">
                  <c:v>43340</c:v>
                </c:pt>
                <c:pt idx="1642" c:formatCode="yyyy/m/d">
                  <c:v>43341</c:v>
                </c:pt>
                <c:pt idx="1643" c:formatCode="yyyy/m/d">
                  <c:v>43342</c:v>
                </c:pt>
                <c:pt idx="1644" c:formatCode="yyyy/m/d">
                  <c:v>43343</c:v>
                </c:pt>
                <c:pt idx="1645" c:formatCode="yyyy/m/d">
                  <c:v>43347</c:v>
                </c:pt>
                <c:pt idx="1646" c:formatCode="yyyy/m/d">
                  <c:v>43348</c:v>
                </c:pt>
                <c:pt idx="1647" c:formatCode="yyyy/m/d">
                  <c:v>43349</c:v>
                </c:pt>
                <c:pt idx="1648" c:formatCode="yyyy/m/d">
                  <c:v>43350</c:v>
                </c:pt>
                <c:pt idx="1649" c:formatCode="yyyy/m/d">
                  <c:v>43353</c:v>
                </c:pt>
                <c:pt idx="1650" c:formatCode="yyyy/m/d">
                  <c:v>43354</c:v>
                </c:pt>
                <c:pt idx="1651" c:formatCode="yyyy/m/d">
                  <c:v>43355</c:v>
                </c:pt>
                <c:pt idx="1652" c:formatCode="yyyy/m/d">
                  <c:v>43356</c:v>
                </c:pt>
                <c:pt idx="1653" c:formatCode="yyyy/m/d">
                  <c:v>43357</c:v>
                </c:pt>
                <c:pt idx="1654" c:formatCode="yyyy/m/d">
                  <c:v>43360</c:v>
                </c:pt>
                <c:pt idx="1655" c:formatCode="yyyy/m/d">
                  <c:v>43361</c:v>
                </c:pt>
                <c:pt idx="1656" c:formatCode="yyyy/m/d">
                  <c:v>43362</c:v>
                </c:pt>
                <c:pt idx="1657" c:formatCode="yyyy/m/d">
                  <c:v>43363</c:v>
                </c:pt>
                <c:pt idx="1658" c:formatCode="yyyy/m/d">
                  <c:v>43364</c:v>
                </c:pt>
                <c:pt idx="1659" c:formatCode="yyyy/m/d">
                  <c:v>43367</c:v>
                </c:pt>
                <c:pt idx="1660" c:formatCode="yyyy/m/d">
                  <c:v>43368</c:v>
                </c:pt>
                <c:pt idx="1661" c:formatCode="yyyy/m/d">
                  <c:v>43369</c:v>
                </c:pt>
                <c:pt idx="1662" c:formatCode="yyyy/m/d">
                  <c:v>43370</c:v>
                </c:pt>
                <c:pt idx="1663" c:formatCode="yyyy/m/d">
                  <c:v>43371</c:v>
                </c:pt>
                <c:pt idx="1664" c:formatCode="yyyy/m/d">
                  <c:v>43374</c:v>
                </c:pt>
                <c:pt idx="1665" c:formatCode="yyyy/m/d">
                  <c:v>43375</c:v>
                </c:pt>
                <c:pt idx="1666" c:formatCode="yyyy/m/d">
                  <c:v>43376</c:v>
                </c:pt>
                <c:pt idx="1667" c:formatCode="yyyy/m/d">
                  <c:v>43377</c:v>
                </c:pt>
                <c:pt idx="1668" c:formatCode="yyyy/m/d">
                  <c:v>43378</c:v>
                </c:pt>
                <c:pt idx="1669" c:formatCode="yyyy/m/d">
                  <c:v>43381</c:v>
                </c:pt>
                <c:pt idx="1670" c:formatCode="yyyy/m/d">
                  <c:v>43382</c:v>
                </c:pt>
                <c:pt idx="1671" c:formatCode="yyyy/m/d">
                  <c:v>43383</c:v>
                </c:pt>
                <c:pt idx="1672" c:formatCode="yyyy/m/d">
                  <c:v>43384</c:v>
                </c:pt>
                <c:pt idx="1673" c:formatCode="yyyy/m/d">
                  <c:v>43385</c:v>
                </c:pt>
                <c:pt idx="1674" c:formatCode="yyyy/m/d">
                  <c:v>43388</c:v>
                </c:pt>
                <c:pt idx="1675" c:formatCode="yyyy/m/d">
                  <c:v>43389</c:v>
                </c:pt>
                <c:pt idx="1676" c:formatCode="yyyy/m/d">
                  <c:v>43390</c:v>
                </c:pt>
                <c:pt idx="1677" c:formatCode="yyyy/m/d">
                  <c:v>43391</c:v>
                </c:pt>
                <c:pt idx="1678" c:formatCode="yyyy/m/d">
                  <c:v>43392</c:v>
                </c:pt>
                <c:pt idx="1679" c:formatCode="yyyy/m/d">
                  <c:v>43395</c:v>
                </c:pt>
                <c:pt idx="1680" c:formatCode="yyyy/m/d">
                  <c:v>43396</c:v>
                </c:pt>
                <c:pt idx="1681" c:formatCode="yyyy/m/d">
                  <c:v>43397</c:v>
                </c:pt>
                <c:pt idx="1682" c:formatCode="yyyy/m/d">
                  <c:v>43398</c:v>
                </c:pt>
                <c:pt idx="1683" c:formatCode="yyyy/m/d">
                  <c:v>43399</c:v>
                </c:pt>
                <c:pt idx="1684" c:formatCode="yyyy/m/d">
                  <c:v>43402</c:v>
                </c:pt>
                <c:pt idx="1685" c:formatCode="yyyy/m/d">
                  <c:v>43403</c:v>
                </c:pt>
                <c:pt idx="1686" c:formatCode="yyyy/m/d">
                  <c:v>43404</c:v>
                </c:pt>
                <c:pt idx="1687" c:formatCode="yyyy/m/d">
                  <c:v>43405</c:v>
                </c:pt>
                <c:pt idx="1688" c:formatCode="yyyy/m/d">
                  <c:v>43406</c:v>
                </c:pt>
                <c:pt idx="1689" c:formatCode="yyyy/m/d">
                  <c:v>43409</c:v>
                </c:pt>
                <c:pt idx="1690" c:formatCode="yyyy/m/d">
                  <c:v>43410</c:v>
                </c:pt>
                <c:pt idx="1691" c:formatCode="yyyy/m/d">
                  <c:v>43411</c:v>
                </c:pt>
                <c:pt idx="1692" c:formatCode="yyyy/m/d">
                  <c:v>43412</c:v>
                </c:pt>
                <c:pt idx="1693" c:formatCode="yyyy/m/d">
                  <c:v>43413</c:v>
                </c:pt>
                <c:pt idx="1694" c:formatCode="yyyy/m/d">
                  <c:v>43416</c:v>
                </c:pt>
                <c:pt idx="1695" c:formatCode="yyyy/m/d">
                  <c:v>43417</c:v>
                </c:pt>
                <c:pt idx="1696" c:formatCode="yyyy/m/d">
                  <c:v>43418</c:v>
                </c:pt>
                <c:pt idx="1697" c:formatCode="yyyy/m/d">
                  <c:v>43419</c:v>
                </c:pt>
                <c:pt idx="1698" c:formatCode="yyyy/m/d">
                  <c:v>43420</c:v>
                </c:pt>
                <c:pt idx="1699" c:formatCode="yyyy/m/d">
                  <c:v>43423</c:v>
                </c:pt>
                <c:pt idx="1700" c:formatCode="yyyy/m/d">
                  <c:v>43424</c:v>
                </c:pt>
                <c:pt idx="1701" c:formatCode="yyyy/m/d">
                  <c:v>43425</c:v>
                </c:pt>
                <c:pt idx="1702" c:formatCode="yyyy/m/d">
                  <c:v>43430</c:v>
                </c:pt>
                <c:pt idx="1703" c:formatCode="yyyy/m/d">
                  <c:v>43431</c:v>
                </c:pt>
                <c:pt idx="1704" c:formatCode="yyyy/m/d">
                  <c:v>43432</c:v>
                </c:pt>
                <c:pt idx="1705" c:formatCode="yyyy/m/d">
                  <c:v>43433</c:v>
                </c:pt>
                <c:pt idx="1706" c:formatCode="yyyy/m/d">
                  <c:v>43434</c:v>
                </c:pt>
                <c:pt idx="1707" c:formatCode="yyyy/m/d">
                  <c:v>43437</c:v>
                </c:pt>
                <c:pt idx="1708" c:formatCode="yyyy/m/d">
                  <c:v>43438</c:v>
                </c:pt>
                <c:pt idx="1709" c:formatCode="yyyy/m/d">
                  <c:v>43439</c:v>
                </c:pt>
                <c:pt idx="1710" c:formatCode="yyyy/m/d">
                  <c:v>43440</c:v>
                </c:pt>
                <c:pt idx="1711" c:formatCode="yyyy/m/d">
                  <c:v>43441</c:v>
                </c:pt>
                <c:pt idx="1712" c:formatCode="yyyy/m/d">
                  <c:v>43444</c:v>
                </c:pt>
                <c:pt idx="1713" c:formatCode="yyyy/m/d">
                  <c:v>43445</c:v>
                </c:pt>
                <c:pt idx="1714" c:formatCode="yyyy/m/d">
                  <c:v>43446</c:v>
                </c:pt>
                <c:pt idx="1715" c:formatCode="yyyy/m/d">
                  <c:v>43447</c:v>
                </c:pt>
                <c:pt idx="1716" c:formatCode="yyyy/m/d">
                  <c:v>43448</c:v>
                </c:pt>
                <c:pt idx="1717" c:formatCode="yyyy/m/d">
                  <c:v>43451</c:v>
                </c:pt>
                <c:pt idx="1718" c:formatCode="yyyy/m/d">
                  <c:v>43452</c:v>
                </c:pt>
                <c:pt idx="1719" c:formatCode="yyyy/m/d">
                  <c:v>43453</c:v>
                </c:pt>
                <c:pt idx="1720" c:formatCode="yyyy/m/d">
                  <c:v>43454</c:v>
                </c:pt>
                <c:pt idx="1721" c:formatCode="yyyy/m/d">
                  <c:v>43455</c:v>
                </c:pt>
                <c:pt idx="1722" c:formatCode="yyyy/m/d">
                  <c:v>43460</c:v>
                </c:pt>
                <c:pt idx="1723" c:formatCode="yyyy/m/d">
                  <c:v>43461</c:v>
                </c:pt>
                <c:pt idx="1724" c:formatCode="yyyy/m/d">
                  <c:v>43462</c:v>
                </c:pt>
                <c:pt idx="1725" c:formatCode="yyyy/m/d">
                  <c:v>43465</c:v>
                </c:pt>
                <c:pt idx="1726" c:formatCode="yyyy/m/d">
                  <c:v>43467</c:v>
                </c:pt>
                <c:pt idx="1727" c:formatCode="yyyy/m/d">
                  <c:v>43468</c:v>
                </c:pt>
                <c:pt idx="1728" c:formatCode="yyyy/m/d">
                  <c:v>43469</c:v>
                </c:pt>
                <c:pt idx="1729" c:formatCode="yyyy/m/d">
                  <c:v>43472</c:v>
                </c:pt>
                <c:pt idx="1730" c:formatCode="yyyy/m/d">
                  <c:v>43473</c:v>
                </c:pt>
                <c:pt idx="1731" c:formatCode="yyyy/m/d">
                  <c:v>43474</c:v>
                </c:pt>
                <c:pt idx="1732" c:formatCode="yyyy/m/d">
                  <c:v>43475</c:v>
                </c:pt>
                <c:pt idx="1733" c:formatCode="yyyy/m/d">
                  <c:v>43476</c:v>
                </c:pt>
                <c:pt idx="1734" c:formatCode="yyyy/m/d">
                  <c:v>43479</c:v>
                </c:pt>
                <c:pt idx="1735" c:formatCode="yyyy/m/d">
                  <c:v>43480</c:v>
                </c:pt>
                <c:pt idx="1736" c:formatCode="yyyy/m/d">
                  <c:v>43481</c:v>
                </c:pt>
                <c:pt idx="1737" c:formatCode="yyyy/m/d">
                  <c:v>43482</c:v>
                </c:pt>
                <c:pt idx="1738" c:formatCode="yyyy/m/d">
                  <c:v>43483</c:v>
                </c:pt>
                <c:pt idx="1739" c:formatCode="yyyy/m/d">
                  <c:v>43487</c:v>
                </c:pt>
                <c:pt idx="1740" c:formatCode="yyyy/m/d">
                  <c:v>43488</c:v>
                </c:pt>
                <c:pt idx="1741" c:formatCode="yyyy/m/d">
                  <c:v>43489</c:v>
                </c:pt>
                <c:pt idx="1742" c:formatCode="yyyy/m/d">
                  <c:v>43490</c:v>
                </c:pt>
                <c:pt idx="1743" c:formatCode="yyyy/m/d">
                  <c:v>43493</c:v>
                </c:pt>
                <c:pt idx="1744" c:formatCode="yyyy/m/d">
                  <c:v>43494</c:v>
                </c:pt>
                <c:pt idx="1745" c:formatCode="yyyy/m/d">
                  <c:v>43495</c:v>
                </c:pt>
                <c:pt idx="1746" c:formatCode="yyyy/m/d">
                  <c:v>43496</c:v>
                </c:pt>
                <c:pt idx="1747" c:formatCode="yyyy/m/d">
                  <c:v>43497</c:v>
                </c:pt>
                <c:pt idx="1748" c:formatCode="yyyy/m/d">
                  <c:v>43500</c:v>
                </c:pt>
                <c:pt idx="1749" c:formatCode="yyyy/m/d">
                  <c:v>43501</c:v>
                </c:pt>
                <c:pt idx="1750" c:formatCode="yyyy/m/d">
                  <c:v>43502</c:v>
                </c:pt>
                <c:pt idx="1751" c:formatCode="yyyy/m/d">
                  <c:v>43503</c:v>
                </c:pt>
                <c:pt idx="1752" c:formatCode="yyyy/m/d">
                  <c:v>43504</c:v>
                </c:pt>
                <c:pt idx="1753" c:formatCode="yyyy/m/d">
                  <c:v>43507</c:v>
                </c:pt>
                <c:pt idx="1754" c:formatCode="yyyy/m/d">
                  <c:v>43508</c:v>
                </c:pt>
                <c:pt idx="1755" c:formatCode="yyyy/m/d">
                  <c:v>43509</c:v>
                </c:pt>
                <c:pt idx="1756" c:formatCode="yyyy/m/d">
                  <c:v>43510</c:v>
                </c:pt>
                <c:pt idx="1757" c:formatCode="yyyy/m/d">
                  <c:v>43511</c:v>
                </c:pt>
                <c:pt idx="1758" c:formatCode="yyyy/m/d">
                  <c:v>43515</c:v>
                </c:pt>
                <c:pt idx="1759" c:formatCode="yyyy/m/d">
                  <c:v>43516</c:v>
                </c:pt>
                <c:pt idx="1760" c:formatCode="yyyy/m/d">
                  <c:v>43517</c:v>
                </c:pt>
                <c:pt idx="1761" c:formatCode="yyyy/m/d">
                  <c:v>43518</c:v>
                </c:pt>
                <c:pt idx="1762" c:formatCode="yyyy/m/d">
                  <c:v>43521</c:v>
                </c:pt>
                <c:pt idx="1763" c:formatCode="yyyy/m/d">
                  <c:v>43522</c:v>
                </c:pt>
                <c:pt idx="1764" c:formatCode="yyyy/m/d">
                  <c:v>43523</c:v>
                </c:pt>
                <c:pt idx="1765" c:formatCode="yyyy/m/d">
                  <c:v>43524</c:v>
                </c:pt>
                <c:pt idx="1766" c:formatCode="yyyy/m/d">
                  <c:v>43525</c:v>
                </c:pt>
                <c:pt idx="1767" c:formatCode="yyyy/m/d">
                  <c:v>43528</c:v>
                </c:pt>
                <c:pt idx="1768" c:formatCode="yyyy/m/d">
                  <c:v>43529</c:v>
                </c:pt>
                <c:pt idx="1769" c:formatCode="yyyy/m/d">
                  <c:v>43530</c:v>
                </c:pt>
                <c:pt idx="1770" c:formatCode="yyyy/m/d">
                  <c:v>43531</c:v>
                </c:pt>
                <c:pt idx="1771" c:formatCode="yyyy/m/d">
                  <c:v>43532</c:v>
                </c:pt>
                <c:pt idx="1772" c:formatCode="yyyy/m/d">
                  <c:v>43535</c:v>
                </c:pt>
                <c:pt idx="1773" c:formatCode="yyyy/m/d">
                  <c:v>43536</c:v>
                </c:pt>
                <c:pt idx="1774" c:formatCode="yyyy/m/d">
                  <c:v>43537</c:v>
                </c:pt>
                <c:pt idx="1775" c:formatCode="yyyy/m/d">
                  <c:v>43538</c:v>
                </c:pt>
                <c:pt idx="1776" c:formatCode="yyyy/m/d">
                  <c:v>43539</c:v>
                </c:pt>
                <c:pt idx="1777" c:formatCode="yyyy/m/d">
                  <c:v>43542</c:v>
                </c:pt>
                <c:pt idx="1778" c:formatCode="yyyy/m/d">
                  <c:v>43543</c:v>
                </c:pt>
                <c:pt idx="1779" c:formatCode="yyyy/m/d">
                  <c:v>43544</c:v>
                </c:pt>
                <c:pt idx="1780" c:formatCode="yyyy/m/d">
                  <c:v>43545</c:v>
                </c:pt>
                <c:pt idx="1781" c:formatCode="yyyy/m/d">
                  <c:v>43546</c:v>
                </c:pt>
                <c:pt idx="1782" c:formatCode="yyyy/m/d">
                  <c:v>43549</c:v>
                </c:pt>
                <c:pt idx="1783" c:formatCode="yyyy/m/d">
                  <c:v>43550</c:v>
                </c:pt>
                <c:pt idx="1784" c:formatCode="yyyy/m/d">
                  <c:v>43551</c:v>
                </c:pt>
                <c:pt idx="1785" c:formatCode="yyyy/m/d">
                  <c:v>43552</c:v>
                </c:pt>
                <c:pt idx="1786" c:formatCode="yyyy/m/d">
                  <c:v>43553</c:v>
                </c:pt>
                <c:pt idx="1787" c:formatCode="yyyy/m/d">
                  <c:v>43556</c:v>
                </c:pt>
                <c:pt idx="1788" c:formatCode="yyyy/m/d">
                  <c:v>43557</c:v>
                </c:pt>
                <c:pt idx="1789" c:formatCode="yyyy/m/d">
                  <c:v>43558</c:v>
                </c:pt>
                <c:pt idx="1790" c:formatCode="yyyy/m/d">
                  <c:v>43559</c:v>
                </c:pt>
                <c:pt idx="1791" c:formatCode="yyyy/m/d">
                  <c:v>43560</c:v>
                </c:pt>
                <c:pt idx="1792" c:formatCode="yyyy/m/d">
                  <c:v>43563</c:v>
                </c:pt>
                <c:pt idx="1793" c:formatCode="yyyy/m/d">
                  <c:v>43564</c:v>
                </c:pt>
                <c:pt idx="1794" c:formatCode="yyyy/m/d">
                  <c:v>43565</c:v>
                </c:pt>
                <c:pt idx="1795" c:formatCode="yyyy/m/d">
                  <c:v>43566</c:v>
                </c:pt>
                <c:pt idx="1796" c:formatCode="yyyy/m/d">
                  <c:v>43567</c:v>
                </c:pt>
                <c:pt idx="1797" c:formatCode="yyyy/m/d">
                  <c:v>43570</c:v>
                </c:pt>
                <c:pt idx="1798" c:formatCode="yyyy/m/d">
                  <c:v>43571</c:v>
                </c:pt>
                <c:pt idx="1799" c:formatCode="yyyy/m/d">
                  <c:v>43572</c:v>
                </c:pt>
                <c:pt idx="1800" c:formatCode="yyyy/m/d">
                  <c:v>43573</c:v>
                </c:pt>
                <c:pt idx="1801" c:formatCode="yyyy/m/d">
                  <c:v>43577</c:v>
                </c:pt>
                <c:pt idx="1802" c:formatCode="yyyy/m/d">
                  <c:v>43578</c:v>
                </c:pt>
                <c:pt idx="1803" c:formatCode="yyyy/m/d">
                  <c:v>43579</c:v>
                </c:pt>
                <c:pt idx="1804" c:formatCode="yyyy/m/d">
                  <c:v>43580</c:v>
                </c:pt>
                <c:pt idx="1805" c:formatCode="yyyy/m/d">
                  <c:v>43581</c:v>
                </c:pt>
                <c:pt idx="1806" c:formatCode="yyyy/m/d">
                  <c:v>43584</c:v>
                </c:pt>
                <c:pt idx="1807" c:formatCode="yyyy/m/d">
                  <c:v>43585</c:v>
                </c:pt>
                <c:pt idx="1808" c:formatCode="yyyy/m/d">
                  <c:v>43586</c:v>
                </c:pt>
                <c:pt idx="1809" c:formatCode="yyyy/m/d">
                  <c:v>43587</c:v>
                </c:pt>
                <c:pt idx="1810" c:formatCode="yyyy/m/d">
                  <c:v>43588</c:v>
                </c:pt>
                <c:pt idx="1811" c:formatCode="yyyy/m/d">
                  <c:v>43591</c:v>
                </c:pt>
                <c:pt idx="1812" c:formatCode="yyyy/m/d">
                  <c:v>43592</c:v>
                </c:pt>
                <c:pt idx="1813" c:formatCode="yyyy/m/d">
                  <c:v>43593</c:v>
                </c:pt>
                <c:pt idx="1814" c:formatCode="yyyy/m/d">
                  <c:v>43594</c:v>
                </c:pt>
                <c:pt idx="1815" c:formatCode="yyyy/m/d">
                  <c:v>43595</c:v>
                </c:pt>
                <c:pt idx="1816" c:formatCode="yyyy/m/d">
                  <c:v>43598</c:v>
                </c:pt>
                <c:pt idx="1817" c:formatCode="yyyy/m/d">
                  <c:v>43599</c:v>
                </c:pt>
                <c:pt idx="1818" c:formatCode="yyyy/m/d">
                  <c:v>43600</c:v>
                </c:pt>
                <c:pt idx="1819" c:formatCode="yyyy/m/d">
                  <c:v>43601</c:v>
                </c:pt>
                <c:pt idx="1820" c:formatCode="yyyy/m/d">
                  <c:v>43602</c:v>
                </c:pt>
                <c:pt idx="1821" c:formatCode="yyyy/m/d">
                  <c:v>43605</c:v>
                </c:pt>
                <c:pt idx="1822" c:formatCode="yyyy/m/d">
                  <c:v>43606</c:v>
                </c:pt>
                <c:pt idx="1823" c:formatCode="yyyy/m/d">
                  <c:v>43607</c:v>
                </c:pt>
                <c:pt idx="1824" c:formatCode="yyyy/m/d">
                  <c:v>43608</c:v>
                </c:pt>
                <c:pt idx="1825" c:formatCode="yyyy/m/d">
                  <c:v>43609</c:v>
                </c:pt>
                <c:pt idx="1826" c:formatCode="yyyy/m/d">
                  <c:v>43613</c:v>
                </c:pt>
                <c:pt idx="1827" c:formatCode="yyyy/m/d">
                  <c:v>43614</c:v>
                </c:pt>
                <c:pt idx="1828" c:formatCode="yyyy/m/d">
                  <c:v>43615</c:v>
                </c:pt>
                <c:pt idx="1829" c:formatCode="yyyy/m/d">
                  <c:v>43616</c:v>
                </c:pt>
                <c:pt idx="1830" c:formatCode="yyyy/m/d">
                  <c:v>43619</c:v>
                </c:pt>
                <c:pt idx="1831" c:formatCode="yyyy/m/d">
                  <c:v>43620</c:v>
                </c:pt>
                <c:pt idx="1832" c:formatCode="yyyy/m/d">
                  <c:v>43621</c:v>
                </c:pt>
                <c:pt idx="1833" c:formatCode="yyyy/m/d">
                  <c:v>43622</c:v>
                </c:pt>
                <c:pt idx="1834" c:formatCode="yyyy/m/d">
                  <c:v>43623</c:v>
                </c:pt>
                <c:pt idx="1835" c:formatCode="yyyy/m/d">
                  <c:v>43626</c:v>
                </c:pt>
                <c:pt idx="1836" c:formatCode="yyyy/m/d">
                  <c:v>43627</c:v>
                </c:pt>
                <c:pt idx="1837" c:formatCode="yyyy/m/d">
                  <c:v>43628</c:v>
                </c:pt>
                <c:pt idx="1838" c:formatCode="yyyy/m/d">
                  <c:v>43629</c:v>
                </c:pt>
                <c:pt idx="1839" c:formatCode="yyyy/m/d">
                  <c:v>43630</c:v>
                </c:pt>
                <c:pt idx="1840" c:formatCode="yyyy/m/d">
                  <c:v>43633</c:v>
                </c:pt>
                <c:pt idx="1841" c:formatCode="yyyy/m/d">
                  <c:v>43634</c:v>
                </c:pt>
                <c:pt idx="1842" c:formatCode="yyyy/m/d">
                  <c:v>43635</c:v>
                </c:pt>
                <c:pt idx="1843" c:formatCode="yyyy/m/d">
                  <c:v>43636</c:v>
                </c:pt>
                <c:pt idx="1844" c:formatCode="yyyy/m/d">
                  <c:v>43637</c:v>
                </c:pt>
                <c:pt idx="1845" c:formatCode="yyyy/m/d">
                  <c:v>43640</c:v>
                </c:pt>
                <c:pt idx="1846" c:formatCode="yyyy/m/d">
                  <c:v>43641</c:v>
                </c:pt>
                <c:pt idx="1847" c:formatCode="yyyy/m/d">
                  <c:v>43642</c:v>
                </c:pt>
                <c:pt idx="1848" c:formatCode="yyyy/m/d">
                  <c:v>43643</c:v>
                </c:pt>
                <c:pt idx="1849" c:formatCode="yyyy/m/d">
                  <c:v>43644</c:v>
                </c:pt>
                <c:pt idx="1850" c:formatCode="yyyy/m/d">
                  <c:v>43647</c:v>
                </c:pt>
                <c:pt idx="1851" c:formatCode="yyyy/m/d">
                  <c:v>43648</c:v>
                </c:pt>
                <c:pt idx="1852" c:formatCode="yyyy/m/d">
                  <c:v>43649</c:v>
                </c:pt>
                <c:pt idx="1853" c:formatCode="yyyy/m/d">
                  <c:v>43651</c:v>
                </c:pt>
                <c:pt idx="1854" c:formatCode="yyyy/m/d">
                  <c:v>43654</c:v>
                </c:pt>
                <c:pt idx="1855" c:formatCode="yyyy/m/d">
                  <c:v>43655</c:v>
                </c:pt>
                <c:pt idx="1856" c:formatCode="yyyy/m/d">
                  <c:v>43656</c:v>
                </c:pt>
                <c:pt idx="1857" c:formatCode="yyyy/m/d">
                  <c:v>43657</c:v>
                </c:pt>
                <c:pt idx="1858" c:formatCode="yyyy/m/d">
                  <c:v>43658</c:v>
                </c:pt>
                <c:pt idx="1859" c:formatCode="yyyy/m/d">
                  <c:v>43661</c:v>
                </c:pt>
                <c:pt idx="1860" c:formatCode="yyyy/m/d">
                  <c:v>43662</c:v>
                </c:pt>
                <c:pt idx="1861" c:formatCode="yyyy/m/d">
                  <c:v>43663</c:v>
                </c:pt>
                <c:pt idx="1862" c:formatCode="yyyy/m/d">
                  <c:v>43664</c:v>
                </c:pt>
                <c:pt idx="1863" c:formatCode="yyyy/m/d">
                  <c:v>43665</c:v>
                </c:pt>
                <c:pt idx="1864" c:formatCode="yyyy/m/d">
                  <c:v>43668</c:v>
                </c:pt>
                <c:pt idx="1865" c:formatCode="yyyy/m/d">
                  <c:v>43669</c:v>
                </c:pt>
                <c:pt idx="1866" c:formatCode="yyyy/m/d">
                  <c:v>43670</c:v>
                </c:pt>
                <c:pt idx="1867" c:formatCode="yyyy/m/d">
                  <c:v>43671</c:v>
                </c:pt>
                <c:pt idx="1868" c:formatCode="yyyy/m/d">
                  <c:v>43672</c:v>
                </c:pt>
                <c:pt idx="1869" c:formatCode="yyyy/m/d">
                  <c:v>43675</c:v>
                </c:pt>
                <c:pt idx="1870" c:formatCode="yyyy/m/d">
                  <c:v>43676</c:v>
                </c:pt>
                <c:pt idx="1871" c:formatCode="yyyy/m/d">
                  <c:v>43677</c:v>
                </c:pt>
                <c:pt idx="1872" c:formatCode="yyyy/m/d">
                  <c:v>43678</c:v>
                </c:pt>
                <c:pt idx="1873" c:formatCode="yyyy/m/d">
                  <c:v>43679</c:v>
                </c:pt>
                <c:pt idx="1874" c:formatCode="yyyy/m/d">
                  <c:v>43682</c:v>
                </c:pt>
                <c:pt idx="1875" c:formatCode="yyyy/m/d">
                  <c:v>43683</c:v>
                </c:pt>
                <c:pt idx="1876" c:formatCode="yyyy/m/d">
                  <c:v>43684</c:v>
                </c:pt>
                <c:pt idx="1877" c:formatCode="yyyy/m/d">
                  <c:v>43685</c:v>
                </c:pt>
                <c:pt idx="1878" c:formatCode="yyyy/m/d">
                  <c:v>43686</c:v>
                </c:pt>
                <c:pt idx="1879" c:formatCode="yyyy/m/d">
                  <c:v>43689</c:v>
                </c:pt>
                <c:pt idx="1880" c:formatCode="yyyy/m/d">
                  <c:v>43690</c:v>
                </c:pt>
                <c:pt idx="1881" c:formatCode="yyyy/m/d">
                  <c:v>43691</c:v>
                </c:pt>
                <c:pt idx="1882" c:formatCode="yyyy/m/d">
                  <c:v>43692</c:v>
                </c:pt>
                <c:pt idx="1883" c:formatCode="yyyy/m/d">
                  <c:v>43693</c:v>
                </c:pt>
                <c:pt idx="1884" c:formatCode="yyyy/m/d">
                  <c:v>43696</c:v>
                </c:pt>
                <c:pt idx="1885" c:formatCode="yyyy/m/d">
                  <c:v>43697</c:v>
                </c:pt>
                <c:pt idx="1886" c:formatCode="yyyy/m/d">
                  <c:v>43698</c:v>
                </c:pt>
                <c:pt idx="1887" c:formatCode="yyyy/m/d">
                  <c:v>43699</c:v>
                </c:pt>
                <c:pt idx="1888" c:formatCode="yyyy/m/d">
                  <c:v>43700</c:v>
                </c:pt>
                <c:pt idx="1889" c:formatCode="yyyy/m/d">
                  <c:v>43703</c:v>
                </c:pt>
                <c:pt idx="1890" c:formatCode="yyyy/m/d">
                  <c:v>43704</c:v>
                </c:pt>
                <c:pt idx="1891" c:formatCode="yyyy/m/d">
                  <c:v>43705</c:v>
                </c:pt>
                <c:pt idx="1892" c:formatCode="yyyy/m/d">
                  <c:v>43706</c:v>
                </c:pt>
                <c:pt idx="1893" c:formatCode="yyyy/m/d">
                  <c:v>43707</c:v>
                </c:pt>
                <c:pt idx="1894" c:formatCode="yyyy/m/d">
                  <c:v>43711</c:v>
                </c:pt>
                <c:pt idx="1895" c:formatCode="yyyy/m/d">
                  <c:v>43712</c:v>
                </c:pt>
                <c:pt idx="1896" c:formatCode="yyyy/m/d">
                  <c:v>43713</c:v>
                </c:pt>
                <c:pt idx="1897" c:formatCode="yyyy/m/d">
                  <c:v>43714</c:v>
                </c:pt>
                <c:pt idx="1898" c:formatCode="yyyy/m/d">
                  <c:v>43717</c:v>
                </c:pt>
                <c:pt idx="1899" c:formatCode="yyyy/m/d">
                  <c:v>43718</c:v>
                </c:pt>
                <c:pt idx="1900" c:formatCode="yyyy/m/d">
                  <c:v>43719</c:v>
                </c:pt>
                <c:pt idx="1901" c:formatCode="yyyy/m/d">
                  <c:v>43720</c:v>
                </c:pt>
                <c:pt idx="1902" c:formatCode="yyyy/m/d">
                  <c:v>43721</c:v>
                </c:pt>
                <c:pt idx="1903" c:formatCode="yyyy/m/d">
                  <c:v>43724</c:v>
                </c:pt>
                <c:pt idx="1904" c:formatCode="yyyy/m/d">
                  <c:v>43725</c:v>
                </c:pt>
                <c:pt idx="1905" c:formatCode="yyyy/m/d">
                  <c:v>43726</c:v>
                </c:pt>
                <c:pt idx="1906" c:formatCode="yyyy/m/d">
                  <c:v>43727</c:v>
                </c:pt>
                <c:pt idx="1907" c:formatCode="yyyy/m/d">
                  <c:v>43728</c:v>
                </c:pt>
                <c:pt idx="1908" c:formatCode="yyyy/m/d">
                  <c:v>43731</c:v>
                </c:pt>
                <c:pt idx="1909" c:formatCode="yyyy/m/d">
                  <c:v>43732</c:v>
                </c:pt>
                <c:pt idx="1910" c:formatCode="yyyy/m/d">
                  <c:v>43733</c:v>
                </c:pt>
                <c:pt idx="1911" c:formatCode="yyyy/m/d">
                  <c:v>43734</c:v>
                </c:pt>
                <c:pt idx="1912" c:formatCode="yyyy/m/d">
                  <c:v>43735</c:v>
                </c:pt>
                <c:pt idx="1913" c:formatCode="yyyy/m/d">
                  <c:v>43738</c:v>
                </c:pt>
                <c:pt idx="1914" c:formatCode="yyyy/m/d">
                  <c:v>43739</c:v>
                </c:pt>
                <c:pt idx="1915" c:formatCode="yyyy/m/d">
                  <c:v>43740</c:v>
                </c:pt>
                <c:pt idx="1916" c:formatCode="yyyy/m/d">
                  <c:v>43741</c:v>
                </c:pt>
                <c:pt idx="1917" c:formatCode="yyyy/m/d">
                  <c:v>43742</c:v>
                </c:pt>
                <c:pt idx="1918" c:formatCode="yyyy/m/d">
                  <c:v>43745</c:v>
                </c:pt>
                <c:pt idx="1919" c:formatCode="yyyy/m/d">
                  <c:v>43746</c:v>
                </c:pt>
                <c:pt idx="1920" c:formatCode="yyyy/m/d">
                  <c:v>43747</c:v>
                </c:pt>
                <c:pt idx="1921" c:formatCode="yyyy/m/d">
                  <c:v>43748</c:v>
                </c:pt>
                <c:pt idx="1922" c:formatCode="yyyy/m/d">
                  <c:v>43749</c:v>
                </c:pt>
                <c:pt idx="1923" c:formatCode="yyyy/m/d">
                  <c:v>43752</c:v>
                </c:pt>
                <c:pt idx="1924" c:formatCode="yyyy/m/d">
                  <c:v>43753</c:v>
                </c:pt>
                <c:pt idx="1925" c:formatCode="yyyy/m/d">
                  <c:v>43754</c:v>
                </c:pt>
                <c:pt idx="1926" c:formatCode="yyyy/m/d">
                  <c:v>43755</c:v>
                </c:pt>
                <c:pt idx="1927" c:formatCode="yyyy/m/d">
                  <c:v>43756</c:v>
                </c:pt>
                <c:pt idx="1928" c:formatCode="yyyy/m/d">
                  <c:v>43759</c:v>
                </c:pt>
                <c:pt idx="1929" c:formatCode="yyyy/m/d">
                  <c:v>43760</c:v>
                </c:pt>
                <c:pt idx="1930" c:formatCode="yyyy/m/d">
                  <c:v>43761</c:v>
                </c:pt>
                <c:pt idx="1931" c:formatCode="yyyy/m/d">
                  <c:v>43762</c:v>
                </c:pt>
                <c:pt idx="1932" c:formatCode="yyyy/m/d">
                  <c:v>43763</c:v>
                </c:pt>
                <c:pt idx="1933" c:formatCode="yyyy/m/d">
                  <c:v>43766</c:v>
                </c:pt>
                <c:pt idx="1934" c:formatCode="yyyy/m/d">
                  <c:v>43767</c:v>
                </c:pt>
                <c:pt idx="1935" c:formatCode="yyyy/m/d">
                  <c:v>43768</c:v>
                </c:pt>
                <c:pt idx="1936" c:formatCode="yyyy/m/d">
                  <c:v>43769</c:v>
                </c:pt>
                <c:pt idx="1937" c:formatCode="yyyy/m/d">
                  <c:v>43770</c:v>
                </c:pt>
                <c:pt idx="1938" c:formatCode="yyyy/m/d">
                  <c:v>43773</c:v>
                </c:pt>
                <c:pt idx="1939" c:formatCode="yyyy/m/d">
                  <c:v>43774</c:v>
                </c:pt>
                <c:pt idx="1940" c:formatCode="yyyy/m/d">
                  <c:v>43775</c:v>
                </c:pt>
                <c:pt idx="1941" c:formatCode="yyyy/m/d">
                  <c:v>43776</c:v>
                </c:pt>
                <c:pt idx="1942" c:formatCode="yyyy/m/d">
                  <c:v>43777</c:v>
                </c:pt>
                <c:pt idx="1943" c:formatCode="yyyy/m/d">
                  <c:v>43780</c:v>
                </c:pt>
                <c:pt idx="1944" c:formatCode="yyyy/m/d">
                  <c:v>43781</c:v>
                </c:pt>
                <c:pt idx="1945" c:formatCode="yyyy/m/d">
                  <c:v>43782</c:v>
                </c:pt>
                <c:pt idx="1946" c:formatCode="yyyy/m/d">
                  <c:v>43783</c:v>
                </c:pt>
                <c:pt idx="1947" c:formatCode="yyyy/m/d">
                  <c:v>43784</c:v>
                </c:pt>
                <c:pt idx="1948" c:formatCode="yyyy/m/d">
                  <c:v>43787</c:v>
                </c:pt>
                <c:pt idx="1949" c:formatCode="yyyy/m/d">
                  <c:v>43788</c:v>
                </c:pt>
                <c:pt idx="1950" c:formatCode="yyyy/m/d">
                  <c:v>43789</c:v>
                </c:pt>
                <c:pt idx="1951" c:formatCode="yyyy/m/d">
                  <c:v>43790</c:v>
                </c:pt>
                <c:pt idx="1952" c:formatCode="yyyy/m/d">
                  <c:v>43791</c:v>
                </c:pt>
                <c:pt idx="1953" c:formatCode="yyyy/m/d">
                  <c:v>43794</c:v>
                </c:pt>
                <c:pt idx="1954" c:formatCode="yyyy/m/d">
                  <c:v>43795</c:v>
                </c:pt>
                <c:pt idx="1955" c:formatCode="yyyy/m/d">
                  <c:v>43796</c:v>
                </c:pt>
                <c:pt idx="1956" c:formatCode="yyyy/m/d">
                  <c:v>43801</c:v>
                </c:pt>
                <c:pt idx="1957" c:formatCode="yyyy/m/d">
                  <c:v>43802</c:v>
                </c:pt>
                <c:pt idx="1958" c:formatCode="yyyy/m/d">
                  <c:v>43803</c:v>
                </c:pt>
                <c:pt idx="1959" c:formatCode="yyyy/m/d">
                  <c:v>43804</c:v>
                </c:pt>
                <c:pt idx="1960" c:formatCode="yyyy/m/d">
                  <c:v>43805</c:v>
                </c:pt>
                <c:pt idx="1961" c:formatCode="yyyy/m/d">
                  <c:v>43808</c:v>
                </c:pt>
                <c:pt idx="1962" c:formatCode="yyyy/m/d">
                  <c:v>43809</c:v>
                </c:pt>
                <c:pt idx="1963" c:formatCode="yyyy/m/d">
                  <c:v>43810</c:v>
                </c:pt>
                <c:pt idx="1964" c:formatCode="yyyy/m/d">
                  <c:v>43811</c:v>
                </c:pt>
                <c:pt idx="1965" c:formatCode="yyyy/m/d">
                  <c:v>43812</c:v>
                </c:pt>
                <c:pt idx="1966" c:formatCode="yyyy/m/d">
                  <c:v>43815</c:v>
                </c:pt>
                <c:pt idx="1967" c:formatCode="yyyy/m/d">
                  <c:v>43816</c:v>
                </c:pt>
                <c:pt idx="1968" c:formatCode="yyyy/m/d">
                  <c:v>43817</c:v>
                </c:pt>
                <c:pt idx="1969" c:formatCode="yyyy/m/d">
                  <c:v>43818</c:v>
                </c:pt>
                <c:pt idx="1970" c:formatCode="yyyy/m/d">
                  <c:v>43819</c:v>
                </c:pt>
                <c:pt idx="1971" c:formatCode="yyyy/m/d">
                  <c:v>43822</c:v>
                </c:pt>
                <c:pt idx="1972" c:formatCode="yyyy/m/d">
                  <c:v>43825</c:v>
                </c:pt>
                <c:pt idx="1973" c:formatCode="yyyy/m/d">
                  <c:v>43826</c:v>
                </c:pt>
                <c:pt idx="1974" c:formatCode="yyyy/m/d">
                  <c:v>43829</c:v>
                </c:pt>
                <c:pt idx="1975" c:formatCode="yyyy/m/d">
                  <c:v>43830</c:v>
                </c:pt>
                <c:pt idx="1976" c:formatCode="yyyy/m/d">
                  <c:v>43832</c:v>
                </c:pt>
                <c:pt idx="1977" c:formatCode="yyyy/m/d">
                  <c:v>43833</c:v>
                </c:pt>
                <c:pt idx="1978" c:formatCode="yyyy/m/d">
                  <c:v>43836</c:v>
                </c:pt>
                <c:pt idx="1979" c:formatCode="yyyy/m/d">
                  <c:v>43837</c:v>
                </c:pt>
                <c:pt idx="1980" c:formatCode="yyyy/m/d">
                  <c:v>43838</c:v>
                </c:pt>
                <c:pt idx="1981" c:formatCode="yyyy/m/d">
                  <c:v>43839</c:v>
                </c:pt>
                <c:pt idx="1982" c:formatCode="yyyy/m/d">
                  <c:v>43840</c:v>
                </c:pt>
                <c:pt idx="1983" c:formatCode="yyyy/m/d">
                  <c:v>43843</c:v>
                </c:pt>
                <c:pt idx="1984" c:formatCode="yyyy/m/d">
                  <c:v>43844</c:v>
                </c:pt>
                <c:pt idx="1985" c:formatCode="yyyy/m/d">
                  <c:v>43845</c:v>
                </c:pt>
                <c:pt idx="1986" c:formatCode="yyyy/m/d">
                  <c:v>43846</c:v>
                </c:pt>
                <c:pt idx="1987" c:formatCode="yyyy/m/d">
                  <c:v>43847</c:v>
                </c:pt>
                <c:pt idx="1988" c:formatCode="yyyy/m/d">
                  <c:v>43851</c:v>
                </c:pt>
                <c:pt idx="1989" c:formatCode="yyyy/m/d">
                  <c:v>43852</c:v>
                </c:pt>
                <c:pt idx="1990" c:formatCode="yyyy/m/d">
                  <c:v>43853</c:v>
                </c:pt>
                <c:pt idx="1991" c:formatCode="yyyy/m/d">
                  <c:v>43854</c:v>
                </c:pt>
                <c:pt idx="1992" c:formatCode="yyyy/m/d">
                  <c:v>43857</c:v>
                </c:pt>
                <c:pt idx="1993" c:formatCode="yyyy/m/d">
                  <c:v>43858</c:v>
                </c:pt>
                <c:pt idx="1994" c:formatCode="yyyy/m/d">
                  <c:v>43859</c:v>
                </c:pt>
                <c:pt idx="1995" c:formatCode="yyyy/m/d">
                  <c:v>43860</c:v>
                </c:pt>
                <c:pt idx="1996" c:formatCode="yyyy/m/d">
                  <c:v>43861</c:v>
                </c:pt>
                <c:pt idx="1997" c:formatCode="yyyy/m/d">
                  <c:v>43864</c:v>
                </c:pt>
                <c:pt idx="1998" c:formatCode="yyyy/m/d">
                  <c:v>43865</c:v>
                </c:pt>
                <c:pt idx="1999" c:formatCode="yyyy/m/d">
                  <c:v>43866</c:v>
                </c:pt>
                <c:pt idx="2000" c:formatCode="yyyy/m/d">
                  <c:v>43867</c:v>
                </c:pt>
                <c:pt idx="2001" c:formatCode="yyyy/m/d">
                  <c:v>43868</c:v>
                </c:pt>
                <c:pt idx="2002" c:formatCode="yyyy/m/d">
                  <c:v>43871</c:v>
                </c:pt>
                <c:pt idx="2003" c:formatCode="yyyy/m/d">
                  <c:v>43872</c:v>
                </c:pt>
                <c:pt idx="2004" c:formatCode="yyyy/m/d">
                  <c:v>43873</c:v>
                </c:pt>
                <c:pt idx="2005" c:formatCode="yyyy/m/d">
                  <c:v>43874</c:v>
                </c:pt>
                <c:pt idx="2006" c:formatCode="yyyy/m/d">
                  <c:v>43875</c:v>
                </c:pt>
                <c:pt idx="2007" c:formatCode="yyyy/m/d">
                  <c:v>43879</c:v>
                </c:pt>
                <c:pt idx="2008" c:formatCode="yyyy/m/d">
                  <c:v>43880</c:v>
                </c:pt>
                <c:pt idx="2009" c:formatCode="yyyy/m/d">
                  <c:v>43881</c:v>
                </c:pt>
                <c:pt idx="2010" c:formatCode="yyyy/m/d">
                  <c:v>43882</c:v>
                </c:pt>
                <c:pt idx="2011" c:formatCode="yyyy/m/d">
                  <c:v>43885</c:v>
                </c:pt>
                <c:pt idx="2012" c:formatCode="yyyy/m/d">
                  <c:v>43886</c:v>
                </c:pt>
                <c:pt idx="2013" c:formatCode="yyyy/m/d">
                  <c:v>43887</c:v>
                </c:pt>
                <c:pt idx="2014" c:formatCode="yyyy/m/d">
                  <c:v>43888</c:v>
                </c:pt>
                <c:pt idx="2015" c:formatCode="yyyy/m/d">
                  <c:v>43889</c:v>
                </c:pt>
                <c:pt idx="2016" c:formatCode="yyyy/m/d">
                  <c:v>43892</c:v>
                </c:pt>
                <c:pt idx="2017" c:formatCode="yyyy/m/d">
                  <c:v>43893</c:v>
                </c:pt>
                <c:pt idx="2018" c:formatCode="yyyy/m/d">
                  <c:v>43894</c:v>
                </c:pt>
                <c:pt idx="2019" c:formatCode="yyyy/m/d">
                  <c:v>43895</c:v>
                </c:pt>
                <c:pt idx="2020" c:formatCode="yyyy/m/d">
                  <c:v>43896</c:v>
                </c:pt>
                <c:pt idx="2021" c:formatCode="yyyy/m/d">
                  <c:v>43899</c:v>
                </c:pt>
                <c:pt idx="2022" c:formatCode="yyyy/m/d">
                  <c:v>43900</c:v>
                </c:pt>
                <c:pt idx="2023" c:formatCode="yyyy/m/d">
                  <c:v>43901</c:v>
                </c:pt>
                <c:pt idx="2024" c:formatCode="yyyy/m/d">
                  <c:v>43902</c:v>
                </c:pt>
                <c:pt idx="2025" c:formatCode="yyyy/m/d">
                  <c:v>43903</c:v>
                </c:pt>
                <c:pt idx="2026" c:formatCode="yyyy/m/d">
                  <c:v>43906</c:v>
                </c:pt>
                <c:pt idx="2027" c:formatCode="yyyy/m/d">
                  <c:v>43907</c:v>
                </c:pt>
                <c:pt idx="2028" c:formatCode="yyyy/m/d">
                  <c:v>43908</c:v>
                </c:pt>
                <c:pt idx="2029" c:formatCode="yyyy/m/d">
                  <c:v>43909</c:v>
                </c:pt>
                <c:pt idx="2030" c:formatCode="yyyy/m/d">
                  <c:v>43910</c:v>
                </c:pt>
                <c:pt idx="2031" c:formatCode="yyyy/m/d">
                  <c:v>43913</c:v>
                </c:pt>
                <c:pt idx="2032" c:formatCode="yyyy/m/d">
                  <c:v>43914</c:v>
                </c:pt>
                <c:pt idx="2033" c:formatCode="yyyy/m/d">
                  <c:v>43915</c:v>
                </c:pt>
                <c:pt idx="2034" c:formatCode="yyyy/m/d">
                  <c:v>43916</c:v>
                </c:pt>
                <c:pt idx="2035" c:formatCode="yyyy/m/d">
                  <c:v>43917</c:v>
                </c:pt>
                <c:pt idx="2036" c:formatCode="yyyy/m/d">
                  <c:v>43920</c:v>
                </c:pt>
                <c:pt idx="2037" c:formatCode="yyyy/m/d">
                  <c:v>43921</c:v>
                </c:pt>
                <c:pt idx="2038" c:formatCode="yyyy/m/d">
                  <c:v>43922</c:v>
                </c:pt>
                <c:pt idx="2039" c:formatCode="yyyy/m/d">
                  <c:v>43923</c:v>
                </c:pt>
                <c:pt idx="2040" c:formatCode="yyyy/m/d">
                  <c:v>43924</c:v>
                </c:pt>
                <c:pt idx="2041" c:formatCode="yyyy/m/d">
                  <c:v>43927</c:v>
                </c:pt>
                <c:pt idx="2042" c:formatCode="yyyy/m/d">
                  <c:v>43928</c:v>
                </c:pt>
                <c:pt idx="2043" c:formatCode="yyyy/m/d">
                  <c:v>43929</c:v>
                </c:pt>
                <c:pt idx="2044" c:formatCode="yyyy/m/d">
                  <c:v>43930</c:v>
                </c:pt>
                <c:pt idx="2045" c:formatCode="yyyy/m/d">
                  <c:v>43934</c:v>
                </c:pt>
                <c:pt idx="2046" c:formatCode="yyyy/m/d">
                  <c:v>43935</c:v>
                </c:pt>
                <c:pt idx="2047" c:formatCode="yyyy/m/d">
                  <c:v>43936</c:v>
                </c:pt>
                <c:pt idx="2048" c:formatCode="yyyy/m/d">
                  <c:v>43937</c:v>
                </c:pt>
                <c:pt idx="2049" c:formatCode="yyyy/m/d">
                  <c:v>43938</c:v>
                </c:pt>
                <c:pt idx="2050" c:formatCode="yyyy/m/d">
                  <c:v>43941</c:v>
                </c:pt>
                <c:pt idx="2051" c:formatCode="yyyy/m/d">
                  <c:v>43942</c:v>
                </c:pt>
                <c:pt idx="2052" c:formatCode="yyyy/m/d">
                  <c:v>43943</c:v>
                </c:pt>
                <c:pt idx="2053" c:formatCode="yyyy/m/d">
                  <c:v>43944</c:v>
                </c:pt>
                <c:pt idx="2054" c:formatCode="yyyy/m/d">
                  <c:v>43945</c:v>
                </c:pt>
                <c:pt idx="2055" c:formatCode="yyyy/m/d">
                  <c:v>43948</c:v>
                </c:pt>
                <c:pt idx="2056" c:formatCode="yyyy/m/d">
                  <c:v>43949</c:v>
                </c:pt>
                <c:pt idx="2057" c:formatCode="yyyy/m/d">
                  <c:v>43950</c:v>
                </c:pt>
                <c:pt idx="2058" c:formatCode="yyyy/m/d">
                  <c:v>43951</c:v>
                </c:pt>
                <c:pt idx="2059" c:formatCode="yyyy/m/d">
                  <c:v>43952</c:v>
                </c:pt>
                <c:pt idx="2060" c:formatCode="yyyy/m/d">
                  <c:v>43955</c:v>
                </c:pt>
                <c:pt idx="2061" c:formatCode="yyyy/m/d">
                  <c:v>43956</c:v>
                </c:pt>
                <c:pt idx="2062" c:formatCode="yyyy/m/d">
                  <c:v>43957</c:v>
                </c:pt>
                <c:pt idx="2063" c:formatCode="yyyy/m/d">
                  <c:v>43958</c:v>
                </c:pt>
                <c:pt idx="2064" c:formatCode="yyyy/m/d">
                  <c:v>43959</c:v>
                </c:pt>
                <c:pt idx="2065" c:formatCode="yyyy/m/d">
                  <c:v>43962</c:v>
                </c:pt>
                <c:pt idx="2066" c:formatCode="yyyy/m/d">
                  <c:v>43963</c:v>
                </c:pt>
                <c:pt idx="2067" c:formatCode="yyyy/m/d">
                  <c:v>43964</c:v>
                </c:pt>
                <c:pt idx="2068" c:formatCode="yyyy/m/d">
                  <c:v>43965</c:v>
                </c:pt>
                <c:pt idx="2069" c:formatCode="yyyy/m/d">
                  <c:v>43966</c:v>
                </c:pt>
                <c:pt idx="2070" c:formatCode="yyyy/m/d">
                  <c:v>43969</c:v>
                </c:pt>
                <c:pt idx="2071" c:formatCode="yyyy/m/d">
                  <c:v>43970</c:v>
                </c:pt>
                <c:pt idx="2072" c:formatCode="yyyy/m/d">
                  <c:v>43971</c:v>
                </c:pt>
                <c:pt idx="2073" c:formatCode="yyyy/m/d">
                  <c:v>43972</c:v>
                </c:pt>
                <c:pt idx="2074" c:formatCode="yyyy/m/d">
                  <c:v>43973</c:v>
                </c:pt>
                <c:pt idx="2075" c:formatCode="yyyy/m/d">
                  <c:v>43977</c:v>
                </c:pt>
                <c:pt idx="2076" c:formatCode="yyyy/m/d">
                  <c:v>43978</c:v>
                </c:pt>
                <c:pt idx="2077" c:formatCode="yyyy/m/d">
                  <c:v>43979</c:v>
                </c:pt>
                <c:pt idx="2078" c:formatCode="yyyy/m/d">
                  <c:v>43980</c:v>
                </c:pt>
                <c:pt idx="2079" c:formatCode="yyyy/m/d">
                  <c:v>43983</c:v>
                </c:pt>
                <c:pt idx="2080" c:formatCode="yyyy/m/d">
                  <c:v>43984</c:v>
                </c:pt>
                <c:pt idx="2081" c:formatCode="yyyy/m/d">
                  <c:v>43985</c:v>
                </c:pt>
                <c:pt idx="2082" c:formatCode="yyyy/m/d">
                  <c:v>43986</c:v>
                </c:pt>
                <c:pt idx="2083" c:formatCode="yyyy/m/d">
                  <c:v>43987</c:v>
                </c:pt>
                <c:pt idx="2084" c:formatCode="yyyy/m/d">
                  <c:v>43990</c:v>
                </c:pt>
                <c:pt idx="2085" c:formatCode="yyyy/m/d">
                  <c:v>43991</c:v>
                </c:pt>
                <c:pt idx="2086" c:formatCode="yyyy/m/d">
                  <c:v>43992</c:v>
                </c:pt>
                <c:pt idx="2087" c:formatCode="yyyy/m/d">
                  <c:v>43993</c:v>
                </c:pt>
                <c:pt idx="2088" c:formatCode="yyyy/m/d">
                  <c:v>43994</c:v>
                </c:pt>
                <c:pt idx="2089" c:formatCode="yyyy/m/d">
                  <c:v>43997</c:v>
                </c:pt>
                <c:pt idx="2090" c:formatCode="yyyy/m/d">
                  <c:v>43998</c:v>
                </c:pt>
                <c:pt idx="2091" c:formatCode="yyyy/m/d">
                  <c:v>43999</c:v>
                </c:pt>
                <c:pt idx="2092" c:formatCode="yyyy/m/d">
                  <c:v>44000</c:v>
                </c:pt>
                <c:pt idx="2093" c:formatCode="yyyy/m/d">
                  <c:v>44001</c:v>
                </c:pt>
                <c:pt idx="2094" c:formatCode="yyyy/m/d">
                  <c:v>44004</c:v>
                </c:pt>
                <c:pt idx="2095" c:formatCode="yyyy/m/d">
                  <c:v>44005</c:v>
                </c:pt>
                <c:pt idx="2096" c:formatCode="yyyy/m/d">
                  <c:v>44006</c:v>
                </c:pt>
                <c:pt idx="2097" c:formatCode="yyyy/m/d">
                  <c:v>44007</c:v>
                </c:pt>
                <c:pt idx="2098" c:formatCode="yyyy/m/d">
                  <c:v>44008</c:v>
                </c:pt>
                <c:pt idx="2099" c:formatCode="yyyy/m/d">
                  <c:v>44011</c:v>
                </c:pt>
                <c:pt idx="2100" c:formatCode="yyyy/m/d">
                  <c:v>44012</c:v>
                </c:pt>
                <c:pt idx="2101" c:formatCode="yyyy/m/d">
                  <c:v>44013</c:v>
                </c:pt>
                <c:pt idx="2102" c:formatCode="yyyy/m/d">
                  <c:v>44014</c:v>
                </c:pt>
                <c:pt idx="2103" c:formatCode="yyyy/m/d">
                  <c:v>44018</c:v>
                </c:pt>
                <c:pt idx="2104" c:formatCode="yyyy/m/d">
                  <c:v>44019</c:v>
                </c:pt>
                <c:pt idx="2105" c:formatCode="yyyy/m/d">
                  <c:v>44020</c:v>
                </c:pt>
                <c:pt idx="2106" c:formatCode="yyyy/m/d">
                  <c:v>44021</c:v>
                </c:pt>
                <c:pt idx="2107" c:formatCode="yyyy/m/d">
                  <c:v>44022</c:v>
                </c:pt>
                <c:pt idx="2108" c:formatCode="yyyy/m/d">
                  <c:v>44025</c:v>
                </c:pt>
                <c:pt idx="2109" c:formatCode="yyyy/m/d">
                  <c:v>44026</c:v>
                </c:pt>
                <c:pt idx="2110" c:formatCode="yyyy/m/d">
                  <c:v>44027</c:v>
                </c:pt>
                <c:pt idx="2111" c:formatCode="yyyy/m/d">
                  <c:v>44028</c:v>
                </c:pt>
                <c:pt idx="2112" c:formatCode="yyyy/m/d">
                  <c:v>44029</c:v>
                </c:pt>
                <c:pt idx="2113" c:formatCode="yyyy/m/d">
                  <c:v>44032</c:v>
                </c:pt>
                <c:pt idx="2114" c:formatCode="yyyy/m/d">
                  <c:v>44033</c:v>
                </c:pt>
                <c:pt idx="2115" c:formatCode="yyyy/m/d">
                  <c:v>44034</c:v>
                </c:pt>
                <c:pt idx="2116" c:formatCode="yyyy/m/d">
                  <c:v>44035</c:v>
                </c:pt>
                <c:pt idx="2117" c:formatCode="yyyy/m/d">
                  <c:v>44036</c:v>
                </c:pt>
                <c:pt idx="2118" c:formatCode="yyyy/m/d">
                  <c:v>44039</c:v>
                </c:pt>
                <c:pt idx="2119" c:formatCode="yyyy/m/d">
                  <c:v>44040</c:v>
                </c:pt>
                <c:pt idx="2120" c:formatCode="yyyy/m/d">
                  <c:v>44041</c:v>
                </c:pt>
                <c:pt idx="2121" c:formatCode="yyyy/m/d">
                  <c:v>44042</c:v>
                </c:pt>
                <c:pt idx="2122" c:formatCode="yyyy/m/d">
                  <c:v>44043</c:v>
                </c:pt>
                <c:pt idx="2123" c:formatCode="yyyy/m/d">
                  <c:v>44046</c:v>
                </c:pt>
                <c:pt idx="2124" c:formatCode="yyyy/m/d">
                  <c:v>44047</c:v>
                </c:pt>
                <c:pt idx="2125" c:formatCode="yyyy/m/d">
                  <c:v>44048</c:v>
                </c:pt>
                <c:pt idx="2126" c:formatCode="yyyy/m/d">
                  <c:v>44049</c:v>
                </c:pt>
                <c:pt idx="2127" c:formatCode="yyyy/m/d">
                  <c:v>44050</c:v>
                </c:pt>
                <c:pt idx="2128" c:formatCode="yyyy/m/d">
                  <c:v>44053</c:v>
                </c:pt>
                <c:pt idx="2129" c:formatCode="yyyy/m/d">
                  <c:v>44054</c:v>
                </c:pt>
                <c:pt idx="2130" c:formatCode="yyyy/m/d">
                  <c:v>44055</c:v>
                </c:pt>
                <c:pt idx="2131" c:formatCode="yyyy/m/d">
                  <c:v>44056</c:v>
                </c:pt>
                <c:pt idx="2132" c:formatCode="yyyy/m/d">
                  <c:v>44057</c:v>
                </c:pt>
                <c:pt idx="2133" c:formatCode="yyyy/m/d">
                  <c:v>44060</c:v>
                </c:pt>
                <c:pt idx="2134" c:formatCode="yyyy/m/d">
                  <c:v>44061</c:v>
                </c:pt>
                <c:pt idx="2135" c:formatCode="yyyy/m/d">
                  <c:v>44062</c:v>
                </c:pt>
                <c:pt idx="2136" c:formatCode="yyyy/m/d">
                  <c:v>44063</c:v>
                </c:pt>
                <c:pt idx="2137" c:formatCode="yyyy/m/d">
                  <c:v>44064</c:v>
                </c:pt>
                <c:pt idx="2138" c:formatCode="yyyy/m/d">
                  <c:v>44067</c:v>
                </c:pt>
                <c:pt idx="2139" c:formatCode="yyyy/m/d">
                  <c:v>44068</c:v>
                </c:pt>
                <c:pt idx="2140" c:formatCode="yyyy/m/d">
                  <c:v>44069</c:v>
                </c:pt>
                <c:pt idx="2141" c:formatCode="yyyy/m/d">
                  <c:v>44070</c:v>
                </c:pt>
                <c:pt idx="2142" c:formatCode="yyyy/m/d">
                  <c:v>44071</c:v>
                </c:pt>
                <c:pt idx="2143" c:formatCode="yyyy/m/d">
                  <c:v>44074</c:v>
                </c:pt>
                <c:pt idx="2144" c:formatCode="yyyy/m/d">
                  <c:v>44075</c:v>
                </c:pt>
                <c:pt idx="2145" c:formatCode="yyyy/m/d">
                  <c:v>44076</c:v>
                </c:pt>
                <c:pt idx="2146" c:formatCode="yyyy/m/d">
                  <c:v>44077</c:v>
                </c:pt>
                <c:pt idx="2147" c:formatCode="yyyy/m/d">
                  <c:v>44078</c:v>
                </c:pt>
                <c:pt idx="2148" c:formatCode="yyyy/m/d">
                  <c:v>44082</c:v>
                </c:pt>
                <c:pt idx="2149" c:formatCode="yyyy/m/d">
                  <c:v>44083</c:v>
                </c:pt>
                <c:pt idx="2150" c:formatCode="yyyy/m/d">
                  <c:v>44084</c:v>
                </c:pt>
                <c:pt idx="2151" c:formatCode="yyyy/m/d">
                  <c:v>44085</c:v>
                </c:pt>
                <c:pt idx="2152" c:formatCode="yyyy/m/d">
                  <c:v>44088</c:v>
                </c:pt>
                <c:pt idx="2153" c:formatCode="yyyy/m/d">
                  <c:v>44089</c:v>
                </c:pt>
                <c:pt idx="2154" c:formatCode="yyyy/m/d">
                  <c:v>44090</c:v>
                </c:pt>
                <c:pt idx="2155" c:formatCode="yyyy/m/d">
                  <c:v>44091</c:v>
                </c:pt>
                <c:pt idx="2156" c:formatCode="yyyy/m/d">
                  <c:v>44092</c:v>
                </c:pt>
                <c:pt idx="2157" c:formatCode="yyyy/m/d">
                  <c:v>44095</c:v>
                </c:pt>
                <c:pt idx="2158" c:formatCode="yyyy/m/d">
                  <c:v>44096</c:v>
                </c:pt>
                <c:pt idx="2159" c:formatCode="yyyy/m/d">
                  <c:v>44097</c:v>
                </c:pt>
                <c:pt idx="2160" c:formatCode="yyyy/m/d">
                  <c:v>44098</c:v>
                </c:pt>
                <c:pt idx="2161" c:formatCode="yyyy/m/d">
                  <c:v>44099</c:v>
                </c:pt>
                <c:pt idx="2162" c:formatCode="yyyy/m/d">
                  <c:v>44102</c:v>
                </c:pt>
                <c:pt idx="2163" c:formatCode="yyyy/m/d">
                  <c:v>44103</c:v>
                </c:pt>
                <c:pt idx="2164" c:formatCode="yyyy/m/d">
                  <c:v>44104</c:v>
                </c:pt>
                <c:pt idx="2165" c:formatCode="yyyy/m/d">
                  <c:v>44105</c:v>
                </c:pt>
                <c:pt idx="2166" c:formatCode="yyyy/m/d">
                  <c:v>44106</c:v>
                </c:pt>
                <c:pt idx="2167" c:formatCode="yyyy/m/d">
                  <c:v>44109</c:v>
                </c:pt>
                <c:pt idx="2168" c:formatCode="yyyy/m/d">
                  <c:v>44110</c:v>
                </c:pt>
                <c:pt idx="2169" c:formatCode="yyyy/m/d">
                  <c:v>44111</c:v>
                </c:pt>
                <c:pt idx="2170" c:formatCode="yyyy/m/d">
                  <c:v>44112</c:v>
                </c:pt>
                <c:pt idx="2171" c:formatCode="yyyy/m/d">
                  <c:v>44113</c:v>
                </c:pt>
                <c:pt idx="2172" c:formatCode="yyyy/m/d">
                  <c:v>44116</c:v>
                </c:pt>
                <c:pt idx="2173" c:formatCode="yyyy/m/d">
                  <c:v>44117</c:v>
                </c:pt>
                <c:pt idx="2174" c:formatCode="yyyy/m/d">
                  <c:v>44118</c:v>
                </c:pt>
                <c:pt idx="2175" c:formatCode="yyyy/m/d">
                  <c:v>44119</c:v>
                </c:pt>
                <c:pt idx="2176" c:formatCode="yyyy/m/d">
                  <c:v>44120</c:v>
                </c:pt>
                <c:pt idx="2177" c:formatCode="yyyy/m/d">
                  <c:v>44123</c:v>
                </c:pt>
                <c:pt idx="2178" c:formatCode="yyyy/m/d">
                  <c:v>44124</c:v>
                </c:pt>
                <c:pt idx="2179" c:formatCode="yyyy/m/d">
                  <c:v>44125</c:v>
                </c:pt>
                <c:pt idx="2180" c:formatCode="yyyy/m/d">
                  <c:v>44126</c:v>
                </c:pt>
                <c:pt idx="2181" c:formatCode="yyyy/m/d">
                  <c:v>44127</c:v>
                </c:pt>
                <c:pt idx="2182" c:formatCode="yyyy/m/d">
                  <c:v>44130</c:v>
                </c:pt>
                <c:pt idx="2183" c:formatCode="yyyy/m/d">
                  <c:v>44131</c:v>
                </c:pt>
                <c:pt idx="2184" c:formatCode="yyyy/m/d">
                  <c:v>44132</c:v>
                </c:pt>
                <c:pt idx="2185" c:formatCode="yyyy/m/d">
                  <c:v>44133</c:v>
                </c:pt>
                <c:pt idx="2186" c:formatCode="yyyy/m/d">
                  <c:v>44134</c:v>
                </c:pt>
                <c:pt idx="2187" c:formatCode="yyyy/m/d">
                  <c:v>44137</c:v>
                </c:pt>
                <c:pt idx="2188" c:formatCode="yyyy/m/d">
                  <c:v>44138</c:v>
                </c:pt>
                <c:pt idx="2189" c:formatCode="yyyy/m/d">
                  <c:v>44139</c:v>
                </c:pt>
                <c:pt idx="2190" c:formatCode="yyyy/m/d">
                  <c:v>44140</c:v>
                </c:pt>
                <c:pt idx="2191" c:formatCode="yyyy/m/d">
                  <c:v>44141</c:v>
                </c:pt>
                <c:pt idx="2192" c:formatCode="yyyy/m/d">
                  <c:v>44144</c:v>
                </c:pt>
                <c:pt idx="2193" c:formatCode="yyyy/m/d">
                  <c:v>44145</c:v>
                </c:pt>
                <c:pt idx="2194" c:formatCode="yyyy/m/d">
                  <c:v>44146</c:v>
                </c:pt>
                <c:pt idx="2195" c:formatCode="yyyy/m/d">
                  <c:v>44147</c:v>
                </c:pt>
                <c:pt idx="2196" c:formatCode="yyyy/m/d">
                  <c:v>44148</c:v>
                </c:pt>
                <c:pt idx="2197" c:formatCode="yyyy/m/d">
                  <c:v>44151</c:v>
                </c:pt>
                <c:pt idx="2198" c:formatCode="yyyy/m/d">
                  <c:v>44152</c:v>
                </c:pt>
                <c:pt idx="2199" c:formatCode="yyyy/m/d">
                  <c:v>44153</c:v>
                </c:pt>
                <c:pt idx="2200" c:formatCode="yyyy/m/d">
                  <c:v>44154</c:v>
                </c:pt>
                <c:pt idx="2201" c:formatCode="yyyy/m/d">
                  <c:v>44155</c:v>
                </c:pt>
                <c:pt idx="2202" c:formatCode="yyyy/m/d">
                  <c:v>44158</c:v>
                </c:pt>
                <c:pt idx="2203" c:formatCode="yyyy/m/d">
                  <c:v>44159</c:v>
                </c:pt>
                <c:pt idx="2204" c:formatCode="yyyy/m/d">
                  <c:v>44160</c:v>
                </c:pt>
                <c:pt idx="2205" c:formatCode="yyyy/m/d">
                  <c:v>44165</c:v>
                </c:pt>
                <c:pt idx="2206" c:formatCode="yyyy/m/d">
                  <c:v>44166</c:v>
                </c:pt>
                <c:pt idx="2207" c:formatCode="yyyy/m/d">
                  <c:v>44167</c:v>
                </c:pt>
                <c:pt idx="2208" c:formatCode="yyyy/m/d">
                  <c:v>44168</c:v>
                </c:pt>
                <c:pt idx="2209" c:formatCode="yyyy/m/d">
                  <c:v>44169</c:v>
                </c:pt>
                <c:pt idx="2210" c:formatCode="yyyy/m/d">
                  <c:v>44172</c:v>
                </c:pt>
                <c:pt idx="2211" c:formatCode="yyyy/m/d">
                  <c:v>44173</c:v>
                </c:pt>
                <c:pt idx="2212" c:formatCode="yyyy/m/d">
                  <c:v>44174</c:v>
                </c:pt>
                <c:pt idx="2213" c:formatCode="yyyy/m/d">
                  <c:v>44175</c:v>
                </c:pt>
                <c:pt idx="2214" c:formatCode="yyyy/m/d">
                  <c:v>44176</c:v>
                </c:pt>
                <c:pt idx="2215" c:formatCode="yyyy/m/d">
                  <c:v>44179</c:v>
                </c:pt>
                <c:pt idx="2216" c:formatCode="yyyy/m/d">
                  <c:v>44180</c:v>
                </c:pt>
                <c:pt idx="2217" c:formatCode="yyyy/m/d">
                  <c:v>44181</c:v>
                </c:pt>
                <c:pt idx="2218" c:formatCode="yyyy/m/d">
                  <c:v>44182</c:v>
                </c:pt>
                <c:pt idx="2219" c:formatCode="yyyy/m/d">
                  <c:v>44183</c:v>
                </c:pt>
                <c:pt idx="2220" c:formatCode="yyyy/m/d">
                  <c:v>44186</c:v>
                </c:pt>
                <c:pt idx="2221" c:formatCode="yyyy/m/d">
                  <c:v>44187</c:v>
                </c:pt>
                <c:pt idx="2222" c:formatCode="yyyy/m/d">
                  <c:v>44188</c:v>
                </c:pt>
                <c:pt idx="2223" c:formatCode="yyyy/m/d">
                  <c:v>44193</c:v>
                </c:pt>
                <c:pt idx="2224" c:formatCode="yyyy/m/d">
                  <c:v>44194</c:v>
                </c:pt>
                <c:pt idx="2225" c:formatCode="yyyy/m/d">
                  <c:v>44195</c:v>
                </c:pt>
                <c:pt idx="2226" c:formatCode="yyyy/m/d">
                  <c:v>44196</c:v>
                </c:pt>
                <c:pt idx="2227" c:formatCode="yyyy/m/d">
                  <c:v>44200</c:v>
                </c:pt>
                <c:pt idx="2228" c:formatCode="yyyy/m/d">
                  <c:v>44201</c:v>
                </c:pt>
                <c:pt idx="2229" c:formatCode="yyyy/m/d">
                  <c:v>44202</c:v>
                </c:pt>
                <c:pt idx="2230" c:formatCode="yyyy/m/d">
                  <c:v>44203</c:v>
                </c:pt>
                <c:pt idx="2231" c:formatCode="yyyy/m/d">
                  <c:v>44204</c:v>
                </c:pt>
                <c:pt idx="2232" c:formatCode="yyyy/m/d">
                  <c:v>44207</c:v>
                </c:pt>
                <c:pt idx="2233" c:formatCode="yyyy/m/d">
                  <c:v>44208</c:v>
                </c:pt>
                <c:pt idx="2234" c:formatCode="yyyy/m/d">
                  <c:v>44209</c:v>
                </c:pt>
                <c:pt idx="2235" c:formatCode="yyyy/m/d">
                  <c:v>44210</c:v>
                </c:pt>
                <c:pt idx="2236" c:formatCode="yyyy/m/d">
                  <c:v>44211</c:v>
                </c:pt>
                <c:pt idx="2237" c:formatCode="yyyy/m/d">
                  <c:v>44215</c:v>
                </c:pt>
                <c:pt idx="2238" c:formatCode="yyyy/m/d">
                  <c:v>44216</c:v>
                </c:pt>
                <c:pt idx="2239" c:formatCode="yyyy/m/d">
                  <c:v>44217</c:v>
                </c:pt>
                <c:pt idx="2240" c:formatCode="yyyy/m/d">
                  <c:v>44218</c:v>
                </c:pt>
                <c:pt idx="2241" c:formatCode="yyyy/m/d">
                  <c:v>44221</c:v>
                </c:pt>
                <c:pt idx="2242" c:formatCode="yyyy/m/d">
                  <c:v>44222</c:v>
                </c:pt>
                <c:pt idx="2243" c:formatCode="yyyy/m/d">
                  <c:v>44223</c:v>
                </c:pt>
                <c:pt idx="2244" c:formatCode="yyyy/m/d">
                  <c:v>44224</c:v>
                </c:pt>
                <c:pt idx="2245" c:formatCode="yyyy/m/d">
                  <c:v>44225</c:v>
                </c:pt>
                <c:pt idx="2246" c:formatCode="yyyy/m/d">
                  <c:v>44228</c:v>
                </c:pt>
                <c:pt idx="2247" c:formatCode="yyyy/m/d">
                  <c:v>44229</c:v>
                </c:pt>
                <c:pt idx="2248" c:formatCode="yyyy/m/d">
                  <c:v>44230</c:v>
                </c:pt>
                <c:pt idx="2249" c:formatCode="yyyy/m/d">
                  <c:v>44231</c:v>
                </c:pt>
                <c:pt idx="2250" c:formatCode="yyyy/m/d">
                  <c:v>44232</c:v>
                </c:pt>
                <c:pt idx="2251" c:formatCode="yyyy/m/d">
                  <c:v>44235</c:v>
                </c:pt>
                <c:pt idx="2252" c:formatCode="yyyy/m/d">
                  <c:v>44236</c:v>
                </c:pt>
                <c:pt idx="2253" c:formatCode="yyyy/m/d">
                  <c:v>44237</c:v>
                </c:pt>
                <c:pt idx="2254" c:formatCode="yyyy/m/d">
                  <c:v>44238</c:v>
                </c:pt>
                <c:pt idx="2255" c:formatCode="yyyy/m/d">
                  <c:v>44239</c:v>
                </c:pt>
                <c:pt idx="2256" c:formatCode="yyyy/m/d">
                  <c:v>44243</c:v>
                </c:pt>
                <c:pt idx="2257" c:formatCode="yyyy/m/d">
                  <c:v>44244</c:v>
                </c:pt>
                <c:pt idx="2258" c:formatCode="yyyy/m/d">
                  <c:v>44245</c:v>
                </c:pt>
                <c:pt idx="2259" c:formatCode="yyyy/m/d">
                  <c:v>44246</c:v>
                </c:pt>
                <c:pt idx="2260" c:formatCode="yyyy/m/d">
                  <c:v>44249</c:v>
                </c:pt>
                <c:pt idx="2261" c:formatCode="yyyy/m/d">
                  <c:v>44250</c:v>
                </c:pt>
                <c:pt idx="2262" c:formatCode="yyyy/m/d">
                  <c:v>44251</c:v>
                </c:pt>
                <c:pt idx="2263" c:formatCode="yyyy/m/d">
                  <c:v>44252</c:v>
                </c:pt>
                <c:pt idx="2264" c:formatCode="yyyy/m/d">
                  <c:v>44253</c:v>
                </c:pt>
                <c:pt idx="2265" c:formatCode="yyyy/m/d">
                  <c:v>44256</c:v>
                </c:pt>
                <c:pt idx="2266" c:formatCode="yyyy/m/d">
                  <c:v>44257</c:v>
                </c:pt>
                <c:pt idx="2267" c:formatCode="yyyy/m/d">
                  <c:v>44258</c:v>
                </c:pt>
                <c:pt idx="2268" c:formatCode="yyyy/m/d">
                  <c:v>44259</c:v>
                </c:pt>
                <c:pt idx="2269" c:formatCode="yyyy/m/d">
                  <c:v>44260</c:v>
                </c:pt>
                <c:pt idx="2270" c:formatCode="yyyy/m/d">
                  <c:v>44263</c:v>
                </c:pt>
                <c:pt idx="2271" c:formatCode="yyyy/m/d">
                  <c:v>44264</c:v>
                </c:pt>
                <c:pt idx="2272" c:formatCode="yyyy/m/d">
                  <c:v>44265</c:v>
                </c:pt>
                <c:pt idx="2273" c:formatCode="yyyy/m/d">
                  <c:v>44266</c:v>
                </c:pt>
                <c:pt idx="2274" c:formatCode="yyyy/m/d">
                  <c:v>44267</c:v>
                </c:pt>
                <c:pt idx="2275" c:formatCode="yyyy/m/d">
                  <c:v>44270</c:v>
                </c:pt>
                <c:pt idx="2276" c:formatCode="yyyy/m/d">
                  <c:v>44271</c:v>
                </c:pt>
                <c:pt idx="2277" c:formatCode="yyyy/m/d">
                  <c:v>44272</c:v>
                </c:pt>
                <c:pt idx="2278" c:formatCode="yyyy/m/d">
                  <c:v>44273</c:v>
                </c:pt>
                <c:pt idx="2279" c:formatCode="yyyy/m/d">
                  <c:v>44274</c:v>
                </c:pt>
                <c:pt idx="2280" c:formatCode="yyyy/m/d">
                  <c:v>44277</c:v>
                </c:pt>
                <c:pt idx="2281" c:formatCode="yyyy/m/d">
                  <c:v>44278</c:v>
                </c:pt>
                <c:pt idx="2282" c:formatCode="yyyy/m/d">
                  <c:v>44279</c:v>
                </c:pt>
                <c:pt idx="2283" c:formatCode="yyyy/m/d">
                  <c:v>44280</c:v>
                </c:pt>
                <c:pt idx="2284" c:formatCode="yyyy/m/d">
                  <c:v>44281</c:v>
                </c:pt>
                <c:pt idx="2285" c:formatCode="yyyy/m/d">
                  <c:v>44284</c:v>
                </c:pt>
                <c:pt idx="2286" c:formatCode="yyyy/m/d">
                  <c:v>44285</c:v>
                </c:pt>
                <c:pt idx="2287" c:formatCode="yyyy/m/d">
                  <c:v>44286</c:v>
                </c:pt>
                <c:pt idx="2288" c:formatCode="yyyy/m/d">
                  <c:v>44287</c:v>
                </c:pt>
                <c:pt idx="2289" c:formatCode="yyyy/m/d">
                  <c:v>44291</c:v>
                </c:pt>
                <c:pt idx="2290" c:formatCode="yyyy/m/d">
                  <c:v>44292</c:v>
                </c:pt>
                <c:pt idx="2291" c:formatCode="yyyy/m/d">
                  <c:v>44293</c:v>
                </c:pt>
                <c:pt idx="2292" c:formatCode="yyyy/m/d">
                  <c:v>44294</c:v>
                </c:pt>
                <c:pt idx="2293" c:formatCode="yyyy/m/d">
                  <c:v>44295</c:v>
                </c:pt>
                <c:pt idx="2294" c:formatCode="yyyy/m/d">
                  <c:v>44298</c:v>
                </c:pt>
                <c:pt idx="2295" c:formatCode="yyyy/m/d">
                  <c:v>44299</c:v>
                </c:pt>
                <c:pt idx="2296" c:formatCode="yyyy/m/d">
                  <c:v>44300</c:v>
                </c:pt>
                <c:pt idx="2297" c:formatCode="yyyy/m/d">
                  <c:v>44301</c:v>
                </c:pt>
                <c:pt idx="2298" c:formatCode="yyyy/m/d">
                  <c:v>44302</c:v>
                </c:pt>
                <c:pt idx="2299" c:formatCode="yyyy/m/d">
                  <c:v>44305</c:v>
                </c:pt>
                <c:pt idx="2300" c:formatCode="yyyy/m/d">
                  <c:v>44306</c:v>
                </c:pt>
                <c:pt idx="2301" c:formatCode="yyyy/m/d">
                  <c:v>44307</c:v>
                </c:pt>
                <c:pt idx="2302" c:formatCode="yyyy/m/d">
                  <c:v>44308</c:v>
                </c:pt>
                <c:pt idx="2303" c:formatCode="yyyy/m/d">
                  <c:v>44309</c:v>
                </c:pt>
                <c:pt idx="2304" c:formatCode="yyyy/m/d">
                  <c:v>44312</c:v>
                </c:pt>
                <c:pt idx="2305" c:formatCode="yyyy/m/d">
                  <c:v>44313</c:v>
                </c:pt>
                <c:pt idx="2306" c:formatCode="yyyy/m/d">
                  <c:v>44314</c:v>
                </c:pt>
                <c:pt idx="2307" c:formatCode="yyyy/m/d">
                  <c:v>44315</c:v>
                </c:pt>
                <c:pt idx="2308" c:formatCode="yyyy/m/d">
                  <c:v>44316</c:v>
                </c:pt>
                <c:pt idx="2309" c:formatCode="yyyy/m/d">
                  <c:v>44319</c:v>
                </c:pt>
                <c:pt idx="2310" c:formatCode="yyyy/m/d">
                  <c:v>44320</c:v>
                </c:pt>
                <c:pt idx="2311" c:formatCode="yyyy/m/d">
                  <c:v>44321</c:v>
                </c:pt>
                <c:pt idx="2312" c:formatCode="yyyy/m/d">
                  <c:v>44322</c:v>
                </c:pt>
                <c:pt idx="2313" c:formatCode="yyyy/m/d">
                  <c:v>44323</c:v>
                </c:pt>
                <c:pt idx="2314" c:formatCode="yyyy/m/d">
                  <c:v>44326</c:v>
                </c:pt>
                <c:pt idx="2315" c:formatCode="yyyy/m/d">
                  <c:v>44327</c:v>
                </c:pt>
                <c:pt idx="2316" c:formatCode="yyyy/m/d">
                  <c:v>44328</c:v>
                </c:pt>
                <c:pt idx="2317" c:formatCode="yyyy/m/d">
                  <c:v>44329</c:v>
                </c:pt>
                <c:pt idx="2318" c:formatCode="yyyy/m/d">
                  <c:v>44330</c:v>
                </c:pt>
                <c:pt idx="2319" c:formatCode="yyyy/m/d">
                  <c:v>44333</c:v>
                </c:pt>
                <c:pt idx="2320" c:formatCode="yyyy/m/d">
                  <c:v>44334</c:v>
                </c:pt>
                <c:pt idx="2321" c:formatCode="yyyy/m/d">
                  <c:v>44335</c:v>
                </c:pt>
                <c:pt idx="2322" c:formatCode="yyyy/m/d">
                  <c:v>44336</c:v>
                </c:pt>
                <c:pt idx="2323" c:formatCode="yyyy/m/d">
                  <c:v>44337</c:v>
                </c:pt>
                <c:pt idx="2324" c:formatCode="yyyy/m/d">
                  <c:v>44340</c:v>
                </c:pt>
                <c:pt idx="2325" c:formatCode="yyyy/m/d">
                  <c:v>44341</c:v>
                </c:pt>
                <c:pt idx="2326" c:formatCode="yyyy/m/d">
                  <c:v>44342</c:v>
                </c:pt>
                <c:pt idx="2327" c:formatCode="yyyy/m/d">
                  <c:v>44343</c:v>
                </c:pt>
                <c:pt idx="2328" c:formatCode="yyyy/m/d">
                  <c:v>44344</c:v>
                </c:pt>
                <c:pt idx="2329" c:formatCode="yyyy/m/d">
                  <c:v>44348</c:v>
                </c:pt>
                <c:pt idx="2330" c:formatCode="yyyy/m/d">
                  <c:v>44349</c:v>
                </c:pt>
                <c:pt idx="2331" c:formatCode="yyyy/m/d">
                  <c:v>44350</c:v>
                </c:pt>
                <c:pt idx="2332" c:formatCode="yyyy/m/d">
                  <c:v>44351</c:v>
                </c:pt>
                <c:pt idx="2333" c:formatCode="yyyy/m/d">
                  <c:v>44354</c:v>
                </c:pt>
                <c:pt idx="2334" c:formatCode="yyyy/m/d">
                  <c:v>44355</c:v>
                </c:pt>
                <c:pt idx="2335" c:formatCode="yyyy/m/d">
                  <c:v>44356</c:v>
                </c:pt>
                <c:pt idx="2336" c:formatCode="yyyy/m/d">
                  <c:v>44357</c:v>
                </c:pt>
                <c:pt idx="2337" c:formatCode="yyyy/m/d">
                  <c:v>44358</c:v>
                </c:pt>
                <c:pt idx="2338" c:formatCode="yyyy/m/d">
                  <c:v>44361</c:v>
                </c:pt>
                <c:pt idx="2339" c:formatCode="yyyy/m/d">
                  <c:v>44362</c:v>
                </c:pt>
                <c:pt idx="2340" c:formatCode="yyyy/m/d">
                  <c:v>44363</c:v>
                </c:pt>
                <c:pt idx="2341" c:formatCode="yyyy/m/d">
                  <c:v>44364</c:v>
                </c:pt>
                <c:pt idx="2342" c:formatCode="yyyy/m/d">
                  <c:v>44365</c:v>
                </c:pt>
                <c:pt idx="2343" c:formatCode="yyyy/m/d">
                  <c:v>44368</c:v>
                </c:pt>
                <c:pt idx="2344" c:formatCode="yyyy/m/d">
                  <c:v>44369</c:v>
                </c:pt>
                <c:pt idx="2345" c:formatCode="yyyy/m/d">
                  <c:v>44370</c:v>
                </c:pt>
                <c:pt idx="2346" c:formatCode="yyyy/m/d">
                  <c:v>44371</c:v>
                </c:pt>
                <c:pt idx="2347" c:formatCode="yyyy/m/d">
                  <c:v>44372</c:v>
                </c:pt>
                <c:pt idx="2348" c:formatCode="yyyy/m/d">
                  <c:v>44375</c:v>
                </c:pt>
                <c:pt idx="2349" c:formatCode="yyyy/m/d">
                  <c:v>44376</c:v>
                </c:pt>
                <c:pt idx="2350" c:formatCode="yyyy/m/d">
                  <c:v>44377</c:v>
                </c:pt>
                <c:pt idx="2351" c:formatCode="yyyy/m/d">
                  <c:v>44378</c:v>
                </c:pt>
                <c:pt idx="2352" c:formatCode="yyyy/m/d">
                  <c:v>44379</c:v>
                </c:pt>
                <c:pt idx="2353" c:formatCode="yyyy/m/d">
                  <c:v>44383</c:v>
                </c:pt>
                <c:pt idx="2354" c:formatCode="yyyy/m/d">
                  <c:v>44384</c:v>
                </c:pt>
                <c:pt idx="2355" c:formatCode="yyyy/m/d">
                  <c:v>44385</c:v>
                </c:pt>
                <c:pt idx="2356" c:formatCode="yyyy/m/d">
                  <c:v>44386</c:v>
                </c:pt>
                <c:pt idx="2357" c:formatCode="yyyy/m/d">
                  <c:v>44389</c:v>
                </c:pt>
                <c:pt idx="2358" c:formatCode="yyyy/m/d">
                  <c:v>44390</c:v>
                </c:pt>
                <c:pt idx="2359" c:formatCode="yyyy/m/d">
                  <c:v>44391</c:v>
                </c:pt>
                <c:pt idx="2360" c:formatCode="yyyy/m/d">
                  <c:v>44392</c:v>
                </c:pt>
                <c:pt idx="2361" c:formatCode="yyyy/m/d">
                  <c:v>44393</c:v>
                </c:pt>
                <c:pt idx="2362" c:formatCode="yyyy/m/d">
                  <c:v>44396</c:v>
                </c:pt>
                <c:pt idx="2363" c:formatCode="yyyy/m/d">
                  <c:v>44397</c:v>
                </c:pt>
                <c:pt idx="2364" c:formatCode="yyyy/m/d">
                  <c:v>44398</c:v>
                </c:pt>
                <c:pt idx="2365" c:formatCode="yyyy/m/d">
                  <c:v>44399</c:v>
                </c:pt>
                <c:pt idx="2366" c:formatCode="yyyy/m/d">
                  <c:v>44400</c:v>
                </c:pt>
                <c:pt idx="2367" c:formatCode="yyyy/m/d">
                  <c:v>44403</c:v>
                </c:pt>
                <c:pt idx="2368" c:formatCode="yyyy/m/d">
                  <c:v>44404</c:v>
                </c:pt>
                <c:pt idx="2369" c:formatCode="yyyy/m/d">
                  <c:v>44405</c:v>
                </c:pt>
                <c:pt idx="2370" c:formatCode="yyyy/m/d">
                  <c:v>44406</c:v>
                </c:pt>
                <c:pt idx="2371" c:formatCode="yyyy/m/d">
                  <c:v>44407</c:v>
                </c:pt>
                <c:pt idx="2372" c:formatCode="yyyy/m/d">
                  <c:v>44410</c:v>
                </c:pt>
                <c:pt idx="2373" c:formatCode="yyyy/m/d">
                  <c:v>44411</c:v>
                </c:pt>
                <c:pt idx="2374" c:formatCode="yyyy/m/d">
                  <c:v>44412</c:v>
                </c:pt>
                <c:pt idx="2375" c:formatCode="yyyy/m/d">
                  <c:v>44413</c:v>
                </c:pt>
                <c:pt idx="2376" c:formatCode="yyyy/m/d">
                  <c:v>44414</c:v>
                </c:pt>
                <c:pt idx="2377" c:formatCode="yyyy/m/d">
                  <c:v>44417</c:v>
                </c:pt>
                <c:pt idx="2378" c:formatCode="yyyy/m/d">
                  <c:v>44418</c:v>
                </c:pt>
                <c:pt idx="2379" c:formatCode="yyyy/m/d">
                  <c:v>44419</c:v>
                </c:pt>
                <c:pt idx="2380" c:formatCode="yyyy/m/d">
                  <c:v>44420</c:v>
                </c:pt>
                <c:pt idx="2381" c:formatCode="yyyy/m/d">
                  <c:v>44421</c:v>
                </c:pt>
                <c:pt idx="2382" c:formatCode="yyyy/m/d">
                  <c:v>44424</c:v>
                </c:pt>
                <c:pt idx="2383" c:formatCode="yyyy/m/d">
                  <c:v>44425</c:v>
                </c:pt>
                <c:pt idx="2384" c:formatCode="yyyy/m/d">
                  <c:v>44426</c:v>
                </c:pt>
                <c:pt idx="2385" c:formatCode="yyyy/m/d">
                  <c:v>44427</c:v>
                </c:pt>
                <c:pt idx="2386" c:formatCode="yyyy/m/d">
                  <c:v>44428</c:v>
                </c:pt>
                <c:pt idx="2387" c:formatCode="yyyy/m/d">
                  <c:v>44431</c:v>
                </c:pt>
                <c:pt idx="2388" c:formatCode="yyyy/m/d">
                  <c:v>44432</c:v>
                </c:pt>
                <c:pt idx="2389" c:formatCode="yyyy/m/d">
                  <c:v>44433</c:v>
                </c:pt>
                <c:pt idx="2390" c:formatCode="yyyy/m/d">
                  <c:v>44434</c:v>
                </c:pt>
                <c:pt idx="2391" c:formatCode="yyyy/m/d">
                  <c:v>44435</c:v>
                </c:pt>
                <c:pt idx="2392" c:formatCode="yyyy/m/d">
                  <c:v>44438</c:v>
                </c:pt>
                <c:pt idx="2393" c:formatCode="yyyy/m/d">
                  <c:v>44439</c:v>
                </c:pt>
                <c:pt idx="2394" c:formatCode="yyyy/m/d">
                  <c:v>44440</c:v>
                </c:pt>
                <c:pt idx="2395" c:formatCode="yyyy/m/d">
                  <c:v>44441</c:v>
                </c:pt>
                <c:pt idx="2396" c:formatCode="yyyy/m/d">
                  <c:v>44442</c:v>
                </c:pt>
                <c:pt idx="2397" c:formatCode="yyyy/m/d">
                  <c:v>44446</c:v>
                </c:pt>
                <c:pt idx="2398" c:formatCode="yyyy/m/d">
                  <c:v>44447</c:v>
                </c:pt>
                <c:pt idx="2399" c:formatCode="yyyy/m/d">
                  <c:v>44448</c:v>
                </c:pt>
                <c:pt idx="2400" c:formatCode="yyyy/m/d">
                  <c:v>44449</c:v>
                </c:pt>
                <c:pt idx="2401" c:formatCode="yyyy/m/d">
                  <c:v>44452</c:v>
                </c:pt>
                <c:pt idx="2402" c:formatCode="yyyy/m/d">
                  <c:v>44453</c:v>
                </c:pt>
                <c:pt idx="2403" c:formatCode="yyyy/m/d">
                  <c:v>44454</c:v>
                </c:pt>
                <c:pt idx="2404" c:formatCode="yyyy/m/d">
                  <c:v>44455</c:v>
                </c:pt>
                <c:pt idx="2405" c:formatCode="yyyy/m/d">
                  <c:v>44456</c:v>
                </c:pt>
                <c:pt idx="2406" c:formatCode="yyyy/m/d">
                  <c:v>44459</c:v>
                </c:pt>
                <c:pt idx="2407" c:formatCode="yyyy/m/d">
                  <c:v>44460</c:v>
                </c:pt>
                <c:pt idx="2408" c:formatCode="yyyy/m/d">
                  <c:v>44461</c:v>
                </c:pt>
                <c:pt idx="2409" c:formatCode="yyyy/m/d">
                  <c:v>44462</c:v>
                </c:pt>
                <c:pt idx="2410" c:formatCode="yyyy/m/d">
                  <c:v>44463</c:v>
                </c:pt>
                <c:pt idx="2411" c:formatCode="yyyy/m/d">
                  <c:v>44466</c:v>
                </c:pt>
                <c:pt idx="2412" c:formatCode="yyyy/m/d">
                  <c:v>44467</c:v>
                </c:pt>
                <c:pt idx="2413" c:formatCode="yyyy/m/d">
                  <c:v>44468</c:v>
                </c:pt>
                <c:pt idx="2414" c:formatCode="yyyy/m/d">
                  <c:v>44469</c:v>
                </c:pt>
                <c:pt idx="2415" c:formatCode="yyyy/m/d">
                  <c:v>44470</c:v>
                </c:pt>
                <c:pt idx="2416" c:formatCode="yyyy/m/d">
                  <c:v>44473</c:v>
                </c:pt>
                <c:pt idx="2417" c:formatCode="yyyy/m/d">
                  <c:v>44474</c:v>
                </c:pt>
                <c:pt idx="2418" c:formatCode="yyyy/m/d">
                  <c:v>44475</c:v>
                </c:pt>
                <c:pt idx="2419" c:formatCode="yyyy/m/d">
                  <c:v>44476</c:v>
                </c:pt>
                <c:pt idx="2420" c:formatCode="yyyy/m/d">
                  <c:v>44477</c:v>
                </c:pt>
                <c:pt idx="2421" c:formatCode="yyyy/m/d">
                  <c:v>44480</c:v>
                </c:pt>
                <c:pt idx="2422" c:formatCode="yyyy/m/d">
                  <c:v>44481</c:v>
                </c:pt>
                <c:pt idx="2423" c:formatCode="yyyy/m/d">
                  <c:v>44482</c:v>
                </c:pt>
                <c:pt idx="2424" c:formatCode="yyyy/m/d">
                  <c:v>44483</c:v>
                </c:pt>
                <c:pt idx="2425" c:formatCode="yyyy/m/d">
                  <c:v>44484</c:v>
                </c:pt>
                <c:pt idx="2426" c:formatCode="yyyy/m/d">
                  <c:v>44487</c:v>
                </c:pt>
                <c:pt idx="2427" c:formatCode="yyyy/m/d">
                  <c:v>44488</c:v>
                </c:pt>
                <c:pt idx="2428" c:formatCode="yyyy/m/d">
                  <c:v>44489</c:v>
                </c:pt>
                <c:pt idx="2429" c:formatCode="yyyy/m/d">
                  <c:v>44490</c:v>
                </c:pt>
                <c:pt idx="2430" c:formatCode="yyyy/m/d">
                  <c:v>44491</c:v>
                </c:pt>
                <c:pt idx="2431" c:formatCode="yyyy/m/d">
                  <c:v>44494</c:v>
                </c:pt>
                <c:pt idx="2432" c:formatCode="yyyy/m/d">
                  <c:v>44495</c:v>
                </c:pt>
                <c:pt idx="2433" c:formatCode="yyyy/m/d">
                  <c:v>44496</c:v>
                </c:pt>
                <c:pt idx="2434" c:formatCode="yyyy/m/d">
                  <c:v>44497</c:v>
                </c:pt>
                <c:pt idx="2435" c:formatCode="yyyy/m/d">
                  <c:v>44498</c:v>
                </c:pt>
                <c:pt idx="2436" c:formatCode="yyyy/m/d">
                  <c:v>44501</c:v>
                </c:pt>
                <c:pt idx="2437" c:formatCode="yyyy/m/d">
                  <c:v>44502</c:v>
                </c:pt>
                <c:pt idx="2438" c:formatCode="yyyy/m/d">
                  <c:v>44503</c:v>
                </c:pt>
                <c:pt idx="2439" c:formatCode="yyyy/m/d">
                  <c:v>44504</c:v>
                </c:pt>
                <c:pt idx="2440" c:formatCode="yyyy/m/d">
                  <c:v>44505</c:v>
                </c:pt>
                <c:pt idx="2441" c:formatCode="yyyy/m/d">
                  <c:v>44508</c:v>
                </c:pt>
                <c:pt idx="2442" c:formatCode="yyyy/m/d">
                  <c:v>44509</c:v>
                </c:pt>
                <c:pt idx="2443" c:formatCode="yyyy/m/d">
                  <c:v>44510</c:v>
                </c:pt>
                <c:pt idx="2444" c:formatCode="yyyy/m/d">
                  <c:v>44511</c:v>
                </c:pt>
                <c:pt idx="2445" c:formatCode="yyyy/m/d">
                  <c:v>44512</c:v>
                </c:pt>
                <c:pt idx="2446" c:formatCode="yyyy/m/d">
                  <c:v>44515</c:v>
                </c:pt>
                <c:pt idx="2447" c:formatCode="yyyy/m/d">
                  <c:v>44516</c:v>
                </c:pt>
                <c:pt idx="2448" c:formatCode="yyyy/m/d">
                  <c:v>44517</c:v>
                </c:pt>
                <c:pt idx="2449" c:formatCode="yyyy/m/d">
                  <c:v>44518</c:v>
                </c:pt>
                <c:pt idx="2450" c:formatCode="yyyy/m/d">
                  <c:v>44519</c:v>
                </c:pt>
                <c:pt idx="2451" c:formatCode="yyyy/m/d">
                  <c:v>44522</c:v>
                </c:pt>
                <c:pt idx="2452" c:formatCode="yyyy/m/d">
                  <c:v>44523</c:v>
                </c:pt>
                <c:pt idx="2453" c:formatCode="yyyy/m/d">
                  <c:v>44524</c:v>
                </c:pt>
                <c:pt idx="2454" c:formatCode="yyyy/m/d">
                  <c:v>44529</c:v>
                </c:pt>
                <c:pt idx="2455" c:formatCode="yyyy/m/d">
                  <c:v>44530</c:v>
                </c:pt>
                <c:pt idx="2456" c:formatCode="yyyy/m/d">
                  <c:v>44531</c:v>
                </c:pt>
                <c:pt idx="2457" c:formatCode="yyyy/m/d">
                  <c:v>44532</c:v>
                </c:pt>
                <c:pt idx="2458" c:formatCode="yyyy/m/d">
                  <c:v>44533</c:v>
                </c:pt>
                <c:pt idx="2459" c:formatCode="yyyy/m/d">
                  <c:v>44536</c:v>
                </c:pt>
                <c:pt idx="2460" c:formatCode="yyyy/m/d">
                  <c:v>44537</c:v>
                </c:pt>
                <c:pt idx="2461" c:formatCode="yyyy/m/d">
                  <c:v>44538</c:v>
                </c:pt>
                <c:pt idx="2462" c:formatCode="yyyy/m/d">
                  <c:v>44539</c:v>
                </c:pt>
                <c:pt idx="2463" c:formatCode="yyyy/m/d">
                  <c:v>44540</c:v>
                </c:pt>
                <c:pt idx="2464" c:formatCode="yyyy/m/d">
                  <c:v>44543</c:v>
                </c:pt>
                <c:pt idx="2465" c:formatCode="yyyy/m/d">
                  <c:v>44544</c:v>
                </c:pt>
                <c:pt idx="2466" c:formatCode="yyyy/m/d">
                  <c:v>44545</c:v>
                </c:pt>
                <c:pt idx="2467" c:formatCode="yyyy/m/d">
                  <c:v>44546</c:v>
                </c:pt>
                <c:pt idx="2468" c:formatCode="yyyy/m/d">
                  <c:v>44547</c:v>
                </c:pt>
                <c:pt idx="2469" c:formatCode="yyyy/m/d">
                  <c:v>44550</c:v>
                </c:pt>
                <c:pt idx="2470" c:formatCode="yyyy/m/d">
                  <c:v>44551</c:v>
                </c:pt>
                <c:pt idx="2471" c:formatCode="yyyy/m/d">
                  <c:v>44552</c:v>
                </c:pt>
                <c:pt idx="2472" c:formatCode="yyyy/m/d">
                  <c:v>44553</c:v>
                </c:pt>
                <c:pt idx="2473" c:formatCode="yyyy/m/d">
                  <c:v>44557</c:v>
                </c:pt>
                <c:pt idx="2474" c:formatCode="yyyy/m/d">
                  <c:v>44558</c:v>
                </c:pt>
                <c:pt idx="2475" c:formatCode="yyyy/m/d">
                  <c:v>44559</c:v>
                </c:pt>
                <c:pt idx="2476" c:formatCode="yyyy/m/d">
                  <c:v>44560</c:v>
                </c:pt>
                <c:pt idx="2477" c:formatCode="yyyy/m/d">
                  <c:v>44561</c:v>
                </c:pt>
                <c:pt idx="2478" c:formatCode="yyyy/m/d">
                  <c:v>44564</c:v>
                </c:pt>
                <c:pt idx="2479" c:formatCode="yyyy/m/d">
                  <c:v>44565</c:v>
                </c:pt>
                <c:pt idx="2480" c:formatCode="yyyy/m/d">
                  <c:v>44566</c:v>
                </c:pt>
                <c:pt idx="2481" c:formatCode="yyyy/m/d">
                  <c:v>44567</c:v>
                </c:pt>
                <c:pt idx="2482" c:formatCode="yyyy/m/d">
                  <c:v>44568</c:v>
                </c:pt>
                <c:pt idx="2483" c:formatCode="yyyy/m/d">
                  <c:v>44571</c:v>
                </c:pt>
                <c:pt idx="2484" c:formatCode="yyyy/m/d">
                  <c:v>44572</c:v>
                </c:pt>
                <c:pt idx="2485" c:formatCode="yyyy/m/d">
                  <c:v>44573</c:v>
                </c:pt>
                <c:pt idx="2486" c:formatCode="yyyy/m/d">
                  <c:v>44574</c:v>
                </c:pt>
                <c:pt idx="2487" c:formatCode="yyyy/m/d">
                  <c:v>44575</c:v>
                </c:pt>
                <c:pt idx="2488" c:formatCode="yyyy/m/d">
                  <c:v>44579</c:v>
                </c:pt>
                <c:pt idx="2489" c:formatCode="yyyy/m/d">
                  <c:v>44580</c:v>
                </c:pt>
                <c:pt idx="2490" c:formatCode="yyyy/m/d">
                  <c:v>44581</c:v>
                </c:pt>
                <c:pt idx="2491" c:formatCode="yyyy/m/d">
                  <c:v>44582</c:v>
                </c:pt>
                <c:pt idx="2492" c:formatCode="yyyy/m/d">
                  <c:v>44585</c:v>
                </c:pt>
                <c:pt idx="2493" c:formatCode="yyyy/m/d">
                  <c:v>44586</c:v>
                </c:pt>
                <c:pt idx="2494" c:formatCode="yyyy/m/d">
                  <c:v>44587</c:v>
                </c:pt>
                <c:pt idx="2495" c:formatCode="yyyy/m/d">
                  <c:v>44588</c:v>
                </c:pt>
                <c:pt idx="2496" c:formatCode="yyyy/m/d">
                  <c:v>44589</c:v>
                </c:pt>
                <c:pt idx="2497" c:formatCode="yyyy/m/d">
                  <c:v>44592</c:v>
                </c:pt>
                <c:pt idx="2498" c:formatCode="yyyy/m/d">
                  <c:v>44593</c:v>
                </c:pt>
                <c:pt idx="2499" c:formatCode="yyyy/m/d">
                  <c:v>44594</c:v>
                </c:pt>
                <c:pt idx="2500" c:formatCode="yyyy/m/d">
                  <c:v>44595</c:v>
                </c:pt>
                <c:pt idx="2501" c:formatCode="yyyy/m/d">
                  <c:v>44596</c:v>
                </c:pt>
                <c:pt idx="2502" c:formatCode="yyyy/m/d">
                  <c:v>44599</c:v>
                </c:pt>
                <c:pt idx="2503" c:formatCode="yyyy/m/d">
                  <c:v>44600</c:v>
                </c:pt>
                <c:pt idx="2504" c:formatCode="yyyy/m/d">
                  <c:v>44601</c:v>
                </c:pt>
                <c:pt idx="2505" c:formatCode="yyyy/m/d">
                  <c:v>44602</c:v>
                </c:pt>
                <c:pt idx="2506" c:formatCode="yyyy/m/d">
                  <c:v>44603</c:v>
                </c:pt>
                <c:pt idx="2507" c:formatCode="yyyy/m/d">
                  <c:v>44606</c:v>
                </c:pt>
                <c:pt idx="2508" c:formatCode="yyyy/m/d">
                  <c:v>44607</c:v>
                </c:pt>
                <c:pt idx="2509" c:formatCode="yyyy/m/d">
                  <c:v>44608</c:v>
                </c:pt>
                <c:pt idx="2510" c:formatCode="yyyy/m/d">
                  <c:v>44609</c:v>
                </c:pt>
                <c:pt idx="2511" c:formatCode="yyyy/m/d">
                  <c:v>44610</c:v>
                </c:pt>
                <c:pt idx="2512" c:formatCode="yyyy/m/d">
                  <c:v>44614</c:v>
                </c:pt>
                <c:pt idx="2513" c:formatCode="yyyy/m/d">
                  <c:v>44615</c:v>
                </c:pt>
                <c:pt idx="2514" c:formatCode="yyyy/m/d">
                  <c:v>44616</c:v>
                </c:pt>
                <c:pt idx="2515" c:formatCode="yyyy/m/d">
                  <c:v>44617</c:v>
                </c:pt>
                <c:pt idx="2516" c:formatCode="yyyy/m/d">
                  <c:v>44620</c:v>
                </c:pt>
                <c:pt idx="2517" c:formatCode="yyyy/m/d">
                  <c:v>44621</c:v>
                </c:pt>
                <c:pt idx="2518" c:formatCode="yyyy/m/d">
                  <c:v>44622</c:v>
                </c:pt>
                <c:pt idx="2519" c:formatCode="yyyy/m/d">
                  <c:v>44623</c:v>
                </c:pt>
                <c:pt idx="2520" c:formatCode="yyyy/m/d">
                  <c:v>44624</c:v>
                </c:pt>
                <c:pt idx="2521" c:formatCode="yyyy/m/d">
                  <c:v>44627</c:v>
                </c:pt>
                <c:pt idx="2522" c:formatCode="yyyy/m/d">
                  <c:v>44628</c:v>
                </c:pt>
                <c:pt idx="2523" c:formatCode="yyyy/m/d">
                  <c:v>44629</c:v>
                </c:pt>
                <c:pt idx="2524" c:formatCode="yyyy/m/d">
                  <c:v>44630</c:v>
                </c:pt>
                <c:pt idx="2525" c:formatCode="yyyy/m/d">
                  <c:v>44631</c:v>
                </c:pt>
                <c:pt idx="2526" c:formatCode="yyyy/m/d">
                  <c:v>44634</c:v>
                </c:pt>
                <c:pt idx="2527" c:formatCode="yyyy/m/d">
                  <c:v>44635</c:v>
                </c:pt>
                <c:pt idx="2528" c:formatCode="yyyy/m/d">
                  <c:v>44636</c:v>
                </c:pt>
                <c:pt idx="2529" c:formatCode="yyyy/m/d">
                  <c:v>44637</c:v>
                </c:pt>
                <c:pt idx="2530" c:formatCode="yyyy/m/d">
                  <c:v>44638</c:v>
                </c:pt>
                <c:pt idx="2531" c:formatCode="yyyy/m/d">
                  <c:v>44641</c:v>
                </c:pt>
                <c:pt idx="2532" c:formatCode="yyyy/m/d">
                  <c:v>44642</c:v>
                </c:pt>
                <c:pt idx="2533" c:formatCode="yyyy/m/d">
                  <c:v>44643</c:v>
                </c:pt>
                <c:pt idx="2534" c:formatCode="yyyy/m/d">
                  <c:v>44644</c:v>
                </c:pt>
                <c:pt idx="2535" c:formatCode="yyyy/m/d">
                  <c:v>44645</c:v>
                </c:pt>
                <c:pt idx="2536" c:formatCode="yyyy/m/d">
                  <c:v>44648</c:v>
                </c:pt>
                <c:pt idx="2537" c:formatCode="yyyy/m/d">
                  <c:v>44649</c:v>
                </c:pt>
                <c:pt idx="2538" c:formatCode="yyyy/m/d">
                  <c:v>44650</c:v>
                </c:pt>
                <c:pt idx="2539" c:formatCode="yyyy/m/d">
                  <c:v>44651</c:v>
                </c:pt>
                <c:pt idx="2540" c:formatCode="yyyy/m/d">
                  <c:v>44652</c:v>
                </c:pt>
                <c:pt idx="2541" c:formatCode="yyyy/m/d">
                  <c:v>44655</c:v>
                </c:pt>
                <c:pt idx="2542" c:formatCode="yyyy/m/d">
                  <c:v>44656</c:v>
                </c:pt>
                <c:pt idx="2543" c:formatCode="yyyy/m/d">
                  <c:v>44657</c:v>
                </c:pt>
                <c:pt idx="2544" c:formatCode="yyyy/m/d">
                  <c:v>44658</c:v>
                </c:pt>
                <c:pt idx="2545" c:formatCode="yyyy/m/d">
                  <c:v>44659</c:v>
                </c:pt>
                <c:pt idx="2546" c:formatCode="yyyy/m/d">
                  <c:v>44662</c:v>
                </c:pt>
                <c:pt idx="2547" c:formatCode="yyyy/m/d">
                  <c:v>44663</c:v>
                </c:pt>
                <c:pt idx="2548" c:formatCode="yyyy/m/d">
                  <c:v>44664</c:v>
                </c:pt>
                <c:pt idx="2549" c:formatCode="yyyy/m/d">
                  <c:v>44665</c:v>
                </c:pt>
                <c:pt idx="2550" c:formatCode="yyyy/m/d">
                  <c:v>44669</c:v>
                </c:pt>
                <c:pt idx="2551" c:formatCode="yyyy/m/d">
                  <c:v>44670</c:v>
                </c:pt>
                <c:pt idx="2552" c:formatCode="yyyy/m/d">
                  <c:v>44671</c:v>
                </c:pt>
                <c:pt idx="2553" c:formatCode="yyyy/m/d">
                  <c:v>44672</c:v>
                </c:pt>
                <c:pt idx="2554" c:formatCode="yyyy/m/d">
                  <c:v>44673</c:v>
                </c:pt>
                <c:pt idx="2555" c:formatCode="yyyy/m/d">
                  <c:v>44676</c:v>
                </c:pt>
                <c:pt idx="2556" c:formatCode="yyyy/m/d">
                  <c:v>44677</c:v>
                </c:pt>
                <c:pt idx="2557" c:formatCode="yyyy/m/d">
                  <c:v>44678</c:v>
                </c:pt>
                <c:pt idx="2558" c:formatCode="yyyy/m/d">
                  <c:v>44679</c:v>
                </c:pt>
                <c:pt idx="2559" c:formatCode="yyyy/m/d">
                  <c:v>44680</c:v>
                </c:pt>
                <c:pt idx="2560" c:formatCode="yyyy/m/d">
                  <c:v>44683</c:v>
                </c:pt>
                <c:pt idx="2561" c:formatCode="yyyy/m/d">
                  <c:v>44684</c:v>
                </c:pt>
                <c:pt idx="2562" c:formatCode="yyyy/m/d">
                  <c:v>44685</c:v>
                </c:pt>
                <c:pt idx="2563" c:formatCode="yyyy/m/d">
                  <c:v>44686</c:v>
                </c:pt>
                <c:pt idx="2564" c:formatCode="yyyy/m/d">
                  <c:v>44687</c:v>
                </c:pt>
                <c:pt idx="2565" c:formatCode="yyyy/m/d">
                  <c:v>44690</c:v>
                </c:pt>
                <c:pt idx="2566" c:formatCode="yyyy/m/d">
                  <c:v>44691</c:v>
                </c:pt>
                <c:pt idx="2567" c:formatCode="yyyy/m/d">
                  <c:v>44692</c:v>
                </c:pt>
                <c:pt idx="2568" c:formatCode="yyyy/m/d">
                  <c:v>44693</c:v>
                </c:pt>
                <c:pt idx="2569" c:formatCode="yyyy/m/d">
                  <c:v>44694</c:v>
                </c:pt>
                <c:pt idx="2570" c:formatCode="yyyy/m/d">
                  <c:v>44697</c:v>
                </c:pt>
                <c:pt idx="2571" c:formatCode="yyyy/m/d">
                  <c:v>44698</c:v>
                </c:pt>
                <c:pt idx="2572" c:formatCode="yyyy/m/d">
                  <c:v>44699</c:v>
                </c:pt>
                <c:pt idx="2573" c:formatCode="yyyy/m/d">
                  <c:v>44700</c:v>
                </c:pt>
                <c:pt idx="2574" c:formatCode="yyyy/m/d">
                  <c:v>44701</c:v>
                </c:pt>
                <c:pt idx="2575" c:formatCode="yyyy/m/d">
                  <c:v>44704</c:v>
                </c:pt>
                <c:pt idx="2576" c:formatCode="yyyy/m/d">
                  <c:v>44705</c:v>
                </c:pt>
                <c:pt idx="2577" c:formatCode="yyyy/m/d">
                  <c:v>44706</c:v>
                </c:pt>
                <c:pt idx="2578" c:formatCode="yyyy/m/d">
                  <c:v>44707</c:v>
                </c:pt>
                <c:pt idx="2579" c:formatCode="yyyy/m/d">
                  <c:v>44708</c:v>
                </c:pt>
                <c:pt idx="2580" c:formatCode="yyyy/m/d">
                  <c:v>44712</c:v>
                </c:pt>
                <c:pt idx="2581" c:formatCode="yyyy/m/d">
                  <c:v>44713</c:v>
                </c:pt>
                <c:pt idx="2582" c:formatCode="yyyy/m/d">
                  <c:v>44714</c:v>
                </c:pt>
                <c:pt idx="2583" c:formatCode="yyyy/m/d">
                  <c:v>44715</c:v>
                </c:pt>
                <c:pt idx="2584" c:formatCode="yyyy/m/d">
                  <c:v>44718</c:v>
                </c:pt>
                <c:pt idx="2585" c:formatCode="yyyy/m/d">
                  <c:v>44719</c:v>
                </c:pt>
                <c:pt idx="2586" c:formatCode="yyyy/m/d">
                  <c:v>44720</c:v>
                </c:pt>
                <c:pt idx="2587" c:formatCode="yyyy/m/d">
                  <c:v>44721</c:v>
                </c:pt>
                <c:pt idx="2588" c:formatCode="yyyy/m/d">
                  <c:v>44722</c:v>
                </c:pt>
                <c:pt idx="2589" c:formatCode="yyyy/m/d">
                  <c:v>44725</c:v>
                </c:pt>
                <c:pt idx="2590" c:formatCode="yyyy/m/d">
                  <c:v>44726</c:v>
                </c:pt>
                <c:pt idx="2591" c:formatCode="yyyy/m/d">
                  <c:v>44727</c:v>
                </c:pt>
                <c:pt idx="2592" c:formatCode="yyyy/m/d">
                  <c:v>44728</c:v>
                </c:pt>
                <c:pt idx="2593" c:formatCode="yyyy/m/d">
                  <c:v>44729</c:v>
                </c:pt>
                <c:pt idx="2594" c:formatCode="yyyy/m/d">
                  <c:v>44733</c:v>
                </c:pt>
                <c:pt idx="2595" c:formatCode="yyyy/m/d">
                  <c:v>44734</c:v>
                </c:pt>
                <c:pt idx="2596" c:formatCode="yyyy/m/d">
                  <c:v>44735</c:v>
                </c:pt>
                <c:pt idx="2597" c:formatCode="yyyy/m/d">
                  <c:v>44736</c:v>
                </c:pt>
                <c:pt idx="2598" c:formatCode="yyyy/m/d">
                  <c:v>44739</c:v>
                </c:pt>
                <c:pt idx="2599" c:formatCode="yyyy/m/d">
                  <c:v>44740</c:v>
                </c:pt>
                <c:pt idx="2600" c:formatCode="yyyy/m/d">
                  <c:v>44741</c:v>
                </c:pt>
                <c:pt idx="2601" c:formatCode="yyyy/m/d">
                  <c:v>44742</c:v>
                </c:pt>
                <c:pt idx="2602" c:formatCode="yyyy/m/d">
                  <c:v>44743</c:v>
                </c:pt>
                <c:pt idx="2603" c:formatCode="yyyy/m/d">
                  <c:v>44747</c:v>
                </c:pt>
                <c:pt idx="2604" c:formatCode="yyyy/m/d">
                  <c:v>44748</c:v>
                </c:pt>
                <c:pt idx="2605" c:formatCode="yyyy/m/d">
                  <c:v>44749</c:v>
                </c:pt>
                <c:pt idx="2606" c:formatCode="yyyy/m/d">
                  <c:v>44750</c:v>
                </c:pt>
                <c:pt idx="2607" c:formatCode="yyyy/m/d">
                  <c:v>44753</c:v>
                </c:pt>
                <c:pt idx="2608" c:formatCode="yyyy/m/d">
                  <c:v>44754</c:v>
                </c:pt>
                <c:pt idx="2609" c:formatCode="yyyy/m/d">
                  <c:v>44755</c:v>
                </c:pt>
                <c:pt idx="2610" c:formatCode="yyyy/m/d">
                  <c:v>44756</c:v>
                </c:pt>
                <c:pt idx="2611" c:formatCode="yyyy/m/d">
                  <c:v>44757</c:v>
                </c:pt>
                <c:pt idx="2612" c:formatCode="yyyy/m/d">
                  <c:v>44760</c:v>
                </c:pt>
                <c:pt idx="2613" c:formatCode="yyyy/m/d">
                  <c:v>44761</c:v>
                </c:pt>
                <c:pt idx="2614" c:formatCode="yyyy/m/d">
                  <c:v>44762</c:v>
                </c:pt>
                <c:pt idx="2615" c:formatCode="yyyy/m/d">
                  <c:v>44763</c:v>
                </c:pt>
                <c:pt idx="2616" c:formatCode="yyyy/m/d">
                  <c:v>44764</c:v>
                </c:pt>
                <c:pt idx="2617" c:formatCode="yyyy/m/d">
                  <c:v>44767</c:v>
                </c:pt>
                <c:pt idx="2618" c:formatCode="yyyy/m/d">
                  <c:v>44768</c:v>
                </c:pt>
                <c:pt idx="2619" c:formatCode="yyyy/m/d">
                  <c:v>44769</c:v>
                </c:pt>
                <c:pt idx="2620" c:formatCode="yyyy/m/d">
                  <c:v>44770</c:v>
                </c:pt>
                <c:pt idx="2621" c:formatCode="yyyy/m/d">
                  <c:v>44771</c:v>
                </c:pt>
                <c:pt idx="2622" c:formatCode="yyyy/m/d">
                  <c:v>44774</c:v>
                </c:pt>
                <c:pt idx="2623" c:formatCode="yyyy/m/d">
                  <c:v>44775</c:v>
                </c:pt>
                <c:pt idx="2624" c:formatCode="yyyy/m/d">
                  <c:v>44776</c:v>
                </c:pt>
                <c:pt idx="2625" c:formatCode="yyyy/m/d">
                  <c:v>44777</c:v>
                </c:pt>
                <c:pt idx="2626" c:formatCode="yyyy/m/d">
                  <c:v>44778</c:v>
                </c:pt>
                <c:pt idx="2627" c:formatCode="yyyy/m/d">
                  <c:v>44781</c:v>
                </c:pt>
                <c:pt idx="2628" c:formatCode="yyyy/m/d">
                  <c:v>44782</c:v>
                </c:pt>
                <c:pt idx="2629" c:formatCode="yyyy/m/d">
                  <c:v>44783</c:v>
                </c:pt>
                <c:pt idx="2630" c:formatCode="yyyy/m/d">
                  <c:v>44784</c:v>
                </c:pt>
                <c:pt idx="2631" c:formatCode="yyyy/m/d">
                  <c:v>44785</c:v>
                </c:pt>
                <c:pt idx="2632" c:formatCode="yyyy/m/d">
                  <c:v>44788</c:v>
                </c:pt>
                <c:pt idx="2633" c:formatCode="yyyy/m/d">
                  <c:v>44789</c:v>
                </c:pt>
                <c:pt idx="2634" c:formatCode="yyyy/m/d">
                  <c:v>44790</c:v>
                </c:pt>
                <c:pt idx="2635" c:formatCode="yyyy/m/d">
                  <c:v>44791</c:v>
                </c:pt>
                <c:pt idx="2636" c:formatCode="yyyy/m/d">
                  <c:v>44792</c:v>
                </c:pt>
                <c:pt idx="2637" c:formatCode="yyyy/m/d">
                  <c:v>44795</c:v>
                </c:pt>
                <c:pt idx="2638" c:formatCode="yyyy/m/d">
                  <c:v>44796</c:v>
                </c:pt>
                <c:pt idx="2639" c:formatCode="yyyy/m/d">
                  <c:v>44797</c:v>
                </c:pt>
                <c:pt idx="2640" c:formatCode="yyyy/m/d">
                  <c:v>44798</c:v>
                </c:pt>
                <c:pt idx="2641" c:formatCode="yyyy/m/d">
                  <c:v>44799</c:v>
                </c:pt>
                <c:pt idx="2642" c:formatCode="yyyy/m/d">
                  <c:v>44802</c:v>
                </c:pt>
                <c:pt idx="2643" c:formatCode="yyyy/m/d">
                  <c:v>44803</c:v>
                </c:pt>
                <c:pt idx="2644" c:formatCode="yyyy/m/d">
                  <c:v>44804</c:v>
                </c:pt>
                <c:pt idx="2645" c:formatCode="yyyy/m/d">
                  <c:v>44805</c:v>
                </c:pt>
                <c:pt idx="2646" c:formatCode="yyyy/m/d">
                  <c:v>44806</c:v>
                </c:pt>
                <c:pt idx="2647" c:formatCode="yyyy/m/d">
                  <c:v>44810</c:v>
                </c:pt>
                <c:pt idx="2648" c:formatCode="yyyy/m/d">
                  <c:v>44811</c:v>
                </c:pt>
                <c:pt idx="2649" c:formatCode="yyyy/m/d">
                  <c:v>44812</c:v>
                </c:pt>
                <c:pt idx="2650" c:formatCode="yyyy/m/d">
                  <c:v>44813</c:v>
                </c:pt>
                <c:pt idx="2651" c:formatCode="yyyy/m/d">
                  <c:v>44816</c:v>
                </c:pt>
                <c:pt idx="2652" c:formatCode="yyyy/m/d">
                  <c:v>44817</c:v>
                </c:pt>
                <c:pt idx="2653" c:formatCode="yyyy/m/d">
                  <c:v>44818</c:v>
                </c:pt>
                <c:pt idx="2654" c:formatCode="yyyy/m/d">
                  <c:v>44819</c:v>
                </c:pt>
                <c:pt idx="2655" c:formatCode="yyyy/m/d">
                  <c:v>44820</c:v>
                </c:pt>
                <c:pt idx="2656" c:formatCode="yyyy/m/d">
                  <c:v>44823</c:v>
                </c:pt>
                <c:pt idx="2657" c:formatCode="yyyy/m/d">
                  <c:v>44824</c:v>
                </c:pt>
                <c:pt idx="2658" c:formatCode="yyyy/m/d">
                  <c:v>44825</c:v>
                </c:pt>
                <c:pt idx="2659" c:formatCode="yyyy/m/d">
                  <c:v>44826</c:v>
                </c:pt>
                <c:pt idx="2660" c:formatCode="yyyy/m/d">
                  <c:v>44827</c:v>
                </c:pt>
                <c:pt idx="2661" c:formatCode="yyyy/m/d">
                  <c:v>44830</c:v>
                </c:pt>
                <c:pt idx="2662" c:formatCode="yyyy/m/d">
                  <c:v>44831</c:v>
                </c:pt>
                <c:pt idx="2663" c:formatCode="yyyy/m/d">
                  <c:v>44832</c:v>
                </c:pt>
                <c:pt idx="2664" c:formatCode="yyyy/m/d">
                  <c:v>44833</c:v>
                </c:pt>
                <c:pt idx="2665" c:formatCode="yyyy/m/d">
                  <c:v>44834</c:v>
                </c:pt>
                <c:pt idx="2666" c:formatCode="yyyy/m/d">
                  <c:v>44837</c:v>
                </c:pt>
                <c:pt idx="2667" c:formatCode="yyyy/m/d">
                  <c:v>44838</c:v>
                </c:pt>
                <c:pt idx="2668" c:formatCode="yyyy/m/d">
                  <c:v>44839</c:v>
                </c:pt>
                <c:pt idx="2669" c:formatCode="yyyy/m/d">
                  <c:v>44840</c:v>
                </c:pt>
                <c:pt idx="2670" c:formatCode="yyyy/m/d">
                  <c:v>44841</c:v>
                </c:pt>
                <c:pt idx="2671" c:formatCode="yyyy/m/d">
                  <c:v>44844</c:v>
                </c:pt>
                <c:pt idx="2672" c:formatCode="yyyy/m/d">
                  <c:v>44845</c:v>
                </c:pt>
                <c:pt idx="2673" c:formatCode="yyyy/m/d">
                  <c:v>44846</c:v>
                </c:pt>
                <c:pt idx="2674" c:formatCode="yyyy/m/d">
                  <c:v>44847</c:v>
                </c:pt>
                <c:pt idx="2675" c:formatCode="yyyy/m/d">
                  <c:v>44848</c:v>
                </c:pt>
                <c:pt idx="2676" c:formatCode="yyyy/m/d">
                  <c:v>44851</c:v>
                </c:pt>
                <c:pt idx="2677" c:formatCode="yyyy/m/d">
                  <c:v>44852</c:v>
                </c:pt>
                <c:pt idx="2678" c:formatCode="yyyy/m/d">
                  <c:v>44853</c:v>
                </c:pt>
                <c:pt idx="2679" c:formatCode="yyyy/m/d">
                  <c:v>44854</c:v>
                </c:pt>
                <c:pt idx="2680" c:formatCode="yyyy/m/d">
                  <c:v>44855</c:v>
                </c:pt>
                <c:pt idx="2681" c:formatCode="yyyy/m/d">
                  <c:v>44858</c:v>
                </c:pt>
                <c:pt idx="2682" c:formatCode="yyyy/m/d">
                  <c:v>44859</c:v>
                </c:pt>
                <c:pt idx="2683" c:formatCode="yyyy/m/d">
                  <c:v>44860</c:v>
                </c:pt>
                <c:pt idx="2684" c:formatCode="yyyy/m/d">
                  <c:v>44861</c:v>
                </c:pt>
                <c:pt idx="2685" c:formatCode="yyyy/m/d">
                  <c:v>44862</c:v>
                </c:pt>
                <c:pt idx="2686" c:formatCode="yyyy/m/d">
                  <c:v>44865</c:v>
                </c:pt>
                <c:pt idx="2687" c:formatCode="yyyy/m/d">
                  <c:v>44866</c:v>
                </c:pt>
                <c:pt idx="2688" c:formatCode="yyyy/m/d">
                  <c:v>44867</c:v>
                </c:pt>
                <c:pt idx="2689" c:formatCode="yyyy/m/d">
                  <c:v>44868</c:v>
                </c:pt>
                <c:pt idx="2690" c:formatCode="yyyy/m/d">
                  <c:v>44869</c:v>
                </c:pt>
                <c:pt idx="2691" c:formatCode="yyyy/m/d">
                  <c:v>44872</c:v>
                </c:pt>
                <c:pt idx="2692" c:formatCode="yyyy/m/d">
                  <c:v>44873</c:v>
                </c:pt>
                <c:pt idx="2693" c:formatCode="yyyy/m/d">
                  <c:v>44874</c:v>
                </c:pt>
                <c:pt idx="2694" c:formatCode="yyyy/m/d">
                  <c:v>44875</c:v>
                </c:pt>
                <c:pt idx="2695" c:formatCode="yyyy/m/d">
                  <c:v>44876</c:v>
                </c:pt>
                <c:pt idx="2696" c:formatCode="yyyy/m/d">
                  <c:v>44879</c:v>
                </c:pt>
                <c:pt idx="2697" c:formatCode="yyyy/m/d">
                  <c:v>44880</c:v>
                </c:pt>
                <c:pt idx="2698" c:formatCode="yyyy/m/d">
                  <c:v>44881</c:v>
                </c:pt>
                <c:pt idx="2699" c:formatCode="yyyy/m/d">
                  <c:v>44882</c:v>
                </c:pt>
                <c:pt idx="2700" c:formatCode="yyyy/m/d">
                  <c:v>44883</c:v>
                </c:pt>
                <c:pt idx="2701" c:formatCode="yyyy/m/d">
                  <c:v>44886</c:v>
                </c:pt>
                <c:pt idx="2702" c:formatCode="yyyy/m/d">
                  <c:v>44887</c:v>
                </c:pt>
                <c:pt idx="2703" c:formatCode="yyyy/m/d">
                  <c:v>44888</c:v>
                </c:pt>
                <c:pt idx="2704" c:formatCode="yyyy/m/d">
                  <c:v>44893</c:v>
                </c:pt>
                <c:pt idx="2705" c:formatCode="yyyy/m/d">
                  <c:v>44894</c:v>
                </c:pt>
                <c:pt idx="2706" c:formatCode="yyyy/m/d">
                  <c:v>44895</c:v>
                </c:pt>
                <c:pt idx="2707" c:formatCode="yyyy/m/d">
                  <c:v>44896</c:v>
                </c:pt>
                <c:pt idx="2708" c:formatCode="yyyy/m/d">
                  <c:v>44897</c:v>
                </c:pt>
                <c:pt idx="2709" c:formatCode="yyyy/m/d">
                  <c:v>44900</c:v>
                </c:pt>
                <c:pt idx="2710" c:formatCode="yyyy/m/d">
                  <c:v>44901</c:v>
                </c:pt>
                <c:pt idx="2711" c:formatCode="yyyy/m/d">
                  <c:v>44902</c:v>
                </c:pt>
                <c:pt idx="2712" c:formatCode="yyyy/m/d">
                  <c:v>44903</c:v>
                </c:pt>
                <c:pt idx="2713" c:formatCode="yyyy/m/d">
                  <c:v>44904</c:v>
                </c:pt>
                <c:pt idx="2714" c:formatCode="yyyy/m/d">
                  <c:v>44907</c:v>
                </c:pt>
                <c:pt idx="2715" c:formatCode="yyyy/m/d">
                  <c:v>44908</c:v>
                </c:pt>
                <c:pt idx="2716" c:formatCode="yyyy/m/d">
                  <c:v>44909</c:v>
                </c:pt>
                <c:pt idx="2717" c:formatCode="yyyy/m/d">
                  <c:v>44910</c:v>
                </c:pt>
                <c:pt idx="2718" c:formatCode="yyyy/m/d">
                  <c:v>44911</c:v>
                </c:pt>
                <c:pt idx="2719" c:formatCode="yyyy/m/d">
                  <c:v>44914</c:v>
                </c:pt>
                <c:pt idx="2720" c:formatCode="yyyy/m/d">
                  <c:v>44915</c:v>
                </c:pt>
                <c:pt idx="2721" c:formatCode="yyyy/m/d">
                  <c:v>44916</c:v>
                </c:pt>
                <c:pt idx="2722" c:formatCode="yyyy/m/d">
                  <c:v>44917</c:v>
                </c:pt>
                <c:pt idx="2723" c:formatCode="yyyy/m/d">
                  <c:v>44918</c:v>
                </c:pt>
                <c:pt idx="2724" c:formatCode="yyyy/m/d">
                  <c:v>44922</c:v>
                </c:pt>
                <c:pt idx="2725" c:formatCode="yyyy/m/d">
                  <c:v>44923</c:v>
                </c:pt>
                <c:pt idx="2726" c:formatCode="yyyy/m/d">
                  <c:v>44924</c:v>
                </c:pt>
                <c:pt idx="2727" c:formatCode="yyyy/m/d">
                  <c:v>44925</c:v>
                </c:pt>
                <c:pt idx="2728" c:formatCode="yyyy/m/d">
                  <c:v>44929</c:v>
                </c:pt>
                <c:pt idx="2729" c:formatCode="yyyy/m/d">
                  <c:v>44930</c:v>
                </c:pt>
                <c:pt idx="2730" c:formatCode="yyyy/m/d">
                  <c:v>44931</c:v>
                </c:pt>
                <c:pt idx="2731" c:formatCode="yyyy/m/d">
                  <c:v>44932</c:v>
                </c:pt>
                <c:pt idx="2732" c:formatCode="yyyy/m/d">
                  <c:v>44935</c:v>
                </c:pt>
                <c:pt idx="2733" c:formatCode="yyyy/m/d">
                  <c:v>44936</c:v>
                </c:pt>
                <c:pt idx="2734" c:formatCode="yyyy/m/d">
                  <c:v>44937</c:v>
                </c:pt>
                <c:pt idx="2735" c:formatCode="yyyy/m/d">
                  <c:v>44938</c:v>
                </c:pt>
                <c:pt idx="2736" c:formatCode="yyyy/m/d">
                  <c:v>44939</c:v>
                </c:pt>
                <c:pt idx="2737" c:formatCode="yyyy/m/d">
                  <c:v>44943</c:v>
                </c:pt>
                <c:pt idx="2738" c:formatCode="yyyy/m/d">
                  <c:v>44944</c:v>
                </c:pt>
                <c:pt idx="2739" c:formatCode="yyyy/m/d">
                  <c:v>44945</c:v>
                </c:pt>
                <c:pt idx="2740" c:formatCode="yyyy/m/d">
                  <c:v>44946</c:v>
                </c:pt>
                <c:pt idx="2741" c:formatCode="yyyy/m/d">
                  <c:v>44949</c:v>
                </c:pt>
                <c:pt idx="2742" c:formatCode="yyyy/m/d">
                  <c:v>44950</c:v>
                </c:pt>
                <c:pt idx="2743" c:formatCode="yyyy/m/d">
                  <c:v>44951</c:v>
                </c:pt>
                <c:pt idx="2744" c:formatCode="yyyy/m/d">
                  <c:v>44952</c:v>
                </c:pt>
                <c:pt idx="2745" c:formatCode="yyyy/m/d">
                  <c:v>44953</c:v>
                </c:pt>
                <c:pt idx="2746" c:formatCode="yyyy/m/d">
                  <c:v>44956</c:v>
                </c:pt>
                <c:pt idx="2747" c:formatCode="yyyy/m/d">
                  <c:v>44957</c:v>
                </c:pt>
                <c:pt idx="2748" c:formatCode="yyyy/m/d">
                  <c:v>44958</c:v>
                </c:pt>
                <c:pt idx="2749" c:formatCode="yyyy/m/d">
                  <c:v>44959</c:v>
                </c:pt>
                <c:pt idx="2750" c:formatCode="yyyy/m/d">
                  <c:v>44960</c:v>
                </c:pt>
                <c:pt idx="2751" c:formatCode="yyyy/m/d">
                  <c:v>44963</c:v>
                </c:pt>
                <c:pt idx="2752" c:formatCode="yyyy/m/d">
                  <c:v>44964</c:v>
                </c:pt>
                <c:pt idx="2753" c:formatCode="yyyy/m/d">
                  <c:v>44965</c:v>
                </c:pt>
                <c:pt idx="2754" c:formatCode="yyyy/m/d">
                  <c:v>44966</c:v>
                </c:pt>
                <c:pt idx="2755" c:formatCode="yyyy/m/d">
                  <c:v>44967</c:v>
                </c:pt>
                <c:pt idx="2756" c:formatCode="yyyy/m/d">
                  <c:v>44970</c:v>
                </c:pt>
                <c:pt idx="2757" c:formatCode="yyyy/m/d">
                  <c:v>44971</c:v>
                </c:pt>
                <c:pt idx="2758" c:formatCode="yyyy/m/d">
                  <c:v>44972</c:v>
                </c:pt>
                <c:pt idx="2759" c:formatCode="yyyy/m/d">
                  <c:v>44973</c:v>
                </c:pt>
                <c:pt idx="2760" c:formatCode="yyyy/m/d">
                  <c:v>44974</c:v>
                </c:pt>
                <c:pt idx="2761" c:formatCode="yyyy/m/d">
                  <c:v>44978</c:v>
                </c:pt>
                <c:pt idx="2762" c:formatCode="yyyy/m/d">
                  <c:v>44979</c:v>
                </c:pt>
                <c:pt idx="2763" c:formatCode="yyyy/m/d">
                  <c:v>44980</c:v>
                </c:pt>
                <c:pt idx="2764" c:formatCode="yyyy/m/d">
                  <c:v>44981</c:v>
                </c:pt>
                <c:pt idx="2765" c:formatCode="yyyy/m/d">
                  <c:v>44984</c:v>
                </c:pt>
                <c:pt idx="2766" c:formatCode="yyyy/m/d">
                  <c:v>44985</c:v>
                </c:pt>
                <c:pt idx="2767" c:formatCode="yyyy/m/d">
                  <c:v>44986</c:v>
                </c:pt>
                <c:pt idx="2768" c:formatCode="yyyy/m/d">
                  <c:v>44987</c:v>
                </c:pt>
                <c:pt idx="2769" c:formatCode="yyyy/m/d">
                  <c:v>44988</c:v>
                </c:pt>
                <c:pt idx="2770" c:formatCode="yyyy/m/d">
                  <c:v>44991</c:v>
                </c:pt>
                <c:pt idx="2771" c:formatCode="yyyy/m/d">
                  <c:v>44992</c:v>
                </c:pt>
                <c:pt idx="2772" c:formatCode="yyyy/m/d">
                  <c:v>44993</c:v>
                </c:pt>
                <c:pt idx="2773" c:formatCode="yyyy/m/d">
                  <c:v>44994</c:v>
                </c:pt>
                <c:pt idx="2774" c:formatCode="yyyy/m/d">
                  <c:v>44995</c:v>
                </c:pt>
                <c:pt idx="2775" c:formatCode="yyyy/m/d">
                  <c:v>44998</c:v>
                </c:pt>
                <c:pt idx="2776" c:formatCode="yyyy/m/d">
                  <c:v>44999</c:v>
                </c:pt>
                <c:pt idx="2777" c:formatCode="yyyy/m/d">
                  <c:v>45000</c:v>
                </c:pt>
                <c:pt idx="2778" c:formatCode="yyyy/m/d">
                  <c:v>45001</c:v>
                </c:pt>
                <c:pt idx="2779" c:formatCode="yyyy/m/d">
                  <c:v>45002</c:v>
                </c:pt>
                <c:pt idx="2780" c:formatCode="yyyy/m/d">
                  <c:v>45005</c:v>
                </c:pt>
                <c:pt idx="2781" c:formatCode="yyyy/m/d">
                  <c:v>45006</c:v>
                </c:pt>
                <c:pt idx="2782" c:formatCode="yyyy/m/d">
                  <c:v>45007</c:v>
                </c:pt>
                <c:pt idx="2783" c:formatCode="yyyy/m/d">
                  <c:v>45008</c:v>
                </c:pt>
                <c:pt idx="2784" c:formatCode="yyyy/m/d">
                  <c:v>45009</c:v>
                </c:pt>
                <c:pt idx="2785" c:formatCode="yyyy/m/d">
                  <c:v>45012</c:v>
                </c:pt>
                <c:pt idx="2786" c:formatCode="yyyy/m/d">
                  <c:v>45013</c:v>
                </c:pt>
                <c:pt idx="2787" c:formatCode="yyyy/m/d">
                  <c:v>45014</c:v>
                </c:pt>
                <c:pt idx="2788" c:formatCode="yyyy/m/d">
                  <c:v>45015</c:v>
                </c:pt>
                <c:pt idx="2789" c:formatCode="yyyy/m/d">
                  <c:v>45016</c:v>
                </c:pt>
                <c:pt idx="2790" c:formatCode="yyyy/m/d">
                  <c:v>45019</c:v>
                </c:pt>
                <c:pt idx="2791" c:formatCode="yyyy/m/d">
                  <c:v>45020</c:v>
                </c:pt>
                <c:pt idx="2792" c:formatCode="yyyy/m/d">
                  <c:v>45021</c:v>
                </c:pt>
                <c:pt idx="2793" c:formatCode="yyyy/m/d">
                  <c:v>45022</c:v>
                </c:pt>
                <c:pt idx="2794" c:formatCode="yyyy/m/d">
                  <c:v>45026</c:v>
                </c:pt>
                <c:pt idx="2795" c:formatCode="yyyy/m/d">
                  <c:v>45027</c:v>
                </c:pt>
                <c:pt idx="2796" c:formatCode="yyyy/m/d">
                  <c:v>45028</c:v>
                </c:pt>
                <c:pt idx="2797" c:formatCode="yyyy/m/d">
                  <c:v>45029</c:v>
                </c:pt>
                <c:pt idx="2798" c:formatCode="yyyy/m/d">
                  <c:v>45030</c:v>
                </c:pt>
                <c:pt idx="2799" c:formatCode="yyyy/m/d">
                  <c:v>45033</c:v>
                </c:pt>
                <c:pt idx="2800" c:formatCode="yyyy/m/d">
                  <c:v>45034</c:v>
                </c:pt>
                <c:pt idx="2801" c:formatCode="yyyy/m/d">
                  <c:v>45035</c:v>
                </c:pt>
                <c:pt idx="2802" c:formatCode="yyyy/m/d">
                  <c:v>45036</c:v>
                </c:pt>
                <c:pt idx="2803" c:formatCode="yyyy/m/d">
                  <c:v>45037</c:v>
                </c:pt>
                <c:pt idx="2804" c:formatCode="yyyy/m/d">
                  <c:v>45040</c:v>
                </c:pt>
                <c:pt idx="2805" c:formatCode="yyyy/m/d">
                  <c:v>45041</c:v>
                </c:pt>
                <c:pt idx="2806" c:formatCode="yyyy/m/d">
                  <c:v>45042</c:v>
                </c:pt>
                <c:pt idx="2807" c:formatCode="yyyy/m/d">
                  <c:v>45043</c:v>
                </c:pt>
                <c:pt idx="2808" c:formatCode="yyyy/m/d">
                  <c:v>45044</c:v>
                </c:pt>
                <c:pt idx="2809" c:formatCode="yyyy/m/d">
                  <c:v>45047</c:v>
                </c:pt>
                <c:pt idx="2810" c:formatCode="yyyy/m/d">
                  <c:v>45048</c:v>
                </c:pt>
                <c:pt idx="2811" c:formatCode="yyyy/m/d">
                  <c:v>45049</c:v>
                </c:pt>
                <c:pt idx="2812" c:formatCode="yyyy/m/d">
                  <c:v>45050</c:v>
                </c:pt>
                <c:pt idx="2813" c:formatCode="yyyy/m/d">
                  <c:v>45051</c:v>
                </c:pt>
                <c:pt idx="2814" c:formatCode="yyyy/m/d">
                  <c:v>45054</c:v>
                </c:pt>
                <c:pt idx="2815" c:formatCode="yyyy/m/d">
                  <c:v>45055</c:v>
                </c:pt>
                <c:pt idx="2816" c:formatCode="yyyy/m/d">
                  <c:v>45056</c:v>
                </c:pt>
                <c:pt idx="2817" c:formatCode="yyyy/m/d">
                  <c:v>45057</c:v>
                </c:pt>
                <c:pt idx="2818" c:formatCode="yyyy/m/d">
                  <c:v>45058</c:v>
                </c:pt>
                <c:pt idx="2819" c:formatCode="yyyy/m/d">
                  <c:v>45061</c:v>
                </c:pt>
                <c:pt idx="2820" c:formatCode="yyyy/m/d">
                  <c:v>45062</c:v>
                </c:pt>
                <c:pt idx="2821" c:formatCode="yyyy/m/d">
                  <c:v>45063</c:v>
                </c:pt>
                <c:pt idx="2822" c:formatCode="yyyy/m/d">
                  <c:v>45064</c:v>
                </c:pt>
                <c:pt idx="2823" c:formatCode="yyyy/m/d">
                  <c:v>45065</c:v>
                </c:pt>
                <c:pt idx="2824" c:formatCode="yyyy/m/d">
                  <c:v>45068</c:v>
                </c:pt>
                <c:pt idx="2825" c:formatCode="yyyy/m/d">
                  <c:v>45069</c:v>
                </c:pt>
                <c:pt idx="2826" c:formatCode="yyyy/m/d">
                  <c:v>45070</c:v>
                </c:pt>
                <c:pt idx="2827" c:formatCode="yyyy/m/d">
                  <c:v>45071</c:v>
                </c:pt>
                <c:pt idx="2828" c:formatCode="yyyy/m/d">
                  <c:v>45072</c:v>
                </c:pt>
                <c:pt idx="2829" c:formatCode="yyyy/m/d">
                  <c:v>45076</c:v>
                </c:pt>
                <c:pt idx="2830" c:formatCode="yyyy/m/d">
                  <c:v>45077</c:v>
                </c:pt>
                <c:pt idx="2831" c:formatCode="yyyy/m/d">
                  <c:v>45078</c:v>
                </c:pt>
                <c:pt idx="2832" c:formatCode="yyyy/m/d">
                  <c:v>45079</c:v>
                </c:pt>
                <c:pt idx="2833" c:formatCode="yyyy/m/d">
                  <c:v>45082</c:v>
                </c:pt>
                <c:pt idx="2834" c:formatCode="yyyy/m/d">
                  <c:v>45083</c:v>
                </c:pt>
                <c:pt idx="2835" c:formatCode="yyyy/m/d">
                  <c:v>45084</c:v>
                </c:pt>
                <c:pt idx="2836" c:formatCode="yyyy/m/d">
                  <c:v>45085</c:v>
                </c:pt>
                <c:pt idx="2837" c:formatCode="yyyy/m/d">
                  <c:v>45086</c:v>
                </c:pt>
                <c:pt idx="2838" c:formatCode="yyyy/m/d">
                  <c:v>45089</c:v>
                </c:pt>
                <c:pt idx="2839" c:formatCode="yyyy/m/d">
                  <c:v>45090</c:v>
                </c:pt>
                <c:pt idx="2840" c:formatCode="yyyy/m/d">
                  <c:v>45091</c:v>
                </c:pt>
                <c:pt idx="2841" c:formatCode="yyyy/m/d">
                  <c:v>45092</c:v>
                </c:pt>
                <c:pt idx="2842" c:formatCode="yyyy/m/d">
                  <c:v>45093</c:v>
                </c:pt>
                <c:pt idx="2843" c:formatCode="yyyy/m/d">
                  <c:v>45097</c:v>
                </c:pt>
                <c:pt idx="2844" c:formatCode="yyyy/m/d">
                  <c:v>45098</c:v>
                </c:pt>
                <c:pt idx="2845" c:formatCode="yyyy/m/d">
                  <c:v>45099</c:v>
                </c:pt>
                <c:pt idx="2846" c:formatCode="yyyy/m/d">
                  <c:v>45100</c:v>
                </c:pt>
                <c:pt idx="2847" c:formatCode="yyyy/m/d">
                  <c:v>45103</c:v>
                </c:pt>
                <c:pt idx="2848" c:formatCode="yyyy/m/d">
                  <c:v>45104</c:v>
                </c:pt>
                <c:pt idx="2849" c:formatCode="yyyy/m/d">
                  <c:v>45105</c:v>
                </c:pt>
                <c:pt idx="2850" c:formatCode="yyyy/m/d">
                  <c:v>45106</c:v>
                </c:pt>
                <c:pt idx="2851" c:formatCode="yyyy/m/d">
                  <c:v>45107</c:v>
                </c:pt>
                <c:pt idx="2852" c:formatCode="yyyy/m/d">
                  <c:v>45110</c:v>
                </c:pt>
                <c:pt idx="2853" c:formatCode="yyyy/m/d">
                  <c:v>45112</c:v>
                </c:pt>
                <c:pt idx="2854" c:formatCode="yyyy/m/d">
                  <c:v>45113</c:v>
                </c:pt>
                <c:pt idx="2855" c:formatCode="yyyy/m/d">
                  <c:v>45114</c:v>
                </c:pt>
                <c:pt idx="2856" c:formatCode="yyyy/m/d">
                  <c:v>45117</c:v>
                </c:pt>
                <c:pt idx="2857" c:formatCode="yyyy/m/d">
                  <c:v>45118</c:v>
                </c:pt>
                <c:pt idx="2858" c:formatCode="yyyy/m/d">
                  <c:v>45119</c:v>
                </c:pt>
                <c:pt idx="2859" c:formatCode="yyyy/m/d">
                  <c:v>45120</c:v>
                </c:pt>
                <c:pt idx="2860" c:formatCode="yyyy/m/d">
                  <c:v>45121</c:v>
                </c:pt>
                <c:pt idx="2861" c:formatCode="yyyy/m/d">
                  <c:v>45124</c:v>
                </c:pt>
                <c:pt idx="2862" c:formatCode="yyyy/m/d">
                  <c:v>45125</c:v>
                </c:pt>
                <c:pt idx="2863" c:formatCode="yyyy/m/d">
                  <c:v>45126</c:v>
                </c:pt>
                <c:pt idx="2864" c:formatCode="yyyy/m/d">
                  <c:v>45127</c:v>
                </c:pt>
                <c:pt idx="2865" c:formatCode="yyyy/m/d">
                  <c:v>45128</c:v>
                </c:pt>
                <c:pt idx="2866" c:formatCode="yyyy/m/d">
                  <c:v>45131</c:v>
                </c:pt>
                <c:pt idx="2867" c:formatCode="yyyy/m/d">
                  <c:v>45132</c:v>
                </c:pt>
                <c:pt idx="2868" c:formatCode="yyyy/m/d">
                  <c:v>45133</c:v>
                </c:pt>
                <c:pt idx="2869" c:formatCode="yyyy/m/d">
                  <c:v>45134</c:v>
                </c:pt>
                <c:pt idx="2870" c:formatCode="yyyy/m/d">
                  <c:v>45135</c:v>
                </c:pt>
                <c:pt idx="2871" c:formatCode="yyyy/m/d">
                  <c:v>45138</c:v>
                </c:pt>
                <c:pt idx="2872" c:formatCode="yyyy/m/d">
                  <c:v>45139</c:v>
                </c:pt>
                <c:pt idx="2873" c:formatCode="yyyy/m/d">
                  <c:v>45140</c:v>
                </c:pt>
                <c:pt idx="2874" c:formatCode="yyyy/m/d">
                  <c:v>45141</c:v>
                </c:pt>
                <c:pt idx="2875" c:formatCode="yyyy/m/d">
                  <c:v>45142</c:v>
                </c:pt>
                <c:pt idx="2876" c:formatCode="yyyy/m/d">
                  <c:v>45145</c:v>
                </c:pt>
                <c:pt idx="2877" c:formatCode="yyyy/m/d">
                  <c:v>45146</c:v>
                </c:pt>
                <c:pt idx="2878" c:formatCode="yyyy/m/d">
                  <c:v>45147</c:v>
                </c:pt>
                <c:pt idx="2879" c:formatCode="yyyy/m/d">
                  <c:v>45148</c:v>
                </c:pt>
                <c:pt idx="2880" c:formatCode="yyyy/m/d">
                  <c:v>45149</c:v>
                </c:pt>
                <c:pt idx="2881" c:formatCode="yyyy/m/d">
                  <c:v>45152</c:v>
                </c:pt>
                <c:pt idx="2882" c:formatCode="yyyy/m/d">
                  <c:v>45153</c:v>
                </c:pt>
                <c:pt idx="2883" c:formatCode="yyyy/m/d">
                  <c:v>45154</c:v>
                </c:pt>
                <c:pt idx="2884" c:formatCode="yyyy/m/d">
                  <c:v>45155</c:v>
                </c:pt>
                <c:pt idx="2885" c:formatCode="yyyy/m/d">
                  <c:v>45156</c:v>
                </c:pt>
                <c:pt idx="2886" c:formatCode="yyyy/m/d">
                  <c:v>45159</c:v>
                </c:pt>
                <c:pt idx="2887" c:formatCode="yyyy/m/d">
                  <c:v>45160</c:v>
                </c:pt>
                <c:pt idx="2888" c:formatCode="yyyy/m/d">
                  <c:v>45161</c:v>
                </c:pt>
                <c:pt idx="2889" c:formatCode="yyyy/m/d">
                  <c:v>45162</c:v>
                </c:pt>
                <c:pt idx="2890" c:formatCode="yyyy/m/d">
                  <c:v>45163</c:v>
                </c:pt>
                <c:pt idx="2891" c:formatCode="yyyy/m/d">
                  <c:v>45166</c:v>
                </c:pt>
                <c:pt idx="2892" c:formatCode="yyyy/m/d">
                  <c:v>45167</c:v>
                </c:pt>
                <c:pt idx="2893" c:formatCode="yyyy/m/d">
                  <c:v>45168</c:v>
                </c:pt>
                <c:pt idx="2894" c:formatCode="yyyy/m/d">
                  <c:v>45169</c:v>
                </c:pt>
                <c:pt idx="2895" c:formatCode="yyyy/m/d">
                  <c:v>45170</c:v>
                </c:pt>
                <c:pt idx="2896" c:formatCode="yyyy/m/d">
                  <c:v>45174</c:v>
                </c:pt>
                <c:pt idx="2897" c:formatCode="yyyy/m/d">
                  <c:v>45175</c:v>
                </c:pt>
                <c:pt idx="2898" c:formatCode="yyyy/m/d">
                  <c:v>45176</c:v>
                </c:pt>
                <c:pt idx="2899" c:formatCode="yyyy/m/d">
                  <c:v>45177</c:v>
                </c:pt>
                <c:pt idx="2900" c:formatCode="yyyy/m/d">
                  <c:v>45180</c:v>
                </c:pt>
                <c:pt idx="2901" c:formatCode="yyyy/m/d">
                  <c:v>45181</c:v>
                </c:pt>
                <c:pt idx="2902" c:formatCode="yyyy/m/d">
                  <c:v>45182</c:v>
                </c:pt>
                <c:pt idx="2903" c:formatCode="yyyy/m/d">
                  <c:v>45183</c:v>
                </c:pt>
                <c:pt idx="2904" c:formatCode="yyyy/m/d">
                  <c:v>45184</c:v>
                </c:pt>
                <c:pt idx="2905" c:formatCode="yyyy/m/d">
                  <c:v>45187</c:v>
                </c:pt>
                <c:pt idx="2906" c:formatCode="yyyy/m/d">
                  <c:v>45188</c:v>
                </c:pt>
                <c:pt idx="2907" c:formatCode="yyyy/m/d">
                  <c:v>45189</c:v>
                </c:pt>
                <c:pt idx="2908" c:formatCode="yyyy/m/d">
                  <c:v>45190</c:v>
                </c:pt>
                <c:pt idx="2909" c:formatCode="yyyy/m/d">
                  <c:v>45191</c:v>
                </c:pt>
                <c:pt idx="2910" c:formatCode="yyyy/m/d">
                  <c:v>45194</c:v>
                </c:pt>
                <c:pt idx="2911" c:formatCode="yyyy/m/d">
                  <c:v>45195</c:v>
                </c:pt>
                <c:pt idx="2912" c:formatCode="yyyy/m/d">
                  <c:v>45196</c:v>
                </c:pt>
                <c:pt idx="2913" c:formatCode="yyyy/m/d">
                  <c:v>45197</c:v>
                </c:pt>
                <c:pt idx="2914" c:formatCode="yyyy/m/d">
                  <c:v>45198</c:v>
                </c:pt>
                <c:pt idx="2915" c:formatCode="yyyy/m/d">
                  <c:v>45201</c:v>
                </c:pt>
                <c:pt idx="2916" c:formatCode="yyyy/m/d">
                  <c:v>45202</c:v>
                </c:pt>
                <c:pt idx="2917" c:formatCode="yyyy/m/d">
                  <c:v>45203</c:v>
                </c:pt>
                <c:pt idx="2918" c:formatCode="yyyy/m/d">
                  <c:v>45204</c:v>
                </c:pt>
                <c:pt idx="2919" c:formatCode="yyyy/m/d">
                  <c:v>45205</c:v>
                </c:pt>
                <c:pt idx="2920" c:formatCode="yyyy/m/d">
                  <c:v>45208</c:v>
                </c:pt>
                <c:pt idx="2921" c:formatCode="yyyy/m/d">
                  <c:v>45209</c:v>
                </c:pt>
                <c:pt idx="2922" c:formatCode="yyyy/m/d">
                  <c:v>45210</c:v>
                </c:pt>
                <c:pt idx="2923" c:formatCode="yyyy/m/d">
                  <c:v>45211</c:v>
                </c:pt>
                <c:pt idx="2924" c:formatCode="yyyy/m/d">
                  <c:v>45212</c:v>
                </c:pt>
                <c:pt idx="2925" c:formatCode="yyyy/m/d">
                  <c:v>45215</c:v>
                </c:pt>
                <c:pt idx="2926" c:formatCode="yyyy/m/d">
                  <c:v>45216</c:v>
                </c:pt>
                <c:pt idx="2927" c:formatCode="yyyy/m/d">
                  <c:v>45217</c:v>
                </c:pt>
                <c:pt idx="2928" c:formatCode="yyyy/m/d">
                  <c:v>45218</c:v>
                </c:pt>
                <c:pt idx="2929" c:formatCode="yyyy/m/d">
                  <c:v>45219</c:v>
                </c:pt>
                <c:pt idx="2930" c:formatCode="yyyy/m/d">
                  <c:v>45222</c:v>
                </c:pt>
                <c:pt idx="2931" c:formatCode="yyyy/m/d">
                  <c:v>45223</c:v>
                </c:pt>
                <c:pt idx="2932" c:formatCode="yyyy/m/d">
                  <c:v>45224</c:v>
                </c:pt>
                <c:pt idx="2933" c:formatCode="yyyy/m/d">
                  <c:v>45225</c:v>
                </c:pt>
                <c:pt idx="2934" c:formatCode="yyyy/m/d">
                  <c:v>45226</c:v>
                </c:pt>
                <c:pt idx="2935" c:formatCode="yyyy/m/d">
                  <c:v>45229</c:v>
                </c:pt>
                <c:pt idx="2936" c:formatCode="yyyy/m/d">
                  <c:v>45230</c:v>
                </c:pt>
                <c:pt idx="2937" c:formatCode="yyyy/m/d">
                  <c:v>45231</c:v>
                </c:pt>
                <c:pt idx="2938" c:formatCode="yyyy/m/d">
                  <c:v>45232</c:v>
                </c:pt>
                <c:pt idx="2939" c:formatCode="yyyy/m/d">
                  <c:v>45233</c:v>
                </c:pt>
                <c:pt idx="2940" c:formatCode="yyyy/m/d">
                  <c:v>45236</c:v>
                </c:pt>
                <c:pt idx="2941" c:formatCode="yyyy/m/d">
                  <c:v>45237</c:v>
                </c:pt>
                <c:pt idx="2942" c:formatCode="yyyy/m/d">
                  <c:v>45238</c:v>
                </c:pt>
                <c:pt idx="2943" c:formatCode="yyyy/m/d">
                  <c:v>45239</c:v>
                </c:pt>
                <c:pt idx="2944" c:formatCode="yyyy/m/d">
                  <c:v>45240</c:v>
                </c:pt>
                <c:pt idx="2945" c:formatCode="yyyy/m/d">
                  <c:v>45243</c:v>
                </c:pt>
                <c:pt idx="2946" c:formatCode="yyyy/m/d">
                  <c:v>45244</c:v>
                </c:pt>
                <c:pt idx="2947" c:formatCode="yyyy/m/d">
                  <c:v>45245</c:v>
                </c:pt>
                <c:pt idx="2948" c:formatCode="yyyy/m/d">
                  <c:v>45246</c:v>
                </c:pt>
                <c:pt idx="2949" c:formatCode="yyyy/m/d">
                  <c:v>45247</c:v>
                </c:pt>
                <c:pt idx="2950" c:formatCode="yyyy/m/d">
                  <c:v>45250</c:v>
                </c:pt>
                <c:pt idx="2951" c:formatCode="yyyy/m/d">
                  <c:v>45251</c:v>
                </c:pt>
                <c:pt idx="2952" c:formatCode="yyyy/m/d">
                  <c:v>45252</c:v>
                </c:pt>
                <c:pt idx="2953" c:formatCode="yyyy/m/d">
                  <c:v>45257</c:v>
                </c:pt>
                <c:pt idx="2954" c:formatCode="yyyy/m/d">
                  <c:v>45258</c:v>
                </c:pt>
                <c:pt idx="2955" c:formatCode="yyyy/m/d">
                  <c:v>45259</c:v>
                </c:pt>
                <c:pt idx="2956" c:formatCode="yyyy/m/d">
                  <c:v>45260</c:v>
                </c:pt>
                <c:pt idx="2957" c:formatCode="yyyy/m/d">
                  <c:v>45261</c:v>
                </c:pt>
                <c:pt idx="2958" c:formatCode="yyyy/m/d">
                  <c:v>45264</c:v>
                </c:pt>
                <c:pt idx="2959" c:formatCode="yyyy/m/d">
                  <c:v>45265</c:v>
                </c:pt>
                <c:pt idx="2960" c:formatCode="yyyy/m/d">
                  <c:v>45266</c:v>
                </c:pt>
                <c:pt idx="2961" c:formatCode="yyyy/m/d">
                  <c:v>45267</c:v>
                </c:pt>
                <c:pt idx="2962" c:formatCode="yyyy/m/d">
                  <c:v>45268</c:v>
                </c:pt>
                <c:pt idx="2963" c:formatCode="yyyy/m/d">
                  <c:v>45271</c:v>
                </c:pt>
                <c:pt idx="2964" c:formatCode="yyyy/m/d">
                  <c:v>45272</c:v>
                </c:pt>
                <c:pt idx="2965" c:formatCode="yyyy/m/d">
                  <c:v>45273</c:v>
                </c:pt>
                <c:pt idx="2966" c:formatCode="yyyy/m/d">
                  <c:v>45274</c:v>
                </c:pt>
                <c:pt idx="2967" c:formatCode="yyyy/m/d">
                  <c:v>45275</c:v>
                </c:pt>
                <c:pt idx="2968" c:formatCode="yyyy/m/d">
                  <c:v>45278</c:v>
                </c:pt>
                <c:pt idx="2969" c:formatCode="yyyy/m/d">
                  <c:v>45279</c:v>
                </c:pt>
                <c:pt idx="2970" c:formatCode="yyyy/m/d">
                  <c:v>45280</c:v>
                </c:pt>
                <c:pt idx="2971" c:formatCode="yyyy/m/d">
                  <c:v>45281</c:v>
                </c:pt>
                <c:pt idx="2972" c:formatCode="yyyy/m/d">
                  <c:v>45282</c:v>
                </c:pt>
                <c:pt idx="2973" c:formatCode="yyyy/m/d">
                  <c:v>45286</c:v>
                </c:pt>
                <c:pt idx="2974" c:formatCode="yyyy/m/d">
                  <c:v>45287</c:v>
                </c:pt>
                <c:pt idx="2975" c:formatCode="yyyy/m/d">
                  <c:v>45288</c:v>
                </c:pt>
                <c:pt idx="2976" c:formatCode="yyyy/m/d">
                  <c:v>45289</c:v>
                </c:pt>
                <c:pt idx="2977" c:formatCode="yyyy/m/d">
                  <c:v>45293</c:v>
                </c:pt>
                <c:pt idx="2978" c:formatCode="yyyy/m/d">
                  <c:v>45294</c:v>
                </c:pt>
                <c:pt idx="2979" c:formatCode="yyyy/m/d">
                  <c:v>45295</c:v>
                </c:pt>
                <c:pt idx="2980" c:formatCode="yyyy/m/d">
                  <c:v>45296</c:v>
                </c:pt>
                <c:pt idx="2981" c:formatCode="yyyy/m/d">
                  <c:v>45299</c:v>
                </c:pt>
                <c:pt idx="2982" c:formatCode="yyyy/m/d">
                  <c:v>45300</c:v>
                </c:pt>
                <c:pt idx="2983" c:formatCode="yyyy/m/d">
                  <c:v>45301</c:v>
                </c:pt>
                <c:pt idx="2984" c:formatCode="yyyy/m/d">
                  <c:v>45302</c:v>
                </c:pt>
                <c:pt idx="2985" c:formatCode="yyyy/m/d">
                  <c:v>45303</c:v>
                </c:pt>
                <c:pt idx="2986" c:formatCode="yyyy/m/d">
                  <c:v>45307</c:v>
                </c:pt>
                <c:pt idx="2987" c:formatCode="yyyy/m/d">
                  <c:v>45308</c:v>
                </c:pt>
                <c:pt idx="2988" c:formatCode="yyyy/m/d">
                  <c:v>45309</c:v>
                </c:pt>
                <c:pt idx="2989" c:formatCode="yyyy/m/d">
                  <c:v>45310</c:v>
                </c:pt>
                <c:pt idx="2990" c:formatCode="yyyy/m/d">
                  <c:v>45313</c:v>
                </c:pt>
                <c:pt idx="2991" c:formatCode="yyyy/m/d">
                  <c:v>45314</c:v>
                </c:pt>
                <c:pt idx="2992" c:formatCode="yyyy/m/d">
                  <c:v>45315</c:v>
                </c:pt>
                <c:pt idx="2993" c:formatCode="yyyy/m/d">
                  <c:v>45316</c:v>
                </c:pt>
                <c:pt idx="2994" c:formatCode="yyyy/m/d">
                  <c:v>45317</c:v>
                </c:pt>
                <c:pt idx="2995" c:formatCode="yyyy/m/d">
                  <c:v>45320</c:v>
                </c:pt>
                <c:pt idx="2996" c:formatCode="yyyy/m/d">
                  <c:v>45321</c:v>
                </c:pt>
                <c:pt idx="2997" c:formatCode="yyyy/m/d">
                  <c:v>45322</c:v>
                </c:pt>
                <c:pt idx="2998" c:formatCode="yyyy/m/d">
                  <c:v>45323</c:v>
                </c:pt>
                <c:pt idx="2999" c:formatCode="yyyy/m/d">
                  <c:v>45324</c:v>
                </c:pt>
                <c:pt idx="3000" c:formatCode="yyyy/m/d">
                  <c:v>45327</c:v>
                </c:pt>
                <c:pt idx="3001" c:formatCode="yyyy/m/d">
                  <c:v>45328</c:v>
                </c:pt>
                <c:pt idx="3002" c:formatCode="yyyy/m/d">
                  <c:v>45329</c:v>
                </c:pt>
                <c:pt idx="3003" c:formatCode="yyyy/m/d">
                  <c:v>45330</c:v>
                </c:pt>
                <c:pt idx="3004" c:formatCode="yyyy/m/d">
                  <c:v>45331</c:v>
                </c:pt>
                <c:pt idx="3005" c:formatCode="yyyy/m/d">
                  <c:v>45334</c:v>
                </c:pt>
                <c:pt idx="3006" c:formatCode="yyyy/m/d">
                  <c:v>45335</c:v>
                </c:pt>
                <c:pt idx="3007" c:formatCode="yyyy/m/d">
                  <c:v>45336</c:v>
                </c:pt>
                <c:pt idx="3008" c:formatCode="yyyy/m/d">
                  <c:v>45337</c:v>
                </c:pt>
                <c:pt idx="3009" c:formatCode="yyyy/m/d">
                  <c:v>45338</c:v>
                </c:pt>
                <c:pt idx="3010" c:formatCode="yyyy/m/d">
                  <c:v>45342</c:v>
                </c:pt>
                <c:pt idx="3011" c:formatCode="yyyy/m/d">
                  <c:v>45343</c:v>
                </c:pt>
                <c:pt idx="3012" c:formatCode="yyyy/m/d">
                  <c:v>45344</c:v>
                </c:pt>
                <c:pt idx="3013" c:formatCode="yyyy/m/d">
                  <c:v>45345</c:v>
                </c:pt>
                <c:pt idx="3014" c:formatCode="yyyy/m/d">
                  <c:v>45348</c:v>
                </c:pt>
                <c:pt idx="3015" c:formatCode="yyyy/m/d">
                  <c:v>45349</c:v>
                </c:pt>
                <c:pt idx="3016" c:formatCode="yyyy/m/d">
                  <c:v>45350</c:v>
                </c:pt>
                <c:pt idx="3017" c:formatCode="yyyy/m/d">
                  <c:v>45351</c:v>
                </c:pt>
                <c:pt idx="3018" c:formatCode="yyyy/m/d">
                  <c:v>45352</c:v>
                </c:pt>
                <c:pt idx="3019" c:formatCode="yyyy/m/d">
                  <c:v>45355</c:v>
                </c:pt>
                <c:pt idx="3020" c:formatCode="yyyy/m/d">
                  <c:v>45356</c:v>
                </c:pt>
                <c:pt idx="3021" c:formatCode="yyyy/m/d">
                  <c:v>45357</c:v>
                </c:pt>
                <c:pt idx="3022" c:formatCode="yyyy/m/d">
                  <c:v>45358</c:v>
                </c:pt>
                <c:pt idx="3023" c:formatCode="yyyy/m/d">
                  <c:v>45359</c:v>
                </c:pt>
                <c:pt idx="3024" c:formatCode="yyyy/m/d">
                  <c:v>45362</c:v>
                </c:pt>
                <c:pt idx="3025" c:formatCode="yyyy/m/d">
                  <c:v>45363</c:v>
                </c:pt>
                <c:pt idx="3026" c:formatCode="yyyy/m/d">
                  <c:v>45364</c:v>
                </c:pt>
                <c:pt idx="3027" c:formatCode="yyyy/m/d">
                  <c:v>45365</c:v>
                </c:pt>
                <c:pt idx="3028" c:formatCode="yyyy/m/d">
                  <c:v>45366</c:v>
                </c:pt>
                <c:pt idx="3029" c:formatCode="yyyy/m/d">
                  <c:v>45369</c:v>
                </c:pt>
                <c:pt idx="3030" c:formatCode="yyyy/m/d">
                  <c:v>45370</c:v>
                </c:pt>
                <c:pt idx="3031" c:formatCode="yyyy/m/d">
                  <c:v>45371</c:v>
                </c:pt>
                <c:pt idx="3032" c:formatCode="yyyy/m/d">
                  <c:v>45372</c:v>
                </c:pt>
                <c:pt idx="3033" c:formatCode="yyyy/m/d">
                  <c:v>45373</c:v>
                </c:pt>
                <c:pt idx="3034" c:formatCode="yyyy/m/d">
                  <c:v>45376</c:v>
                </c:pt>
                <c:pt idx="3035" c:formatCode="yyyy/m/d">
                  <c:v>45377</c:v>
                </c:pt>
                <c:pt idx="3036" c:formatCode="yyyy/m/d">
                  <c:v>45378</c:v>
                </c:pt>
                <c:pt idx="3037" c:formatCode="yyyy/m/d">
                  <c:v>45379</c:v>
                </c:pt>
                <c:pt idx="3038" c:formatCode="yyyy/m/d">
                  <c:v>45383</c:v>
                </c:pt>
                <c:pt idx="3039" c:formatCode="yyyy/m/d">
                  <c:v>45384</c:v>
                </c:pt>
                <c:pt idx="3040" c:formatCode="yyyy/m/d">
                  <c:v>45385</c:v>
                </c:pt>
                <c:pt idx="3041" c:formatCode="yyyy/m/d">
                  <c:v>45386</c:v>
                </c:pt>
                <c:pt idx="3042" c:formatCode="yyyy/m/d">
                  <c:v>45387</c:v>
                </c:pt>
                <c:pt idx="3043" c:formatCode="yyyy/m/d">
                  <c:v>45390</c:v>
                </c:pt>
                <c:pt idx="3044" c:formatCode="yyyy/m/d">
                  <c:v>45391</c:v>
                </c:pt>
                <c:pt idx="3045" c:formatCode="yyyy/m/d">
                  <c:v>45392</c:v>
                </c:pt>
                <c:pt idx="3046" c:formatCode="yyyy/m/d">
                  <c:v>45393</c:v>
                </c:pt>
                <c:pt idx="3047" c:formatCode="yyyy/m/d">
                  <c:v>45394</c:v>
                </c:pt>
                <c:pt idx="3048" c:formatCode="yyyy/m/d">
                  <c:v>45397</c:v>
                </c:pt>
                <c:pt idx="3049" c:formatCode="yyyy/m/d">
                  <c:v>45398</c:v>
                </c:pt>
                <c:pt idx="3050" c:formatCode="yyyy/m/d">
                  <c:v>45399</c:v>
                </c:pt>
                <c:pt idx="3051" c:formatCode="yyyy/m/d">
                  <c:v>45400</c:v>
                </c:pt>
                <c:pt idx="3052" c:formatCode="yyyy/m/d">
                  <c:v>45401</c:v>
                </c:pt>
                <c:pt idx="3053" c:formatCode="yyyy/m/d">
                  <c:v>45404</c:v>
                </c:pt>
                <c:pt idx="3054" c:formatCode="yyyy/m/d">
                  <c:v>45405</c:v>
                </c:pt>
                <c:pt idx="3055" c:formatCode="yyyy/m/d">
                  <c:v>45406</c:v>
                </c:pt>
                <c:pt idx="3056" c:formatCode="yyyy/m/d">
                  <c:v>45407</c:v>
                </c:pt>
                <c:pt idx="3057" c:formatCode="yyyy/m/d">
                  <c:v>45408</c:v>
                </c:pt>
                <c:pt idx="3058" c:formatCode="yyyy/m/d">
                  <c:v>45411</c:v>
                </c:pt>
                <c:pt idx="3059" c:formatCode="yyyy/m/d">
                  <c:v>45412</c:v>
                </c:pt>
                <c:pt idx="3060" c:formatCode="yyyy/m/d">
                  <c:v>45413</c:v>
                </c:pt>
                <c:pt idx="3061" c:formatCode="yyyy/m/d">
                  <c:v>45414</c:v>
                </c:pt>
                <c:pt idx="3062" c:formatCode="yyyy/m/d">
                  <c:v>45415</c:v>
                </c:pt>
                <c:pt idx="3063" c:formatCode="yyyy/m/d">
                  <c:v>45418</c:v>
                </c:pt>
                <c:pt idx="3064" c:formatCode="yyyy/m/d">
                  <c:v>45419</c:v>
                </c:pt>
                <c:pt idx="3065" c:formatCode="yyyy/m/d">
                  <c:v>45420</c:v>
                </c:pt>
                <c:pt idx="3066" c:formatCode="yyyy/m/d">
                  <c:v>45421</c:v>
                </c:pt>
                <c:pt idx="3067" c:formatCode="yyyy/m/d">
                  <c:v>45422</c:v>
                </c:pt>
                <c:pt idx="3068" c:formatCode="yyyy/m/d">
                  <c:v>45425</c:v>
                </c:pt>
                <c:pt idx="3069" c:formatCode="yyyy/m/d">
                  <c:v>45426</c:v>
                </c:pt>
                <c:pt idx="3070" c:formatCode="yyyy/m/d">
                  <c:v>45427</c:v>
                </c:pt>
                <c:pt idx="3071" c:formatCode="yyyy/m/d">
                  <c:v>45428</c:v>
                </c:pt>
                <c:pt idx="3072" c:formatCode="yyyy/m/d">
                  <c:v>45429</c:v>
                </c:pt>
                <c:pt idx="3073" c:formatCode="yyyy/m/d">
                  <c:v>45432</c:v>
                </c:pt>
                <c:pt idx="3074" c:formatCode="yyyy/m/d">
                  <c:v>45433</c:v>
                </c:pt>
                <c:pt idx="3075" c:formatCode="yyyy/m/d">
                  <c:v>45434</c:v>
                </c:pt>
                <c:pt idx="3076" c:formatCode="yyyy/m/d">
                  <c:v>45435</c:v>
                </c:pt>
                <c:pt idx="3077" c:formatCode="yyyy/m/d">
                  <c:v>45436</c:v>
                </c:pt>
                <c:pt idx="3078" c:formatCode="yyyy/m/d">
                  <c:v>45440</c:v>
                </c:pt>
                <c:pt idx="3079" c:formatCode="yyyy/m/d">
                  <c:v>45441</c:v>
                </c:pt>
                <c:pt idx="3080" c:formatCode="yyyy/m/d">
                  <c:v>45442</c:v>
                </c:pt>
                <c:pt idx="3081" c:formatCode="yyyy/m/d">
                  <c:v>45443</c:v>
                </c:pt>
                <c:pt idx="3082" c:formatCode="yyyy/m/d">
                  <c:v>45446</c:v>
                </c:pt>
                <c:pt idx="3083" c:formatCode="yyyy/m/d">
                  <c:v>45447</c:v>
                </c:pt>
                <c:pt idx="3084" c:formatCode="yyyy/m/d">
                  <c:v>45448</c:v>
                </c:pt>
                <c:pt idx="3085" c:formatCode="yyyy/m/d">
                  <c:v>45449</c:v>
                </c:pt>
                <c:pt idx="3086" c:formatCode="yyyy/m/d">
                  <c:v>45450</c:v>
                </c:pt>
                <c:pt idx="3087" c:formatCode="yyyy/m/d">
                  <c:v>45453</c:v>
                </c:pt>
                <c:pt idx="3088" c:formatCode="yyyy/m/d">
                  <c:v>45454</c:v>
                </c:pt>
                <c:pt idx="3089" c:formatCode="yyyy/m/d">
                  <c:v>45455</c:v>
                </c:pt>
                <c:pt idx="3090" c:formatCode="yyyy/m/d">
                  <c:v>45456</c:v>
                </c:pt>
                <c:pt idx="3091" c:formatCode="yyyy/m/d">
                  <c:v>45457</c:v>
                </c:pt>
                <c:pt idx="3092" c:formatCode="yyyy/m/d">
                  <c:v>45460</c:v>
                </c:pt>
                <c:pt idx="3093" c:formatCode="yyyy/m/d">
                  <c:v>45461</c:v>
                </c:pt>
                <c:pt idx="3094" c:formatCode="yyyy/m/d">
                  <c:v>45463</c:v>
                </c:pt>
                <c:pt idx="3095" c:formatCode="yyyy/m/d">
                  <c:v>45464</c:v>
                </c:pt>
                <c:pt idx="3096" c:formatCode="yyyy/m/d">
                  <c:v>45467</c:v>
                </c:pt>
                <c:pt idx="3097" c:formatCode="yyyy/m/d">
                  <c:v>45468</c:v>
                </c:pt>
                <c:pt idx="3098" c:formatCode="yyyy/m/d">
                  <c:v>45469</c:v>
                </c:pt>
                <c:pt idx="3099" c:formatCode="yyyy/m/d">
                  <c:v>45470</c:v>
                </c:pt>
                <c:pt idx="3100" c:formatCode="yyyy/m/d">
                  <c:v>45471</c:v>
                </c:pt>
                <c:pt idx="3101" c:formatCode="yyyy/m/d">
                  <c:v>45474</c:v>
                </c:pt>
                <c:pt idx="3102" c:formatCode="yyyy/m/d">
                  <c:v>45475</c:v>
                </c:pt>
                <c:pt idx="3103" c:formatCode="yyyy/m/d">
                  <c:v>45476</c:v>
                </c:pt>
                <c:pt idx="3104" c:formatCode="yyyy/m/d">
                  <c:v>45478</c:v>
                </c:pt>
                <c:pt idx="3105" c:formatCode="yyyy/m/d">
                  <c:v>45481</c:v>
                </c:pt>
                <c:pt idx="3106" c:formatCode="yyyy/m/d">
                  <c:v>45482</c:v>
                </c:pt>
                <c:pt idx="3107" c:formatCode="yyyy/m/d">
                  <c:v>45483</c:v>
                </c:pt>
                <c:pt idx="3108" c:formatCode="yyyy/m/d">
                  <c:v>45484</c:v>
                </c:pt>
                <c:pt idx="3109" c:formatCode="yyyy/m/d">
                  <c:v>45485</c:v>
                </c:pt>
                <c:pt idx="3110" c:formatCode="yyyy/m/d">
                  <c:v>45488</c:v>
                </c:pt>
              </c:numCache>
            </c:numRef>
          </c:cat>
          <c:val>
            <c:numRef>
              <c:f>draw_plot_data.csv!$B$2:$B$3112</c:f>
              <c:numCache>
                <c:formatCode>General</c:formatCode>
                <c:ptCount val="3111"/>
                <c:pt idx="0">
                  <c:v>1000</c:v>
                </c:pt>
                <c:pt idx="1">
                  <c:v>999.939115082536</c:v>
                </c:pt>
                <c:pt idx="2">
                  <c:v>1000.24036211716</c:v>
                </c:pt>
                <c:pt idx="3">
                  <c:v>1000.31622035068</c:v>
                </c:pt>
                <c:pt idx="4">
                  <c:v>1000.63714326676</c:v>
                </c:pt>
                <c:pt idx="5">
                  <c:v>1000.54340062374</c:v>
                </c:pt>
                <c:pt idx="6">
                  <c:v>1000.21279914372</c:v>
                </c:pt>
                <c:pt idx="7">
                  <c:v>1000.04313692939</c:v>
                </c:pt>
                <c:pt idx="8">
                  <c:v>1000.17953073707</c:v>
                </c:pt>
                <c:pt idx="9">
                  <c:v>1000.1709643996</c:v>
                </c:pt>
                <c:pt idx="10">
                  <c:v>1000.56364516025</c:v>
                </c:pt>
                <c:pt idx="11">
                  <c:v>1001.29440794007</c:v>
                </c:pt>
                <c:pt idx="12">
                  <c:v>1001.98261027347</c:v>
                </c:pt>
                <c:pt idx="13">
                  <c:v>1002.11642568881</c:v>
                </c:pt>
                <c:pt idx="14">
                  <c:v>1002.92895616308</c:v>
                </c:pt>
                <c:pt idx="15">
                  <c:v>1003.1586288353</c:v>
                </c:pt>
                <c:pt idx="16">
                  <c:v>1003.95380207757</c:v>
                </c:pt>
                <c:pt idx="17">
                  <c:v>1003.91110926627</c:v>
                </c:pt>
                <c:pt idx="18">
                  <c:v>1004.44592799732</c:v>
                </c:pt>
                <c:pt idx="19">
                  <c:v>1004.51466040743</c:v>
                </c:pt>
                <c:pt idx="20">
                  <c:v>1004.84331252841</c:v>
                </c:pt>
                <c:pt idx="21">
                  <c:v>1005.25478086117</c:v>
                </c:pt>
                <c:pt idx="22">
                  <c:v>1005.5866338533</c:v>
                </c:pt>
                <c:pt idx="23">
                  <c:v>1005.77994492536</c:v>
                </c:pt>
                <c:pt idx="24">
                  <c:v>1004.99502389603</c:v>
                </c:pt>
                <c:pt idx="25">
                  <c:v>1004.41599543324</c:v>
                </c:pt>
                <c:pt idx="26">
                  <c:v>999.560488637176</c:v>
                </c:pt>
                <c:pt idx="27">
                  <c:v>1003.02832603116</c:v>
                </c:pt>
                <c:pt idx="28">
                  <c:v>1002.39086651462</c:v>
                </c:pt>
                <c:pt idx="29">
                  <c:v>1000.18975703576</c:v>
                </c:pt>
                <c:pt idx="30">
                  <c:v>1001.88322198938</c:v>
                </c:pt>
                <c:pt idx="31">
                  <c:v>1005.55539440362</c:v>
                </c:pt>
                <c:pt idx="32">
                  <c:v>1007.45281020539</c:v>
                </c:pt>
                <c:pt idx="33">
                  <c:v>1008.25638800408</c:v>
                </c:pt>
                <c:pt idx="34">
                  <c:v>1008.78380994288</c:v>
                </c:pt>
                <c:pt idx="35">
                  <c:v>1008.752139418</c:v>
                </c:pt>
                <c:pt idx="36">
                  <c:v>1008.89185592863</c:v>
                </c:pt>
                <c:pt idx="37">
                  <c:v>1009.44584001748</c:v>
                </c:pt>
                <c:pt idx="38">
                  <c:v>1009.36835308649</c:v>
                </c:pt>
                <c:pt idx="39">
                  <c:v>1010.68996466394</c:v>
                </c:pt>
                <c:pt idx="40">
                  <c:v>1011.91161163285</c:v>
                </c:pt>
                <c:pt idx="41">
                  <c:v>1009.84674362386</c:v>
                </c:pt>
                <c:pt idx="42">
                  <c:v>1011.78624236806</c:v>
                </c:pt>
                <c:pt idx="43">
                  <c:v>1012.34007581661</c:v>
                </c:pt>
                <c:pt idx="44">
                  <c:v>1013.07483306874</c:v>
                </c:pt>
                <c:pt idx="45">
                  <c:v>1014.19307420306</c:v>
                </c:pt>
                <c:pt idx="46">
                  <c:v>1012.91497072556</c:v>
                </c:pt>
                <c:pt idx="47">
                  <c:v>1013.07597789854</c:v>
                </c:pt>
                <c:pt idx="48">
                  <c:v>1013.1774063415</c:v>
                </c:pt>
                <c:pt idx="49">
                  <c:v>1013.44890452639</c:v>
                </c:pt>
                <c:pt idx="50">
                  <c:v>1014.02073453672</c:v>
                </c:pt>
                <c:pt idx="51">
                  <c:v>1014.50449572415</c:v>
                </c:pt>
                <c:pt idx="52">
                  <c:v>1015.45389773523</c:v>
                </c:pt>
                <c:pt idx="53">
                  <c:v>1015.80820140052</c:v>
                </c:pt>
                <c:pt idx="54">
                  <c:v>1016.85781906194</c:v>
                </c:pt>
                <c:pt idx="55">
                  <c:v>1016.45139625911</c:v>
                </c:pt>
                <c:pt idx="56">
                  <c:v>1016.98329764874</c:v>
                </c:pt>
                <c:pt idx="57">
                  <c:v>1017.07532355749</c:v>
                </c:pt>
                <c:pt idx="58">
                  <c:v>1017.30911412104</c:v>
                </c:pt>
                <c:pt idx="59">
                  <c:v>1017.78423964305</c:v>
                </c:pt>
                <c:pt idx="60">
                  <c:v>1018.00341510275</c:v>
                </c:pt>
                <c:pt idx="61">
                  <c:v>1017.70705172043</c:v>
                </c:pt>
                <c:pt idx="62">
                  <c:v>1017.77614446023</c:v>
                </c:pt>
                <c:pt idx="63">
                  <c:v>1017.8035545215</c:v>
                </c:pt>
                <c:pt idx="64">
                  <c:v>1017.77194960564</c:v>
                </c:pt>
                <c:pt idx="65">
                  <c:v>1015.36488933202</c:v>
                </c:pt>
                <c:pt idx="66">
                  <c:v>1016.18633829094</c:v>
                </c:pt>
                <c:pt idx="67">
                  <c:v>1017.13722366995</c:v>
                </c:pt>
                <c:pt idx="68">
                  <c:v>1017.10939857819</c:v>
                </c:pt>
                <c:pt idx="69">
                  <c:v>1017.88083115075</c:v>
                </c:pt>
                <c:pt idx="70">
                  <c:v>1018.55090438074</c:v>
                </c:pt>
                <c:pt idx="71">
                  <c:v>1019.00789218388</c:v>
                </c:pt>
                <c:pt idx="72">
                  <c:v>1018.95463825407</c:v>
                </c:pt>
                <c:pt idx="73">
                  <c:v>1019.96567246348</c:v>
                </c:pt>
                <c:pt idx="74">
                  <c:v>1020.11272698231</c:v>
                </c:pt>
                <c:pt idx="75">
                  <c:v>1020.8790085808</c:v>
                </c:pt>
                <c:pt idx="76">
                  <c:v>1021.51900988903</c:v>
                </c:pt>
                <c:pt idx="77">
                  <c:v>1022.77078098752</c:v>
                </c:pt>
                <c:pt idx="78">
                  <c:v>1022.72688498171</c:v>
                </c:pt>
                <c:pt idx="79">
                  <c:v>1022.71411880071</c:v>
                </c:pt>
                <c:pt idx="80">
                  <c:v>1023.516771872</c:v>
                </c:pt>
                <c:pt idx="81">
                  <c:v>1022.99377725941</c:v>
                </c:pt>
                <c:pt idx="82">
                  <c:v>1023.4942773432</c:v>
                </c:pt>
                <c:pt idx="83">
                  <c:v>1025.37431432484</c:v>
                </c:pt>
                <c:pt idx="84">
                  <c:v>1026.80554354542</c:v>
                </c:pt>
                <c:pt idx="85">
                  <c:v>1023.61435985382</c:v>
                </c:pt>
                <c:pt idx="86">
                  <c:v>1024.7705188048</c:v>
                </c:pt>
                <c:pt idx="87">
                  <c:v>1024.68081672439</c:v>
                </c:pt>
                <c:pt idx="88">
                  <c:v>1025.9269750459</c:v>
                </c:pt>
                <c:pt idx="89">
                  <c:v>1024.57133512863</c:v>
                </c:pt>
                <c:pt idx="90">
                  <c:v>1023.23724110414</c:v>
                </c:pt>
                <c:pt idx="91">
                  <c:v>1021.83642616184</c:v>
                </c:pt>
                <c:pt idx="92">
                  <c:v>1021.74165506294</c:v>
                </c:pt>
                <c:pt idx="93">
                  <c:v>1018.4005514964</c:v>
                </c:pt>
                <c:pt idx="94">
                  <c:v>1027.25737668295</c:v>
                </c:pt>
                <c:pt idx="95">
                  <c:v>1025.98850625261</c:v>
                </c:pt>
                <c:pt idx="96">
                  <c:v>1026.96072972808</c:v>
                </c:pt>
                <c:pt idx="97">
                  <c:v>1025.24567416726</c:v>
                </c:pt>
                <c:pt idx="98">
                  <c:v>1020.00298898552</c:v>
                </c:pt>
                <c:pt idx="99">
                  <c:v>1034.43128410493</c:v>
                </c:pt>
                <c:pt idx="100">
                  <c:v>1035.26825785948</c:v>
                </c:pt>
                <c:pt idx="101">
                  <c:v>1032.21880500005</c:v>
                </c:pt>
                <c:pt idx="102">
                  <c:v>1045.1080813516</c:v>
                </c:pt>
                <c:pt idx="103">
                  <c:v>1045.48177131463</c:v>
                </c:pt>
                <c:pt idx="104">
                  <c:v>1044.43301356603</c:v>
                </c:pt>
                <c:pt idx="105">
                  <c:v>1044.41386745936</c:v>
                </c:pt>
                <c:pt idx="106">
                  <c:v>1044.91101329359</c:v>
                </c:pt>
                <c:pt idx="107">
                  <c:v>1045.82448289283</c:v>
                </c:pt>
                <c:pt idx="108">
                  <c:v>1044.6246037328</c:v>
                </c:pt>
                <c:pt idx="109">
                  <c:v>1043.08283582344</c:v>
                </c:pt>
                <c:pt idx="110">
                  <c:v>1041.26905627329</c:v>
                </c:pt>
                <c:pt idx="111">
                  <c:v>1043.86271067372</c:v>
                </c:pt>
                <c:pt idx="112">
                  <c:v>1051.55184891597</c:v>
                </c:pt>
                <c:pt idx="113">
                  <c:v>1049.60272570038</c:v>
                </c:pt>
                <c:pt idx="114">
                  <c:v>1050.55768561651</c:v>
                </c:pt>
                <c:pt idx="115">
                  <c:v>1052.05685327009</c:v>
                </c:pt>
                <c:pt idx="116">
                  <c:v>1055.0123434125</c:v>
                </c:pt>
                <c:pt idx="117">
                  <c:v>1057.01787026929</c:v>
                </c:pt>
                <c:pt idx="118">
                  <c:v>1057.98157155987</c:v>
                </c:pt>
                <c:pt idx="119">
                  <c:v>1058.31227582896</c:v>
                </c:pt>
                <c:pt idx="120">
                  <c:v>1057.40711808132</c:v>
                </c:pt>
                <c:pt idx="121">
                  <c:v>1057.04134007944</c:v>
                </c:pt>
                <c:pt idx="122">
                  <c:v>1057.56172523568</c:v>
                </c:pt>
                <c:pt idx="123">
                  <c:v>1057.61376948005</c:v>
                </c:pt>
                <c:pt idx="124">
                  <c:v>1057.90026920676</c:v>
                </c:pt>
                <c:pt idx="125">
                  <c:v>1058.55309182593</c:v>
                </c:pt>
                <c:pt idx="126">
                  <c:v>1059.23501338865</c:v>
                </c:pt>
                <c:pt idx="127">
                  <c:v>1059.8724101787</c:v>
                </c:pt>
                <c:pt idx="128">
                  <c:v>1059.68759580106</c:v>
                </c:pt>
                <c:pt idx="129">
                  <c:v>1059.33135464145</c:v>
                </c:pt>
                <c:pt idx="130">
                  <c:v>1059.91686230489</c:v>
                </c:pt>
                <c:pt idx="131">
                  <c:v>1059.61570057263</c:v>
                </c:pt>
                <c:pt idx="132">
                  <c:v>1059.41820603773</c:v>
                </c:pt>
                <c:pt idx="133">
                  <c:v>1059.47895175567</c:v>
                </c:pt>
                <c:pt idx="134">
                  <c:v>1059.59242728808</c:v>
                </c:pt>
                <c:pt idx="135">
                  <c:v>1058.42616365342</c:v>
                </c:pt>
                <c:pt idx="136">
                  <c:v>1060.28313437651</c:v>
                </c:pt>
                <c:pt idx="137">
                  <c:v>1060.17898530561</c:v>
                </c:pt>
                <c:pt idx="138">
                  <c:v>1058.36307804751</c:v>
                </c:pt>
                <c:pt idx="139">
                  <c:v>1058.21360888289</c:v>
                </c:pt>
                <c:pt idx="140">
                  <c:v>1058.62352991457</c:v>
                </c:pt>
                <c:pt idx="141">
                  <c:v>1058.9212910569</c:v>
                </c:pt>
                <c:pt idx="142">
                  <c:v>1059.24615929453</c:v>
                </c:pt>
                <c:pt idx="143">
                  <c:v>1060.75139325435</c:v>
                </c:pt>
                <c:pt idx="144">
                  <c:v>1058.24677156472</c:v>
                </c:pt>
                <c:pt idx="145">
                  <c:v>1058.50758164405</c:v>
                </c:pt>
                <c:pt idx="146">
                  <c:v>1058.37580290093</c:v>
                </c:pt>
                <c:pt idx="147">
                  <c:v>1058.62763619287</c:v>
                </c:pt>
                <c:pt idx="148">
                  <c:v>1058.78643666561</c:v>
                </c:pt>
                <c:pt idx="149">
                  <c:v>1058.93926403292</c:v>
                </c:pt>
                <c:pt idx="150">
                  <c:v>1059.22932076314</c:v>
                </c:pt>
                <c:pt idx="151">
                  <c:v>1059.42463154199</c:v>
                </c:pt>
                <c:pt idx="152">
                  <c:v>1059.65637725896</c:v>
                </c:pt>
                <c:pt idx="153">
                  <c:v>1059.14312592952</c:v>
                </c:pt>
                <c:pt idx="154">
                  <c:v>1059.7139684948</c:v>
                </c:pt>
                <c:pt idx="155">
                  <c:v>1060.02557620817</c:v>
                </c:pt>
                <c:pt idx="156">
                  <c:v>1059.66317402849</c:v>
                </c:pt>
                <c:pt idx="157">
                  <c:v>1059.92804968303</c:v>
                </c:pt>
                <c:pt idx="158">
                  <c:v>1060.53675113978</c:v>
                </c:pt>
                <c:pt idx="159">
                  <c:v>1060.72673035155</c:v>
                </c:pt>
                <c:pt idx="160">
                  <c:v>1060.95152233266</c:v>
                </c:pt>
                <c:pt idx="161">
                  <c:v>1060.88986031417</c:v>
                </c:pt>
                <c:pt idx="162">
                  <c:v>1061.42472174882</c:v>
                </c:pt>
                <c:pt idx="163">
                  <c:v>1061.34196991367</c:v>
                </c:pt>
                <c:pt idx="164">
                  <c:v>1061.80828835618</c:v>
                </c:pt>
                <c:pt idx="165">
                  <c:v>1064.5064408493</c:v>
                </c:pt>
                <c:pt idx="166">
                  <c:v>1063.62888855086</c:v>
                </c:pt>
                <c:pt idx="167">
                  <c:v>1063.92555903847</c:v>
                </c:pt>
                <c:pt idx="168">
                  <c:v>1063.85585275869</c:v>
                </c:pt>
                <c:pt idx="169">
                  <c:v>1063.86476859633</c:v>
                </c:pt>
                <c:pt idx="170">
                  <c:v>1064.05887725786</c:v>
                </c:pt>
                <c:pt idx="171">
                  <c:v>1064.15704707203</c:v>
                </c:pt>
                <c:pt idx="172">
                  <c:v>1063.93395651075</c:v>
                </c:pt>
                <c:pt idx="173">
                  <c:v>1064.69414052153</c:v>
                </c:pt>
                <c:pt idx="174">
                  <c:v>1064.84816300854</c:v>
                </c:pt>
                <c:pt idx="175">
                  <c:v>1065.43780418944</c:v>
                </c:pt>
                <c:pt idx="176">
                  <c:v>1064.61861156483</c:v>
                </c:pt>
                <c:pt idx="177">
                  <c:v>1064.93604624782</c:v>
                </c:pt>
                <c:pt idx="178">
                  <c:v>1066.64176300045</c:v>
                </c:pt>
                <c:pt idx="179">
                  <c:v>1065.79693428823</c:v>
                </c:pt>
                <c:pt idx="180">
                  <c:v>1066.59275013877</c:v>
                </c:pt>
                <c:pt idx="181">
                  <c:v>1067.13551696789</c:v>
                </c:pt>
                <c:pt idx="182">
                  <c:v>1067.31304638638</c:v>
                </c:pt>
                <c:pt idx="183">
                  <c:v>1067.59142749701</c:v>
                </c:pt>
                <c:pt idx="184">
                  <c:v>1067.66977712466</c:v>
                </c:pt>
                <c:pt idx="185">
                  <c:v>1068.37288985865</c:v>
                </c:pt>
                <c:pt idx="186">
                  <c:v>1067.65954318599</c:v>
                </c:pt>
                <c:pt idx="187">
                  <c:v>1068.69089274314</c:v>
                </c:pt>
                <c:pt idx="188">
                  <c:v>1068.88988487674</c:v>
                </c:pt>
                <c:pt idx="189">
                  <c:v>1070.16753398403</c:v>
                </c:pt>
                <c:pt idx="190">
                  <c:v>1070.63082066173</c:v>
                </c:pt>
                <c:pt idx="191">
                  <c:v>1071.5799055768</c:v>
                </c:pt>
                <c:pt idx="192">
                  <c:v>1071.6593753952</c:v>
                </c:pt>
                <c:pt idx="193">
                  <c:v>1071.30747104005</c:v>
                </c:pt>
                <c:pt idx="194">
                  <c:v>1070.94057489256</c:v>
                </c:pt>
                <c:pt idx="195">
                  <c:v>1071.03533354758</c:v>
                </c:pt>
                <c:pt idx="196">
                  <c:v>1071.7947457406</c:v>
                </c:pt>
                <c:pt idx="197">
                  <c:v>1073.43605194091</c:v>
                </c:pt>
                <c:pt idx="198">
                  <c:v>1074.0834460222</c:v>
                </c:pt>
                <c:pt idx="199">
                  <c:v>1075.45979707333</c:v>
                </c:pt>
                <c:pt idx="200">
                  <c:v>1078.01621569335</c:v>
                </c:pt>
                <c:pt idx="201">
                  <c:v>1081.08229309634</c:v>
                </c:pt>
                <c:pt idx="202">
                  <c:v>1082.37886739294</c:v>
                </c:pt>
                <c:pt idx="203">
                  <c:v>1081.9555825011</c:v>
                </c:pt>
                <c:pt idx="204">
                  <c:v>1082.65274086041</c:v>
                </c:pt>
                <c:pt idx="205">
                  <c:v>1082.76480262408</c:v>
                </c:pt>
                <c:pt idx="206">
                  <c:v>1082.83705834254</c:v>
                </c:pt>
                <c:pt idx="207">
                  <c:v>1083.29241035445</c:v>
                </c:pt>
                <c:pt idx="208">
                  <c:v>1084.3454628182</c:v>
                </c:pt>
                <c:pt idx="209">
                  <c:v>1084.61578394694</c:v>
                </c:pt>
                <c:pt idx="210">
                  <c:v>1086.53718532773</c:v>
                </c:pt>
                <c:pt idx="211">
                  <c:v>1086.8933450665</c:v>
                </c:pt>
                <c:pt idx="212">
                  <c:v>1086.07219714626</c:v>
                </c:pt>
                <c:pt idx="213">
                  <c:v>1086.86063955191</c:v>
                </c:pt>
                <c:pt idx="214">
                  <c:v>1085.17552234857</c:v>
                </c:pt>
                <c:pt idx="215">
                  <c:v>1086.1411313275</c:v>
                </c:pt>
                <c:pt idx="216">
                  <c:v>1085.77837300688</c:v>
                </c:pt>
                <c:pt idx="217">
                  <c:v>1085.94770169623</c:v>
                </c:pt>
                <c:pt idx="218">
                  <c:v>1086.80491727675</c:v>
                </c:pt>
                <c:pt idx="219">
                  <c:v>1087.16183823379</c:v>
                </c:pt>
                <c:pt idx="220">
                  <c:v>1087.21094030832</c:v>
                </c:pt>
                <c:pt idx="221">
                  <c:v>1087.16071751203</c:v>
                </c:pt>
                <c:pt idx="222">
                  <c:v>1087.36545581817</c:v>
                </c:pt>
                <c:pt idx="223">
                  <c:v>1088.85078989008</c:v>
                </c:pt>
                <c:pt idx="224">
                  <c:v>1089.36421735501</c:v>
                </c:pt>
                <c:pt idx="225">
                  <c:v>1089.48812747453</c:v>
                </c:pt>
                <c:pt idx="226">
                  <c:v>1089.84160797668</c:v>
                </c:pt>
                <c:pt idx="227">
                  <c:v>1090.42537330695</c:v>
                </c:pt>
                <c:pt idx="228">
                  <c:v>1090.80680369499</c:v>
                </c:pt>
                <c:pt idx="229">
                  <c:v>1090.28294873495</c:v>
                </c:pt>
                <c:pt idx="230">
                  <c:v>1090.67430337492</c:v>
                </c:pt>
                <c:pt idx="231">
                  <c:v>1091.23071775942</c:v>
                </c:pt>
                <c:pt idx="232">
                  <c:v>1090.83364489846</c:v>
                </c:pt>
                <c:pt idx="233">
                  <c:v>1090.84109699103</c:v>
                </c:pt>
                <c:pt idx="234">
                  <c:v>1090.98766646615</c:v>
                </c:pt>
                <c:pt idx="235">
                  <c:v>1089.88565279563</c:v>
                </c:pt>
                <c:pt idx="236">
                  <c:v>1088.17446167418</c:v>
                </c:pt>
                <c:pt idx="237">
                  <c:v>1090.16089327374</c:v>
                </c:pt>
                <c:pt idx="238">
                  <c:v>1097.26795828299</c:v>
                </c:pt>
                <c:pt idx="239">
                  <c:v>1102.13896494906</c:v>
                </c:pt>
                <c:pt idx="240">
                  <c:v>1102.71704383265</c:v>
                </c:pt>
                <c:pt idx="241">
                  <c:v>1101.48007957987</c:v>
                </c:pt>
                <c:pt idx="242">
                  <c:v>1101.66138721386</c:v>
                </c:pt>
                <c:pt idx="243">
                  <c:v>1101.80895637523</c:v>
                </c:pt>
                <c:pt idx="244">
                  <c:v>1101.91334184758</c:v>
                </c:pt>
                <c:pt idx="245">
                  <c:v>1101.63552454845</c:v>
                </c:pt>
                <c:pt idx="246">
                  <c:v>1101.40004062339</c:v>
                </c:pt>
                <c:pt idx="247">
                  <c:v>1101.43459593398</c:v>
                </c:pt>
                <c:pt idx="248">
                  <c:v>1101.83397405521</c:v>
                </c:pt>
                <c:pt idx="249">
                  <c:v>1101.83969500787</c:v>
                </c:pt>
                <c:pt idx="250">
                  <c:v>1102.13659213256</c:v>
                </c:pt>
                <c:pt idx="251">
                  <c:v>1101.31301043176</c:v>
                </c:pt>
                <c:pt idx="252">
                  <c:v>1101.17928784654</c:v>
                </c:pt>
                <c:pt idx="253">
                  <c:v>1102.11784562968</c:v>
                </c:pt>
                <c:pt idx="254">
                  <c:v>1102.01491543095</c:v>
                </c:pt>
                <c:pt idx="255">
                  <c:v>1102.02035618207</c:v>
                </c:pt>
                <c:pt idx="256">
                  <c:v>1102.47635509394</c:v>
                </c:pt>
                <c:pt idx="257">
                  <c:v>1102.04295085363</c:v>
                </c:pt>
                <c:pt idx="258">
                  <c:v>1102.2534525021</c:v>
                </c:pt>
                <c:pt idx="259">
                  <c:v>1103.11408156455</c:v>
                </c:pt>
                <c:pt idx="260">
                  <c:v>1103.39433406099</c:v>
                </c:pt>
                <c:pt idx="261">
                  <c:v>1103.20805328524</c:v>
                </c:pt>
                <c:pt idx="262">
                  <c:v>1103.03364769947</c:v>
                </c:pt>
                <c:pt idx="263">
                  <c:v>1103.30396679869</c:v>
                </c:pt>
                <c:pt idx="264">
                  <c:v>1103.03999802866</c:v>
                </c:pt>
                <c:pt idx="265">
                  <c:v>1103.16877933882</c:v>
                </c:pt>
                <c:pt idx="266">
                  <c:v>1103.75266705472</c:v>
                </c:pt>
                <c:pt idx="267">
                  <c:v>1103.96778800138</c:v>
                </c:pt>
                <c:pt idx="268">
                  <c:v>1103.99305382889</c:v>
                </c:pt>
                <c:pt idx="269">
                  <c:v>1103.96311016342</c:v>
                </c:pt>
                <c:pt idx="270">
                  <c:v>1103.60989222001</c:v>
                </c:pt>
                <c:pt idx="271">
                  <c:v>1106.52396714149</c:v>
                </c:pt>
                <c:pt idx="272">
                  <c:v>1107.32950497767</c:v>
                </c:pt>
                <c:pt idx="273">
                  <c:v>1107.32572222246</c:v>
                </c:pt>
                <c:pt idx="274">
                  <c:v>1106.42652010443</c:v>
                </c:pt>
                <c:pt idx="275">
                  <c:v>1111.72751548308</c:v>
                </c:pt>
                <c:pt idx="276">
                  <c:v>1110.11558290535</c:v>
                </c:pt>
                <c:pt idx="277">
                  <c:v>1110.24889852009</c:v>
                </c:pt>
                <c:pt idx="278">
                  <c:v>1110.57935196322</c:v>
                </c:pt>
                <c:pt idx="279">
                  <c:v>1111.27365865851</c:v>
                </c:pt>
                <c:pt idx="280">
                  <c:v>1110.69747387703</c:v>
                </c:pt>
                <c:pt idx="281">
                  <c:v>1110.95056586687</c:v>
                </c:pt>
                <c:pt idx="282">
                  <c:v>1111.09744537187</c:v>
                </c:pt>
                <c:pt idx="283">
                  <c:v>1111.00234765342</c:v>
                </c:pt>
                <c:pt idx="284">
                  <c:v>1111.13888592381</c:v>
                </c:pt>
                <c:pt idx="285">
                  <c:v>1110.72803591469</c:v>
                </c:pt>
                <c:pt idx="286">
                  <c:v>1111.20777871863</c:v>
                </c:pt>
                <c:pt idx="287">
                  <c:v>1111.02374371952</c:v>
                </c:pt>
                <c:pt idx="288">
                  <c:v>1111.75971430411</c:v>
                </c:pt>
                <c:pt idx="289">
                  <c:v>1111.19348840287</c:v>
                </c:pt>
                <c:pt idx="290">
                  <c:v>1110.59159112779</c:v>
                </c:pt>
                <c:pt idx="291">
                  <c:v>1111.69662676696</c:v>
                </c:pt>
                <c:pt idx="292">
                  <c:v>1111.89879370312</c:v>
                </c:pt>
                <c:pt idx="293">
                  <c:v>1111.7454345201</c:v>
                </c:pt>
                <c:pt idx="294">
                  <c:v>1113.77232289733</c:v>
                </c:pt>
                <c:pt idx="295">
                  <c:v>1113.82594012924</c:v>
                </c:pt>
                <c:pt idx="296">
                  <c:v>1113.76818609427</c:v>
                </c:pt>
                <c:pt idx="297">
                  <c:v>1114.18128116212</c:v>
                </c:pt>
                <c:pt idx="298">
                  <c:v>1115.18208521359</c:v>
                </c:pt>
                <c:pt idx="299">
                  <c:v>1114.77882907419</c:v>
                </c:pt>
                <c:pt idx="300">
                  <c:v>1114.60610734948</c:v>
                </c:pt>
                <c:pt idx="301">
                  <c:v>1115.18127802016</c:v>
                </c:pt>
                <c:pt idx="302">
                  <c:v>1115.72516636629</c:v>
                </c:pt>
                <c:pt idx="303">
                  <c:v>1115.89287248581</c:v>
                </c:pt>
                <c:pt idx="304">
                  <c:v>1116.0394881052</c:v>
                </c:pt>
                <c:pt idx="305">
                  <c:v>1115.94762394515</c:v>
                </c:pt>
                <c:pt idx="306">
                  <c:v>1116.03693379743</c:v>
                </c:pt>
                <c:pt idx="307">
                  <c:v>1116.09214977391</c:v>
                </c:pt>
                <c:pt idx="308">
                  <c:v>1113.92748157746</c:v>
                </c:pt>
                <c:pt idx="309">
                  <c:v>1115.80771699704</c:v>
                </c:pt>
                <c:pt idx="310">
                  <c:v>1113.6236082496</c:v>
                </c:pt>
                <c:pt idx="311">
                  <c:v>1114.93755157474</c:v>
                </c:pt>
                <c:pt idx="312">
                  <c:v>1118.592995075</c:v>
                </c:pt>
                <c:pt idx="313">
                  <c:v>1119.40549774605</c:v>
                </c:pt>
                <c:pt idx="314">
                  <c:v>1118.2748856547</c:v>
                </c:pt>
                <c:pt idx="315">
                  <c:v>1118.34075511743</c:v>
                </c:pt>
                <c:pt idx="316">
                  <c:v>1118.32569882619</c:v>
                </c:pt>
                <c:pt idx="317">
                  <c:v>1119.19012973539</c:v>
                </c:pt>
                <c:pt idx="318">
                  <c:v>1118.73176806921</c:v>
                </c:pt>
                <c:pt idx="319">
                  <c:v>1118.77439736491</c:v>
                </c:pt>
                <c:pt idx="320">
                  <c:v>1118.89515864586</c:v>
                </c:pt>
                <c:pt idx="321">
                  <c:v>1119.21780363335</c:v>
                </c:pt>
                <c:pt idx="322">
                  <c:v>1118.49810691907</c:v>
                </c:pt>
                <c:pt idx="323">
                  <c:v>1118.75408274034</c:v>
                </c:pt>
                <c:pt idx="324">
                  <c:v>1118.61986546681</c:v>
                </c:pt>
                <c:pt idx="325">
                  <c:v>1118.63499863024</c:v>
                </c:pt>
                <c:pt idx="326">
                  <c:v>1118.36349498227</c:v>
                </c:pt>
                <c:pt idx="327">
                  <c:v>1118.66710454855</c:v>
                </c:pt>
                <c:pt idx="328">
                  <c:v>1118.77776279062</c:v>
                </c:pt>
                <c:pt idx="329">
                  <c:v>1117.91243538623</c:v>
                </c:pt>
                <c:pt idx="330">
                  <c:v>1117.36639894285</c:v>
                </c:pt>
                <c:pt idx="331">
                  <c:v>1117.71867404717</c:v>
                </c:pt>
                <c:pt idx="332">
                  <c:v>1117.19269002541</c:v>
                </c:pt>
                <c:pt idx="333">
                  <c:v>1117.98738899893</c:v>
                </c:pt>
                <c:pt idx="334">
                  <c:v>1117.9598875189</c:v>
                </c:pt>
                <c:pt idx="335">
                  <c:v>1116.99915435422</c:v>
                </c:pt>
                <c:pt idx="336">
                  <c:v>1117.64587195445</c:v>
                </c:pt>
                <c:pt idx="337">
                  <c:v>1116.20212166842</c:v>
                </c:pt>
                <c:pt idx="338">
                  <c:v>1119.29115890299</c:v>
                </c:pt>
                <c:pt idx="339">
                  <c:v>1118.54147550409</c:v>
                </c:pt>
                <c:pt idx="340">
                  <c:v>1118.91751173982</c:v>
                </c:pt>
                <c:pt idx="341">
                  <c:v>1119.54124501885</c:v>
                </c:pt>
                <c:pt idx="342">
                  <c:v>1119.93312616015</c:v>
                </c:pt>
                <c:pt idx="343">
                  <c:v>1120.01756392559</c:v>
                </c:pt>
                <c:pt idx="344">
                  <c:v>1120.24293036836</c:v>
                </c:pt>
                <c:pt idx="345">
                  <c:v>1120.55163137585</c:v>
                </c:pt>
                <c:pt idx="346">
                  <c:v>1120.74671652752</c:v>
                </c:pt>
                <c:pt idx="347">
                  <c:v>1120.37758633372</c:v>
                </c:pt>
                <c:pt idx="348">
                  <c:v>1121.41104778875</c:v>
                </c:pt>
                <c:pt idx="349">
                  <c:v>1121.84715111307</c:v>
                </c:pt>
                <c:pt idx="350">
                  <c:v>1122.3954613923</c:v>
                </c:pt>
                <c:pt idx="351">
                  <c:v>1122.2583009013</c:v>
                </c:pt>
                <c:pt idx="352">
                  <c:v>1122.11923990791</c:v>
                </c:pt>
                <c:pt idx="353">
                  <c:v>1123.91642488819</c:v>
                </c:pt>
                <c:pt idx="354">
                  <c:v>1114.42931595438</c:v>
                </c:pt>
                <c:pt idx="355">
                  <c:v>1122.13535060739</c:v>
                </c:pt>
                <c:pt idx="356">
                  <c:v>1124.21528236719</c:v>
                </c:pt>
                <c:pt idx="357">
                  <c:v>1126.55527065309</c:v>
                </c:pt>
                <c:pt idx="358">
                  <c:v>1127.11077823239</c:v>
                </c:pt>
                <c:pt idx="359">
                  <c:v>1126.72313524189</c:v>
                </c:pt>
                <c:pt idx="360">
                  <c:v>1127.2406624053</c:v>
                </c:pt>
                <c:pt idx="361">
                  <c:v>1127.45895066463</c:v>
                </c:pt>
                <c:pt idx="362">
                  <c:v>1127.58340322392</c:v>
                </c:pt>
                <c:pt idx="363">
                  <c:v>1127.86101781031</c:v>
                </c:pt>
                <c:pt idx="364">
                  <c:v>1127.60753245392</c:v>
                </c:pt>
                <c:pt idx="365">
                  <c:v>1127.6402992636</c:v>
                </c:pt>
                <c:pt idx="366">
                  <c:v>1127.54447127759</c:v>
                </c:pt>
                <c:pt idx="367">
                  <c:v>1127.44731392568</c:v>
                </c:pt>
                <c:pt idx="368">
                  <c:v>1127.81017254498</c:v>
                </c:pt>
                <c:pt idx="369">
                  <c:v>1127.72969869161</c:v>
                </c:pt>
                <c:pt idx="370">
                  <c:v>1127.65244584719</c:v>
                </c:pt>
                <c:pt idx="371">
                  <c:v>1128.15109228082</c:v>
                </c:pt>
                <c:pt idx="372">
                  <c:v>1128.04326864811</c:v>
                </c:pt>
                <c:pt idx="373">
                  <c:v>1127.68615284222</c:v>
                </c:pt>
                <c:pt idx="374">
                  <c:v>1128.48071766295</c:v>
                </c:pt>
                <c:pt idx="375">
                  <c:v>1128.48288258957</c:v>
                </c:pt>
                <c:pt idx="376">
                  <c:v>1128.70163883824</c:v>
                </c:pt>
                <c:pt idx="377">
                  <c:v>1129.32825435589</c:v>
                </c:pt>
                <c:pt idx="378">
                  <c:v>1129.55812241355</c:v>
                </c:pt>
                <c:pt idx="379">
                  <c:v>1129.9284047923</c:v>
                </c:pt>
                <c:pt idx="380">
                  <c:v>1129.86343961861</c:v>
                </c:pt>
                <c:pt idx="381">
                  <c:v>1130.27668857325</c:v>
                </c:pt>
                <c:pt idx="382">
                  <c:v>1129.92285117683</c:v>
                </c:pt>
                <c:pt idx="383">
                  <c:v>1130.34288776415</c:v>
                </c:pt>
                <c:pt idx="384">
                  <c:v>1130.62359362388</c:v>
                </c:pt>
                <c:pt idx="385">
                  <c:v>1130.35664846342</c:v>
                </c:pt>
                <c:pt idx="386">
                  <c:v>1130.45214416751</c:v>
                </c:pt>
                <c:pt idx="387">
                  <c:v>1130.60609856606</c:v>
                </c:pt>
                <c:pt idx="388">
                  <c:v>1130.15512425166</c:v>
                </c:pt>
                <c:pt idx="389">
                  <c:v>1130.72324992067</c:v>
                </c:pt>
                <c:pt idx="390">
                  <c:v>1131.3265260705</c:v>
                </c:pt>
                <c:pt idx="391">
                  <c:v>1132.15636657213</c:v>
                </c:pt>
                <c:pt idx="392">
                  <c:v>1131.50373098172</c:v>
                </c:pt>
                <c:pt idx="393">
                  <c:v>1134.48892063119</c:v>
                </c:pt>
                <c:pt idx="394">
                  <c:v>1138.22162927013</c:v>
                </c:pt>
                <c:pt idx="395">
                  <c:v>1140.0674374331</c:v>
                </c:pt>
                <c:pt idx="396">
                  <c:v>1141.46581293441</c:v>
                </c:pt>
                <c:pt idx="397">
                  <c:v>1140.79463919093</c:v>
                </c:pt>
                <c:pt idx="398">
                  <c:v>1141.53154278781</c:v>
                </c:pt>
                <c:pt idx="399">
                  <c:v>1141.9421049987</c:v>
                </c:pt>
                <c:pt idx="400">
                  <c:v>1141.21532666919</c:v>
                </c:pt>
                <c:pt idx="401">
                  <c:v>1142.20954111829</c:v>
                </c:pt>
                <c:pt idx="402">
                  <c:v>1142.06536963482</c:v>
                </c:pt>
                <c:pt idx="403">
                  <c:v>1140.69246850246</c:v>
                </c:pt>
                <c:pt idx="404">
                  <c:v>1144.01702105374</c:v>
                </c:pt>
                <c:pt idx="405">
                  <c:v>1144.29983658521</c:v>
                </c:pt>
                <c:pt idx="406">
                  <c:v>1144.31243841348</c:v>
                </c:pt>
                <c:pt idx="407">
                  <c:v>1144.59651571183</c:v>
                </c:pt>
                <c:pt idx="408">
                  <c:v>1144.51706993814</c:v>
                </c:pt>
                <c:pt idx="409">
                  <c:v>1144.49869329542</c:v>
                </c:pt>
                <c:pt idx="410">
                  <c:v>1144.50821251202</c:v>
                </c:pt>
                <c:pt idx="411">
                  <c:v>1144.62510554842</c:v>
                </c:pt>
                <c:pt idx="412">
                  <c:v>1144.52449900363</c:v>
                </c:pt>
                <c:pt idx="413">
                  <c:v>1144.33245837351</c:v>
                </c:pt>
                <c:pt idx="414">
                  <c:v>1143.81568204967</c:v>
                </c:pt>
                <c:pt idx="415">
                  <c:v>1144.31506861569</c:v>
                </c:pt>
                <c:pt idx="416">
                  <c:v>1145.06180592916</c:v>
                </c:pt>
                <c:pt idx="417">
                  <c:v>1146.8606947864</c:v>
                </c:pt>
                <c:pt idx="418">
                  <c:v>1146.66791004999</c:v>
                </c:pt>
                <c:pt idx="419">
                  <c:v>1147.85066883363</c:v>
                </c:pt>
                <c:pt idx="420">
                  <c:v>1147.40262732465</c:v>
                </c:pt>
                <c:pt idx="421">
                  <c:v>1146.79040138121</c:v>
                </c:pt>
                <c:pt idx="422">
                  <c:v>1148.93323647925</c:v>
                </c:pt>
                <c:pt idx="423">
                  <c:v>1149.44806968441</c:v>
                </c:pt>
                <c:pt idx="424">
                  <c:v>1150.11837417137</c:v>
                </c:pt>
                <c:pt idx="425">
                  <c:v>1149.97811136727</c:v>
                </c:pt>
                <c:pt idx="426">
                  <c:v>1150.44246334882</c:v>
                </c:pt>
                <c:pt idx="427">
                  <c:v>1152.16689875353</c:v>
                </c:pt>
                <c:pt idx="428">
                  <c:v>1152.26136932822</c:v>
                </c:pt>
                <c:pt idx="429">
                  <c:v>1154.24003425841</c:v>
                </c:pt>
                <c:pt idx="430">
                  <c:v>1152.76481925175</c:v>
                </c:pt>
                <c:pt idx="431">
                  <c:v>1152.53158632049</c:v>
                </c:pt>
                <c:pt idx="432">
                  <c:v>1152.46274480375</c:v>
                </c:pt>
                <c:pt idx="433">
                  <c:v>1150.79068686833</c:v>
                </c:pt>
                <c:pt idx="434">
                  <c:v>1153.99048531408</c:v>
                </c:pt>
                <c:pt idx="435">
                  <c:v>1154.25943241084</c:v>
                </c:pt>
                <c:pt idx="436">
                  <c:v>1153.65406685041</c:v>
                </c:pt>
                <c:pt idx="437">
                  <c:v>1154.32537245925</c:v>
                </c:pt>
                <c:pt idx="438">
                  <c:v>1153.75621034363</c:v>
                </c:pt>
                <c:pt idx="439">
                  <c:v>1154.06452221706</c:v>
                </c:pt>
                <c:pt idx="440">
                  <c:v>1154.27471449248</c:v>
                </c:pt>
                <c:pt idx="441">
                  <c:v>1154.53034944478</c:v>
                </c:pt>
                <c:pt idx="442">
                  <c:v>1154.95323712864</c:v>
                </c:pt>
                <c:pt idx="443">
                  <c:v>1154.79098763338</c:v>
                </c:pt>
                <c:pt idx="444">
                  <c:v>1154.9168401355</c:v>
                </c:pt>
                <c:pt idx="445">
                  <c:v>1155.79693733358</c:v>
                </c:pt>
                <c:pt idx="446">
                  <c:v>1156.21628439445</c:v>
                </c:pt>
                <c:pt idx="447">
                  <c:v>1156.85495663329</c:v>
                </c:pt>
                <c:pt idx="448">
                  <c:v>1157.17929774692</c:v>
                </c:pt>
                <c:pt idx="449">
                  <c:v>1157.13933554814</c:v>
                </c:pt>
                <c:pt idx="450">
                  <c:v>1157.08734724266</c:v>
                </c:pt>
                <c:pt idx="451">
                  <c:v>1156.90147875991</c:v>
                </c:pt>
                <c:pt idx="452">
                  <c:v>1157.01258351701</c:v>
                </c:pt>
                <c:pt idx="453">
                  <c:v>1156.68013145706</c:v>
                </c:pt>
                <c:pt idx="454">
                  <c:v>1156.28611490093</c:v>
                </c:pt>
                <c:pt idx="455">
                  <c:v>1156.23472896083</c:v>
                </c:pt>
                <c:pt idx="456">
                  <c:v>1156.42919681152</c:v>
                </c:pt>
                <c:pt idx="457">
                  <c:v>1157.29612639651</c:v>
                </c:pt>
                <c:pt idx="458">
                  <c:v>1157.45112733139</c:v>
                </c:pt>
                <c:pt idx="459">
                  <c:v>1157.75258898876</c:v>
                </c:pt>
                <c:pt idx="460">
                  <c:v>1157.74031812601</c:v>
                </c:pt>
                <c:pt idx="461">
                  <c:v>1157.91865629624</c:v>
                </c:pt>
                <c:pt idx="462">
                  <c:v>1158.18721883735</c:v>
                </c:pt>
                <c:pt idx="463">
                  <c:v>1158.43962720484</c:v>
                </c:pt>
                <c:pt idx="464">
                  <c:v>1158.50838922996</c:v>
                </c:pt>
                <c:pt idx="465">
                  <c:v>1158.71385754603</c:v>
                </c:pt>
                <c:pt idx="466">
                  <c:v>1160.48328250554</c:v>
                </c:pt>
                <c:pt idx="467">
                  <c:v>1160.36296868858</c:v>
                </c:pt>
                <c:pt idx="468">
                  <c:v>1161.45321131952</c:v>
                </c:pt>
                <c:pt idx="469">
                  <c:v>1161.67047290073</c:v>
                </c:pt>
                <c:pt idx="470">
                  <c:v>1162.33419922422</c:v>
                </c:pt>
                <c:pt idx="471">
                  <c:v>1162.49739014396</c:v>
                </c:pt>
                <c:pt idx="472">
                  <c:v>1162.66146942094</c:v>
                </c:pt>
                <c:pt idx="473">
                  <c:v>1163.85187731403</c:v>
                </c:pt>
                <c:pt idx="474">
                  <c:v>1164.01113316111</c:v>
                </c:pt>
                <c:pt idx="475">
                  <c:v>1164.20210023296</c:v>
                </c:pt>
                <c:pt idx="476">
                  <c:v>1165.43756513369</c:v>
                </c:pt>
                <c:pt idx="477">
                  <c:v>1164.68917945182</c:v>
                </c:pt>
                <c:pt idx="478">
                  <c:v>1164.42475045057</c:v>
                </c:pt>
                <c:pt idx="479">
                  <c:v>1163.28970419491</c:v>
                </c:pt>
                <c:pt idx="480">
                  <c:v>1164.77626683091</c:v>
                </c:pt>
                <c:pt idx="481">
                  <c:v>1165.34216939271</c:v>
                </c:pt>
                <c:pt idx="482">
                  <c:v>1165.83629960033</c:v>
                </c:pt>
                <c:pt idx="483">
                  <c:v>1165.36361679996</c:v>
                </c:pt>
                <c:pt idx="484">
                  <c:v>1166.92999975162</c:v>
                </c:pt>
                <c:pt idx="485">
                  <c:v>1169.0603381567</c:v>
                </c:pt>
                <c:pt idx="486">
                  <c:v>1168.5947484569</c:v>
                </c:pt>
                <c:pt idx="487">
                  <c:v>1168.57969524205</c:v>
                </c:pt>
                <c:pt idx="488">
                  <c:v>1168.79084416161</c:v>
                </c:pt>
                <c:pt idx="489">
                  <c:v>1169.13519627413</c:v>
                </c:pt>
                <c:pt idx="490">
                  <c:v>1168.74632995763</c:v>
                </c:pt>
                <c:pt idx="491">
                  <c:v>1168.97341351685</c:v>
                </c:pt>
                <c:pt idx="492">
                  <c:v>1168.9204280459</c:v>
                </c:pt>
                <c:pt idx="493">
                  <c:v>1169.19185687474</c:v>
                </c:pt>
                <c:pt idx="494">
                  <c:v>1168.22012389663</c:v>
                </c:pt>
                <c:pt idx="495">
                  <c:v>1170.76289529847</c:v>
                </c:pt>
                <c:pt idx="496">
                  <c:v>1170.61497465723</c:v>
                </c:pt>
                <c:pt idx="497">
                  <c:v>1171.47031247485</c:v>
                </c:pt>
                <c:pt idx="498">
                  <c:v>1176.50453772046</c:v>
                </c:pt>
                <c:pt idx="499">
                  <c:v>1175.97928287967</c:v>
                </c:pt>
                <c:pt idx="500">
                  <c:v>1174.86819712739</c:v>
                </c:pt>
                <c:pt idx="501">
                  <c:v>1177.81092193646</c:v>
                </c:pt>
                <c:pt idx="502">
                  <c:v>1173.92416344481</c:v>
                </c:pt>
                <c:pt idx="503">
                  <c:v>1178.07586904048</c:v>
                </c:pt>
                <c:pt idx="504">
                  <c:v>1180.4356322985</c:v>
                </c:pt>
                <c:pt idx="505">
                  <c:v>1179.95493907591</c:v>
                </c:pt>
                <c:pt idx="506">
                  <c:v>1180.48749905055</c:v>
                </c:pt>
                <c:pt idx="507">
                  <c:v>1180.66992305051</c:v>
                </c:pt>
                <c:pt idx="508">
                  <c:v>1180.94278349434</c:v>
                </c:pt>
                <c:pt idx="509">
                  <c:v>1180.71747717783</c:v>
                </c:pt>
                <c:pt idx="510">
                  <c:v>1180.71814104842</c:v>
                </c:pt>
                <c:pt idx="511">
                  <c:v>1180.72536730903</c:v>
                </c:pt>
                <c:pt idx="512">
                  <c:v>1180.69750361854</c:v>
                </c:pt>
                <c:pt idx="513">
                  <c:v>1181.10317978902</c:v>
                </c:pt>
                <c:pt idx="514">
                  <c:v>1180.7498416669</c:v>
                </c:pt>
                <c:pt idx="515">
                  <c:v>1181.48037651621</c:v>
                </c:pt>
                <c:pt idx="516">
                  <c:v>1181.27005262732</c:v>
                </c:pt>
                <c:pt idx="517">
                  <c:v>1181.43503389034</c:v>
                </c:pt>
                <c:pt idx="518">
                  <c:v>1181.86741417868</c:v>
                </c:pt>
                <c:pt idx="519">
                  <c:v>1181.7531420426</c:v>
                </c:pt>
                <c:pt idx="520">
                  <c:v>1181.51603860649</c:v>
                </c:pt>
                <c:pt idx="521">
                  <c:v>1181.0439015171</c:v>
                </c:pt>
                <c:pt idx="522">
                  <c:v>1179.88281764091</c:v>
                </c:pt>
                <c:pt idx="523">
                  <c:v>1180.24154435365</c:v>
                </c:pt>
                <c:pt idx="524">
                  <c:v>1180.18810934005</c:v>
                </c:pt>
                <c:pt idx="525">
                  <c:v>1180.38002827301</c:v>
                </c:pt>
                <c:pt idx="526">
                  <c:v>1181.33124547494</c:v>
                </c:pt>
                <c:pt idx="527">
                  <c:v>1181.56683750248</c:v>
                </c:pt>
                <c:pt idx="528">
                  <c:v>1181.71914329146</c:v>
                </c:pt>
                <c:pt idx="529">
                  <c:v>1181.25343789761</c:v>
                </c:pt>
                <c:pt idx="530">
                  <c:v>1181.32555551502</c:v>
                </c:pt>
                <c:pt idx="531">
                  <c:v>1183.8817509289</c:v>
                </c:pt>
                <c:pt idx="532">
                  <c:v>1183.66546818792</c:v>
                </c:pt>
                <c:pt idx="533">
                  <c:v>1183.98322208742</c:v>
                </c:pt>
                <c:pt idx="534">
                  <c:v>1183.16313967602</c:v>
                </c:pt>
                <c:pt idx="535">
                  <c:v>1184.21947580128</c:v>
                </c:pt>
                <c:pt idx="536">
                  <c:v>1187.05946956515</c:v>
                </c:pt>
                <c:pt idx="537">
                  <c:v>1186.77301246519</c:v>
                </c:pt>
                <c:pt idx="538">
                  <c:v>1187.23994773887</c:v>
                </c:pt>
                <c:pt idx="539">
                  <c:v>1187.81844032336</c:v>
                </c:pt>
                <c:pt idx="540">
                  <c:v>1187.69338032881</c:v>
                </c:pt>
                <c:pt idx="541">
                  <c:v>1188.21935384179</c:v>
                </c:pt>
                <c:pt idx="542">
                  <c:v>1188.1654157697</c:v>
                </c:pt>
                <c:pt idx="543">
                  <c:v>1188.26228517746</c:v>
                </c:pt>
                <c:pt idx="544">
                  <c:v>1188.29104748642</c:v>
                </c:pt>
                <c:pt idx="545">
                  <c:v>1188.2967517279</c:v>
                </c:pt>
                <c:pt idx="546">
                  <c:v>1189.84377895124</c:v>
                </c:pt>
                <c:pt idx="547">
                  <c:v>1191.08194841385</c:v>
                </c:pt>
                <c:pt idx="548">
                  <c:v>1191.30596893651</c:v>
                </c:pt>
                <c:pt idx="549">
                  <c:v>1191.35073645144</c:v>
                </c:pt>
                <c:pt idx="550">
                  <c:v>1190.78816881187</c:v>
                </c:pt>
                <c:pt idx="551">
                  <c:v>1192.83857127599</c:v>
                </c:pt>
                <c:pt idx="552">
                  <c:v>1192.19441192811</c:v>
                </c:pt>
                <c:pt idx="553">
                  <c:v>1192.99076275386</c:v>
                </c:pt>
                <c:pt idx="554">
                  <c:v>1193.55472747165</c:v>
                </c:pt>
                <c:pt idx="555">
                  <c:v>1193.9637909815</c:v>
                </c:pt>
                <c:pt idx="556">
                  <c:v>1193.8439778677</c:v>
                </c:pt>
                <c:pt idx="557">
                  <c:v>1193.81988925536</c:v>
                </c:pt>
                <c:pt idx="558">
                  <c:v>1193.86758167973</c:v>
                </c:pt>
                <c:pt idx="559">
                  <c:v>1193.69113215244</c:v>
                </c:pt>
                <c:pt idx="560">
                  <c:v>1193.48391345729</c:v>
                </c:pt>
                <c:pt idx="561">
                  <c:v>1194.00071833049</c:v>
                </c:pt>
                <c:pt idx="562">
                  <c:v>1194.31176880579</c:v>
                </c:pt>
                <c:pt idx="563">
                  <c:v>1194.58780799116</c:v>
                </c:pt>
                <c:pt idx="564">
                  <c:v>1195.58825573392</c:v>
                </c:pt>
                <c:pt idx="565">
                  <c:v>1196.10342240104</c:v>
                </c:pt>
                <c:pt idx="566">
                  <c:v>1196.15948888667</c:v>
                </c:pt>
                <c:pt idx="567">
                  <c:v>1196.35798734649</c:v>
                </c:pt>
                <c:pt idx="568">
                  <c:v>1196.55051943759</c:v>
                </c:pt>
                <c:pt idx="569">
                  <c:v>1197.2205097153</c:v>
                </c:pt>
                <c:pt idx="570">
                  <c:v>1197.02036975838</c:v>
                </c:pt>
                <c:pt idx="571">
                  <c:v>1197.12376995248</c:v>
                </c:pt>
                <c:pt idx="572">
                  <c:v>1197.19495733128</c:v>
                </c:pt>
                <c:pt idx="573">
                  <c:v>1196.0169946427</c:v>
                </c:pt>
                <c:pt idx="574">
                  <c:v>1196.97982084435</c:v>
                </c:pt>
                <c:pt idx="575">
                  <c:v>1197.5286894874</c:v>
                </c:pt>
                <c:pt idx="576">
                  <c:v>1197.84570138386</c:v>
                </c:pt>
                <c:pt idx="577">
                  <c:v>1197.51860522213</c:v>
                </c:pt>
                <c:pt idx="578">
                  <c:v>1197.8121883623</c:v>
                </c:pt>
                <c:pt idx="579">
                  <c:v>1196.96093595944</c:v>
                </c:pt>
                <c:pt idx="580">
                  <c:v>1197.95063488194</c:v>
                </c:pt>
                <c:pt idx="581">
                  <c:v>1197.94466771111</c:v>
                </c:pt>
                <c:pt idx="582">
                  <c:v>1198.24121214016</c:v>
                </c:pt>
                <c:pt idx="583">
                  <c:v>1198.47678804909</c:v>
                </c:pt>
                <c:pt idx="584">
                  <c:v>1198.40586871453</c:v>
                </c:pt>
                <c:pt idx="585">
                  <c:v>1198.31360355907</c:v>
                </c:pt>
                <c:pt idx="586">
                  <c:v>1198.27990556798</c:v>
                </c:pt>
                <c:pt idx="587">
                  <c:v>1198.44270493785</c:v>
                </c:pt>
                <c:pt idx="588">
                  <c:v>1198.60237431848</c:v>
                </c:pt>
                <c:pt idx="589">
                  <c:v>1198.71553787299</c:v>
                </c:pt>
                <c:pt idx="590">
                  <c:v>1198.52276029528</c:v>
                </c:pt>
                <c:pt idx="591">
                  <c:v>1198.61502332792</c:v>
                </c:pt>
                <c:pt idx="592">
                  <c:v>1198.73124817435</c:v>
                </c:pt>
                <c:pt idx="593">
                  <c:v>1199.11767790262</c:v>
                </c:pt>
                <c:pt idx="594">
                  <c:v>1198.90051528871</c:v>
                </c:pt>
                <c:pt idx="595">
                  <c:v>1199.11287951223</c:v>
                </c:pt>
                <c:pt idx="596">
                  <c:v>1199.2036836808</c:v>
                </c:pt>
                <c:pt idx="597">
                  <c:v>1199.12248142358</c:v>
                </c:pt>
                <c:pt idx="598">
                  <c:v>1200.313186345</c:v>
                </c:pt>
                <c:pt idx="599">
                  <c:v>1199.36299020546</c:v>
                </c:pt>
                <c:pt idx="600">
                  <c:v>1200.77125173917</c:v>
                </c:pt>
                <c:pt idx="601">
                  <c:v>1200.81831803409</c:v>
                </c:pt>
                <c:pt idx="602">
                  <c:v>1201.23099562536</c:v>
                </c:pt>
                <c:pt idx="603">
                  <c:v>1201.30908361358</c:v>
                </c:pt>
                <c:pt idx="604">
                  <c:v>1201.3723967985</c:v>
                </c:pt>
                <c:pt idx="605">
                  <c:v>1201.65522179992</c:v>
                </c:pt>
                <c:pt idx="606">
                  <c:v>1202.49685326165</c:v>
                </c:pt>
                <c:pt idx="607">
                  <c:v>1202.69020978978</c:v>
                </c:pt>
                <c:pt idx="608">
                  <c:v>1203.2759971787</c:v>
                </c:pt>
                <c:pt idx="609">
                  <c:v>1202.81544774573</c:v>
                </c:pt>
                <c:pt idx="610">
                  <c:v>1202.97139784109</c:v>
                </c:pt>
                <c:pt idx="611">
                  <c:v>1203.55225726642</c:v>
                </c:pt>
                <c:pt idx="612">
                  <c:v>1203.6813961165</c:v>
                </c:pt>
                <c:pt idx="613">
                  <c:v>1203.84399069924</c:v>
                </c:pt>
                <c:pt idx="614">
                  <c:v>1199.07223761186</c:v>
                </c:pt>
                <c:pt idx="615">
                  <c:v>1202.53691221998</c:v>
                </c:pt>
                <c:pt idx="616">
                  <c:v>1204.83774063177</c:v>
                </c:pt>
                <c:pt idx="617">
                  <c:v>1204.83251261101</c:v>
                </c:pt>
                <c:pt idx="618">
                  <c:v>1204.98667769247</c:v>
                </c:pt>
                <c:pt idx="619">
                  <c:v>1205.24985884311</c:v>
                </c:pt>
                <c:pt idx="620">
                  <c:v>1205.38928134186</c:v>
                </c:pt>
                <c:pt idx="621">
                  <c:v>1205.9496989147</c:v>
                </c:pt>
                <c:pt idx="622">
                  <c:v>1205.50530497496</c:v>
                </c:pt>
                <c:pt idx="623">
                  <c:v>1205.75912112962</c:v>
                </c:pt>
                <c:pt idx="624">
                  <c:v>1203.02786814936</c:v>
                </c:pt>
                <c:pt idx="625">
                  <c:v>1206.98587247444</c:v>
                </c:pt>
                <c:pt idx="626">
                  <c:v>1211.08341478619</c:v>
                </c:pt>
                <c:pt idx="627">
                  <c:v>1211.44323999778</c:v>
                </c:pt>
                <c:pt idx="628">
                  <c:v>1212.90348720073</c:v>
                </c:pt>
                <c:pt idx="629">
                  <c:v>1213.63584304495</c:v>
                </c:pt>
                <c:pt idx="630">
                  <c:v>1214.09657023524</c:v>
                </c:pt>
                <c:pt idx="631">
                  <c:v>1214.5235168024</c:v>
                </c:pt>
                <c:pt idx="632">
                  <c:v>1215.01344414377</c:v>
                </c:pt>
                <c:pt idx="633">
                  <c:v>1214.9319957039</c:v>
                </c:pt>
                <c:pt idx="634">
                  <c:v>1214.60223008851</c:v>
                </c:pt>
                <c:pt idx="635">
                  <c:v>1213.23954767287</c:v>
                </c:pt>
                <c:pt idx="636">
                  <c:v>1215.41117903069</c:v>
                </c:pt>
                <c:pt idx="637">
                  <c:v>1215.29055980621</c:v>
                </c:pt>
                <c:pt idx="638">
                  <c:v>1215.44524447266</c:v>
                </c:pt>
                <c:pt idx="639">
                  <c:v>1215.48590570611</c:v>
                </c:pt>
                <c:pt idx="640">
                  <c:v>1215.76520625816</c:v>
                </c:pt>
                <c:pt idx="641">
                  <c:v>1216.03485590707</c:v>
                </c:pt>
                <c:pt idx="642">
                  <c:v>1215.87132110763</c:v>
                </c:pt>
                <c:pt idx="643">
                  <c:v>1216.20968130939</c:v>
                </c:pt>
                <c:pt idx="644">
                  <c:v>1215.92515161159</c:v>
                </c:pt>
                <c:pt idx="645">
                  <c:v>1216.29153332633</c:v>
                </c:pt>
                <c:pt idx="646">
                  <c:v>1217.77054889817</c:v>
                </c:pt>
                <c:pt idx="647">
                  <c:v>1217.18373980658</c:v>
                </c:pt>
                <c:pt idx="648">
                  <c:v>1217.59643085492</c:v>
                </c:pt>
                <c:pt idx="649">
                  <c:v>1218.26508933705</c:v>
                </c:pt>
                <c:pt idx="650">
                  <c:v>1218.30657784146</c:v>
                </c:pt>
                <c:pt idx="651">
                  <c:v>1218.85845964538</c:v>
                </c:pt>
                <c:pt idx="652">
                  <c:v>1219.10707885878</c:v>
                </c:pt>
                <c:pt idx="653">
                  <c:v>1219.25257750951</c:v>
                </c:pt>
                <c:pt idx="654">
                  <c:v>1219.26419539267</c:v>
                </c:pt>
                <c:pt idx="655">
                  <c:v>1219.82744140405</c:v>
                </c:pt>
                <c:pt idx="656">
                  <c:v>1220.48801837473</c:v>
                </c:pt>
                <c:pt idx="657">
                  <c:v>1220.04525588068</c:v>
                </c:pt>
                <c:pt idx="658">
                  <c:v>1220.81934215628</c:v>
                </c:pt>
                <c:pt idx="659">
                  <c:v>1221.8823254855</c:v>
                </c:pt>
                <c:pt idx="660">
                  <c:v>1223.34706395474</c:v>
                </c:pt>
                <c:pt idx="661">
                  <c:v>1223.61857191074</c:v>
                </c:pt>
                <c:pt idx="662">
                  <c:v>1222.71101630997</c:v>
                </c:pt>
                <c:pt idx="663">
                  <c:v>1224.61381426464</c:v>
                </c:pt>
                <c:pt idx="664">
                  <c:v>1225.69299367495</c:v>
                </c:pt>
                <c:pt idx="665">
                  <c:v>1225.96717066494</c:v>
                </c:pt>
                <c:pt idx="666">
                  <c:v>1227.49194443661</c:v>
                </c:pt>
                <c:pt idx="667">
                  <c:v>1228.66274809554</c:v>
                </c:pt>
                <c:pt idx="668">
                  <c:v>1228.22687977871</c:v>
                </c:pt>
                <c:pt idx="669">
                  <c:v>1229.03057780899</c:v>
                </c:pt>
                <c:pt idx="670">
                  <c:v>1228.41140044917</c:v>
                </c:pt>
                <c:pt idx="671">
                  <c:v>1228.13541416471</c:v>
                </c:pt>
                <c:pt idx="672">
                  <c:v>1225.73488090532</c:v>
                </c:pt>
                <c:pt idx="673">
                  <c:v>1225.96425231642</c:v>
                </c:pt>
                <c:pt idx="674">
                  <c:v>1224.38815071351</c:v>
                </c:pt>
                <c:pt idx="675">
                  <c:v>1223.57725874594</c:v>
                </c:pt>
                <c:pt idx="676">
                  <c:v>1223.47339192605</c:v>
                </c:pt>
                <c:pt idx="677">
                  <c:v>1216.51297666716</c:v>
                </c:pt>
                <c:pt idx="678">
                  <c:v>1220.12829262254</c:v>
                </c:pt>
                <c:pt idx="679">
                  <c:v>1225.21281138215</c:v>
                </c:pt>
                <c:pt idx="680">
                  <c:v>1223.92724098175</c:v>
                </c:pt>
                <c:pt idx="681">
                  <c:v>1223.86641311391</c:v>
                </c:pt>
                <c:pt idx="682">
                  <c:v>1224.38976840682</c:v>
                </c:pt>
                <c:pt idx="683">
                  <c:v>1224.81435496723</c:v>
                </c:pt>
                <c:pt idx="684">
                  <c:v>1225.55913825756</c:v>
                </c:pt>
                <c:pt idx="685">
                  <c:v>1225.33281641486</c:v>
                </c:pt>
                <c:pt idx="686">
                  <c:v>1225.70809870333</c:v>
                </c:pt>
                <c:pt idx="687">
                  <c:v>1225.56205473933</c:v>
                </c:pt>
                <c:pt idx="688">
                  <c:v>1225.22936175382</c:v>
                </c:pt>
                <c:pt idx="689">
                  <c:v>1225.64709117817</c:v>
                </c:pt>
                <c:pt idx="690">
                  <c:v>1226.12504572251</c:v>
                </c:pt>
                <c:pt idx="691">
                  <c:v>1226.24270983677</c:v>
                </c:pt>
                <c:pt idx="692">
                  <c:v>1226.30738335938</c:v>
                </c:pt>
                <c:pt idx="693">
                  <c:v>1227.05496661498</c:v>
                </c:pt>
                <c:pt idx="694">
                  <c:v>1227.03161545899</c:v>
                </c:pt>
                <c:pt idx="695">
                  <c:v>1226.91364861799</c:v>
                </c:pt>
                <c:pt idx="696">
                  <c:v>1226.91997787569</c:v>
                </c:pt>
                <c:pt idx="697">
                  <c:v>1226.89494716353</c:v>
                </c:pt>
                <c:pt idx="698">
                  <c:v>1227.0575950849</c:v>
                </c:pt>
                <c:pt idx="699">
                  <c:v>1227.54611214348</c:v>
                </c:pt>
                <c:pt idx="700">
                  <c:v>1227.50688457493</c:v>
                </c:pt>
                <c:pt idx="701">
                  <c:v>1226.80900620126</c:v>
                </c:pt>
                <c:pt idx="702">
                  <c:v>1226.66301838165</c:v>
                </c:pt>
                <c:pt idx="703">
                  <c:v>1226.77965490713</c:v>
                </c:pt>
                <c:pt idx="704">
                  <c:v>1227.72835976711</c:v>
                </c:pt>
                <c:pt idx="705">
                  <c:v>1228.00598159316</c:v>
                </c:pt>
                <c:pt idx="706">
                  <c:v>1227.90108842711</c:v>
                </c:pt>
                <c:pt idx="707">
                  <c:v>1230.49183333955</c:v>
                </c:pt>
                <c:pt idx="708">
                  <c:v>1230.07872019793</c:v>
                </c:pt>
                <c:pt idx="709">
                  <c:v>1230.64569518154</c:v>
                </c:pt>
                <c:pt idx="710">
                  <c:v>1230.41764648838</c:v>
                </c:pt>
                <c:pt idx="711">
                  <c:v>1231.42423900254</c:v>
                </c:pt>
                <c:pt idx="712">
                  <c:v>1231.76123729316</c:v>
                </c:pt>
                <c:pt idx="713">
                  <c:v>1230.41004398232</c:v>
                </c:pt>
                <c:pt idx="714">
                  <c:v>1226.05915638479</c:v>
                </c:pt>
                <c:pt idx="715">
                  <c:v>1225.37859484984</c:v>
                </c:pt>
                <c:pt idx="716">
                  <c:v>1228.49024412847</c:v>
                </c:pt>
                <c:pt idx="717">
                  <c:v>1234.04205857339</c:v>
                </c:pt>
                <c:pt idx="718">
                  <c:v>1231.68390981743</c:v>
                </c:pt>
                <c:pt idx="719">
                  <c:v>1232.95663536133</c:v>
                </c:pt>
                <c:pt idx="720">
                  <c:v>1231.84238531415</c:v>
                </c:pt>
                <c:pt idx="721">
                  <c:v>1232.24683840585</c:v>
                </c:pt>
                <c:pt idx="722">
                  <c:v>1233.24285573057</c:v>
                </c:pt>
                <c:pt idx="723">
                  <c:v>1233.30787823025</c:v>
                </c:pt>
                <c:pt idx="724">
                  <c:v>1233.64160283728</c:v>
                </c:pt>
                <c:pt idx="725">
                  <c:v>1234.12410145489</c:v>
                </c:pt>
                <c:pt idx="726">
                  <c:v>1234.22028800464</c:v>
                </c:pt>
                <c:pt idx="727">
                  <c:v>1232.19338570397</c:v>
                </c:pt>
                <c:pt idx="728">
                  <c:v>1244.08615934641</c:v>
                </c:pt>
                <c:pt idx="729">
                  <c:v>1236.00796363871</c:v>
                </c:pt>
                <c:pt idx="730">
                  <c:v>1240.13661789392</c:v>
                </c:pt>
                <c:pt idx="731">
                  <c:v>1238.05085564306</c:v>
                </c:pt>
                <c:pt idx="732">
                  <c:v>1239.07161812409</c:v>
                </c:pt>
                <c:pt idx="733">
                  <c:v>1239.18129263414</c:v>
                </c:pt>
                <c:pt idx="734">
                  <c:v>1238.0301864336</c:v>
                </c:pt>
                <c:pt idx="735">
                  <c:v>1236.75211072941</c:v>
                </c:pt>
                <c:pt idx="736">
                  <c:v>1236.73537323649</c:v>
                </c:pt>
                <c:pt idx="737">
                  <c:v>1239.54158515238</c:v>
                </c:pt>
                <c:pt idx="738">
                  <c:v>1242.8067361866</c:v>
                </c:pt>
                <c:pt idx="739">
                  <c:v>1243.8005161852</c:v>
                </c:pt>
                <c:pt idx="740">
                  <c:v>1244.14510652765</c:v>
                </c:pt>
                <c:pt idx="741">
                  <c:v>1244.93265636827</c:v>
                </c:pt>
                <c:pt idx="742">
                  <c:v>1245.41484020002</c:v>
                </c:pt>
                <c:pt idx="743">
                  <c:v>1244.6625413898</c:v>
                </c:pt>
                <c:pt idx="744">
                  <c:v>1245.01545912679</c:v>
                </c:pt>
                <c:pt idx="745">
                  <c:v>1244.96840120094</c:v>
                </c:pt>
                <c:pt idx="746">
                  <c:v>1243.82873426306</c:v>
                </c:pt>
                <c:pt idx="747">
                  <c:v>1244.51117132825</c:v>
                </c:pt>
                <c:pt idx="748">
                  <c:v>1244.15499928941</c:v>
                </c:pt>
                <c:pt idx="749">
                  <c:v>1244.26445171442</c:v>
                </c:pt>
                <c:pt idx="750">
                  <c:v>1244.17278963638</c:v>
                </c:pt>
                <c:pt idx="751">
                  <c:v>1244.09710943872</c:v>
                </c:pt>
                <c:pt idx="752">
                  <c:v>1245.52787279342</c:v>
                </c:pt>
                <c:pt idx="753">
                  <c:v>1245.55523073602</c:v>
                </c:pt>
                <c:pt idx="754">
                  <c:v>1245.64108058384</c:v>
                </c:pt>
                <c:pt idx="755">
                  <c:v>1245.98814636609</c:v>
                </c:pt>
                <c:pt idx="756">
                  <c:v>1245.95578278744</c:v>
                </c:pt>
                <c:pt idx="757">
                  <c:v>1246.32564285822</c:v>
                </c:pt>
                <c:pt idx="758">
                  <c:v>1246.84236090646</c:v>
                </c:pt>
                <c:pt idx="759">
                  <c:v>1246.86066759331</c:v>
                </c:pt>
                <c:pt idx="760">
                  <c:v>1246.71454188392</c:v>
                </c:pt>
                <c:pt idx="761">
                  <c:v>1247.60996193653</c:v>
                </c:pt>
                <c:pt idx="762">
                  <c:v>1247.74695049311</c:v>
                </c:pt>
                <c:pt idx="763">
                  <c:v>1247.70507533031</c:v>
                </c:pt>
                <c:pt idx="764">
                  <c:v>1248.01786143939</c:v>
                </c:pt>
                <c:pt idx="765">
                  <c:v>1249.03182702974</c:v>
                </c:pt>
                <c:pt idx="766">
                  <c:v>1249.1318955676</c:v>
                </c:pt>
                <c:pt idx="767">
                  <c:v>1249.14815262432</c:v>
                </c:pt>
                <c:pt idx="768">
                  <c:v>1248.71382770802</c:v>
                </c:pt>
                <c:pt idx="769">
                  <c:v>1249.249599425</c:v>
                </c:pt>
                <c:pt idx="770">
                  <c:v>1248.74598457173</c:v>
                </c:pt>
                <c:pt idx="771">
                  <c:v>1252.06089466189</c:v>
                </c:pt>
                <c:pt idx="772">
                  <c:v>1252.14010324265</c:v>
                </c:pt>
                <c:pt idx="773">
                  <c:v>1254.05417085785</c:v>
                </c:pt>
                <c:pt idx="774">
                  <c:v>1254.21557409389</c:v>
                </c:pt>
                <c:pt idx="775">
                  <c:v>1255.72031223039</c:v>
                </c:pt>
                <c:pt idx="776">
                  <c:v>1254.98845974202</c:v>
                </c:pt>
                <c:pt idx="777">
                  <c:v>1254.29369117734</c:v>
                </c:pt>
                <c:pt idx="778">
                  <c:v>1253.11295389623</c:v>
                </c:pt>
                <c:pt idx="779">
                  <c:v>1254.39594896216</c:v>
                </c:pt>
                <c:pt idx="780">
                  <c:v>1253.91216584132</c:v>
                </c:pt>
                <c:pt idx="781">
                  <c:v>1254.21492647788</c:v>
                </c:pt>
                <c:pt idx="782">
                  <c:v>1254.76249811421</c:v>
                </c:pt>
                <c:pt idx="783">
                  <c:v>1253.98656833076</c:v>
                </c:pt>
                <c:pt idx="784">
                  <c:v>1255.06715651963</c:v>
                </c:pt>
                <c:pt idx="785">
                  <c:v>1259.446820885</c:v>
                </c:pt>
                <c:pt idx="786">
                  <c:v>1258.3135058513</c:v>
                </c:pt>
                <c:pt idx="787">
                  <c:v>1258.81150646535</c:v>
                </c:pt>
                <c:pt idx="788">
                  <c:v>1259.19159617093</c:v>
                </c:pt>
                <c:pt idx="789">
                  <c:v>1260.13147805952</c:v>
                </c:pt>
                <c:pt idx="790">
                  <c:v>1259.99798579848</c:v>
                </c:pt>
                <c:pt idx="791">
                  <c:v>1260.31661078762</c:v>
                </c:pt>
                <c:pt idx="792">
                  <c:v>1260.21824092575</c:v>
                </c:pt>
                <c:pt idx="793">
                  <c:v>1260.54374399601</c:v>
                </c:pt>
                <c:pt idx="794">
                  <c:v>1260.54749298753</c:v>
                </c:pt>
                <c:pt idx="795">
                  <c:v>1260.61178058449</c:v>
                </c:pt>
                <c:pt idx="796">
                  <c:v>1260.48022563364</c:v>
                </c:pt>
                <c:pt idx="797">
                  <c:v>1260.7423715263</c:v>
                </c:pt>
                <c:pt idx="798">
                  <c:v>1260.68072880615</c:v>
                </c:pt>
                <c:pt idx="799">
                  <c:v>1259.50433462449</c:v>
                </c:pt>
                <c:pt idx="800">
                  <c:v>1259.71691472415</c:v>
                </c:pt>
                <c:pt idx="801">
                  <c:v>1260.14763863658</c:v>
                </c:pt>
                <c:pt idx="802">
                  <c:v>1260.18906705138</c:v>
                </c:pt>
                <c:pt idx="803">
                  <c:v>1260.03039192354</c:v>
                </c:pt>
                <c:pt idx="804">
                  <c:v>1260.59239561893</c:v>
                </c:pt>
                <c:pt idx="805">
                  <c:v>1260.79918130588</c:v>
                </c:pt>
                <c:pt idx="806">
                  <c:v>1260.54076983181</c:v>
                </c:pt>
                <c:pt idx="807">
                  <c:v>1260.71996486115</c:v>
                </c:pt>
                <c:pt idx="808">
                  <c:v>1259.73015007372</c:v>
                </c:pt>
                <c:pt idx="809">
                  <c:v>1260.84372075636</c:v>
                </c:pt>
                <c:pt idx="810">
                  <c:v>1260.45163856667</c:v>
                </c:pt>
                <c:pt idx="811">
                  <c:v>1259.9265295038</c:v>
                </c:pt>
                <c:pt idx="812">
                  <c:v>1260.20689233544</c:v>
                </c:pt>
                <c:pt idx="813">
                  <c:v>1260.32268594931</c:v>
                </c:pt>
                <c:pt idx="814">
                  <c:v>1260.82779713673</c:v>
                </c:pt>
                <c:pt idx="815">
                  <c:v>1261.23993858368</c:v>
                </c:pt>
                <c:pt idx="816">
                  <c:v>1260.72683425085</c:v>
                </c:pt>
                <c:pt idx="817">
                  <c:v>1261.22401352239</c:v>
                </c:pt>
                <c:pt idx="818">
                  <c:v>1260.98589593168</c:v>
                </c:pt>
                <c:pt idx="819">
                  <c:v>1261.32132617951</c:v>
                </c:pt>
                <c:pt idx="820">
                  <c:v>1261.73405057901</c:v>
                </c:pt>
                <c:pt idx="821">
                  <c:v>1261.99003643972</c:v>
                </c:pt>
                <c:pt idx="822">
                  <c:v>1262.34578077329</c:v>
                </c:pt>
                <c:pt idx="823">
                  <c:v>1262.43868908208</c:v>
                </c:pt>
                <c:pt idx="824">
                  <c:v>1263.26946280931</c:v>
                </c:pt>
                <c:pt idx="825">
                  <c:v>1263.06683804188</c:v>
                </c:pt>
                <c:pt idx="826">
                  <c:v>1263.73405018653</c:v>
                </c:pt>
                <c:pt idx="827">
                  <c:v>1263.19686807114</c:v>
                </c:pt>
                <c:pt idx="828">
                  <c:v>1263.20825425532</c:v>
                </c:pt>
                <c:pt idx="829">
                  <c:v>1264.20859499491</c:v>
                </c:pt>
                <c:pt idx="830">
                  <c:v>1264.86110417731</c:v>
                </c:pt>
                <c:pt idx="831">
                  <c:v>1264.90416304696</c:v>
                </c:pt>
                <c:pt idx="832">
                  <c:v>1264.3805895058</c:v>
                </c:pt>
                <c:pt idx="833">
                  <c:v>1267.89359122428</c:v>
                </c:pt>
                <c:pt idx="834">
                  <c:v>1269.80517647426</c:v>
                </c:pt>
                <c:pt idx="835">
                  <c:v>1270.62743328846</c:v>
                </c:pt>
                <c:pt idx="836">
                  <c:v>1269.99299843963</c:v>
                </c:pt>
                <c:pt idx="837">
                  <c:v>1270.36182450063</c:v>
                </c:pt>
                <c:pt idx="838">
                  <c:v>1270.36748373474</c:v>
                </c:pt>
                <c:pt idx="839">
                  <c:v>1269.85857844617</c:v>
                </c:pt>
                <c:pt idx="840">
                  <c:v>1269.46954729715</c:v>
                </c:pt>
                <c:pt idx="841">
                  <c:v>1270.93054307174</c:v>
                </c:pt>
                <c:pt idx="842">
                  <c:v>1270.06771439722</c:v>
                </c:pt>
                <c:pt idx="843">
                  <c:v>1271.14536091834</c:v>
                </c:pt>
                <c:pt idx="844">
                  <c:v>1270.93086690364</c:v>
                </c:pt>
                <c:pt idx="845">
                  <c:v>1271.34926862782</c:v>
                </c:pt>
                <c:pt idx="846">
                  <c:v>1271.53366898291</c:v>
                </c:pt>
                <c:pt idx="847">
                  <c:v>1271.88218123787</c:v>
                </c:pt>
                <c:pt idx="848">
                  <c:v>1271.55293359758</c:v>
                </c:pt>
                <c:pt idx="849">
                  <c:v>1269.6444885535</c:v>
                </c:pt>
                <c:pt idx="850">
                  <c:v>1275.49686429888</c:v>
                </c:pt>
                <c:pt idx="851">
                  <c:v>1277.70522299352</c:v>
                </c:pt>
                <c:pt idx="852">
                  <c:v>1279.11270791174</c:v>
                </c:pt>
                <c:pt idx="853">
                  <c:v>1281.21434860317</c:v>
                </c:pt>
                <c:pt idx="854">
                  <c:v>1281.01890196219</c:v>
                </c:pt>
                <c:pt idx="855">
                  <c:v>1282.46388419494</c:v>
                </c:pt>
                <c:pt idx="856">
                  <c:v>1282.96228419335</c:v>
                </c:pt>
                <c:pt idx="857">
                  <c:v>1283.18713972563</c:v>
                </c:pt>
                <c:pt idx="858">
                  <c:v>1283.17758949062</c:v>
                </c:pt>
                <c:pt idx="859">
                  <c:v>1282.84001533844</c:v>
                </c:pt>
                <c:pt idx="860">
                  <c:v>1283.49112874734</c:v>
                </c:pt>
                <c:pt idx="861">
                  <c:v>1283.68286996966</c:v>
                </c:pt>
                <c:pt idx="862">
                  <c:v>1283.82429338247</c:v>
                </c:pt>
                <c:pt idx="863">
                  <c:v>1284.05259684305</c:v>
                </c:pt>
                <c:pt idx="864">
                  <c:v>1284.71991776321</c:v>
                </c:pt>
                <c:pt idx="865">
                  <c:v>1285.01907515421</c:v>
                </c:pt>
                <c:pt idx="866">
                  <c:v>1285.78843382902</c:v>
                </c:pt>
                <c:pt idx="867">
                  <c:v>1286.82947194513</c:v>
                </c:pt>
                <c:pt idx="868">
                  <c:v>1289.04541228893</c:v>
                </c:pt>
                <c:pt idx="869">
                  <c:v>1289.33604947498</c:v>
                </c:pt>
                <c:pt idx="870">
                  <c:v>1289.59103207777</c:v>
                </c:pt>
                <c:pt idx="871">
                  <c:v>1290.30379659873</c:v>
                </c:pt>
                <c:pt idx="872">
                  <c:v>1290.67844875171</c:v>
                </c:pt>
                <c:pt idx="873">
                  <c:v>1291.60844817764</c:v>
                </c:pt>
                <c:pt idx="874">
                  <c:v>1289.99766053147</c:v>
                </c:pt>
                <c:pt idx="875">
                  <c:v>1289.72993758272</c:v>
                </c:pt>
                <c:pt idx="876">
                  <c:v>1291.42563436523</c:v>
                </c:pt>
                <c:pt idx="877">
                  <c:v>1290.94566713127</c:v>
                </c:pt>
                <c:pt idx="878">
                  <c:v>1290.60596154494</c:v>
                </c:pt>
                <c:pt idx="879">
                  <c:v>1288.24235471447</c:v>
                </c:pt>
                <c:pt idx="880">
                  <c:v>1289.13350934069</c:v>
                </c:pt>
                <c:pt idx="881">
                  <c:v>1289.73865767833</c:v>
                </c:pt>
                <c:pt idx="882">
                  <c:v>1290.20688996</c:v>
                </c:pt>
                <c:pt idx="883">
                  <c:v>1290.20246186553</c:v>
                </c:pt>
                <c:pt idx="884">
                  <c:v>1290.148439883</c:v>
                </c:pt>
                <c:pt idx="885">
                  <c:v>1283.78648204188</c:v>
                </c:pt>
                <c:pt idx="886">
                  <c:v>1230.49580513604</c:v>
                </c:pt>
                <c:pt idx="887">
                  <c:v>1248.91520715237</c:v>
                </c:pt>
                <c:pt idx="888">
                  <c:v>1182.94757289123</c:v>
                </c:pt>
                <c:pt idx="889">
                  <c:v>1198.73798631996</c:v>
                </c:pt>
                <c:pt idx="890">
                  <c:v>1195.41567042792</c:v>
                </c:pt>
                <c:pt idx="891">
                  <c:v>1211.34888489353</c:v>
                </c:pt>
                <c:pt idx="892">
                  <c:v>1214.47122386403</c:v>
                </c:pt>
                <c:pt idx="893">
                  <c:v>1215.39604441842</c:v>
                </c:pt>
                <c:pt idx="894">
                  <c:v>1218.46314511715</c:v>
                </c:pt>
                <c:pt idx="895">
                  <c:v>1218.63579458835</c:v>
                </c:pt>
                <c:pt idx="896">
                  <c:v>1218.29518690378</c:v>
                </c:pt>
                <c:pt idx="897">
                  <c:v>1219.4546474813</c:v>
                </c:pt>
                <c:pt idx="898">
                  <c:v>1218.88909637515</c:v>
                </c:pt>
                <c:pt idx="899">
                  <c:v>1219.89192247378</c:v>
                </c:pt>
                <c:pt idx="900">
                  <c:v>1220.44805587691</c:v>
                </c:pt>
                <c:pt idx="901">
                  <c:v>1221.69606049506</c:v>
                </c:pt>
                <c:pt idx="902">
                  <c:v>1221.13112334825</c:v>
                </c:pt>
                <c:pt idx="903">
                  <c:v>1220.77463307769</c:v>
                </c:pt>
                <c:pt idx="904">
                  <c:v>1222.33658407118</c:v>
                </c:pt>
                <c:pt idx="905">
                  <c:v>1224.16444781387</c:v>
                </c:pt>
                <c:pt idx="906">
                  <c:v>1226.36426629932</c:v>
                </c:pt>
                <c:pt idx="907">
                  <c:v>1228.65578941187</c:v>
                </c:pt>
                <c:pt idx="908">
                  <c:v>1230.36994125185</c:v>
                </c:pt>
                <c:pt idx="909">
                  <c:v>1229.83991753233</c:v>
                </c:pt>
                <c:pt idx="910">
                  <c:v>1231.16862626609</c:v>
                </c:pt>
                <c:pt idx="911">
                  <c:v>1230.7348792861</c:v>
                </c:pt>
                <c:pt idx="912">
                  <c:v>1235.50806506332</c:v>
                </c:pt>
                <c:pt idx="913">
                  <c:v>1233.38192251205</c:v>
                </c:pt>
                <c:pt idx="914">
                  <c:v>1234.32808781492</c:v>
                </c:pt>
                <c:pt idx="915">
                  <c:v>1234.22503517042</c:v>
                </c:pt>
                <c:pt idx="916">
                  <c:v>1233.85022447889</c:v>
                </c:pt>
                <c:pt idx="917">
                  <c:v>1234.17043462962</c:v>
                </c:pt>
                <c:pt idx="918">
                  <c:v>1234.1412393697</c:v>
                </c:pt>
                <c:pt idx="919">
                  <c:v>1234.03705862811</c:v>
                </c:pt>
                <c:pt idx="920">
                  <c:v>1234.49860097343</c:v>
                </c:pt>
                <c:pt idx="921">
                  <c:v>1234.86299839334</c:v>
                </c:pt>
                <c:pt idx="922">
                  <c:v>1235.24259356689</c:v>
                </c:pt>
                <c:pt idx="923">
                  <c:v>1235.84998173911</c:v>
                </c:pt>
                <c:pt idx="924">
                  <c:v>1235.50971127694</c:v>
                </c:pt>
                <c:pt idx="925">
                  <c:v>1236.10872110085</c:v>
                </c:pt>
                <c:pt idx="926">
                  <c:v>1236.45959047017</c:v>
                </c:pt>
                <c:pt idx="927">
                  <c:v>1236.60969030632</c:v>
                </c:pt>
                <c:pt idx="928">
                  <c:v>1236.4486755335</c:v>
                </c:pt>
                <c:pt idx="929">
                  <c:v>1235.57702188509</c:v>
                </c:pt>
                <c:pt idx="930">
                  <c:v>1235.74248359009</c:v>
                </c:pt>
                <c:pt idx="931">
                  <c:v>1236.00098247015</c:v>
                </c:pt>
                <c:pt idx="932">
                  <c:v>1235.72260782086</c:v>
                </c:pt>
                <c:pt idx="933">
                  <c:v>1236.29281194419</c:v>
                </c:pt>
                <c:pt idx="934">
                  <c:v>1236.51063109836</c:v>
                </c:pt>
                <c:pt idx="935">
                  <c:v>1237.25928915883</c:v>
                </c:pt>
                <c:pt idx="936">
                  <c:v>1237.1843831431</c:v>
                </c:pt>
                <c:pt idx="937">
                  <c:v>1237.21398792785</c:v>
                </c:pt>
                <c:pt idx="938">
                  <c:v>1237.207925401</c:v>
                </c:pt>
                <c:pt idx="939">
                  <c:v>1237.77754786804</c:v>
                </c:pt>
                <c:pt idx="940">
                  <c:v>1239.03485982091</c:v>
                </c:pt>
                <c:pt idx="941">
                  <c:v>1240.11177466595</c:v>
                </c:pt>
                <c:pt idx="942">
                  <c:v>1241.28045284023</c:v>
                </c:pt>
                <c:pt idx="943">
                  <c:v>1241.70823644208</c:v>
                </c:pt>
                <c:pt idx="944">
                  <c:v>1241.30215719789</c:v>
                </c:pt>
                <c:pt idx="945">
                  <c:v>1240.8486615239</c:v>
                </c:pt>
                <c:pt idx="946">
                  <c:v>1243.20632751978</c:v>
                </c:pt>
                <c:pt idx="947">
                  <c:v>1242.17080922869</c:v>
                </c:pt>
                <c:pt idx="948">
                  <c:v>1243.04461377487</c:v>
                </c:pt>
                <c:pt idx="949">
                  <c:v>1243.24278791972</c:v>
                </c:pt>
                <c:pt idx="950">
                  <c:v>1243.66537488311</c:v>
                </c:pt>
                <c:pt idx="951">
                  <c:v>1244.9792714115</c:v>
                </c:pt>
                <c:pt idx="952">
                  <c:v>1244.65072202285</c:v>
                </c:pt>
                <c:pt idx="953">
                  <c:v>1244.91508352337</c:v>
                </c:pt>
                <c:pt idx="954">
                  <c:v>1247.15217052293</c:v>
                </c:pt>
                <c:pt idx="955">
                  <c:v>1247.2204591106</c:v>
                </c:pt>
                <c:pt idx="956">
                  <c:v>1246.64283013851</c:v>
                </c:pt>
                <c:pt idx="957">
                  <c:v>1245.1031516727</c:v>
                </c:pt>
                <c:pt idx="958">
                  <c:v>1246.21806275006</c:v>
                </c:pt>
                <c:pt idx="959">
                  <c:v>1246.6195824229</c:v>
                </c:pt>
                <c:pt idx="960">
                  <c:v>1247.2443586605</c:v>
                </c:pt>
                <c:pt idx="961">
                  <c:v>1244.08971706046</c:v>
                </c:pt>
                <c:pt idx="962">
                  <c:v>1245.62485834332</c:v>
                </c:pt>
                <c:pt idx="963">
                  <c:v>1243.15961544104</c:v>
                </c:pt>
                <c:pt idx="964">
                  <c:v>1248.15641828791</c:v>
                </c:pt>
                <c:pt idx="965">
                  <c:v>1246.50774554319</c:v>
                </c:pt>
                <c:pt idx="966">
                  <c:v>1247.59169780732</c:v>
                </c:pt>
                <c:pt idx="967">
                  <c:v>1250.31765147786</c:v>
                </c:pt>
                <c:pt idx="968">
                  <c:v>1250.48281159852</c:v>
                </c:pt>
                <c:pt idx="969">
                  <c:v>1251.77174014906</c:v>
                </c:pt>
                <c:pt idx="970">
                  <c:v>1252.58615968503</c:v>
                </c:pt>
                <c:pt idx="971">
                  <c:v>1252.91750348507</c:v>
                </c:pt>
                <c:pt idx="972">
                  <c:v>1253.12878205078</c:v>
                </c:pt>
                <c:pt idx="973">
                  <c:v>1252.60835271481</c:v>
                </c:pt>
                <c:pt idx="974">
                  <c:v>1252.90907311908</c:v>
                </c:pt>
                <c:pt idx="975">
                  <c:v>1252.71381884502</c:v>
                </c:pt>
                <c:pt idx="976">
                  <c:v>1244.16517986754</c:v>
                </c:pt>
                <c:pt idx="977">
                  <c:v>1248.78245997748</c:v>
                </c:pt>
                <c:pt idx="978">
                  <c:v>1249.86021166103</c:v>
                </c:pt>
                <c:pt idx="979">
                  <c:v>1252.93744589648</c:v>
                </c:pt>
                <c:pt idx="980">
                  <c:v>1254.96058172585</c:v>
                </c:pt>
                <c:pt idx="981">
                  <c:v>1261.67630569819</c:v>
                </c:pt>
                <c:pt idx="982">
                  <c:v>1261.77854465514</c:v>
                </c:pt>
                <c:pt idx="983">
                  <c:v>1259.44268238543</c:v>
                </c:pt>
                <c:pt idx="984">
                  <c:v>1257.18895249405</c:v>
                </c:pt>
                <c:pt idx="985">
                  <c:v>1243.58355799305</c:v>
                </c:pt>
                <c:pt idx="986">
                  <c:v>1260.081711608</c:v>
                </c:pt>
                <c:pt idx="987">
                  <c:v>1244.35178724676</c:v>
                </c:pt>
                <c:pt idx="988">
                  <c:v>1253.38501128263</c:v>
                </c:pt>
                <c:pt idx="989">
                  <c:v>1252.06666204489</c:v>
                </c:pt>
                <c:pt idx="990">
                  <c:v>1252.96171118286</c:v>
                </c:pt>
                <c:pt idx="991">
                  <c:v>1252.59149208826</c:v>
                </c:pt>
                <c:pt idx="992">
                  <c:v>1252.93282216351</c:v>
                </c:pt>
                <c:pt idx="993">
                  <c:v>1253.88347745235</c:v>
                </c:pt>
                <c:pt idx="994">
                  <c:v>1253.22470263445</c:v>
                </c:pt>
                <c:pt idx="995">
                  <c:v>1253.46532704295</c:v>
                </c:pt>
                <c:pt idx="996">
                  <c:v>1253.54847792157</c:v>
                </c:pt>
                <c:pt idx="997">
                  <c:v>1250.94154223897</c:v>
                </c:pt>
                <c:pt idx="998">
                  <c:v>1252.26206958566</c:v>
                </c:pt>
                <c:pt idx="999">
                  <c:v>1253.09110058633</c:v>
                </c:pt>
                <c:pt idx="1000">
                  <c:v>1249.11416054913</c:v>
                </c:pt>
                <c:pt idx="1001">
                  <c:v>1252.47318327047</c:v>
                </c:pt>
                <c:pt idx="1002">
                  <c:v>1252.83636650129</c:v>
                </c:pt>
                <c:pt idx="1003">
                  <c:v>1250.7575445802</c:v>
                </c:pt>
                <c:pt idx="1004">
                  <c:v>1253.50946990176</c:v>
                </c:pt>
                <c:pt idx="1005">
                  <c:v>1253.53142795244</c:v>
                </c:pt>
                <c:pt idx="1006">
                  <c:v>1252.75682320807</c:v>
                </c:pt>
                <c:pt idx="1007">
                  <c:v>1253.26416531662</c:v>
                </c:pt>
                <c:pt idx="1008">
                  <c:v>1254.44356268191</c:v>
                </c:pt>
                <c:pt idx="1009">
                  <c:v>1253.79269612337</c:v>
                </c:pt>
                <c:pt idx="1010">
                  <c:v>1253.86606666601</c:v>
                </c:pt>
                <c:pt idx="1011">
                  <c:v>1252.68592382137</c:v>
                </c:pt>
                <c:pt idx="1012">
                  <c:v>1253.50262184295</c:v>
                </c:pt>
                <c:pt idx="1013">
                  <c:v>1254.3866987523</c:v>
                </c:pt>
                <c:pt idx="1014">
                  <c:v>1254.89698455017</c:v>
                </c:pt>
                <c:pt idx="1015">
                  <c:v>1254.0361076539</c:v>
                </c:pt>
                <c:pt idx="1016">
                  <c:v>1254.39067629758</c:v>
                </c:pt>
                <c:pt idx="1017">
                  <c:v>1254.33694923399</c:v>
                </c:pt>
                <c:pt idx="1018">
                  <c:v>1254.68688185673</c:v>
                </c:pt>
                <c:pt idx="1019">
                  <c:v>1255.06128438744</c:v>
                </c:pt>
                <c:pt idx="1020">
                  <c:v>1254.8022826552</c:v>
                </c:pt>
                <c:pt idx="1021">
                  <c:v>1255.42082812588</c:v>
                </c:pt>
                <c:pt idx="1022">
                  <c:v>1256.14969832465</c:v>
                </c:pt>
                <c:pt idx="1023">
                  <c:v>1255.41679531057</c:v>
                </c:pt>
                <c:pt idx="1024">
                  <c:v>1255.81706467969</c:v>
                </c:pt>
                <c:pt idx="1025">
                  <c:v>1255.66505307627</c:v>
                </c:pt>
                <c:pt idx="1026">
                  <c:v>1256.47308995521</c:v>
                </c:pt>
                <c:pt idx="1027">
                  <c:v>1256.36377539486</c:v>
                </c:pt>
                <c:pt idx="1028">
                  <c:v>1256.43284779327</c:v>
                </c:pt>
                <c:pt idx="1029">
                  <c:v>1256.5280756378</c:v>
                </c:pt>
                <c:pt idx="1030">
                  <c:v>1256.54637236998</c:v>
                </c:pt>
                <c:pt idx="1031">
                  <c:v>1257.75450533406</c:v>
                </c:pt>
                <c:pt idx="1032">
                  <c:v>1259.51244020615</c:v>
                </c:pt>
                <c:pt idx="1033">
                  <c:v>1259.48881107219</c:v>
                </c:pt>
                <c:pt idx="1034">
                  <c:v>1259.29084827423</c:v>
                </c:pt>
                <c:pt idx="1035">
                  <c:v>1259.45950136742</c:v>
                </c:pt>
                <c:pt idx="1036">
                  <c:v>1259.55271289685</c:v>
                </c:pt>
                <c:pt idx="1037">
                  <c:v>1260.092647726</c:v>
                </c:pt>
                <c:pt idx="1038">
                  <c:v>1259.8314923271</c:v>
                </c:pt>
                <c:pt idx="1039">
                  <c:v>1260.0974359867</c:v>
                </c:pt>
                <c:pt idx="1040">
                  <c:v>1259.22905178133</c:v>
                </c:pt>
                <c:pt idx="1041">
                  <c:v>1259.80241140634</c:v>
                </c:pt>
                <c:pt idx="1042">
                  <c:v>1260.26412754431</c:v>
                </c:pt>
                <c:pt idx="1043">
                  <c:v>1259.96146735551</c:v>
                </c:pt>
                <c:pt idx="1044">
                  <c:v>1259.9824963643</c:v>
                </c:pt>
                <c:pt idx="1045">
                  <c:v>1260.31315967909</c:v>
                </c:pt>
                <c:pt idx="1046">
                  <c:v>1260.56306319238</c:v>
                </c:pt>
                <c:pt idx="1047">
                  <c:v>1260.8382990384</c:v>
                </c:pt>
                <c:pt idx="1048">
                  <c:v>1260.87574701982</c:v>
                </c:pt>
                <c:pt idx="1049">
                  <c:v>1260.70161264496</c:v>
                </c:pt>
                <c:pt idx="1050">
                  <c:v>1261.51066603691</c:v>
                </c:pt>
                <c:pt idx="1051">
                  <c:v>1262.19862408734</c:v>
                </c:pt>
                <c:pt idx="1052">
                  <c:v>1262.46887898864</c:v>
                </c:pt>
                <c:pt idx="1053">
                  <c:v>1262.67728874364</c:v>
                </c:pt>
                <c:pt idx="1054">
                  <c:v>1263.17587309506</c:v>
                </c:pt>
                <c:pt idx="1055">
                  <c:v>1261.73377376841</c:v>
                </c:pt>
                <c:pt idx="1056">
                  <c:v>1263.58034560445</c:v>
                </c:pt>
                <c:pt idx="1057">
                  <c:v>1264.73228851917</c:v>
                </c:pt>
                <c:pt idx="1058">
                  <c:v>1264.30756857115</c:v>
                </c:pt>
                <c:pt idx="1059">
                  <c:v>1265.85473828852</c:v>
                </c:pt>
                <c:pt idx="1060">
                  <c:v>1266.80466996269</c:v>
                </c:pt>
                <c:pt idx="1061">
                  <c:v>1267.65149747926</c:v>
                </c:pt>
                <c:pt idx="1062">
                  <c:v>1268.23976258519</c:v>
                </c:pt>
                <c:pt idx="1063">
                  <c:v>1267.73034255568</c:v>
                </c:pt>
                <c:pt idx="1064">
                  <c:v>1267.93693113213</c:v>
                </c:pt>
                <c:pt idx="1065">
                  <c:v>1268.1470744829</c:v>
                </c:pt>
                <c:pt idx="1066">
                  <c:v>1268.2467865574</c:v>
                </c:pt>
                <c:pt idx="1067">
                  <c:v>1268.58020406528</c:v>
                </c:pt>
                <c:pt idx="1068">
                  <c:v>1268.31682516687</c:v>
                </c:pt>
                <c:pt idx="1069">
                  <c:v>1268.40456805119</c:v>
                </c:pt>
                <c:pt idx="1070">
                  <c:v>1268.6656351506</c:v>
                </c:pt>
                <c:pt idx="1071">
                  <c:v>1269.44525237501</c:v>
                </c:pt>
                <c:pt idx="1072">
                  <c:v>1270.29043922296</c:v>
                </c:pt>
                <c:pt idx="1073">
                  <c:v>1269.05731507702</c:v>
                </c:pt>
                <c:pt idx="1074">
                  <c:v>1269.03622955752</c:v>
                </c:pt>
                <c:pt idx="1075">
                  <c:v>1269.29202102707</c:v>
                </c:pt>
                <c:pt idx="1076">
                  <c:v>1269.57569383617</c:v>
                </c:pt>
                <c:pt idx="1077">
                  <c:v>1269.92576035488</c:v>
                </c:pt>
                <c:pt idx="1078">
                  <c:v>1270.0616799605</c:v>
                </c:pt>
                <c:pt idx="1079">
                  <c:v>1270.23914051404</c:v>
                </c:pt>
                <c:pt idx="1080">
                  <c:v>1270.48827660207</c:v>
                </c:pt>
                <c:pt idx="1081">
                  <c:v>1270.03228168847</c:v>
                </c:pt>
                <c:pt idx="1082">
                  <c:v>1270.05647330813</c:v>
                </c:pt>
                <c:pt idx="1083">
                  <c:v>1270.14161109736</c:v>
                </c:pt>
                <c:pt idx="1084">
                  <c:v>1270.03468871094</c:v>
                </c:pt>
                <c:pt idx="1085">
                  <c:v>1268.68395601872</c:v>
                </c:pt>
                <c:pt idx="1086">
                  <c:v>1269.74119567642</c:v>
                </c:pt>
                <c:pt idx="1087">
                  <c:v>1274.2410115706</c:v>
                </c:pt>
                <c:pt idx="1088">
                  <c:v>1274.9340448256</c:v>
                </c:pt>
                <c:pt idx="1089">
                  <c:v>1274.84929437409</c:v>
                </c:pt>
                <c:pt idx="1090">
                  <c:v>1276.69466977253</c:v>
                </c:pt>
                <c:pt idx="1091">
                  <c:v>1275.60058135371</c:v>
                </c:pt>
                <c:pt idx="1092">
                  <c:v>1276.05822237448</c:v>
                </c:pt>
                <c:pt idx="1093">
                  <c:v>1274.07038047176</c:v>
                </c:pt>
                <c:pt idx="1094">
                  <c:v>1276.60137565044</c:v>
                </c:pt>
                <c:pt idx="1095">
                  <c:v>1280.44013818428</c:v>
                </c:pt>
                <c:pt idx="1096">
                  <c:v>1297.55512912621</c:v>
                </c:pt>
                <c:pt idx="1097">
                  <c:v>1290.03116135846</c:v>
                </c:pt>
                <c:pt idx="1098">
                  <c:v>1289.31042592514</c:v>
                </c:pt>
                <c:pt idx="1099">
                  <c:v>1289.38225815906</c:v>
                </c:pt>
                <c:pt idx="1100">
                  <c:v>1290.16725391864</c:v>
                </c:pt>
                <c:pt idx="1101">
                  <c:v>1290.84030139053</c:v>
                </c:pt>
                <c:pt idx="1102">
                  <c:v>1290.9186588814</c:v>
                </c:pt>
                <c:pt idx="1103">
                  <c:v>1291.08924998412</c:v>
                </c:pt>
                <c:pt idx="1104">
                  <c:v>1290.82472642857</c:v>
                </c:pt>
                <c:pt idx="1105">
                  <c:v>1290.82988269791</c:v>
                </c:pt>
                <c:pt idx="1106">
                  <c:v>1290.49929835855</c:v>
                </c:pt>
                <c:pt idx="1107">
                  <c:v>1291.0382639589</c:v>
                </c:pt>
                <c:pt idx="1108">
                  <c:v>1290.60476713458</c:v>
                </c:pt>
                <c:pt idx="1109">
                  <c:v>1291.02292924348</c:v>
                </c:pt>
                <c:pt idx="1110">
                  <c:v>1290.84769598716</c:v>
                </c:pt>
                <c:pt idx="1111">
                  <c:v>1290.77044858033</c:v>
                </c:pt>
                <c:pt idx="1112">
                  <c:v>1290.66952524066</c:v>
                </c:pt>
                <c:pt idx="1113">
                  <c:v>1290.80296709706</c:v>
                </c:pt>
                <c:pt idx="1114">
                  <c:v>1291.39527266963</c:v>
                </c:pt>
                <c:pt idx="1115">
                  <c:v>1291.79415203571</c:v>
                </c:pt>
                <c:pt idx="1116">
                  <c:v>1291.89245268515</c:v>
                </c:pt>
                <c:pt idx="1117">
                  <c:v>1292.64125285761</c:v>
                </c:pt>
                <c:pt idx="1118">
                  <c:v>1292.71222850737</c:v>
                </c:pt>
                <c:pt idx="1119">
                  <c:v>1293.20128521268</c:v>
                </c:pt>
                <c:pt idx="1120">
                  <c:v>1293.4399192426</c:v>
                </c:pt>
                <c:pt idx="1121">
                  <c:v>1293.40913690498</c:v>
                </c:pt>
                <c:pt idx="1122">
                  <c:v>1294.34641029675</c:v>
                </c:pt>
                <c:pt idx="1123">
                  <c:v>1294.40731529768</c:v>
                </c:pt>
                <c:pt idx="1124">
                  <c:v>1294.12369981846</c:v>
                </c:pt>
                <c:pt idx="1125">
                  <c:v>1294.28578009432</c:v>
                </c:pt>
                <c:pt idx="1126">
                  <c:v>1294.18061111357</c:v>
                </c:pt>
                <c:pt idx="1127">
                  <c:v>1294.4530939349</c:v>
                </c:pt>
                <c:pt idx="1128">
                  <c:v>1294.58152470303</c:v>
                </c:pt>
                <c:pt idx="1129">
                  <c:v>1294.94912254327</c:v>
                </c:pt>
                <c:pt idx="1130">
                  <c:v>1295.10632120729</c:v>
                </c:pt>
                <c:pt idx="1131">
                  <c:v>1295.56524913151</c:v>
                </c:pt>
                <c:pt idx="1132">
                  <c:v>1295.7867898587</c:v>
                </c:pt>
                <c:pt idx="1133">
                  <c:v>1296.19835884721</c:v>
                </c:pt>
                <c:pt idx="1134">
                  <c:v>1296.62604841504</c:v>
                </c:pt>
                <c:pt idx="1135">
                  <c:v>1296.9549997242</c:v>
                </c:pt>
                <c:pt idx="1136">
                  <c:v>1296.91099808559</c:v>
                </c:pt>
                <c:pt idx="1137">
                  <c:v>1296.24368306558</c:v>
                </c:pt>
                <c:pt idx="1138">
                  <c:v>1297.61925639857</c:v>
                </c:pt>
                <c:pt idx="1139">
                  <c:v>1298.10755033862</c:v>
                </c:pt>
                <c:pt idx="1140">
                  <c:v>1298.49515650125</c:v>
                </c:pt>
                <c:pt idx="1141">
                  <c:v>1298.90830563506</c:v>
                </c:pt>
                <c:pt idx="1142">
                  <c:v>1299.22845988542</c:v>
                </c:pt>
                <c:pt idx="1143">
                  <c:v>1299.39784030912</c:v>
                </c:pt>
                <c:pt idx="1144">
                  <c:v>1299.84928877814</c:v>
                </c:pt>
                <c:pt idx="1145">
                  <c:v>1300.16853269805</c:v>
                </c:pt>
                <c:pt idx="1146">
                  <c:v>1300.24816095863</c:v>
                </c:pt>
                <c:pt idx="1147">
                  <c:v>1300.73249413058</c:v>
                </c:pt>
                <c:pt idx="1148">
                  <c:v>1296.9646379549</c:v>
                </c:pt>
                <c:pt idx="1149">
                  <c:v>1297.49432241357</c:v>
                </c:pt>
                <c:pt idx="1150">
                  <c:v>1294.56124927249</c:v>
                </c:pt>
                <c:pt idx="1151">
                  <c:v>1301.32208876063</c:v>
                </c:pt>
                <c:pt idx="1152">
                  <c:v>1300.73330987038</c:v>
                </c:pt>
                <c:pt idx="1153">
                  <c:v>1302.02160302334</c:v>
                </c:pt>
                <c:pt idx="1154">
                  <c:v>1302.45014122341</c:v>
                </c:pt>
                <c:pt idx="1155">
                  <c:v>1302.43046955061</c:v>
                </c:pt>
                <c:pt idx="1156">
                  <c:v>1303.08709298295</c:v>
                </c:pt>
                <c:pt idx="1157">
                  <c:v>1302.806684584</c:v>
                </c:pt>
                <c:pt idx="1158">
                  <c:v>1303.02992351794</c:v>
                </c:pt>
                <c:pt idx="1159">
                  <c:v>1302.22370056919</c:v>
                </c:pt>
                <c:pt idx="1160">
                  <c:v>1304.26332591423</c:v>
                </c:pt>
                <c:pt idx="1161">
                  <c:v>1304.49876797565</c:v>
                </c:pt>
                <c:pt idx="1162">
                  <c:v>1302.50532780926</c:v>
                </c:pt>
                <c:pt idx="1163">
                  <c:v>1304.91581221097</c:v>
                </c:pt>
                <c:pt idx="1164">
                  <c:v>1306.0633306766</c:v>
                </c:pt>
                <c:pt idx="1165">
                  <c:v>1306.69068757878</c:v>
                </c:pt>
                <c:pt idx="1166">
                  <c:v>1306.63868907273</c:v>
                </c:pt>
                <c:pt idx="1167">
                  <c:v>1306.71171317623</c:v>
                </c:pt>
                <c:pt idx="1168">
                  <c:v>1307.43590202243</c:v>
                </c:pt>
                <c:pt idx="1169">
                  <c:v>1307.20693806232</c:v>
                </c:pt>
                <c:pt idx="1170">
                  <c:v>1306.23841281578</c:v>
                </c:pt>
                <c:pt idx="1171">
                  <c:v>1308.52571425528</c:v>
                </c:pt>
                <c:pt idx="1172">
                  <c:v>1307.31632507993</c:v>
                </c:pt>
                <c:pt idx="1173">
                  <c:v>1308.3000739674</c:v>
                </c:pt>
                <c:pt idx="1174">
                  <c:v>1309.50770380066</c:v>
                </c:pt>
                <c:pt idx="1175">
                  <c:v>1309.58953374448</c:v>
                </c:pt>
                <c:pt idx="1176">
                  <c:v>1309.49644343415</c:v>
                </c:pt>
                <c:pt idx="1177">
                  <c:v>1309.6113954421</c:v>
                </c:pt>
                <c:pt idx="1178">
                  <c:v>1310.18643030813</c:v>
                </c:pt>
                <c:pt idx="1179">
                  <c:v>1310.07542921586</c:v>
                </c:pt>
                <c:pt idx="1180">
                  <c:v>1310.38720460589</c:v>
                </c:pt>
                <c:pt idx="1181">
                  <c:v>1310.30392725068</c:v>
                </c:pt>
                <c:pt idx="1182">
                  <c:v>1311.41979799701</c:v>
                </c:pt>
                <c:pt idx="1183">
                  <c:v>1309.17050369677</c:v>
                </c:pt>
                <c:pt idx="1184">
                  <c:v>1312.89318852831</c:v>
                </c:pt>
                <c:pt idx="1185">
                  <c:v>1314.83301298941</c:v>
                </c:pt>
                <c:pt idx="1186">
                  <c:v>1316.80417499587</c:v>
                </c:pt>
                <c:pt idx="1187">
                  <c:v>1315.61100973614</c:v>
                </c:pt>
                <c:pt idx="1188">
                  <c:v>1315.3909560987</c:v>
                </c:pt>
                <c:pt idx="1189">
                  <c:v>1315.9296155874</c:v>
                </c:pt>
                <c:pt idx="1190">
                  <c:v>1316.07156838527</c:v>
                </c:pt>
                <c:pt idx="1191">
                  <c:v>1318.77497431158</c:v>
                </c:pt>
                <c:pt idx="1192">
                  <c:v>1319.19711421981</c:v>
                </c:pt>
                <c:pt idx="1193">
                  <c:v>1319.89884960399</c:v>
                </c:pt>
                <c:pt idx="1194">
                  <c:v>1320.50228019205</c:v>
                </c:pt>
                <c:pt idx="1195">
                  <c:v>1320.46910204177</c:v>
                </c:pt>
                <c:pt idx="1196">
                  <c:v>1321.04652969013</c:v>
                </c:pt>
                <c:pt idx="1197">
                  <c:v>1320.8310101077</c:v>
                </c:pt>
                <c:pt idx="1198">
                  <c:v>1321.19522629854</c:v>
                </c:pt>
                <c:pt idx="1199">
                  <c:v>1321.12607690149</c:v>
                </c:pt>
                <c:pt idx="1200">
                  <c:v>1321.05780176187</c:v>
                </c:pt>
                <c:pt idx="1201">
                  <c:v>1321.09864417742</c:v>
                </c:pt>
                <c:pt idx="1202">
                  <c:v>1321.84865726343</c:v>
                </c:pt>
                <c:pt idx="1203">
                  <c:v>1322.00092299607</c:v>
                </c:pt>
                <c:pt idx="1204">
                  <c:v>1322.46234822326</c:v>
                </c:pt>
                <c:pt idx="1205">
                  <c:v>1322.64114030088</c:v>
                </c:pt>
                <c:pt idx="1206">
                  <c:v>1323.7097430242</c:v>
                </c:pt>
                <c:pt idx="1207">
                  <c:v>1324.74448739058</c:v>
                </c:pt>
                <c:pt idx="1208">
                  <c:v>1324.6269227543</c:v>
                </c:pt>
                <c:pt idx="1209">
                  <c:v>1323.82812813345</c:v>
                </c:pt>
                <c:pt idx="1210">
                  <c:v>1323.27449090687</c:v>
                </c:pt>
                <c:pt idx="1211">
                  <c:v>1323.74010724413</c:v>
                </c:pt>
                <c:pt idx="1212">
                  <c:v>1324.1114836519</c:v>
                </c:pt>
                <c:pt idx="1213">
                  <c:v>1323.79584449756</c:v>
                </c:pt>
                <c:pt idx="1214">
                  <c:v>1323.7227421169</c:v>
                </c:pt>
                <c:pt idx="1215">
                  <c:v>1324.27959362156</c:v>
                </c:pt>
                <c:pt idx="1216">
                  <c:v>1325.29109676182</c:v>
                </c:pt>
                <c:pt idx="1217">
                  <c:v>1325.84749941427</c:v>
                </c:pt>
                <c:pt idx="1218">
                  <c:v>1325.68776227768</c:v>
                </c:pt>
                <c:pt idx="1219">
                  <c:v>1326.15895800462</c:v>
                </c:pt>
                <c:pt idx="1220">
                  <c:v>1326.10118424955</c:v>
                </c:pt>
                <c:pt idx="1221">
                  <c:v>1326.76672959017</c:v>
                </c:pt>
                <c:pt idx="1222">
                  <c:v>1327.11410138523</c:v>
                </c:pt>
                <c:pt idx="1223">
                  <c:v>1327.27588189383</c:v>
                </c:pt>
                <c:pt idx="1224">
                  <c:v>1328.16748422528</c:v>
                </c:pt>
                <c:pt idx="1225">
                  <c:v>1328.34624135144</c:v>
                </c:pt>
                <c:pt idx="1226">
                  <c:v>1328.33514012902</c:v>
                </c:pt>
                <c:pt idx="1227">
                  <c:v>1328.49939608433</c:v>
                </c:pt>
                <c:pt idx="1228">
                  <c:v>1328.73300026067</c:v>
                </c:pt>
                <c:pt idx="1229">
                  <c:v>1328.74030594671</c:v>
                </c:pt>
                <c:pt idx="1230">
                  <c:v>1329.21339841601</c:v>
                </c:pt>
                <c:pt idx="1231">
                  <c:v>1329.17775237377</c:v>
                </c:pt>
                <c:pt idx="1232">
                  <c:v>1328.68119577698</c:v>
                </c:pt>
                <c:pt idx="1233">
                  <c:v>1327.39801454504</c:v>
                </c:pt>
                <c:pt idx="1234">
                  <c:v>1327.07889516635</c:v>
                </c:pt>
                <c:pt idx="1235">
                  <c:v>1327.56029939754</c:v>
                </c:pt>
                <c:pt idx="1236">
                  <c:v>1327.67373854683</c:v>
                </c:pt>
                <c:pt idx="1237">
                  <c:v>1328.18311461998</c:v>
                </c:pt>
                <c:pt idx="1238">
                  <c:v>1329.82496501433</c:v>
                </c:pt>
                <c:pt idx="1239">
                  <c:v>1330.66126716025</c:v>
                </c:pt>
                <c:pt idx="1240">
                  <c:v>1330.6514768914</c:v>
                </c:pt>
                <c:pt idx="1241">
                  <c:v>1330.27450532376</c:v>
                </c:pt>
                <c:pt idx="1242">
                  <c:v>1330.12792143129</c:v>
                </c:pt>
                <c:pt idx="1243">
                  <c:v>1330.97211069538</c:v>
                </c:pt>
                <c:pt idx="1244">
                  <c:v>1330.05573376216</c:v>
                </c:pt>
                <c:pt idx="1245">
                  <c:v>1330.7609901448</c:v>
                </c:pt>
                <c:pt idx="1246">
                  <c:v>1331.65149230963</c:v>
                </c:pt>
                <c:pt idx="1247">
                  <c:v>1332.38343109834</c:v>
                </c:pt>
                <c:pt idx="1248">
                  <c:v>1332.44853573046</c:v>
                </c:pt>
                <c:pt idx="1249">
                  <c:v>1332.89504925749</c:v>
                </c:pt>
                <c:pt idx="1250">
                  <c:v>1333.12436886287</c:v>
                </c:pt>
                <c:pt idx="1251">
                  <c:v>1333.18846729701</c:v>
                </c:pt>
                <c:pt idx="1252">
                  <c:v>1333.22038500438</c:v>
                </c:pt>
                <c:pt idx="1253">
                  <c:v>1333.10232691006</c:v>
                </c:pt>
                <c:pt idx="1254">
                  <c:v>1332.95048424327</c:v>
                </c:pt>
                <c:pt idx="1255">
                  <c:v>1332.51678492158</c:v>
                </c:pt>
                <c:pt idx="1256">
                  <c:v>1331.75992835606</c:v>
                </c:pt>
                <c:pt idx="1257">
                  <c:v>1332.57324699322</c:v>
                </c:pt>
                <c:pt idx="1258">
                  <c:v>1333.72232579147</c:v>
                </c:pt>
                <c:pt idx="1259">
                  <c:v>1333.40964552087</c:v>
                </c:pt>
                <c:pt idx="1260">
                  <c:v>1333.50315534206</c:v>
                </c:pt>
                <c:pt idx="1261">
                  <c:v>1333.48111648619</c:v>
                </c:pt>
                <c:pt idx="1262">
                  <c:v>1334.03651490873</c:v>
                </c:pt>
                <c:pt idx="1263">
                  <c:v>1334.08185670791</c:v>
                </c:pt>
                <c:pt idx="1264">
                  <c:v>1334.12113711805</c:v>
                </c:pt>
                <c:pt idx="1265">
                  <c:v>1333.68641034326</c:v>
                </c:pt>
                <c:pt idx="1266">
                  <c:v>1334.23686321787</c:v>
                </c:pt>
                <c:pt idx="1267">
                  <c:v>1335.01572915041</c:v>
                </c:pt>
                <c:pt idx="1268">
                  <c:v>1335.16579796548</c:v>
                </c:pt>
                <c:pt idx="1269">
                  <c:v>1335.53045156148</c:v>
                </c:pt>
                <c:pt idx="1270">
                  <c:v>1335.60005433783</c:v>
                </c:pt>
                <c:pt idx="1271">
                  <c:v>1334.69655839158</c:v>
                </c:pt>
                <c:pt idx="1272">
                  <c:v>1336.13574121706</c:v>
                </c:pt>
                <c:pt idx="1273">
                  <c:v>1336.78039547591</c:v>
                </c:pt>
                <c:pt idx="1274">
                  <c:v>1336.79502279223</c:v>
                </c:pt>
                <c:pt idx="1275">
                  <c:v>1337.24774233925</c:v>
                </c:pt>
                <c:pt idx="1276">
                  <c:v>1337.37614507971</c:v>
                </c:pt>
                <c:pt idx="1277">
                  <c:v>1337.80769282834</c:v>
                </c:pt>
                <c:pt idx="1278">
                  <c:v>1339.11195909614</c:v>
                </c:pt>
                <c:pt idx="1279">
                  <c:v>1337.04439085479</c:v>
                </c:pt>
                <c:pt idx="1280">
                  <c:v>1339.68212934114</c:v>
                </c:pt>
                <c:pt idx="1281">
                  <c:v>1339.02133861468</c:v>
                </c:pt>
                <c:pt idx="1282">
                  <c:v>1341.06065888953</c:v>
                </c:pt>
                <c:pt idx="1283">
                  <c:v>1343.15900395296</c:v>
                </c:pt>
                <c:pt idx="1284">
                  <c:v>1343.16075053841</c:v>
                </c:pt>
                <c:pt idx="1285">
                  <c:v>1343.07935997669</c:v>
                </c:pt>
                <c:pt idx="1286">
                  <c:v>1343.13585583667</c:v>
                </c:pt>
                <c:pt idx="1287">
                  <c:v>1343.50419524758</c:v>
                </c:pt>
                <c:pt idx="1288">
                  <c:v>1344.09315592859</c:v>
                </c:pt>
                <c:pt idx="1289">
                  <c:v>1344.47980167178</c:v>
                </c:pt>
                <c:pt idx="1290">
                  <c:v>1343.04720185326</c:v>
                </c:pt>
                <c:pt idx="1291">
                  <c:v>1343.92458961358</c:v>
                </c:pt>
                <c:pt idx="1292">
                  <c:v>1344.31936017192</c:v>
                </c:pt>
                <c:pt idx="1293">
                  <c:v>1344.83878810069</c:v>
                </c:pt>
                <c:pt idx="1294">
                  <c:v>1344.55603036631</c:v>
                </c:pt>
                <c:pt idx="1295">
                  <c:v>1345.75883269146</c:v>
                </c:pt>
                <c:pt idx="1296">
                  <c:v>1345.9693627779</c:v>
                </c:pt>
                <c:pt idx="1297">
                  <c:v>1347.25543528489</c:v>
                </c:pt>
                <c:pt idx="1298">
                  <c:v>1347.52046769985</c:v>
                </c:pt>
                <c:pt idx="1299">
                  <c:v>1347.44467684154</c:v>
                </c:pt>
                <c:pt idx="1300">
                  <c:v>1346.59067900772</c:v>
                </c:pt>
                <c:pt idx="1301">
                  <c:v>1346.63743268739</c:v>
                </c:pt>
                <c:pt idx="1302">
                  <c:v>1349.05804169543</c:v>
                </c:pt>
                <c:pt idx="1303">
                  <c:v>1348.43769470442</c:v>
                </c:pt>
                <c:pt idx="1304">
                  <c:v>1348.63570310546</c:v>
                </c:pt>
                <c:pt idx="1305">
                  <c:v>1348.71220940005</c:v>
                </c:pt>
                <c:pt idx="1306">
                  <c:v>1349.43607622042</c:v>
                </c:pt>
                <c:pt idx="1307">
                  <c:v>1349.81086910468</c:v>
                </c:pt>
                <c:pt idx="1308">
                  <c:v>1349.88551596298</c:v>
                </c:pt>
                <c:pt idx="1309">
                  <c:v>1349.96859236005</c:v>
                </c:pt>
                <c:pt idx="1310">
                  <c:v>1349.85658047938</c:v>
                </c:pt>
                <c:pt idx="1311">
                  <c:v>1348.81495654276</c:v>
                </c:pt>
                <c:pt idx="1312">
                  <c:v>1352.34853815424</c:v>
                </c:pt>
                <c:pt idx="1313">
                  <c:v>1352.21790047372</c:v>
                </c:pt>
                <c:pt idx="1314">
                  <c:v>1352.13869653181</c:v>
                </c:pt>
                <c:pt idx="1315">
                  <c:v>1351.46776608546</c:v>
                </c:pt>
                <c:pt idx="1316">
                  <c:v>1352.33555718848</c:v>
                </c:pt>
                <c:pt idx="1317">
                  <c:v>1352.23912787259</c:v>
                </c:pt>
                <c:pt idx="1318">
                  <c:v>1352.52434823703</c:v>
                </c:pt>
                <c:pt idx="1319">
                  <c:v>1345.58678442757</c:v>
                </c:pt>
                <c:pt idx="1320">
                  <c:v>1351.56683378991</c:v>
                </c:pt>
                <c:pt idx="1321">
                  <c:v>1352.00399730406</c:v>
                </c:pt>
                <c:pt idx="1322">
                  <c:v>1352.61241413021</c:v>
                </c:pt>
                <c:pt idx="1323">
                  <c:v>1352.61688415134</c:v>
                </c:pt>
                <c:pt idx="1324">
                  <c:v>1352.87233578177</c:v>
                </c:pt>
                <c:pt idx="1325">
                  <c:v>1352.57654751884</c:v>
                </c:pt>
                <c:pt idx="1326">
                  <c:v>1353.05568260206</c:v>
                </c:pt>
                <c:pt idx="1327">
                  <c:v>1353.75092192788</c:v>
                </c:pt>
                <c:pt idx="1328">
                  <c:v>1353.54021013584</c:v>
                </c:pt>
                <c:pt idx="1329">
                  <c:v>1353.49785547325</c:v>
                </c:pt>
                <c:pt idx="1330">
                  <c:v>1353.61431496421</c:v>
                </c:pt>
                <c:pt idx="1331">
                  <c:v>1353.88941981546</c:v>
                </c:pt>
                <c:pt idx="1332">
                  <c:v>1353.86501926995</c:v>
                </c:pt>
                <c:pt idx="1333">
                  <c:v>1354.23441682919</c:v>
                </c:pt>
                <c:pt idx="1334">
                  <c:v>1354.47821875478</c:v>
                </c:pt>
                <c:pt idx="1335">
                  <c:v>1353.68382492388</c:v>
                </c:pt>
                <c:pt idx="1336">
                  <c:v>1354.59522943456</c:v>
                </c:pt>
                <c:pt idx="1337">
                  <c:v>1354.89520201991</c:v>
                </c:pt>
                <c:pt idx="1338">
                  <c:v>1354.95648181334</c:v>
                </c:pt>
                <c:pt idx="1339">
                  <c:v>1354.28483669773</c:v>
                </c:pt>
                <c:pt idx="1340">
                  <c:v>1355.70581624996</c:v>
                </c:pt>
                <c:pt idx="1341">
                  <c:v>1354.88765427497</c:v>
                </c:pt>
                <c:pt idx="1342">
                  <c:v>1354.82282442423</c:v>
                </c:pt>
                <c:pt idx="1343">
                  <c:v>1355.51654896843</c:v>
                </c:pt>
                <c:pt idx="1344">
                  <c:v>1355.88509338249</c:v>
                </c:pt>
                <c:pt idx="1345">
                  <c:v>1356.30918445529</c:v>
                </c:pt>
                <c:pt idx="1346">
                  <c:v>1356.47073449215</c:v>
                </c:pt>
                <c:pt idx="1347">
                  <c:v>1355.58796504773</c:v>
                </c:pt>
                <c:pt idx="1348">
                  <c:v>1356.17133184264</c:v>
                </c:pt>
                <c:pt idx="1349">
                  <c:v>1354.46721706231</c:v>
                </c:pt>
                <c:pt idx="1350">
                  <c:v>1357.33948261121</c:v>
                </c:pt>
                <c:pt idx="1351">
                  <c:v>1357.15983313613</c:v>
                </c:pt>
                <c:pt idx="1352">
                  <c:v>1358.40589914725</c:v>
                </c:pt>
                <c:pt idx="1353">
                  <c:v>1358.29579183404</c:v>
                </c:pt>
                <c:pt idx="1354">
                  <c:v>1358.89735709996</c:v>
                </c:pt>
                <c:pt idx="1355">
                  <c:v>1359.12088021946</c:v>
                </c:pt>
                <c:pt idx="1356">
                  <c:v>1359.11441009</c:v>
                </c:pt>
                <c:pt idx="1357">
                  <c:v>1358.569128177</c:v>
                </c:pt>
                <c:pt idx="1358">
                  <c:v>1358.39820128185</c:v>
                </c:pt>
                <c:pt idx="1359">
                  <c:v>1358.37473536519</c:v>
                </c:pt>
                <c:pt idx="1360">
                  <c:v>1358.4533104496</c:v>
                </c:pt>
                <c:pt idx="1361">
                  <c:v>1358.53292024077</c:v>
                </c:pt>
                <c:pt idx="1362">
                  <c:v>1358.18272077421</c:v>
                </c:pt>
                <c:pt idx="1363">
                  <c:v>1358.36212903073</c:v>
                </c:pt>
                <c:pt idx="1364">
                  <c:v>1358.71522832995</c:v>
                </c:pt>
                <c:pt idx="1365">
                  <c:v>1359.1237995596</c:v>
                </c:pt>
                <c:pt idx="1366">
                  <c:v>1358.74800142407</c:v>
                </c:pt>
                <c:pt idx="1367">
                  <c:v>1358.95270993372</c:v>
                </c:pt>
                <c:pt idx="1368">
                  <c:v>1358.05679522512</c:v>
                </c:pt>
                <c:pt idx="1369">
                  <c:v>1358.74934087182</c:v>
                </c:pt>
                <c:pt idx="1370">
                  <c:v>1359.5122393578</c:v>
                </c:pt>
                <c:pt idx="1371">
                  <c:v>1359.782279817</c:v>
                </c:pt>
                <c:pt idx="1372">
                  <c:v>1359.78751829466</c:v>
                </c:pt>
                <c:pt idx="1373">
                  <c:v>1359.72682537293</c:v>
                </c:pt>
                <c:pt idx="1374">
                  <c:v>1360.5548148754</c:v>
                </c:pt>
                <c:pt idx="1375">
                  <c:v>1361.04376912347</c:v>
                </c:pt>
                <c:pt idx="1376">
                  <c:v>1360.28006952176</c:v>
                </c:pt>
                <c:pt idx="1377">
                  <c:v>1360.53310451139</c:v>
                </c:pt>
                <c:pt idx="1378">
                  <c:v>1357.62958913731</c:v>
                </c:pt>
                <c:pt idx="1379">
                  <c:v>1363.18576115406</c:v>
                </c:pt>
                <c:pt idx="1380">
                  <c:v>1363.29673968592</c:v>
                </c:pt>
                <c:pt idx="1381">
                  <c:v>1363.85682035308</c:v>
                </c:pt>
                <c:pt idx="1382">
                  <c:v>1363.95184123479</c:v>
                </c:pt>
                <c:pt idx="1383">
                  <c:v>1363.29129682566</c:v>
                </c:pt>
                <c:pt idx="1384">
                  <c:v>1365.20695016035</c:v>
                </c:pt>
                <c:pt idx="1385">
                  <c:v>1368.11110240747</c:v>
                </c:pt>
                <c:pt idx="1386">
                  <c:v>1367.06948357541</c:v>
                </c:pt>
                <c:pt idx="1387">
                  <c:v>1367.51262119013</c:v>
                </c:pt>
                <c:pt idx="1388">
                  <c:v>1367.49744023216</c:v>
                </c:pt>
                <c:pt idx="1389">
                  <c:v>1367.85857951675</c:v>
                </c:pt>
                <c:pt idx="1390">
                  <c:v>1368.24500552258</c:v>
                </c:pt>
                <c:pt idx="1391">
                  <c:v>1367.74063415843</c:v>
                </c:pt>
                <c:pt idx="1392">
                  <c:v>1368.19077612469</c:v>
                </c:pt>
                <c:pt idx="1393">
                  <c:v>1367.85498768724</c:v>
                </c:pt>
                <c:pt idx="1394">
                  <c:v>1368.38617872753</c:v>
                </c:pt>
                <c:pt idx="1395">
                  <c:v>1368.42648460935</c:v>
                </c:pt>
                <c:pt idx="1396">
                  <c:v>1369.21008127377</c:v>
                </c:pt>
                <c:pt idx="1397">
                  <c:v>1369.61377246227</c:v>
                </c:pt>
                <c:pt idx="1398">
                  <c:v>1369.27695544974</c:v>
                </c:pt>
                <c:pt idx="1399">
                  <c:v>1370.04180620036</c:v>
                </c:pt>
                <c:pt idx="1400">
                  <c:v>1369.80638192728</c:v>
                </c:pt>
                <c:pt idx="1401">
                  <c:v>1369.93720620509</c:v>
                </c:pt>
                <c:pt idx="1402">
                  <c:v>1370.16459806045</c:v>
                </c:pt>
                <c:pt idx="1403">
                  <c:v>1371.10653015783</c:v>
                </c:pt>
                <c:pt idx="1404">
                  <c:v>1371.17254511949</c:v>
                </c:pt>
                <c:pt idx="1405">
                  <c:v>1371.16149828736</c:v>
                </c:pt>
                <c:pt idx="1406">
                  <c:v>1371.20004323612</c:v>
                </c:pt>
                <c:pt idx="1407">
                  <c:v>1371.64339576518</c:v>
                </c:pt>
                <c:pt idx="1408">
                  <c:v>1372.43858118567</c:v>
                </c:pt>
                <c:pt idx="1409">
                  <c:v>1372.62618638901</c:v>
                </c:pt>
                <c:pt idx="1410">
                  <c:v>1373.31588170578</c:v>
                </c:pt>
                <c:pt idx="1411">
                  <c:v>1373.28378846036</c:v>
                </c:pt>
                <c:pt idx="1412">
                  <c:v>1373.52248493525</c:v>
                </c:pt>
                <c:pt idx="1413">
                  <c:v>1373.71436328007</c:v>
                </c:pt>
                <c:pt idx="1414">
                  <c:v>1373.69732134823</c:v>
                </c:pt>
                <c:pt idx="1415">
                  <c:v>1373.60437458519</c:v>
                </c:pt>
                <c:pt idx="1416">
                  <c:v>1373.61175135986</c:v>
                </c:pt>
                <c:pt idx="1417">
                  <c:v>1373.49570070496</c:v>
                </c:pt>
                <c:pt idx="1418">
                  <c:v>1373.90672481069</c:v>
                </c:pt>
                <c:pt idx="1419">
                  <c:v>1373.93372874138</c:v>
                </c:pt>
                <c:pt idx="1420">
                  <c:v>1374.44355251957</c:v>
                </c:pt>
                <c:pt idx="1421">
                  <c:v>1374.5374211895</c:v>
                </c:pt>
                <c:pt idx="1422">
                  <c:v>1374.84441627076</c:v>
                </c:pt>
                <c:pt idx="1423">
                  <c:v>1374.92819049108</c:v>
                </c:pt>
                <c:pt idx="1424">
                  <c:v>1375.39705196036</c:v>
                </c:pt>
                <c:pt idx="1425">
                  <c:v>1375.55214732372</c:v>
                </c:pt>
                <c:pt idx="1426">
                  <c:v>1375.96339623654</c:v>
                </c:pt>
                <c:pt idx="1427">
                  <c:v>1375.80104244693</c:v>
                </c:pt>
                <c:pt idx="1428">
                  <c:v>1375.85878056592</c:v>
                </c:pt>
                <c:pt idx="1429">
                  <c:v>1376.48109683079</c:v>
                </c:pt>
                <c:pt idx="1430">
                  <c:v>1376.92260279798</c:v>
                </c:pt>
                <c:pt idx="1431">
                  <c:v>1376.43960370603</c:v>
                </c:pt>
                <c:pt idx="1432">
                  <c:v>1377.34438722297</c:v>
                </c:pt>
                <c:pt idx="1433">
                  <c:v>1377.55600474521</c:v>
                </c:pt>
                <c:pt idx="1434">
                  <c:v>1378.54506760811</c:v>
                </c:pt>
                <c:pt idx="1435">
                  <c:v>1378.53992358671</c:v>
                </c:pt>
                <c:pt idx="1436">
                  <c:v>1378.50924667325</c:v>
                </c:pt>
                <c:pt idx="1437">
                  <c:v>1378.77838002994</c:v>
                </c:pt>
                <c:pt idx="1438">
                  <c:v>1378.86737079006</c:v>
                </c:pt>
                <c:pt idx="1439">
                  <c:v>1378.96318456783</c:v>
                </c:pt>
                <c:pt idx="1440">
                  <c:v>1378.85203900106</c:v>
                </c:pt>
                <c:pt idx="1441">
                  <c:v>1379.17368036862</c:v>
                </c:pt>
                <c:pt idx="1442">
                  <c:v>1377.76539489486</c:v>
                </c:pt>
                <c:pt idx="1443">
                  <c:v>1378.22226564372</c:v>
                </c:pt>
                <c:pt idx="1444">
                  <c:v>1379.55150273588</c:v>
                </c:pt>
                <c:pt idx="1445">
                  <c:v>1380.24112677333</c:v>
                </c:pt>
                <c:pt idx="1446">
                  <c:v>1379.76064222607</c:v>
                </c:pt>
                <c:pt idx="1447">
                  <c:v>1380.49313569232</c:v>
                </c:pt>
                <c:pt idx="1448">
                  <c:v>1381.38087778774</c:v>
                </c:pt>
                <c:pt idx="1449">
                  <c:v>1381.80607051887</c:v>
                </c:pt>
                <c:pt idx="1450">
                  <c:v>1381.38801087203</c:v>
                </c:pt>
                <c:pt idx="1451">
                  <c:v>1381.61974078696</c:v>
                </c:pt>
                <c:pt idx="1452">
                  <c:v>1382.02673887029</c:v>
                </c:pt>
                <c:pt idx="1453">
                  <c:v>1381.42642592062</c:v>
                </c:pt>
                <c:pt idx="1454">
                  <c:v>1381.41727534431</c:v>
                </c:pt>
                <c:pt idx="1455">
                  <c:v>1380.70208080545</c:v>
                </c:pt>
                <c:pt idx="1456">
                  <c:v>1378.41539660462</c:v>
                </c:pt>
                <c:pt idx="1457">
                  <c:v>1380.13101738628</c:v>
                </c:pt>
                <c:pt idx="1458">
                  <c:v>1381.31246602345</c:v>
                </c:pt>
                <c:pt idx="1459">
                  <c:v>1381.57568291231</c:v>
                </c:pt>
                <c:pt idx="1460">
                  <c:v>1381.8935570311</c:v>
                </c:pt>
                <c:pt idx="1461">
                  <c:v>1381.87724207146</c:v>
                </c:pt>
                <c:pt idx="1462">
                  <c:v>1381.98450035718</c:v>
                </c:pt>
                <c:pt idx="1463">
                  <c:v>1381.91392456599</c:v>
                </c:pt>
                <c:pt idx="1464">
                  <c:v>1382.05217931327</c:v>
                </c:pt>
                <c:pt idx="1465">
                  <c:v>1382.30401715468</c:v>
                </c:pt>
                <c:pt idx="1466">
                  <c:v>1381.77864370722</c:v>
                </c:pt>
                <c:pt idx="1467">
                  <c:v>1382.27029372824</c:v>
                </c:pt>
                <c:pt idx="1468">
                  <c:v>1382.59822636182</c:v>
                </c:pt>
                <c:pt idx="1469">
                  <c:v>1383.0616699696</c:v>
                </c:pt>
                <c:pt idx="1470">
                  <c:v>1382.89017783217</c:v>
                </c:pt>
                <c:pt idx="1471">
                  <c:v>1383.37405480727</c:v>
                </c:pt>
                <c:pt idx="1472">
                  <c:v>1383.81128568781</c:v>
                </c:pt>
                <c:pt idx="1473">
                  <c:v>1383.32082623651</c:v>
                </c:pt>
                <c:pt idx="1474">
                  <c:v>1384.21630417758</c:v>
                </c:pt>
                <c:pt idx="1475">
                  <c:v>1385.30480479817</c:v>
                </c:pt>
                <c:pt idx="1476">
                  <c:v>1385.56395595499</c:v>
                </c:pt>
                <c:pt idx="1477">
                  <c:v>1385.25241501218</c:v>
                </c:pt>
                <c:pt idx="1478">
                  <c:v>1385.1135224271</c:v>
                </c:pt>
                <c:pt idx="1479">
                  <c:v>1385.01783917441</c:v>
                </c:pt>
                <c:pt idx="1480">
                  <c:v>1385.20692726578</c:v>
                </c:pt>
                <c:pt idx="1481">
                  <c:v>1384.84039679142</c:v>
                </c:pt>
                <c:pt idx="1482">
                  <c:v>1384.94544321864</c:v>
                </c:pt>
                <c:pt idx="1483">
                  <c:v>1384.72221196033</c:v>
                </c:pt>
                <c:pt idx="1484">
                  <c:v>1384.29673750313</c:v>
                </c:pt>
                <c:pt idx="1485">
                  <c:v>1383.83143951312</c:v>
                </c:pt>
                <c:pt idx="1486">
                  <c:v>1383.84939583107</c:v>
                </c:pt>
                <c:pt idx="1487">
                  <c:v>1384.23495433089</c:v>
                </c:pt>
                <c:pt idx="1488">
                  <c:v>1384.89451046803</c:v>
                </c:pt>
                <c:pt idx="1489">
                  <c:v>1384.66413242749</c:v>
                </c:pt>
                <c:pt idx="1490">
                  <c:v>1384.7697182178</c:v>
                </c:pt>
                <c:pt idx="1491">
                  <c:v>1384.44585178793</c:v>
                </c:pt>
                <c:pt idx="1492">
                  <c:v>1384.54297003807</c:v>
                </c:pt>
                <c:pt idx="1493">
                  <c:v>1384.49200022009</c:v>
                </c:pt>
                <c:pt idx="1494">
                  <c:v>1384.47654464193</c:v>
                </c:pt>
                <c:pt idx="1495">
                  <c:v>1384.39196678936</c:v>
                </c:pt>
                <c:pt idx="1496">
                  <c:v>1387.05009925365</c:v>
                </c:pt>
                <c:pt idx="1497">
                  <c:v>1387.59625899067</c:v>
                </c:pt>
                <c:pt idx="1498">
                  <c:v>1388.44801087367</c:v>
                </c:pt>
                <c:pt idx="1499">
                  <c:v>1401.38766951375</c:v>
                </c:pt>
                <c:pt idx="1500">
                  <c:v>1358.92748188881</c:v>
                </c:pt>
                <c:pt idx="1501">
                  <c:v>1387.35827780405</c:v>
                </c:pt>
                <c:pt idx="1502">
                  <c:v>1376.40834226503</c:v>
                </c:pt>
                <c:pt idx="1503">
                  <c:v>1388.51685177399</c:v>
                </c:pt>
                <c:pt idx="1504">
                  <c:v>1390.76152011816</c:v>
                </c:pt>
                <c:pt idx="1505">
                  <c:v>1391.53543484342</c:v>
                </c:pt>
                <c:pt idx="1506">
                  <c:v>1392.20937512514</c:v>
                </c:pt>
                <c:pt idx="1507">
                  <c:v>1391.76737233925</c:v>
                </c:pt>
                <c:pt idx="1508">
                  <c:v>1391.9069777705</c:v>
                </c:pt>
                <c:pt idx="1509">
                  <c:v>1394.49699689647</c:v>
                </c:pt>
                <c:pt idx="1510">
                  <c:v>1394.72579052933</c:v>
                </c:pt>
                <c:pt idx="1511">
                  <c:v>1393.88264833294</c:v>
                </c:pt>
                <c:pt idx="1512">
                  <c:v>1395.1372877882</c:v>
                </c:pt>
                <c:pt idx="1513">
                  <c:v>1395.12609308965</c:v>
                </c:pt>
                <c:pt idx="1514">
                  <c:v>1394.82374666981</c:v>
                </c:pt>
                <c:pt idx="1515">
                  <c:v>1395.30205971444</c:v>
                </c:pt>
                <c:pt idx="1516">
                  <c:v>1393.27502675311</c:v>
                </c:pt>
                <c:pt idx="1517">
                  <c:v>1397.20753680024</c:v>
                </c:pt>
                <c:pt idx="1518">
                  <c:v>1397.48201932223</c:v>
                </c:pt>
                <c:pt idx="1519">
                  <c:v>1397.71896770782</c:v>
                </c:pt>
                <c:pt idx="1520">
                  <c:v>1398.24687582234</c:v>
                </c:pt>
                <c:pt idx="1521">
                  <c:v>1398.1588488534</c:v>
                </c:pt>
                <c:pt idx="1522">
                  <c:v>1398.09277429984</c:v>
                </c:pt>
                <c:pt idx="1523">
                  <c:v>1398.35395176075</c:v>
                </c:pt>
                <c:pt idx="1524">
                  <c:v>1398.13514687201</c:v>
                </c:pt>
                <c:pt idx="1525">
                  <c:v>1398.04846768467</c:v>
                </c:pt>
                <c:pt idx="1526">
                  <c:v>1400.17286690998</c:v>
                </c:pt>
                <c:pt idx="1527">
                  <c:v>1401.41292959303</c:v>
                </c:pt>
                <c:pt idx="1528">
                  <c:v>1397.21838561128</c:v>
                </c:pt>
                <c:pt idx="1529">
                  <c:v>1402.08220098533</c:v>
                </c:pt>
                <c:pt idx="1530">
                  <c:v>1404.80995623395</c:v>
                </c:pt>
                <c:pt idx="1531">
                  <c:v>1401.5657510975</c:v>
                </c:pt>
                <c:pt idx="1532">
                  <c:v>1395.72433062455</c:v>
                </c:pt>
                <c:pt idx="1533">
                  <c:v>1402.22435732388</c:v>
                </c:pt>
                <c:pt idx="1534">
                  <c:v>1400.1424283011</c:v>
                </c:pt>
                <c:pt idx="1535">
                  <c:v>1404.08026106922</c:v>
                </c:pt>
                <c:pt idx="1536">
                  <c:v>1405.02660762983</c:v>
                </c:pt>
                <c:pt idx="1537">
                  <c:v>1407.32591413894</c:v>
                </c:pt>
                <c:pt idx="1538">
                  <c:v>1407.44044349837</c:v>
                </c:pt>
                <c:pt idx="1539">
                  <c:v>1407.34519544471</c:v>
                </c:pt>
                <c:pt idx="1540">
                  <c:v>1407.7756719971</c:v>
                </c:pt>
                <c:pt idx="1541">
                  <c:v>1406.83206600635</c:v>
                </c:pt>
                <c:pt idx="1542">
                  <c:v>1406.97298142264</c:v>
                </c:pt>
                <c:pt idx="1543">
                  <c:v>1407.23942048026</c:v>
                </c:pt>
                <c:pt idx="1544">
                  <c:v>1408.16983725711</c:v>
                </c:pt>
                <c:pt idx="1545">
                  <c:v>1408.29725495304</c:v>
                </c:pt>
                <c:pt idx="1546">
                  <c:v>1409.27274459403</c:v>
                </c:pt>
                <c:pt idx="1547">
                  <c:v>1408.87354649015</c:v>
                </c:pt>
                <c:pt idx="1548">
                  <c:v>1408.76385405931</c:v>
                </c:pt>
                <c:pt idx="1549">
                  <c:v>1409.2786220549</c:v>
                </c:pt>
                <c:pt idx="1550">
                  <c:v>1410.11380661677</c:v>
                </c:pt>
                <c:pt idx="1551">
                  <c:v>1411.18454353798</c:v>
                </c:pt>
                <c:pt idx="1552">
                  <c:v>1413.47834073656</c:v>
                </c:pt>
                <c:pt idx="1553">
                  <c:v>1411.17535459917</c:v>
                </c:pt>
                <c:pt idx="1554">
                  <c:v>1414.21961107011</c:v>
                </c:pt>
                <c:pt idx="1555">
                  <c:v>1414.65015959874</c:v>
                </c:pt>
                <c:pt idx="1556">
                  <c:v>1415.7656920321</c:v>
                </c:pt>
                <c:pt idx="1557">
                  <c:v>1416.71071638242</c:v>
                </c:pt>
                <c:pt idx="1558">
                  <c:v>1417.19494458742</c:v>
                </c:pt>
                <c:pt idx="1559">
                  <c:v>1418.15259670229</c:v>
                </c:pt>
                <c:pt idx="1560">
                  <c:v>1412.86705932513</c:v>
                </c:pt>
                <c:pt idx="1561">
                  <c:v>1413.16839920429</c:v>
                </c:pt>
                <c:pt idx="1562">
                  <c:v>1413.61318151411</c:v>
                </c:pt>
                <c:pt idx="1563">
                  <c:v>1413.92164427374</c:v>
                </c:pt>
                <c:pt idx="1564">
                  <c:v>1413.9813423465</c:v>
                </c:pt>
                <c:pt idx="1565">
                  <c:v>1413.52396895487</c:v>
                </c:pt>
                <c:pt idx="1566">
                  <c:v>1413.63233479818</c:v>
                </c:pt>
                <c:pt idx="1567">
                  <c:v>1413.75392534493</c:v>
                </c:pt>
                <c:pt idx="1568">
                  <c:v>1413.95786636616</c:v>
                </c:pt>
                <c:pt idx="1569">
                  <c:v>1414.50578475705</c:v>
                </c:pt>
                <c:pt idx="1570">
                  <c:v>1415.28532384794</c:v>
                </c:pt>
                <c:pt idx="1571">
                  <c:v>1416.34183825397</c:v>
                </c:pt>
                <c:pt idx="1572">
                  <c:v>1415.63137965191</c:v>
                </c:pt>
                <c:pt idx="1573">
                  <c:v>1416.13101903058</c:v>
                </c:pt>
                <c:pt idx="1574">
                  <c:v>1416.34863726856</c:v>
                </c:pt>
                <c:pt idx="1575">
                  <c:v>1415.85898583469</c:v>
                </c:pt>
                <c:pt idx="1576">
                  <c:v>1416.35867710153</c:v>
                </c:pt>
                <c:pt idx="1577">
                  <c:v>1415.63540274774</c:v>
                </c:pt>
                <c:pt idx="1578">
                  <c:v>1415.73239994646</c:v>
                </c:pt>
                <c:pt idx="1579">
                  <c:v>1416.93164071211</c:v>
                </c:pt>
                <c:pt idx="1580">
                  <c:v>1416.56535695527</c:v>
                </c:pt>
                <c:pt idx="1581">
                  <c:v>1416.82297605827</c:v>
                </c:pt>
                <c:pt idx="1582">
                  <c:v>1416.76652245677</c:v>
                </c:pt>
                <c:pt idx="1583">
                  <c:v>1416.6106780932</c:v>
                </c:pt>
                <c:pt idx="1584">
                  <c:v>1416.37009406196</c:v>
                </c:pt>
                <c:pt idx="1585">
                  <c:v>1416.78972989811</c:v>
                </c:pt>
                <c:pt idx="1586">
                  <c:v>1417.02622918695</c:v>
                </c:pt>
                <c:pt idx="1587">
                  <c:v>1417.68266453961</c:v>
                </c:pt>
                <c:pt idx="1588">
                  <c:v>1418.1018448583</c:v>
                </c:pt>
                <c:pt idx="1589">
                  <c:v>1418.60686578627</c:v>
                </c:pt>
                <c:pt idx="1590">
                  <c:v>1418.9310505092</c:v>
                </c:pt>
                <c:pt idx="1591">
                  <c:v>1419.86057116546</c:v>
                </c:pt>
                <c:pt idx="1592">
                  <c:v>1418.74195536737</c:v>
                </c:pt>
                <c:pt idx="1593">
                  <c:v>1419.44043922193</c:v>
                </c:pt>
                <c:pt idx="1594">
                  <c:v>1419.08666689792</c:v>
                </c:pt>
                <c:pt idx="1595">
                  <c:v>1420.85987319928</c:v>
                </c:pt>
                <c:pt idx="1596">
                  <c:v>1420.38515175905</c:v>
                </c:pt>
                <c:pt idx="1597">
                  <c:v>1422.83253574292</c:v>
                </c:pt>
                <c:pt idx="1598">
                  <c:v>1421.59825687942</c:v>
                </c:pt>
                <c:pt idx="1599">
                  <c:v>1422.73944980039</c:v>
                </c:pt>
                <c:pt idx="1600">
                  <c:v>1423.39721175216</c:v>
                </c:pt>
                <c:pt idx="1601">
                  <c:v>1424.90942197064</c:v>
                </c:pt>
                <c:pt idx="1602">
                  <c:v>1425.63260961356</c:v>
                </c:pt>
                <c:pt idx="1603">
                  <c:v>1425.48636810912</c:v>
                </c:pt>
                <c:pt idx="1604">
                  <c:v>1425.8683950875</c:v>
                </c:pt>
                <c:pt idx="1605">
                  <c:v>1425.666824495</c:v>
                </c:pt>
                <c:pt idx="1606">
                  <c:v>1425.74353173842</c:v>
                </c:pt>
                <c:pt idx="1607">
                  <c:v>1426.3276431278</c:v>
                </c:pt>
                <c:pt idx="1608">
                  <c:v>1425.9582390973</c:v>
                </c:pt>
                <c:pt idx="1609">
                  <c:v>1426.13663486286</c:v>
                </c:pt>
                <c:pt idx="1610">
                  <c:v>1426.90735625613</c:v>
                </c:pt>
                <c:pt idx="1611">
                  <c:v>1426.67268889802</c:v>
                </c:pt>
                <c:pt idx="1612">
                  <c:v>1426.92064369209</c:v>
                </c:pt>
                <c:pt idx="1613">
                  <c:v>1426.52246073887</c:v>
                </c:pt>
                <c:pt idx="1614">
                  <c:v>1427.52253019393</c:v>
                </c:pt>
                <c:pt idx="1615">
                  <c:v>1427.81246133379</c:v>
                </c:pt>
                <c:pt idx="1616">
                  <c:v>1427.35110054493</c:v>
                </c:pt>
                <c:pt idx="1617">
                  <c:v>1427.03689242898</c:v>
                </c:pt>
                <c:pt idx="1618">
                  <c:v>1427.02415417331</c:v>
                </c:pt>
                <c:pt idx="1619">
                  <c:v>1428.26906044871</c:v>
                </c:pt>
                <c:pt idx="1620">
                  <c:v>1430.14310482557</c:v>
                </c:pt>
                <c:pt idx="1621">
                  <c:v>1429.9690443106</c:v>
                </c:pt>
                <c:pt idx="1622">
                  <c:v>1430.68147238955</c:v>
                </c:pt>
                <c:pt idx="1623">
                  <c:v>1430.75661921085</c:v>
                </c:pt>
                <c:pt idx="1624">
                  <c:v>1430.79834940216</c:v>
                </c:pt>
                <c:pt idx="1625">
                  <c:v>1430.97199459252</c:v>
                </c:pt>
                <c:pt idx="1626">
                  <c:v>1430.97278830681</c:v>
                </c:pt>
                <c:pt idx="1627">
                  <c:v>1431.15537046132</c:v>
                </c:pt>
                <c:pt idx="1628">
                  <c:v>1430.9861043055</c:v>
                </c:pt>
                <c:pt idx="1629">
                  <c:v>1428.11959823587</c:v>
                </c:pt>
                <c:pt idx="1630">
                  <c:v>1429.63823882822</c:v>
                </c:pt>
                <c:pt idx="1631">
                  <c:v>1431.79376541782</c:v>
                </c:pt>
                <c:pt idx="1632">
                  <c:v>1428.68814077479</c:v>
                </c:pt>
                <c:pt idx="1633">
                  <c:v>1429.05485597655</c:v>
                </c:pt>
                <c:pt idx="1634">
                  <c:v>1430.07665214071</c:v>
                </c:pt>
                <c:pt idx="1635">
                  <c:v>1430.6416492652</c:v>
                </c:pt>
                <c:pt idx="1636">
                  <c:v>1430.69274018399</c:v>
                </c:pt>
                <c:pt idx="1637">
                  <c:v>1431.04789205569</c:v>
                </c:pt>
                <c:pt idx="1638">
                  <c:v>1431.20097211687</c:v>
                </c:pt>
                <c:pt idx="1639">
                  <c:v>1431.11275024464</c:v>
                </c:pt>
                <c:pt idx="1640">
                  <c:v>1431.28854967429</c:v>
                </c:pt>
                <c:pt idx="1641">
                  <c:v>1431.44138202155</c:v>
                </c:pt>
                <c:pt idx="1642">
                  <c:v>1431.15174441751</c:v>
                </c:pt>
                <c:pt idx="1643">
                  <c:v>1430.98008097652</c:v>
                </c:pt>
                <c:pt idx="1644">
                  <c:v>1432.08075653663</c:v>
                </c:pt>
                <c:pt idx="1645">
                  <c:v>1433.26038326963</c:v>
                </c:pt>
                <c:pt idx="1646">
                  <c:v>1434.02569754591</c:v>
                </c:pt>
                <c:pt idx="1647">
                  <c:v>1434.66139493267</c:v>
                </c:pt>
                <c:pt idx="1648">
                  <c:v>1435.98767662316</c:v>
                </c:pt>
                <c:pt idx="1649">
                  <c:v>1437.01119056029</c:v>
                </c:pt>
                <c:pt idx="1650">
                  <c:v>1437.29727367651</c:v>
                </c:pt>
                <c:pt idx="1651">
                  <c:v>1437.38389380972</c:v>
                </c:pt>
                <c:pt idx="1652">
                  <c:v>1437.47838877737</c:v>
                </c:pt>
                <c:pt idx="1653">
                  <c:v>1437.6388786812</c:v>
                </c:pt>
                <c:pt idx="1654">
                  <c:v>1436.91659351726</c:v>
                </c:pt>
                <c:pt idx="1655">
                  <c:v>1437.89108478483</c:v>
                </c:pt>
                <c:pt idx="1656">
                  <c:v>1438.00343549404</c:v>
                </c:pt>
                <c:pt idx="1657">
                  <c:v>1437.98014256265</c:v>
                </c:pt>
                <c:pt idx="1658">
                  <c:v>1438.92509955627</c:v>
                </c:pt>
                <c:pt idx="1659">
                  <c:v>1439.85562182784</c:v>
                </c:pt>
                <c:pt idx="1660">
                  <c:v>1440.36761903225</c:v>
                </c:pt>
                <c:pt idx="1661">
                  <c:v>1439.83603231308</c:v>
                </c:pt>
                <c:pt idx="1662">
                  <c:v>1440.16060997511</c:v>
                </c:pt>
                <c:pt idx="1663">
                  <c:v>1440.85688883875</c:v>
                </c:pt>
                <c:pt idx="1664">
                  <c:v>1441.59400729374</c:v>
                </c:pt>
                <c:pt idx="1665">
                  <c:v>1441.88534738156</c:v>
                </c:pt>
                <c:pt idx="1666">
                  <c:v>1441.95733091644</c:v>
                </c:pt>
                <c:pt idx="1667">
                  <c:v>1439.77344484513</c:v>
                </c:pt>
                <c:pt idx="1668">
                  <c:v>1441.18448077988</c:v>
                </c:pt>
                <c:pt idx="1669">
                  <c:v>1444.83385645305</c:v>
                </c:pt>
                <c:pt idx="1670">
                  <c:v>1446.67320988931</c:v>
                </c:pt>
                <c:pt idx="1671">
                  <c:v>1436.83551153285</c:v>
                </c:pt>
                <c:pt idx="1672">
                  <c:v>1416.62425872553</c:v>
                </c:pt>
                <c:pt idx="1673">
                  <c:v>1440.99181216136</c:v>
                </c:pt>
                <c:pt idx="1674">
                  <c:v>1446.03531877117</c:v>
                </c:pt>
                <c:pt idx="1675">
                  <c:v>1444.55839167285</c:v>
                </c:pt>
                <c:pt idx="1676">
                  <c:v>1444.53463078715</c:v>
                </c:pt>
                <c:pt idx="1677">
                  <c:v>1443.88513086623</c:v>
                </c:pt>
                <c:pt idx="1678">
                  <c:v>1446.90399893842</c:v>
                </c:pt>
                <c:pt idx="1679">
                  <c:v>1450.8203503682</c:v>
                </c:pt>
                <c:pt idx="1680">
                  <c:v>1446.58950165295</c:v>
                </c:pt>
                <c:pt idx="1681">
                  <c:v>1436.50225934901</c:v>
                </c:pt>
                <c:pt idx="1682">
                  <c:v>1444.7807412286</c:v>
                </c:pt>
                <c:pt idx="1683">
                  <c:v>1433.9558519339</c:v>
                </c:pt>
                <c:pt idx="1684">
                  <c:v>1443.63145871152</c:v>
                </c:pt>
                <c:pt idx="1685">
                  <c:v>1445.34379992919</c:v>
                </c:pt>
                <c:pt idx="1686">
                  <c:v>1445.05128468887</c:v>
                </c:pt>
                <c:pt idx="1687">
                  <c:v>1445.56198422134</c:v>
                </c:pt>
                <c:pt idx="1688">
                  <c:v>1446.32782349918</c:v>
                </c:pt>
                <c:pt idx="1689">
                  <c:v>1447.14167801664</c:v>
                </c:pt>
                <c:pt idx="1690">
                  <c:v>1447.07554649274</c:v>
                </c:pt>
                <c:pt idx="1691">
                  <c:v>1447.93991977764</c:v>
                </c:pt>
                <c:pt idx="1692">
                  <c:v>1448.28595094401</c:v>
                </c:pt>
                <c:pt idx="1693">
                  <c:v>1449.85349840952</c:v>
                </c:pt>
                <c:pt idx="1694">
                  <c:v>1447.67969874657</c:v>
                </c:pt>
                <c:pt idx="1695">
                  <c:v>1450.2169529251</c:v>
                </c:pt>
                <c:pt idx="1696">
                  <c:v>1452.72496436378</c:v>
                </c:pt>
                <c:pt idx="1697">
                  <c:v>1449.04712592837</c:v>
                </c:pt>
                <c:pt idx="1698">
                  <c:v>1452.6825141916</c:v>
                </c:pt>
                <c:pt idx="1699">
                  <c:v>1454.38358200975</c:v>
                </c:pt>
                <c:pt idx="1700">
                  <c:v>1455.40523826202</c:v>
                </c:pt>
                <c:pt idx="1701">
                  <c:v>1459.06718929345</c:v>
                </c:pt>
                <c:pt idx="1702">
                  <c:v>1460.67536025274</c:v>
                </c:pt>
                <c:pt idx="1703">
                  <c:v>1460.73185566611</c:v>
                </c:pt>
                <c:pt idx="1704">
                  <c:v>1460.28136202614</c:v>
                </c:pt>
                <c:pt idx="1705">
                  <c:v>1459.54108847609</c:v>
                </c:pt>
                <c:pt idx="1706">
                  <c:v>1460.2537697625</c:v>
                </c:pt>
                <c:pt idx="1707">
                  <c:v>1461.83384179393</c:v>
                </c:pt>
                <c:pt idx="1708">
                  <c:v>1459.09551908164</c:v>
                </c:pt>
                <c:pt idx="1709">
                  <c:v>1459.12019475894</c:v>
                </c:pt>
                <c:pt idx="1710">
                  <c:v>1454.99324600566</c:v>
                </c:pt>
                <c:pt idx="1711">
                  <c:v>1458.77603242904</c:v>
                </c:pt>
                <c:pt idx="1712">
                  <c:v>1461.32697746501</c:v>
                </c:pt>
                <c:pt idx="1713">
                  <c:v>1461.06301075059</c:v>
                </c:pt>
                <c:pt idx="1714">
                  <c:v>1461.21375416276</c:v>
                </c:pt>
                <c:pt idx="1715">
                  <c:v>1462.67761841599</c:v>
                </c:pt>
                <c:pt idx="1716">
                  <c:v>1463.14483307288</c:v>
                </c:pt>
                <c:pt idx="1717">
                  <c:v>1458.51212443493</c:v>
                </c:pt>
                <c:pt idx="1718">
                  <c:v>1466.16895836247</c:v>
                </c:pt>
                <c:pt idx="1719">
                  <c:v>1467.04423967548</c:v>
                </c:pt>
                <c:pt idx="1720">
                  <c:v>1454.28979001594</c:v>
                </c:pt>
                <c:pt idx="1721">
                  <c:v>1472.80922615027</c:v>
                </c:pt>
                <c:pt idx="1722">
                  <c:v>1469.30449248348</c:v>
                </c:pt>
                <c:pt idx="1723">
                  <c:v>1464.64205651778</c:v>
                </c:pt>
                <c:pt idx="1724">
                  <c:v>1467.23193175754</c:v>
                </c:pt>
                <c:pt idx="1725">
                  <c:v>1468.72688545031</c:v>
                </c:pt>
                <c:pt idx="1726">
                  <c:v>1470.38353175544</c:v>
                </c:pt>
                <c:pt idx="1727">
                  <c:v>1471.75460122914</c:v>
                </c:pt>
                <c:pt idx="1728">
                  <c:v>1469.56893684755</c:v>
                </c:pt>
                <c:pt idx="1729">
                  <c:v>1469.61535561867</c:v>
                </c:pt>
                <c:pt idx="1730">
                  <c:v>1469.64955698161</c:v>
                </c:pt>
                <c:pt idx="1731">
                  <c:v>1470.00955304077</c:v>
                </c:pt>
                <c:pt idx="1732">
                  <c:v>1470.56786363729</c:v>
                </c:pt>
                <c:pt idx="1733">
                  <c:v>1471.39145981034</c:v>
                </c:pt>
                <c:pt idx="1734">
                  <c:v>1472.31360907627</c:v>
                </c:pt>
                <c:pt idx="1735">
                  <c:v>1471.73804260637</c:v>
                </c:pt>
                <c:pt idx="1736">
                  <c:v>1472.02936304162</c:v>
                </c:pt>
                <c:pt idx="1737">
                  <c:v>1472.29607532312</c:v>
                </c:pt>
                <c:pt idx="1738">
                  <c:v>1472.16484347328</c:v>
                </c:pt>
                <c:pt idx="1739">
                  <c:v>1472.5268138138</c:v>
                </c:pt>
                <c:pt idx="1740">
                  <c:v>1474.12193719449</c:v>
                </c:pt>
                <c:pt idx="1741">
                  <c:v>1475.14641399057</c:v>
                </c:pt>
                <c:pt idx="1742">
                  <c:v>1474.36144091044</c:v>
                </c:pt>
                <c:pt idx="1743">
                  <c:v>1474.46291089469</c:v>
                </c:pt>
                <c:pt idx="1744">
                  <c:v>1474.83214676259</c:v>
                </c:pt>
                <c:pt idx="1745">
                  <c:v>1475.2239648485</c:v>
                </c:pt>
                <c:pt idx="1746">
                  <c:v>1475.32124626547</c:v>
                </c:pt>
                <c:pt idx="1747">
                  <c:v>1475.93818891937</c:v>
                </c:pt>
                <c:pt idx="1748">
                  <c:v>1476.14078878977</c:v>
                </c:pt>
                <c:pt idx="1749">
                  <c:v>1475.9704545157</c:v>
                </c:pt>
                <c:pt idx="1750">
                  <c:v>1476.28959250627</c:v>
                </c:pt>
                <c:pt idx="1751">
                  <c:v>1475.30134574549</c:v>
                </c:pt>
                <c:pt idx="1752">
                  <c:v>1476.621901847</c:v>
                </c:pt>
                <c:pt idx="1753">
                  <c:v>1477.82389230055</c:v>
                </c:pt>
                <c:pt idx="1754">
                  <c:v>1476.67579409364</c:v>
                </c:pt>
                <c:pt idx="1755">
                  <c:v>1476.89869182936</c:v>
                </c:pt>
                <c:pt idx="1756">
                  <c:v>1476.95457108708</c:v>
                </c:pt>
                <c:pt idx="1757">
                  <c:v>1476.89445226406</c:v>
                </c:pt>
                <c:pt idx="1758">
                  <c:v>1477.65227997017</c:v>
                </c:pt>
                <c:pt idx="1759">
                  <c:v>1477.69857223494</c:v>
                </c:pt>
                <c:pt idx="1760">
                  <c:v>1478.11501572401</c:v>
                </c:pt>
                <c:pt idx="1761">
                  <c:v>1478.21853541611</c:v>
                </c:pt>
                <c:pt idx="1762">
                  <c:v>1478.07956556964</c:v>
                </c:pt>
                <c:pt idx="1763">
                  <c:v>1478.60150983211</c:v>
                </c:pt>
                <c:pt idx="1764">
                  <c:v>1478.38423299603</c:v>
                </c:pt>
                <c:pt idx="1765">
                  <c:v>1479.39621212665</c:v>
                </c:pt>
                <c:pt idx="1766">
                  <c:v>1479.76058843348</c:v>
                </c:pt>
                <c:pt idx="1767">
                  <c:v>1479.62888112483</c:v>
                </c:pt>
                <c:pt idx="1768">
                  <c:v>1480.30646432667</c:v>
                </c:pt>
                <c:pt idx="1769">
                  <c:v>1480.60042596185</c:v>
                </c:pt>
                <c:pt idx="1770">
                  <c:v>1480.16341385625</c:v>
                </c:pt>
                <c:pt idx="1771">
                  <c:v>1481.28001614403</c:v>
                </c:pt>
                <c:pt idx="1772">
                  <c:v>1480.588448356</c:v>
                </c:pt>
                <c:pt idx="1773">
                  <c:v>1480.63083356348</c:v>
                </c:pt>
                <c:pt idx="1774">
                  <c:v>1480.3813516976</c:v>
                </c:pt>
                <c:pt idx="1775">
                  <c:v>1481.03654492083</c:v>
                </c:pt>
                <c:pt idx="1776">
                  <c:v>1481.08095734887</c:v>
                </c:pt>
                <c:pt idx="1777">
                  <c:v>1481.23715309631</c:v>
                </c:pt>
                <c:pt idx="1778">
                  <c:v>1480.92957339117</c:v>
                </c:pt>
                <c:pt idx="1779">
                  <c:v>1481.10418034952</c:v>
                </c:pt>
                <c:pt idx="1780">
                  <c:v>1480.32773980685</c:v>
                </c:pt>
                <c:pt idx="1781">
                  <c:v>1477.03938773963</c:v>
                </c:pt>
                <c:pt idx="1782">
                  <c:v>1481.50460996657</c:v>
                </c:pt>
                <c:pt idx="1783">
                  <c:v>1480.36844516459</c:v>
                </c:pt>
                <c:pt idx="1784">
                  <c:v>1479.72784691618</c:v>
                </c:pt>
                <c:pt idx="1785">
                  <c:v>1480.59507960472</c:v>
                </c:pt>
                <c:pt idx="1786">
                  <c:v>1480.91417790964</c:v>
                </c:pt>
                <c:pt idx="1787">
                  <c:v>1480.47127926746</c:v>
                </c:pt>
                <c:pt idx="1788">
                  <c:v>1480.79493508561</c:v>
                </c:pt>
                <c:pt idx="1789">
                  <c:v>1480.18407830486</c:v>
                </c:pt>
                <c:pt idx="1790">
                  <c:v>1480.66411579304</c:v>
                </c:pt>
                <c:pt idx="1791">
                  <c:v>1480.95406488736</c:v>
                </c:pt>
                <c:pt idx="1792">
                  <c:v>1481.38695767532</c:v>
                </c:pt>
                <c:pt idx="1793">
                  <c:v>1481.34312936154</c:v>
                </c:pt>
                <c:pt idx="1794">
                  <c:v>1481.91354882109</c:v>
                </c:pt>
                <c:pt idx="1795">
                  <c:v>1482.38313967372</c:v>
                </c:pt>
                <c:pt idx="1796">
                  <c:v>1482.16054183954</c:v>
                </c:pt>
                <c:pt idx="1797">
                  <c:v>1482.47116129264</c:v>
                </c:pt>
                <c:pt idx="1798">
                  <c:v>1482.45807822695</c:v>
                </c:pt>
                <c:pt idx="1799">
                  <c:v>1483.2520036843</c:v>
                </c:pt>
                <c:pt idx="1800">
                  <c:v>1483.63369028831</c:v>
                </c:pt>
                <c:pt idx="1801">
                  <c:v>1484.26833541363</c:v>
                </c:pt>
                <c:pt idx="1802">
                  <c:v>1483.55131981055</c:v>
                </c:pt>
                <c:pt idx="1803">
                  <c:v>1483.797385142</c:v>
                </c:pt>
                <c:pt idx="1804">
                  <c:v>1483.72942123297</c:v>
                </c:pt>
                <c:pt idx="1805">
                  <c:v>1483.76372889743</c:v>
                </c:pt>
                <c:pt idx="1806">
                  <c:v>1484.70991352348</c:v>
                </c:pt>
                <c:pt idx="1807">
                  <c:v>1484.74951209303</c:v>
                </c:pt>
                <c:pt idx="1808">
                  <c:v>1484.53087485986</c:v>
                </c:pt>
                <c:pt idx="1809">
                  <c:v>1485.81051878163</c:v>
                </c:pt>
                <c:pt idx="1810">
                  <c:v>1485.9633350331</c:v>
                </c:pt>
                <c:pt idx="1811">
                  <c:v>1484.92390815413</c:v>
                </c:pt>
                <c:pt idx="1812">
                  <c:v>1473.69224168692</c:v>
                </c:pt>
                <c:pt idx="1813">
                  <c:v>1477.78586791287</c:v>
                </c:pt>
                <c:pt idx="1814">
                  <c:v>1474.60961919022</c:v>
                </c:pt>
                <c:pt idx="1815">
                  <c:v>1477.58361347386</c:v>
                </c:pt>
                <c:pt idx="1816">
                  <c:v>1483.09944382696</c:v>
                </c:pt>
                <c:pt idx="1817">
                  <c:v>1482.55475369387</c:v>
                </c:pt>
                <c:pt idx="1818">
                  <c:v>1483.3696740643</c:v>
                </c:pt>
                <c:pt idx="1819">
                  <c:v>1483.04382384317</c:v>
                </c:pt>
                <c:pt idx="1820">
                  <c:v>1482.82331382277</c:v>
                </c:pt>
                <c:pt idx="1821">
                  <c:v>1485.49881267692</c:v>
                </c:pt>
                <c:pt idx="1822">
                  <c:v>1485.09833914779</c:v>
                </c:pt>
                <c:pt idx="1823">
                  <c:v>1485.64686118177</c:v>
                </c:pt>
                <c:pt idx="1824">
                  <c:v>1484.37794881821</c:v>
                </c:pt>
                <c:pt idx="1825">
                  <c:v>1486.00657627951</c:v>
                </c:pt>
                <c:pt idx="1826">
                  <c:v>1488.79402965093</c:v>
                </c:pt>
                <c:pt idx="1827">
                  <c:v>1492.15169654138</c:v>
                </c:pt>
                <c:pt idx="1828">
                  <c:v>1492.45547738792</c:v>
                </c:pt>
                <c:pt idx="1829">
                  <c:v>1493.14579735951</c:v>
                </c:pt>
                <c:pt idx="1830">
                  <c:v>1494.54633774106</c:v>
                </c:pt>
                <c:pt idx="1831">
                  <c:v>1493.10461009547</c:v>
                </c:pt>
                <c:pt idx="1832">
                  <c:v>1493.38865737216</c:v>
                </c:pt>
                <c:pt idx="1833">
                  <c:v>1493.16405843605</c:v>
                </c:pt>
                <c:pt idx="1834">
                  <c:v>1492.9472630256</c:v>
                </c:pt>
                <c:pt idx="1835">
                  <c:v>1493.32858823861</c:v>
                </c:pt>
                <c:pt idx="1836">
                  <c:v>1493.48191768129</c:v>
                </c:pt>
                <c:pt idx="1837">
                  <c:v>1494.10011349347</c:v>
                </c:pt>
                <c:pt idx="1838">
                  <c:v>1494.08443606852</c:v>
                </c:pt>
                <c:pt idx="1839">
                  <c:v>1495.14331118778</c:v>
                </c:pt>
                <c:pt idx="1840">
                  <c:v>1495.26681268593</c:v>
                </c:pt>
                <c:pt idx="1841">
                  <c:v>1494.33493725308</c:v>
                </c:pt>
                <c:pt idx="1842">
                  <c:v>1495.01752653405</c:v>
                </c:pt>
                <c:pt idx="1843">
                  <c:v>1494.29397420072</c:v>
                </c:pt>
                <c:pt idx="1844">
                  <c:v>1495.15971354413</c:v>
                </c:pt>
                <c:pt idx="1845">
                  <c:v>1496.12727703283</c:v>
                </c:pt>
                <c:pt idx="1846">
                  <c:v>1497.23564276998</c:v>
                </c:pt>
                <c:pt idx="1847">
                  <c:v>1498.73800153776</c:v>
                </c:pt>
                <c:pt idx="1848">
                  <c:v>1498.92267446869</c:v>
                </c:pt>
                <c:pt idx="1849">
                  <c:v>1499.10096440261</c:v>
                </c:pt>
                <c:pt idx="1850">
                  <c:v>1501.25898800659</c:v>
                </c:pt>
                <c:pt idx="1851">
                  <c:v>1501.39459704524</c:v>
                </c:pt>
                <c:pt idx="1852">
                  <c:v>1500.63862568567</c:v>
                </c:pt>
                <c:pt idx="1853">
                  <c:v>1501.28041695232</c:v>
                </c:pt>
                <c:pt idx="1854">
                  <c:v>1502.18172881081</c:v>
                </c:pt>
                <c:pt idx="1855">
                  <c:v>1502.27416832217</c:v>
                </c:pt>
                <c:pt idx="1856">
                  <c:v>1502.26587426027</c:v>
                </c:pt>
                <c:pt idx="1857">
                  <c:v>1502.27018875493</c:v>
                </c:pt>
                <c:pt idx="1858">
                  <c:v>1502.40245277155</c:v>
                </c:pt>
                <c:pt idx="1859">
                  <c:v>1502.61730641538</c:v>
                </c:pt>
                <c:pt idx="1860">
                  <c:v>1503.35883948089</c:v>
                </c:pt>
                <c:pt idx="1861">
                  <c:v>1504.50694599424</c:v>
                </c:pt>
                <c:pt idx="1862">
                  <c:v>1504.61022824673</c:v>
                </c:pt>
                <c:pt idx="1863">
                  <c:v>1506.27421858618</c:v>
                </c:pt>
                <c:pt idx="1864">
                  <c:v>1507.00708791114</c:v>
                </c:pt>
                <c:pt idx="1865">
                  <c:v>1506.89755863225</c:v>
                </c:pt>
                <c:pt idx="1866">
                  <c:v>1506.97199784492</c:v>
                </c:pt>
                <c:pt idx="1867">
                  <c:v>1507.40700913105</c:v>
                </c:pt>
                <c:pt idx="1868">
                  <c:v>1507.73480147404</c:v>
                </c:pt>
                <c:pt idx="1869">
                  <c:v>1507.97332597238</c:v>
                </c:pt>
                <c:pt idx="1870">
                  <c:v>1507.54296712704</c:v>
                </c:pt>
                <c:pt idx="1871">
                  <c:v>1505.30269915056</c:v>
                </c:pt>
                <c:pt idx="1872">
                  <c:v>1503.71644453086</c:v>
                </c:pt>
                <c:pt idx="1873">
                  <c:v>1503.9370102336</c:v>
                </c:pt>
                <c:pt idx="1874">
                  <c:v>1507.7996757804</c:v>
                </c:pt>
                <c:pt idx="1875">
                  <c:v>1509.10806100156</c:v>
                </c:pt>
                <c:pt idx="1876">
                  <c:v>1510.76646508173</c:v>
                </c:pt>
                <c:pt idx="1877">
                  <c:v>1509.94464379882</c:v>
                </c:pt>
                <c:pt idx="1878">
                  <c:v>1510.10468838331</c:v>
                </c:pt>
                <c:pt idx="1879">
                  <c:v>1511.85496217563</c:v>
                </c:pt>
                <c:pt idx="1880">
                  <c:v>1508.97564448857</c:v>
                </c:pt>
                <c:pt idx="1881">
                  <c:v>1506.41986862356</c:v>
                </c:pt>
                <c:pt idx="1882">
                  <c:v>1512.61033974893</c:v>
                </c:pt>
                <c:pt idx="1883">
                  <c:v>1512.36477780344</c:v>
                </c:pt>
                <c:pt idx="1884">
                  <c:v>1512.10717364343</c:v>
                </c:pt>
                <c:pt idx="1885">
                  <c:v>1512.61410538994</c:v>
                </c:pt>
                <c:pt idx="1886">
                  <c:v>1512.79805050495</c:v>
                </c:pt>
                <c:pt idx="1887">
                  <c:v>1513.30630138638</c:v>
                </c:pt>
                <c:pt idx="1888">
                  <c:v>1504.26589136028</c:v>
                </c:pt>
                <c:pt idx="1889">
                  <c:v>1513.35824964121</c:v>
                </c:pt>
                <c:pt idx="1890">
                  <c:v>1515.68963611896</c:v>
                </c:pt>
                <c:pt idx="1891">
                  <c:v>1515.94800842446</c:v>
                </c:pt>
                <c:pt idx="1892">
                  <c:v>1515.90386714949</c:v>
                </c:pt>
                <c:pt idx="1893">
                  <c:v>1516.43935525021</c:v>
                </c:pt>
                <c:pt idx="1894">
                  <c:v>1518.31537779788</c:v>
                </c:pt>
                <c:pt idx="1895">
                  <c:v>1518.11865742703</c:v>
                </c:pt>
                <c:pt idx="1896">
                  <c:v>1517.14289619388</c:v>
                </c:pt>
                <c:pt idx="1897">
                  <c:v>1517.78275767641</c:v>
                </c:pt>
                <c:pt idx="1898">
                  <c:v>1518.29501182788</c:v>
                </c:pt>
                <c:pt idx="1899">
                  <c:v>1518.14532783894</c:v>
                </c:pt>
                <c:pt idx="1900">
                  <c:v>1518.11207902402</c:v>
                </c:pt>
                <c:pt idx="1901">
                  <c:v>1518.00731120849</c:v>
                </c:pt>
                <c:pt idx="1902">
                  <c:v>1518.74750945002</c:v>
                </c:pt>
                <c:pt idx="1903">
                  <c:v>1519.46516454786</c:v>
                </c:pt>
                <c:pt idx="1904">
                  <c:v>1520.06227065958</c:v>
                </c:pt>
                <c:pt idx="1905">
                  <c:v>1520.00554233152</c:v>
                </c:pt>
                <c:pt idx="1906">
                  <c:v>1521.00130393481</c:v>
                </c:pt>
                <c:pt idx="1907">
                  <c:v>1522.38124873834</c:v>
                </c:pt>
                <c:pt idx="1908">
                  <c:v>1523.7322934615</c:v>
                </c:pt>
                <c:pt idx="1909">
                  <c:v>1521.21530372898</c:v>
                </c:pt>
                <c:pt idx="1910">
                  <c:v>1523.38580256823</c:v>
                </c:pt>
                <c:pt idx="1911">
                  <c:v>1524.40496165982</c:v>
                </c:pt>
                <c:pt idx="1912">
                  <c:v>1524.9687490325</c:v>
                </c:pt>
                <c:pt idx="1913">
                  <c:v>1526.73651484382</c:v>
                </c:pt>
                <c:pt idx="1914">
                  <c:v>1527.00202082855</c:v>
                </c:pt>
                <c:pt idx="1915">
                  <c:v>1526.64395239856</c:v>
                </c:pt>
                <c:pt idx="1916">
                  <c:v>1526.73244619414</c:v>
                </c:pt>
                <c:pt idx="1917">
                  <c:v>1527.74025431261</c:v>
                </c:pt>
                <c:pt idx="1918">
                  <c:v>1528.64198084117</c:v>
                </c:pt>
                <c:pt idx="1919">
                  <c:v>1527.32361466324</c:v>
                </c:pt>
                <c:pt idx="1920">
                  <c:v>1528.8512404426</c:v>
                </c:pt>
                <c:pt idx="1921">
                  <c:v>1528.69720342437</c:v>
                </c:pt>
                <c:pt idx="1922">
                  <c:v>1528.48251822422</c:v>
                </c:pt>
                <c:pt idx="1923">
                  <c:v>1529.64696357613</c:v>
                </c:pt>
                <c:pt idx="1924">
                  <c:v>1528.66334360288</c:v>
                </c:pt>
                <c:pt idx="1925">
                  <c:v>1529.11171966784</c:v>
                </c:pt>
                <c:pt idx="1926">
                  <c:v>1529.39274874276</c:v>
                </c:pt>
                <c:pt idx="1927">
                  <c:v>1529.67547569119</c:v>
                </c:pt>
                <c:pt idx="1928">
                  <c:v>1529.98277374814</c:v>
                </c:pt>
                <c:pt idx="1929">
                  <c:v>1530.30147537874</c:v>
                </c:pt>
                <c:pt idx="1930">
                  <c:v>1530.65973846695</c:v>
                </c:pt>
                <c:pt idx="1931">
                  <c:v>1531.22532948909</c:v>
                </c:pt>
                <c:pt idx="1932">
                  <c:v>1531.16884892097</c:v>
                </c:pt>
                <c:pt idx="1933">
                  <c:v>1530.81595717577</c:v>
                </c:pt>
                <c:pt idx="1934">
                  <c:v>1530.96373476386</c:v>
                </c:pt>
                <c:pt idx="1935">
                  <c:v>1531.43953666836</c:v>
                </c:pt>
                <c:pt idx="1936">
                  <c:v>1531.43226244471</c:v>
                </c:pt>
                <c:pt idx="1937">
                  <c:v>1531.18925428769</c:v>
                </c:pt>
                <c:pt idx="1938">
                  <c:v>1531.00785520165</c:v>
                </c:pt>
                <c:pt idx="1939">
                  <c:v>1531.26989974144</c:v>
                </c:pt>
                <c:pt idx="1940">
                  <c:v>1531.71827317946</c:v>
                </c:pt>
                <c:pt idx="1941">
                  <c:v>1531.25738277219</c:v>
                </c:pt>
                <c:pt idx="1942">
                  <c:v>1531.69539909335</c:v>
                </c:pt>
                <c:pt idx="1943">
                  <c:v>1532.02214710646</c:v>
                </c:pt>
                <c:pt idx="1944">
                  <c:v>1532.03302645955</c:v>
                </c:pt>
                <c:pt idx="1945">
                  <c:v>1531.97240245602</c:v>
                </c:pt>
                <c:pt idx="1946">
                  <c:v>1532.17367662596</c:v>
                </c:pt>
                <c:pt idx="1947">
                  <c:v>1532.5218214943</c:v>
                </c:pt>
                <c:pt idx="1948">
                  <c:v>1532.66911085221</c:v>
                </c:pt>
                <c:pt idx="1949">
                  <c:v>1532.95100312485</c:v>
                </c:pt>
                <c:pt idx="1950">
                  <c:v>1532.50396072347</c:v>
                </c:pt>
                <c:pt idx="1951">
                  <c:v>1533.30897776622</c:v>
                </c:pt>
                <c:pt idx="1952">
                  <c:v>1534.52195057341</c:v>
                </c:pt>
                <c:pt idx="1953">
                  <c:v>1534.1406512573</c:v>
                </c:pt>
                <c:pt idx="1954">
                  <c:v>1533.89565823399</c:v>
                </c:pt>
                <c:pt idx="1955">
                  <c:v>1534.11934515509</c:v>
                </c:pt>
                <c:pt idx="1956">
                  <c:v>1534.27570984342</c:v>
                </c:pt>
                <c:pt idx="1957">
                  <c:v>1535.05419889816</c:v>
                </c:pt>
                <c:pt idx="1958">
                  <c:v>1534.97931593865</c:v>
                </c:pt>
                <c:pt idx="1959">
                  <c:v>1536.00650952781</c:v>
                </c:pt>
                <c:pt idx="1960">
                  <c:v>1535.09929863701</c:v>
                </c:pt>
                <c:pt idx="1961">
                  <c:v>1535.3332061534</c:v>
                </c:pt>
                <c:pt idx="1962">
                  <c:v>1536.10840355437</c:v>
                </c:pt>
                <c:pt idx="1963">
                  <c:v>1537.16735396695</c:v>
                </c:pt>
                <c:pt idx="1964">
                  <c:v>1536.7425229261</c:v>
                </c:pt>
                <c:pt idx="1965">
                  <c:v>1537.40803265359</c:v>
                </c:pt>
                <c:pt idx="1966">
                  <c:v>1537.46594834023</c:v>
                </c:pt>
                <c:pt idx="1967">
                  <c:v>1538.3012393249</c:v>
                </c:pt>
                <c:pt idx="1968">
                  <c:v>1538.61116704156</c:v>
                </c:pt>
                <c:pt idx="1969">
                  <c:v>1538.74144656203</c:v>
                </c:pt>
                <c:pt idx="1970">
                  <c:v>1538.89967731162</c:v>
                </c:pt>
                <c:pt idx="1971">
                  <c:v>1539.59716296756</c:v>
                </c:pt>
                <c:pt idx="1972">
                  <c:v>1540.09764148595</c:v>
                </c:pt>
                <c:pt idx="1973">
                  <c:v>1540.38091963254</c:v>
                </c:pt>
                <c:pt idx="1974">
                  <c:v>1540.09764067724</c:v>
                </c:pt>
                <c:pt idx="1975">
                  <c:v>1540.4446052193</c:v>
                </c:pt>
                <c:pt idx="1976">
                  <c:v>1541.85987188676</c:v>
                </c:pt>
                <c:pt idx="1977">
                  <c:v>1541.97226190215</c:v>
                </c:pt>
                <c:pt idx="1978">
                  <c:v>1543.13994499827</c:v>
                </c:pt>
                <c:pt idx="1979">
                  <c:v>1543.60419118284</c:v>
                </c:pt>
                <c:pt idx="1980">
                  <c:v>1542.42308706155</c:v>
                </c:pt>
                <c:pt idx="1981">
                  <c:v>1543.70026399626</c:v>
                </c:pt>
                <c:pt idx="1982">
                  <c:v>1544.49987120281</c:v>
                </c:pt>
                <c:pt idx="1983">
                  <c:v>1544.41723128922</c:v>
                </c:pt>
                <c:pt idx="1984">
                  <c:v>1544.33656476529</c:v>
                </c:pt>
                <c:pt idx="1985">
                  <c:v>1544.54941425395</c:v>
                </c:pt>
                <c:pt idx="1986">
                  <c:v>1544.3679894665</c:v>
                </c:pt>
                <c:pt idx="1987">
                  <c:v>1545.0184676953</c:v>
                </c:pt>
                <c:pt idx="1988">
                  <c:v>1545.32753336845</c:v>
                </c:pt>
                <c:pt idx="1989">
                  <c:v>1545.61355983323</c:v>
                </c:pt>
                <c:pt idx="1990">
                  <c:v>1545.32777599576</c:v>
                </c:pt>
                <c:pt idx="1991">
                  <c:v>1543.54982893223</c:v>
                </c:pt>
                <c:pt idx="1992">
                  <c:v>1540.45964100004</c:v>
                </c:pt>
                <c:pt idx="1993">
                  <c:v>1539.72509450221</c:v>
                </c:pt>
                <c:pt idx="1994">
                  <c:v>1542.61112248289</c:v>
                </c:pt>
                <c:pt idx="1995">
                  <c:v>1543.03756253585</c:v>
                </c:pt>
                <c:pt idx="1996">
                  <c:v>1542.57513303351</c:v>
                </c:pt>
                <c:pt idx="1997">
                  <c:v>1546.01476427488</c:v>
                </c:pt>
                <c:pt idx="1998">
                  <c:v>1543.35511549972</c:v>
                </c:pt>
                <c:pt idx="1999">
                  <c:v>1543.44515686319</c:v>
                </c:pt>
                <c:pt idx="2000">
                  <c:v>1543.71674085828</c:v>
                </c:pt>
                <c:pt idx="2001">
                  <c:v>1544.17857833616</c:v>
                </c:pt>
                <c:pt idx="2002">
                  <c:v>1544.7030716909</c:v>
                </c:pt>
                <c:pt idx="2003">
                  <c:v>1544.44178461828</c:v>
                </c:pt>
                <c:pt idx="2004">
                  <c:v>1544.89192504283</c:v>
                </c:pt>
                <c:pt idx="2005">
                  <c:v>1544.5135861779</c:v>
                </c:pt>
                <c:pt idx="2006">
                  <c:v>1545.59611120119</c:v>
                </c:pt>
                <c:pt idx="2007">
                  <c:v>1546.90967011197</c:v>
                </c:pt>
                <c:pt idx="2008">
                  <c:v>1546.60732322702</c:v>
                </c:pt>
                <c:pt idx="2009">
                  <c:v>1546.5045214448</c:v>
                </c:pt>
                <c:pt idx="2010">
                  <c:v>1544.97074649614</c:v>
                </c:pt>
                <c:pt idx="2011">
                  <c:v>1510.86824824436</c:v>
                </c:pt>
                <c:pt idx="2012">
                  <c:v>1507.83675661745</c:v>
                </c:pt>
                <c:pt idx="2013">
                  <c:v>1525.83684662095</c:v>
                </c:pt>
                <c:pt idx="2014">
                  <c:v>1515.39164507328</c:v>
                </c:pt>
                <c:pt idx="2015">
                  <c:v>1448.81340957334</c:v>
                </c:pt>
                <c:pt idx="2016">
                  <c:v>1473.22325720454</c:v>
                </c:pt>
                <c:pt idx="2017">
                  <c:v>1469.35665493209</c:v>
                </c:pt>
                <c:pt idx="2018">
                  <c:v>1472.31662217026</c:v>
                </c:pt>
                <c:pt idx="2019">
                  <c:v>1468.76010823355</c:v>
                </c:pt>
                <c:pt idx="2020">
                  <c:v>1474.4648515105</c:v>
                </c:pt>
                <c:pt idx="2021">
                  <c:v>1455.53224160589</c:v>
                </c:pt>
                <c:pt idx="2022">
                  <c:v>1467.00400351978</c:v>
                </c:pt>
                <c:pt idx="2023">
                  <c:v>1470.27495798954</c:v>
                </c:pt>
                <c:pt idx="2024">
                  <c:v>1404.51334884343</c:v>
                </c:pt>
                <c:pt idx="2025">
                  <c:v>1426.87422465253</c:v>
                </c:pt>
                <c:pt idx="2026">
                  <c:v>1396.53280024079</c:v>
                </c:pt>
                <c:pt idx="2027">
                  <c:v>1443.94805605796</c:v>
                </c:pt>
                <c:pt idx="2028">
                  <c:v>1446.19457869959</c:v>
                </c:pt>
                <c:pt idx="2029">
                  <c:v>1460.03377687788</c:v>
                </c:pt>
                <c:pt idx="2030">
                  <c:v>1471.75548655978</c:v>
                </c:pt>
                <c:pt idx="2031">
                  <c:v>1489.08639782034</c:v>
                </c:pt>
                <c:pt idx="2032">
                  <c:v>1475.70710739283</c:v>
                </c:pt>
                <c:pt idx="2033">
                  <c:v>1473.69493592003</c:v>
                </c:pt>
                <c:pt idx="2034">
                  <c:v>1476.60495848354</c:v>
                </c:pt>
                <c:pt idx="2035">
                  <c:v>1480.3181806997</c:v>
                </c:pt>
                <c:pt idx="2036">
                  <c:v>1481.5613733703</c:v>
                </c:pt>
                <c:pt idx="2037">
                  <c:v>1482.30773871849</c:v>
                </c:pt>
                <c:pt idx="2038">
                  <c:v>1491.99244422144</c:v>
                </c:pt>
                <c:pt idx="2039">
                  <c:v>1490.74698457733</c:v>
                </c:pt>
                <c:pt idx="2040">
                  <c:v>1496.17607455631</c:v>
                </c:pt>
                <c:pt idx="2041">
                  <c:v>1490.29867209405</c:v>
                </c:pt>
                <c:pt idx="2042">
                  <c:v>1491.06728791621</c:v>
                </c:pt>
                <c:pt idx="2043">
                  <c:v>1491.53344950891</c:v>
                </c:pt>
                <c:pt idx="2044">
                  <c:v>1492.4823065216</c:v>
                </c:pt>
                <c:pt idx="2045">
                  <c:v>1496.24391046538</c:v>
                </c:pt>
                <c:pt idx="2046">
                  <c:v>1493.31536248033</c:v>
                </c:pt>
                <c:pt idx="2047">
                  <c:v>1493.10830663455</c:v>
                </c:pt>
                <c:pt idx="2048">
                  <c:v>1494.68901217547</c:v>
                </c:pt>
                <c:pt idx="2049">
                  <c:v>1495.35804535124</c:v>
                </c:pt>
                <c:pt idx="2050">
                  <c:v>1497.42242947969</c:v>
                </c:pt>
                <c:pt idx="2051">
                  <c:v>1498.46220870068</c:v>
                </c:pt>
                <c:pt idx="2052">
                  <c:v>1500.02977770241</c:v>
                </c:pt>
                <c:pt idx="2053">
                  <c:v>1501.216246381</c:v>
                </c:pt>
                <c:pt idx="2054">
                  <c:v>1502.50658674547</c:v>
                </c:pt>
                <c:pt idx="2055">
                  <c:v>1502.48436095362</c:v>
                </c:pt>
                <c:pt idx="2056">
                  <c:v>1502.16566252131</c:v>
                </c:pt>
                <c:pt idx="2057">
                  <c:v>1502.13704502103</c:v>
                </c:pt>
                <c:pt idx="2058">
                  <c:v>1503.82751783946</c:v>
                </c:pt>
                <c:pt idx="2059">
                  <c:v>1505.62948578101</c:v>
                </c:pt>
                <c:pt idx="2060">
                  <c:v>1512.97860481808</c:v>
                </c:pt>
                <c:pt idx="2061">
                  <c:v>1509.73962720443</c:v>
                </c:pt>
                <c:pt idx="2062">
                  <c:v>1511.37731870399</c:v>
                </c:pt>
                <c:pt idx="2063">
                  <c:v>1510.74023508647</c:v>
                </c:pt>
                <c:pt idx="2064">
                  <c:v>1511.80528334055</c:v>
                </c:pt>
                <c:pt idx="2065">
                  <c:v>1513.38149675139</c:v>
                </c:pt>
                <c:pt idx="2066">
                  <c:v>1512.75630654434</c:v>
                </c:pt>
                <c:pt idx="2067">
                  <c:v>1512.88568493563</c:v>
                </c:pt>
                <c:pt idx="2068">
                  <c:v>1513.36050611781</c:v>
                </c:pt>
                <c:pt idx="2069">
                  <c:v>1517.66188664567</c:v>
                </c:pt>
                <c:pt idx="2070">
                  <c:v>1513.00335926202</c:v>
                </c:pt>
                <c:pt idx="2071">
                  <c:v>1513.78314025971</c:v>
                </c:pt>
                <c:pt idx="2072">
                  <c:v>1513.56247836554</c:v>
                </c:pt>
                <c:pt idx="2073">
                  <c:v>1514.76801051293</c:v>
                </c:pt>
                <c:pt idx="2074">
                  <c:v>1516.22989667837</c:v>
                </c:pt>
                <c:pt idx="2075">
                  <c:v>1514.7897309167</c:v>
                </c:pt>
                <c:pt idx="2076">
                  <c:v>1515.20582185012</c:v>
                </c:pt>
                <c:pt idx="2077">
                  <c:v>1514.47063507111</c:v>
                </c:pt>
                <c:pt idx="2078">
                  <c:v>1516.79650412483</c:v>
                </c:pt>
                <c:pt idx="2079">
                  <c:v>1517.86383736492</c:v>
                </c:pt>
                <c:pt idx="2080">
                  <c:v>1518.42147463884</c:v>
                </c:pt>
                <c:pt idx="2081">
                  <c:v>1518.23173672504</c:v>
                </c:pt>
                <c:pt idx="2082">
                  <c:v>1518.88224794115</c:v>
                </c:pt>
                <c:pt idx="2083">
                  <c:v>1517.02638156077</c:v>
                </c:pt>
                <c:pt idx="2084">
                  <c:v>1517.11746261031</c:v>
                </c:pt>
                <c:pt idx="2085">
                  <c:v>1517.18419391423</c:v>
                </c:pt>
                <c:pt idx="2086">
                  <c:v>1518.6622422906</c:v>
                </c:pt>
                <c:pt idx="2087">
                  <c:v>1487.88351457876</c:v>
                </c:pt>
                <c:pt idx="2088">
                  <c:v>1510.43423463521</c:v>
                </c:pt>
                <c:pt idx="2089">
                  <c:v>1509.28769859455</c:v>
                </c:pt>
                <c:pt idx="2090">
                  <c:v>1505.56318426546</c:v>
                </c:pt>
                <c:pt idx="2091">
                  <c:v>1508.203911622</c:v>
                </c:pt>
                <c:pt idx="2092">
                  <c:v>1510.09133534732</c:v>
                </c:pt>
                <c:pt idx="2093">
                  <c:v>1511.93152963679</c:v>
                </c:pt>
                <c:pt idx="2094">
                  <c:v>1512.0027954775</c:v>
                </c:pt>
                <c:pt idx="2095">
                  <c:v>1512.56234208761</c:v>
                </c:pt>
                <c:pt idx="2096">
                  <c:v>1511.26953933288</c:v>
                </c:pt>
                <c:pt idx="2097">
                  <c:v>1515.18804276816</c:v>
                </c:pt>
                <c:pt idx="2098">
                  <c:v>1514.94777091413</c:v>
                </c:pt>
                <c:pt idx="2099">
                  <c:v>1520.23107772883</c:v>
                </c:pt>
                <c:pt idx="2100">
                  <c:v>1520.9432092462</c:v>
                </c:pt>
                <c:pt idx="2101">
                  <c:v>1522.61345908045</c:v>
                </c:pt>
                <c:pt idx="2102">
                  <c:v>1522.95466916079</c:v>
                </c:pt>
                <c:pt idx="2103">
                  <c:v>1523.5224309086</c:v>
                </c:pt>
                <c:pt idx="2104">
                  <c:v>1524.15617792271</c:v>
                </c:pt>
                <c:pt idx="2105">
                  <c:v>1525.18073476431</c:v>
                </c:pt>
                <c:pt idx="2106">
                  <c:v>1525.52267055953</c:v>
                </c:pt>
                <c:pt idx="2107">
                  <c:v>1526.79245943496</c:v>
                </c:pt>
                <c:pt idx="2108">
                  <c:v>1525.32044444379</c:v>
                </c:pt>
                <c:pt idx="2109">
                  <c:v>1527.13546179344</c:v>
                </c:pt>
                <c:pt idx="2110">
                  <c:v>1527.49557285649</c:v>
                </c:pt>
                <c:pt idx="2111">
                  <c:v>1528.94377422669</c:v>
                </c:pt>
                <c:pt idx="2112">
                  <c:v>1529.85918218455</c:v>
                </c:pt>
                <c:pt idx="2113">
                  <c:v>1530.50374080438</c:v>
                </c:pt>
                <c:pt idx="2114">
                  <c:v>1530.45528061806</c:v>
                </c:pt>
                <c:pt idx="2115">
                  <c:v>1531.29517713524</c:v>
                </c:pt>
                <c:pt idx="2116">
                  <c:v>1531.28814748897</c:v>
                </c:pt>
                <c:pt idx="2117">
                  <c:v>1534.70409214402</c:v>
                </c:pt>
                <c:pt idx="2118">
                  <c:v>1535.00699044616</c:v>
                </c:pt>
                <c:pt idx="2119">
                  <c:v>1535.1874151682</c:v>
                </c:pt>
                <c:pt idx="2120">
                  <c:v>1535.80347524399</c:v>
                </c:pt>
                <c:pt idx="2121">
                  <c:v>1534.5842077167</c:v>
                </c:pt>
                <c:pt idx="2122">
                  <c:v>1536.32311443372</c:v>
                </c:pt>
                <c:pt idx="2123">
                  <c:v>1536.38677078068</c:v>
                </c:pt>
                <c:pt idx="2124">
                  <c:v>1536.62561823485</c:v>
                </c:pt>
                <c:pt idx="2125">
                  <c:v>1537.24170511702</c:v>
                </c:pt>
                <c:pt idx="2126">
                  <c:v>1536.57601897425</c:v>
                </c:pt>
                <c:pt idx="2127">
                  <c:v>1537.8281042353</c:v>
                </c:pt>
                <c:pt idx="2128">
                  <c:v>1538.92274366453</c:v>
                </c:pt>
                <c:pt idx="2129">
                  <c:v>1536.72876074935</c:v>
                </c:pt>
                <c:pt idx="2130">
                  <c:v>1538.78143402808</c:v>
                </c:pt>
                <c:pt idx="2131">
                  <c:v>1539.21650253524</c:v>
                </c:pt>
                <c:pt idx="2132">
                  <c:v>1540.55011232624</c:v>
                </c:pt>
                <c:pt idx="2133">
                  <c:v>1540.94998821078</c:v>
                </c:pt>
                <c:pt idx="2134">
                  <c:v>1541.05338622057</c:v>
                </c:pt>
                <c:pt idx="2135">
                  <c:v>1541.26236863957</c:v>
                </c:pt>
                <c:pt idx="2136">
                  <c:v>1542.54467234122</c:v>
                </c:pt>
                <c:pt idx="2137">
                  <c:v>1543.21978301975</c:v>
                </c:pt>
                <c:pt idx="2138">
                  <c:v>1543.6468252237</c:v>
                </c:pt>
                <c:pt idx="2139">
                  <c:v>1544.09526999547</c:v>
                </c:pt>
                <c:pt idx="2140">
                  <c:v>1543.52024491608</c:v>
                </c:pt>
                <c:pt idx="2141">
                  <c:v>1544.37994383173</c:v>
                </c:pt>
                <c:pt idx="2142">
                  <c:v>1546.02763956318</c:v>
                </c:pt>
                <c:pt idx="2143">
                  <c:v>1546.25473870403</c:v>
                </c:pt>
                <c:pt idx="2144">
                  <c:v>1546.70678042591</c:v>
                </c:pt>
                <c:pt idx="2145">
                  <c:v>1546.30545541603</c:v>
                </c:pt>
                <c:pt idx="2146">
                  <c:v>1537.53289074438</c:v>
                </c:pt>
                <c:pt idx="2147">
                  <c:v>1530.24108417858</c:v>
                </c:pt>
                <c:pt idx="2148">
                  <c:v>1536.96411195724</c:v>
                </c:pt>
                <c:pt idx="2149">
                  <c:v>1533.28034644455</c:v>
                </c:pt>
                <c:pt idx="2150">
                  <c:v>1536.66702887147</c:v>
                </c:pt>
                <c:pt idx="2151">
                  <c:v>1542.29639279704</c:v>
                </c:pt>
                <c:pt idx="2152">
                  <c:v>1539.88322126022</c:v>
                </c:pt>
                <c:pt idx="2153">
                  <c:v>1539.88265987254</c:v>
                </c:pt>
                <c:pt idx="2154">
                  <c:v>1540.18345969268</c:v>
                </c:pt>
                <c:pt idx="2155">
                  <c:v>1539.88857197965</c:v>
                </c:pt>
                <c:pt idx="2156">
                  <c:v>1543.3390344347</c:v>
                </c:pt>
                <c:pt idx="2157">
                  <c:v>1539.24722514563</c:v>
                </c:pt>
                <c:pt idx="2158">
                  <c:v>1541.83626358178</c:v>
                </c:pt>
                <c:pt idx="2159">
                  <c:v>1541.34027498536</c:v>
                </c:pt>
                <c:pt idx="2160">
                  <c:v>1542.93877038957</c:v>
                </c:pt>
                <c:pt idx="2161">
                  <c:v>1544.46768333523</c:v>
                </c:pt>
                <c:pt idx="2162">
                  <c:v>1543.82573258474</c:v>
                </c:pt>
                <c:pt idx="2163">
                  <c:v>1544.10000408831</c:v>
                </c:pt>
                <c:pt idx="2164">
                  <c:v>1544.98520345331</c:v>
                </c:pt>
                <c:pt idx="2165">
                  <c:v>1545.45747937762</c:v>
                </c:pt>
                <c:pt idx="2166">
                  <c:v>1546.47582478405</c:v>
                </c:pt>
                <c:pt idx="2167">
                  <c:v>1546.23632199029</c:v>
                </c:pt>
                <c:pt idx="2168">
                  <c:v>1545.48219276459</c:v>
                </c:pt>
                <c:pt idx="2169">
                  <c:v>1546.30942954192</c:v>
                </c:pt>
                <c:pt idx="2170">
                  <c:v>1546.36166990976</c:v>
                </c:pt>
                <c:pt idx="2171">
                  <c:v>1546.44806955167</c:v>
                </c:pt>
                <c:pt idx="2172">
                  <c:v>1545.77039467622</c:v>
                </c:pt>
                <c:pt idx="2173">
                  <c:v>1546.72354857851</c:v>
                </c:pt>
                <c:pt idx="2174">
                  <c:v>1547.64247122893</c:v>
                </c:pt>
                <c:pt idx="2175">
                  <c:v>1547.6682191245</c:v>
                </c:pt>
                <c:pt idx="2176">
                  <c:v>1548.95254040211</c:v>
                </c:pt>
                <c:pt idx="2177">
                  <c:v>1549.34933046662</c:v>
                </c:pt>
                <c:pt idx="2178">
                  <c:v>1549.94045993087</c:v>
                </c:pt>
                <c:pt idx="2179">
                  <c:v>1550.88402379236</c:v>
                </c:pt>
                <c:pt idx="2180">
                  <c:v>1551.72176839737</c:v>
                </c:pt>
                <c:pt idx="2181">
                  <c:v>1552.93657041605</c:v>
                </c:pt>
                <c:pt idx="2182">
                  <c:v>1550.40551684575</c:v>
                </c:pt>
                <c:pt idx="2183">
                  <c:v>1554.62261886438</c:v>
                </c:pt>
                <c:pt idx="2184">
                  <c:v>1538.6715778779</c:v>
                </c:pt>
                <c:pt idx="2185">
                  <c:v>1548.0250454061</c:v>
                </c:pt>
                <c:pt idx="2186">
                  <c:v>1540.79520164915</c:v>
                </c:pt>
                <c:pt idx="2187">
                  <c:v>1547.58167890704</c:v>
                </c:pt>
                <c:pt idx="2188">
                  <c:v>1545.60805739073</c:v>
                </c:pt>
                <c:pt idx="2189">
                  <c:v>1548.64097474724</c:v>
                </c:pt>
                <c:pt idx="2190">
                  <c:v>1548.19271440779</c:v>
                </c:pt>
                <c:pt idx="2191">
                  <c:v>1550.32633028446</c:v>
                </c:pt>
                <c:pt idx="2192">
                  <c:v>1546.91475561401</c:v>
                </c:pt>
                <c:pt idx="2193">
                  <c:v>1547.84172237179</c:v>
                </c:pt>
                <c:pt idx="2194">
                  <c:v>1548.38751609194</c:v>
                </c:pt>
                <c:pt idx="2195">
                  <c:v>1548.14701154937</c:v>
                </c:pt>
                <c:pt idx="2196">
                  <c:v>1549.57056737396</c:v>
                </c:pt>
                <c:pt idx="2197">
                  <c:v>1549.99392177707</c:v>
                </c:pt>
                <c:pt idx="2198">
                  <c:v>1550.74640168765</c:v>
                </c:pt>
                <c:pt idx="2199">
                  <c:v>1551.55700991102</c:v>
                </c:pt>
                <c:pt idx="2200">
                  <c:v>1551.75709728119</c:v>
                </c:pt>
                <c:pt idx="2201">
                  <c:v>1553.95900704133</c:v>
                </c:pt>
                <c:pt idx="2202">
                  <c:v>1555.37837747048</c:v>
                </c:pt>
                <c:pt idx="2203">
                  <c:v>1554.70674722059</c:v>
                </c:pt>
                <c:pt idx="2204">
                  <c:v>1555.46393415261</c:v>
                </c:pt>
                <c:pt idx="2205">
                  <c:v>1556.90421270401</c:v>
                </c:pt>
                <c:pt idx="2206">
                  <c:v>1555.90679316084</c:v>
                </c:pt>
                <c:pt idx="2207">
                  <c:v>1556.32272276204</c:v>
                </c:pt>
                <c:pt idx="2208">
                  <c:v>1556.20358288627</c:v>
                </c:pt>
                <c:pt idx="2209">
                  <c:v>1557.34668545726</c:v>
                </c:pt>
                <c:pt idx="2210">
                  <c:v>1558.66779897575</c:v>
                </c:pt>
                <c:pt idx="2211">
                  <c:v>1559.04701671597</c:v>
                </c:pt>
                <c:pt idx="2212">
                  <c:v>1559.23692757185</c:v>
                </c:pt>
                <c:pt idx="2213">
                  <c:v>1559.96932260658</c:v>
                </c:pt>
                <c:pt idx="2214">
                  <c:v>1559.26797534684</c:v>
                </c:pt>
                <c:pt idx="2215">
                  <c:v>1561.49697405775</c:v>
                </c:pt>
                <c:pt idx="2216">
                  <c:v>1562.2017998416</c:v>
                </c:pt>
                <c:pt idx="2217">
                  <c:v>1563.73590358057</c:v>
                </c:pt>
                <c:pt idx="2218">
                  <c:v>1563.76102569819</c:v>
                </c:pt>
                <c:pt idx="2219">
                  <c:v>1565.66066264198</c:v>
                </c:pt>
                <c:pt idx="2220">
                  <c:v>1564.03240303974</c:v>
                </c:pt>
                <c:pt idx="2221">
                  <c:v>1566.95164826517</c:v>
                </c:pt>
                <c:pt idx="2222">
                  <c:v>1568.26257636167</c:v>
                </c:pt>
                <c:pt idx="2223">
                  <c:v>1568.68350925581</c:v>
                </c:pt>
                <c:pt idx="2224">
                  <c:v>1568.43218442425</c:v>
                </c:pt>
                <c:pt idx="2225">
                  <c:v>1569.70366435839</c:v>
                </c:pt>
                <c:pt idx="2226">
                  <c:v>1569.53795752825</c:v>
                </c:pt>
                <c:pt idx="2227">
                  <c:v>1571.09087397878</c:v>
                </c:pt>
                <c:pt idx="2228">
                  <c:v>1573.14303334012</c:v>
                </c:pt>
                <c:pt idx="2229">
                  <c:v>1572.36931699507</c:v>
                </c:pt>
                <c:pt idx="2230">
                  <c:v>1574.4733821489</c:v>
                </c:pt>
                <c:pt idx="2231">
                  <c:v>1574.9544053755</c:v>
                </c:pt>
                <c:pt idx="2232">
                  <c:v>1575.66692733582</c:v>
                </c:pt>
                <c:pt idx="2233">
                  <c:v>1577.24785871198</c:v>
                </c:pt>
                <c:pt idx="2234">
                  <c:v>1577.99706670788</c:v>
                </c:pt>
                <c:pt idx="2235">
                  <c:v>1577.67586451912</c:v>
                </c:pt>
                <c:pt idx="2236">
                  <c:v>1579.06383306985</c:v>
                </c:pt>
                <c:pt idx="2237">
                  <c:v>1581.28414468568</c:v>
                </c:pt>
                <c:pt idx="2238">
                  <c:v>1580.67870838006</c:v>
                </c:pt>
                <c:pt idx="2239">
                  <c:v>1581.38748633465</c:v>
                </c:pt>
                <c:pt idx="2240">
                  <c:v>1582.08535418543</c:v>
                </c:pt>
                <c:pt idx="2241">
                  <c:v>1581.77349347471</c:v>
                </c:pt>
                <c:pt idx="2242">
                  <c:v>1582.78784814067</c:v>
                </c:pt>
                <c:pt idx="2243">
                  <c:v>1570.10589609236</c:v>
                </c:pt>
                <c:pt idx="2244">
                  <c:v>1578.40697077979</c:v>
                </c:pt>
                <c:pt idx="2245">
                  <c:v>1584.23619701629</c:v>
                </c:pt>
                <c:pt idx="2246">
                  <c:v>1589.60078827472</c:v>
                </c:pt>
                <c:pt idx="2247">
                  <c:v>1588.44174271208</c:v>
                </c:pt>
                <c:pt idx="2248">
                  <c:v>1589.47422512763</c:v>
                </c:pt>
                <c:pt idx="2249">
                  <c:v>1589.51899477425</c:v>
                </c:pt>
                <c:pt idx="2250">
                  <c:v>1590.12479231954</c:v>
                </c:pt>
                <c:pt idx="2251">
                  <c:v>1590.05505292583</c:v>
                </c:pt>
                <c:pt idx="2252">
                  <c:v>1590.15644310541</c:v>
                </c:pt>
                <c:pt idx="2253">
                  <c:v>1590.10967969628</c:v>
                </c:pt>
                <c:pt idx="2254">
                  <c:v>1591.50547383076</c:v>
                </c:pt>
                <c:pt idx="2255">
                  <c:v>1592.63404728442</c:v>
                </c:pt>
                <c:pt idx="2256">
                  <c:v>1593.06946315844</c:v>
                </c:pt>
                <c:pt idx="2257">
                  <c:v>1594.0638835492</c:v>
                </c:pt>
                <c:pt idx="2258">
                  <c:v>1593.93247872072</c:v>
                </c:pt>
                <c:pt idx="2259">
                  <c:v>1596.04060550344</c:v>
                </c:pt>
                <c:pt idx="2260">
                  <c:v>1597.67339559962</c:v>
                </c:pt>
                <c:pt idx="2261">
                  <c:v>1598.62256995028</c:v>
                </c:pt>
                <c:pt idx="2262">
                  <c:v>1599.03713824018</c:v>
                </c:pt>
                <c:pt idx="2263">
                  <c:v>1588.30761581336</c:v>
                </c:pt>
                <c:pt idx="2264">
                  <c:v>1593.73467116984</c:v>
                </c:pt>
                <c:pt idx="2265">
                  <c:v>1589.97628094414</c:v>
                </c:pt>
                <c:pt idx="2266">
                  <c:v>1591.4300342457</c:v>
                </c:pt>
                <c:pt idx="2267">
                  <c:v>1592.44994534901</c:v>
                </c:pt>
                <c:pt idx="2268">
                  <c:v>1591.25241521832</c:v>
                </c:pt>
                <c:pt idx="2269">
                  <c:v>1592.07565251924</c:v>
                </c:pt>
                <c:pt idx="2270">
                  <c:v>1593.59228358799</c:v>
                </c:pt>
                <c:pt idx="2271">
                  <c:v>1592.31518154249</c:v>
                </c:pt>
                <c:pt idx="2272">
                  <c:v>1593.13048281924</c:v>
                </c:pt>
                <c:pt idx="2273">
                  <c:v>1592.67823466</c:v>
                </c:pt>
                <c:pt idx="2274">
                  <c:v>1593.67325265358</c:v>
                </c:pt>
                <c:pt idx="2275">
                  <c:v>1594.1139378502</c:v>
                </c:pt>
                <c:pt idx="2276">
                  <c:v>1593.77216102393</c:v>
                </c:pt>
                <c:pt idx="2277">
                  <c:v>1594.60076131846</c:v>
                </c:pt>
                <c:pt idx="2278">
                  <c:v>1592.85776302995</c:v>
                </c:pt>
                <c:pt idx="2279">
                  <c:v>1596.96957925977</c:v>
                </c:pt>
                <c:pt idx="2280">
                  <c:v>1597.45261573138</c:v>
                </c:pt>
                <c:pt idx="2281">
                  <c:v>1597.28040644834</c:v>
                </c:pt>
                <c:pt idx="2282">
                  <c:v>1598.33784043383</c:v>
                </c:pt>
                <c:pt idx="2283">
                  <c:v>1599.06563328919</c:v>
                </c:pt>
                <c:pt idx="2284">
                  <c:v>1598.92467741596</c:v>
                </c:pt>
                <c:pt idx="2285">
                  <c:v>1599.17463347668</c:v>
                </c:pt>
                <c:pt idx="2286">
                  <c:v>1600.55801210846</c:v>
                </c:pt>
                <c:pt idx="2287">
                  <c:v>1601.218886146</c:v>
                </c:pt>
                <c:pt idx="2288">
                  <c:v>1601.0986339111</c:v>
                </c:pt>
                <c:pt idx="2289">
                  <c:v>1600.35267052776</c:v>
                </c:pt>
                <c:pt idx="2290">
                  <c:v>1600.52570836871</c:v>
                </c:pt>
                <c:pt idx="2291">
                  <c:v>1601.4467364949</c:v>
                </c:pt>
                <c:pt idx="2292">
                  <c:v>1601.46329567199</c:v>
                </c:pt>
                <c:pt idx="2293">
                  <c:v>1601.70444890027</c:v>
                </c:pt>
                <c:pt idx="2294">
                  <c:v>1602.44809438929</c:v>
                </c:pt>
                <c:pt idx="2295">
                  <c:v>1602.32689922967</c:v>
                </c:pt>
                <c:pt idx="2296">
                  <c:v>1602.35517310758</c:v>
                </c:pt>
                <c:pt idx="2297">
                  <c:v>1601.76203704345</c:v>
                </c:pt>
                <c:pt idx="2298">
                  <c:v>1602.73407133687</c:v>
                </c:pt>
                <c:pt idx="2299">
                  <c:v>1603.2345744483</c:v>
                </c:pt>
                <c:pt idx="2300">
                  <c:v>1603.80609532062</c:v>
                </c:pt>
                <c:pt idx="2301">
                  <c:v>1604.29393218761</c:v>
                </c:pt>
                <c:pt idx="2302">
                  <c:v>1603.90729034617</c:v>
                </c:pt>
                <c:pt idx="2303">
                  <c:v>1604.15983499117</c:v>
                </c:pt>
                <c:pt idx="2304">
                  <c:v>1604.39692453521</c:v>
                </c:pt>
                <c:pt idx="2305">
                  <c:v>1604.84588270104</c:v>
                </c:pt>
                <c:pt idx="2306">
                  <c:v>1605.38142509252</c:v>
                </c:pt>
                <c:pt idx="2307">
                  <c:v>1605.14279762652</c:v>
                </c:pt>
                <c:pt idx="2308">
                  <c:v>1605.54400657261</c:v>
                </c:pt>
                <c:pt idx="2309">
                  <c:v>1606.15878709361</c:v>
                </c:pt>
                <c:pt idx="2310">
                  <c:v>1606.72144011693</c:v>
                </c:pt>
                <c:pt idx="2311">
                  <c:v>1607.67992019445</c:v>
                </c:pt>
                <c:pt idx="2312">
                  <c:v>1607.4758334343</c:v>
                </c:pt>
                <c:pt idx="2313">
                  <c:v>1607.80063302632</c:v>
                </c:pt>
                <c:pt idx="2314">
                  <c:v>1608.25294363785</c:v>
                </c:pt>
                <c:pt idx="2315">
                  <c:v>1605.4895066078</c:v>
                </c:pt>
                <c:pt idx="2316">
                  <c:v>1605.58352712104</c:v>
                </c:pt>
                <c:pt idx="2317">
                  <c:v>1606.04236249821</c:v>
                </c:pt>
                <c:pt idx="2318">
                  <c:v>1605.71098683723</c:v>
                </c:pt>
                <c:pt idx="2319">
                  <c:v>1607.41575358045</c:v>
                </c:pt>
                <c:pt idx="2320">
                  <c:v>1608.15424644195</c:v>
                </c:pt>
                <c:pt idx="2321">
                  <c:v>1607.53184637548</c:v>
                </c:pt>
                <c:pt idx="2322">
                  <c:v>1607.91292318622</c:v>
                </c:pt>
                <c:pt idx="2323">
                  <c:v>1609.1813885252</c:v>
                </c:pt>
                <c:pt idx="2324">
                  <c:v>1609.08243821927</c:v>
                </c:pt>
                <c:pt idx="2325">
                  <c:v>1609.22611012837</c:v>
                </c:pt>
                <c:pt idx="2326">
                  <c:v>1610.08628323159</c:v>
                </c:pt>
                <c:pt idx="2327">
                  <c:v>1610.42014085356</c:v>
                </c:pt>
                <c:pt idx="2328">
                  <c:v>1610.93339632027</c:v>
                </c:pt>
                <c:pt idx="2329">
                  <c:v>1612.10106510808</c:v>
                </c:pt>
                <c:pt idx="2330">
                  <c:v>1612.77168080858</c:v>
                </c:pt>
                <c:pt idx="2331">
                  <c:v>1612.53786823895</c:v>
                </c:pt>
                <c:pt idx="2332">
                  <c:v>1612.63579979421</c:v>
                </c:pt>
                <c:pt idx="2333">
                  <c:v>1613.53336694753</c:v>
                </c:pt>
                <c:pt idx="2334">
                  <c:v>1613.38680263302</c:v>
                </c:pt>
                <c:pt idx="2335">
                  <c:v>1613.25613742655</c:v>
                </c:pt>
                <c:pt idx="2336">
                  <c:v>1614.69526295119</c:v>
                </c:pt>
                <c:pt idx="2337">
                  <c:v>1615.06059683074</c:v>
                </c:pt>
                <c:pt idx="2338">
                  <c:v>1615.83011592289</c:v>
                </c:pt>
                <c:pt idx="2339">
                  <c:v>1615.71428780713</c:v>
                </c:pt>
                <c:pt idx="2340">
                  <c:v>1615.85544569361</c:v>
                </c:pt>
                <c:pt idx="2341">
                  <c:v>1617.76011379999</c:v>
                </c:pt>
                <c:pt idx="2342">
                  <c:v>1620.65073351409</c:v>
                </c:pt>
                <c:pt idx="2343">
                  <c:v>1620.39983542181</c:v>
                </c:pt>
                <c:pt idx="2344">
                  <c:v>1621.13799084711</c:v>
                </c:pt>
                <c:pt idx="2345">
                  <c:v>1621.90060290564</c:v>
                </c:pt>
                <c:pt idx="2346">
                  <c:v>1621.64329498226</c:v>
                </c:pt>
                <c:pt idx="2347">
                  <c:v>1621.75583801962</c:v>
                </c:pt>
                <c:pt idx="2348">
                  <c:v>1622.4494550879</c:v>
                </c:pt>
                <c:pt idx="2349">
                  <c:v>1622.77980093166</c:v>
                </c:pt>
                <c:pt idx="2350">
                  <c:v>1623.45694638324</c:v>
                </c:pt>
                <c:pt idx="2351">
                  <c:v>1623.17672652339</c:v>
                </c:pt>
                <c:pt idx="2352">
                  <c:v>1623.77578816612</c:v>
                </c:pt>
                <c:pt idx="2353">
                  <c:v>1624.30768213535</c:v>
                </c:pt>
                <c:pt idx="2354">
                  <c:v>1624.55476255624</c:v>
                </c:pt>
                <c:pt idx="2355">
                  <c:v>1620.13645069709</c:v>
                </c:pt>
                <c:pt idx="2356">
                  <c:v>1621.30212627943</c:v>
                </c:pt>
                <c:pt idx="2357">
                  <c:v>1621.88668470878</c:v>
                </c:pt>
                <c:pt idx="2358">
                  <c:v>1621.65742885495</c:v>
                </c:pt>
                <c:pt idx="2359">
                  <c:v>1623.12080108753</c:v>
                </c:pt>
                <c:pt idx="2360">
                  <c:v>1623.60075121352</c:v>
                </c:pt>
                <c:pt idx="2361">
                  <c:v>1624.70291125363</c:v>
                </c:pt>
                <c:pt idx="2362">
                  <c:v>1618.48880063242</c:v>
                </c:pt>
                <c:pt idx="2363">
                  <c:v>1617.44167464666</c:v>
                </c:pt>
                <c:pt idx="2364">
                  <c:v>1618.22829560876</c:v>
                </c:pt>
                <c:pt idx="2365">
                  <c:v>1618.22210229704</c:v>
                </c:pt>
                <c:pt idx="2366">
                  <c:v>1618.26967424787</c:v>
                </c:pt>
                <c:pt idx="2367">
                  <c:v>1618.64360394877</c:v>
                </c:pt>
                <c:pt idx="2368">
                  <c:v>1617.93107797064</c:v>
                </c:pt>
                <c:pt idx="2369">
                  <c:v>1619.7056757088</c:v>
                </c:pt>
                <c:pt idx="2370">
                  <c:v>1619.54662740315</c:v>
                </c:pt>
                <c:pt idx="2371">
                  <c:v>1620.12659118073</c:v>
                </c:pt>
                <c:pt idx="2372">
                  <c:v>1621.10809125765</c:v>
                </c:pt>
                <c:pt idx="2373">
                  <c:v>1621.73125255291</c:v>
                </c:pt>
                <c:pt idx="2374">
                  <c:v>1622.46664098384</c:v>
                </c:pt>
                <c:pt idx="2375">
                  <c:v>1622.31129316095</c:v>
                </c:pt>
                <c:pt idx="2376">
                  <c:v>1623.29844473254</c:v>
                </c:pt>
                <c:pt idx="2377">
                  <c:v>1623.69176118677</c:v>
                </c:pt>
                <c:pt idx="2378">
                  <c:v>1623.54089569746</c:v>
                </c:pt>
                <c:pt idx="2379">
                  <c:v>1624.27638936532</c:v>
                </c:pt>
                <c:pt idx="2380">
                  <c:v>1624.12506404964</c:v>
                </c:pt>
                <c:pt idx="2381">
                  <c:v>1624.61366079751</c:v>
                </c:pt>
                <c:pt idx="2382">
                  <c:v>1624.48636986114</c:v>
                </c:pt>
                <c:pt idx="2383">
                  <c:v>1624.06607386022</c:v>
                </c:pt>
                <c:pt idx="2384">
                  <c:v>1620.46683595021</c:v>
                </c:pt>
                <c:pt idx="2385">
                  <c:v>1620.10105885558</c:v>
                </c:pt>
                <c:pt idx="2386">
                  <c:v>1624.23104993471</c:v>
                </c:pt>
                <c:pt idx="2387">
                  <c:v>1622.78470487861</c:v>
                </c:pt>
                <c:pt idx="2388">
                  <c:v>1622.76569523897</c:v>
                </c:pt>
                <c:pt idx="2389">
                  <c:v>1623.27629442743</c:v>
                </c:pt>
                <c:pt idx="2390">
                  <c:v>1621.70174413433</c:v>
                </c:pt>
                <c:pt idx="2391">
                  <c:v>1624.06028846888</c:v>
                </c:pt>
                <c:pt idx="2392">
                  <c:v>1624.43565965903</c:v>
                </c:pt>
                <c:pt idx="2393">
                  <c:v>1624.41207481008</c:v>
                </c:pt>
                <c:pt idx="2394">
                  <c:v>1625.05933070293</c:v>
                </c:pt>
                <c:pt idx="2395">
                  <c:v>1624.67736965393</c:v>
                </c:pt>
                <c:pt idx="2396">
                  <c:v>1625.82565467515</c:v>
                </c:pt>
                <c:pt idx="2397">
                  <c:v>1627.17338119511</c:v>
                </c:pt>
                <c:pt idx="2398">
                  <c:v>1628.27048169988</c:v>
                </c:pt>
                <c:pt idx="2399">
                  <c:v>1628.44491753112</c:v>
                </c:pt>
                <c:pt idx="2400">
                  <c:v>1624.88422084895</c:v>
                </c:pt>
                <c:pt idx="2401">
                  <c:v>1631.56723565565</c:v>
                </c:pt>
                <c:pt idx="2402">
                  <c:v>1635.21684071106</c:v>
                </c:pt>
                <c:pt idx="2403">
                  <c:v>1636.41354156967</c:v>
                </c:pt>
                <c:pt idx="2404">
                  <c:v>1637.05879957655</c:v>
                </c:pt>
                <c:pt idx="2405">
                  <c:v>1637.46991230065</c:v>
                </c:pt>
                <c:pt idx="2406">
                  <c:v>1637.24544208665</c:v>
                </c:pt>
                <c:pt idx="2407">
                  <c:v>1642.18450332285</c:v>
                </c:pt>
                <c:pt idx="2408">
                  <c:v>1642.51053682043</c:v>
                </c:pt>
                <c:pt idx="2409">
                  <c:v>1641.49471395967</c:v>
                </c:pt>
                <c:pt idx="2410">
                  <c:v>1642.1353661911</c:v>
                </c:pt>
                <c:pt idx="2411">
                  <c:v>1643.2656365615</c:v>
                </c:pt>
                <c:pt idx="2412">
                  <c:v>1640.29541522802</c:v>
                </c:pt>
                <c:pt idx="2413">
                  <c:v>1644.5878849933</c:v>
                </c:pt>
                <c:pt idx="2414">
                  <c:v>1647.81783358087</c:v>
                </c:pt>
                <c:pt idx="2415">
                  <c:v>1648.84855827502</c:v>
                </c:pt>
                <c:pt idx="2416">
                  <c:v>1649.74754881778</c:v>
                </c:pt>
                <c:pt idx="2417">
                  <c:v>1648.9940554778</c:v>
                </c:pt>
                <c:pt idx="2418">
                  <c:v>1649.14844329945</c:v>
                </c:pt>
                <c:pt idx="2419">
                  <c:v>1648.44761526265</c:v>
                </c:pt>
                <c:pt idx="2420">
                  <c:v>1649.67220591289</c:v>
                </c:pt>
                <c:pt idx="2421">
                  <c:v>1650.0916460294</c:v>
                </c:pt>
                <c:pt idx="2422">
                  <c:v>1651.51976076616</c:v>
                </c:pt>
                <c:pt idx="2423">
                  <c:v>1652.5737249994</c:v>
                </c:pt>
                <c:pt idx="2424">
                  <c:v>1651.39955221608</c:v>
                </c:pt>
                <c:pt idx="2425">
                  <c:v>1651.90673691468</c:v>
                </c:pt>
                <c:pt idx="2426">
                  <c:v>1652.61604627117</c:v>
                </c:pt>
                <c:pt idx="2427">
                  <c:v>1652.3180088548</c:v>
                </c:pt>
                <c:pt idx="2428">
                  <c:v>1652.49526174016</c:v>
                </c:pt>
                <c:pt idx="2429">
                  <c:v>1652.97248106535</c:v>
                </c:pt>
                <c:pt idx="2430">
                  <c:v>1653.55248001829</c:v>
                </c:pt>
                <c:pt idx="2431">
                  <c:v>1653.76084551065</c:v>
                </c:pt>
                <c:pt idx="2432">
                  <c:v>1653.02805059779</c:v>
                </c:pt>
                <c:pt idx="2433">
                  <c:v>1653.62273086309</c:v>
                </c:pt>
                <c:pt idx="2434">
                  <c:v>1653.39927402164</c:v>
                </c:pt>
                <c:pt idx="2435">
                  <c:v>1653.70089821588</c:v>
                </c:pt>
                <c:pt idx="2436">
                  <c:v>1654.24697718595</c:v>
                </c:pt>
                <c:pt idx="2437">
                  <c:v>1654.17116445112</c:v>
                </c:pt>
                <c:pt idx="2438">
                  <c:v>1654.73318431117</c:v>
                </c:pt>
                <c:pt idx="2439">
                  <c:v>1654.50854405663</c:v>
                </c:pt>
                <c:pt idx="2440">
                  <c:v>1654.89216680941</c:v>
                </c:pt>
                <c:pt idx="2441">
                  <c:v>1655.67365751852</c:v>
                </c:pt>
                <c:pt idx="2442">
                  <c:v>1656.07857185958</c:v>
                </c:pt>
                <c:pt idx="2443">
                  <c:v>1657.01453622993</c:v>
                </c:pt>
                <c:pt idx="2444">
                  <c:v>1658.61981517492</c:v>
                </c:pt>
                <c:pt idx="2445">
                  <c:v>1658.78014352134</c:v>
                </c:pt>
                <c:pt idx="2446">
                  <c:v>1659.50120563553</c:v>
                </c:pt>
                <c:pt idx="2447">
                  <c:v>1659.1487665273</c:v>
                </c:pt>
                <c:pt idx="2448">
                  <c:v>1659.85946498331</c:v>
                </c:pt>
                <c:pt idx="2449">
                  <c:v>1659.46989895795</c:v>
                </c:pt>
                <c:pt idx="2450">
                  <c:v>1660.10689032923</c:v>
                </c:pt>
                <c:pt idx="2451">
                  <c:v>1659.85858667349</c:v>
                </c:pt>
                <c:pt idx="2452">
                  <c:v>1660.27005583944</c:v>
                </c:pt>
                <c:pt idx="2453">
                  <c:v>1661.48371549008</c:v>
                </c:pt>
                <c:pt idx="2454">
                  <c:v>1661.68686528794</c:v>
                </c:pt>
                <c:pt idx="2455">
                  <c:v>1659.75549262184</c:v>
                </c:pt>
                <c:pt idx="2456">
                  <c:v>1653.03694312374</c:v>
                </c:pt>
                <c:pt idx="2457">
                  <c:v>1658.79446218729</c:v>
                </c:pt>
                <c:pt idx="2458">
                  <c:v>1662.64736464025</c:v>
                </c:pt>
                <c:pt idx="2459">
                  <c:v>1667.29077447137</c:v>
                </c:pt>
                <c:pt idx="2460">
                  <c:v>1665.42007723731</c:v>
                </c:pt>
                <c:pt idx="2461">
                  <c:v>1666.38965429435</c:v>
                </c:pt>
                <c:pt idx="2462">
                  <c:v>1665.94510126165</c:v>
                </c:pt>
                <c:pt idx="2463">
                  <c:v>1667.62692695155</c:v>
                </c:pt>
                <c:pt idx="2464">
                  <c:v>1669.26336459439</c:v>
                </c:pt>
                <c:pt idx="2465">
                  <c:v>1668.93954653397</c:v>
                </c:pt>
                <c:pt idx="2466">
                  <c:v>1669.44445771256</c:v>
                </c:pt>
                <c:pt idx="2467">
                  <c:v>1669.2146557978</c:v>
                </c:pt>
                <c:pt idx="2468">
                  <c:v>1670.91335101326</c:v>
                </c:pt>
                <c:pt idx="2469">
                  <c:v>1674.54311791075</c:v>
                </c:pt>
                <c:pt idx="2470">
                  <c:v>1674.32779202133</c:v>
                </c:pt>
                <c:pt idx="2471">
                  <c:v>1674.87062983627</c:v>
                </c:pt>
                <c:pt idx="2472">
                  <c:v>1674.57323776732</c:v>
                </c:pt>
                <c:pt idx="2473">
                  <c:v>1674.42391497616</c:v>
                </c:pt>
                <c:pt idx="2474">
                  <c:v>1674.44268238388</c:v>
                </c:pt>
                <c:pt idx="2475">
                  <c:v>1675.54449640958</c:v>
                </c:pt>
                <c:pt idx="2476">
                  <c:v>1675.04222602849</c:v>
                </c:pt>
                <c:pt idx="2477">
                  <c:v>1676.3806122217</c:v>
                </c:pt>
                <c:pt idx="2478">
                  <c:v>1676.88714092877</c:v>
                </c:pt>
                <c:pt idx="2479">
                  <c:v>1676.82330109956</c:v>
                </c:pt>
                <c:pt idx="2480">
                  <c:v>1674.82601673473</c:v>
                </c:pt>
                <c:pt idx="2481">
                  <c:v>1677.51595067444</c:v>
                </c:pt>
                <c:pt idx="2482">
                  <c:v>1683.1424255775</c:v>
                </c:pt>
                <c:pt idx="2483">
                  <c:v>1673.31842414361</c:v>
                </c:pt>
                <c:pt idx="2484">
                  <c:v>1673.84637383628</c:v>
                </c:pt>
                <c:pt idx="2485">
                  <c:v>1675.29540135251</c:v>
                </c:pt>
                <c:pt idx="2486">
                  <c:v>1673.78595225906</c:v>
                </c:pt>
                <c:pt idx="2487">
                  <c:v>1676.62969825836</c:v>
                </c:pt>
                <c:pt idx="2488">
                  <c:v>1678.14457765245</c:v>
                </c:pt>
                <c:pt idx="2489">
                  <c:v>1682.93886447549</c:v>
                </c:pt>
                <c:pt idx="2490">
                  <c:v>1676.58645664731</c:v>
                </c:pt>
                <c:pt idx="2491">
                  <c:v>1681.66492719483</c:v>
                </c:pt>
                <c:pt idx="2492">
                  <c:v>1661.7721736968</c:v>
                </c:pt>
                <c:pt idx="2493">
                  <c:v>1663.83958271478</c:v>
                </c:pt>
                <c:pt idx="2494">
                  <c:v>1663.30901700815</c:v>
                </c:pt>
                <c:pt idx="2495">
                  <c:v>1668.45821005675</c:v>
                </c:pt>
                <c:pt idx="2496">
                  <c:v>1668.81191132129</c:v>
                </c:pt>
                <c:pt idx="2497">
                  <c:v>1669.26868496618</c:v>
                </c:pt>
                <c:pt idx="2498">
                  <c:v>1669.8372854235</c:v>
                </c:pt>
                <c:pt idx="2499">
                  <c:v>1669.96237716594</c:v>
                </c:pt>
                <c:pt idx="2500">
                  <c:v>1668.57875346402</c:v>
                </c:pt>
                <c:pt idx="2501">
                  <c:v>1671.62872737204</c:v>
                </c:pt>
                <c:pt idx="2502">
                  <c:v>1673.49844471568</c:v>
                </c:pt>
                <c:pt idx="2503">
                  <c:v>1674.10900799027</c:v>
                </c:pt>
                <c:pt idx="2504">
                  <c:v>1674.04467776957</c:v>
                </c:pt>
                <c:pt idx="2505">
                  <c:v>1672.29680949649</c:v>
                </c:pt>
                <c:pt idx="2506">
                  <c:v>1671.73512408401</c:v>
                </c:pt>
                <c:pt idx="2507">
                  <c:v>1679.94150304928</c:v>
                </c:pt>
                <c:pt idx="2508">
                  <c:v>1677.80772011536</c:v>
                </c:pt>
                <c:pt idx="2509">
                  <c:v>1680.38865427047</c:v>
                </c:pt>
                <c:pt idx="2510">
                  <c:v>1679.26226671885</c:v>
                </c:pt>
                <c:pt idx="2511">
                  <c:v>1683.76854714614</c:v>
                </c:pt>
                <c:pt idx="2512">
                  <c:v>1690.91806682074</c:v>
                </c:pt>
                <c:pt idx="2513">
                  <c:v>1693.98877809871</c:v>
                </c:pt>
                <c:pt idx="2514">
                  <c:v>1687.62723016594</c:v>
                </c:pt>
                <c:pt idx="2515">
                  <c:v>1688.10417202096</c:v>
                </c:pt>
                <c:pt idx="2516">
                  <c:v>1687.84736684667</c:v>
                </c:pt>
                <c:pt idx="2517">
                  <c:v>1689.38894756993</c:v>
                </c:pt>
                <c:pt idx="2518">
                  <c:v>1690.57419682184</c:v>
                </c:pt>
                <c:pt idx="2519">
                  <c:v>1691.50545932675</c:v>
                </c:pt>
                <c:pt idx="2520">
                  <c:v>1694.55389518768</c:v>
                </c:pt>
                <c:pt idx="2521">
                  <c:v>1702.35065583898</c:v>
                </c:pt>
                <c:pt idx="2522">
                  <c:v>1702.34969341371</c:v>
                </c:pt>
                <c:pt idx="2523">
                  <c:v>1700.30824499273</c:v>
                </c:pt>
                <c:pt idx="2524">
                  <c:v>1702.55821811371</c:v>
                </c:pt>
                <c:pt idx="2525">
                  <c:v>1704.58225467712</c:v>
                </c:pt>
                <c:pt idx="2526">
                  <c:v>1705.9494008684</c:v>
                </c:pt>
                <c:pt idx="2527">
                  <c:v>1705.88694185168</c:v>
                </c:pt>
                <c:pt idx="2528">
                  <c:v>1705.81538229707</c:v>
                </c:pt>
                <c:pt idx="2529">
                  <c:v>1705.60956076861</c:v>
                </c:pt>
                <c:pt idx="2530">
                  <c:v>1706.37712174212</c:v>
                </c:pt>
                <c:pt idx="2531">
                  <c:v>1708.15242581318</c:v>
                </c:pt>
                <c:pt idx="2532">
                  <c:v>1706.62472022259</c:v>
                </c:pt>
                <c:pt idx="2533">
                  <c:v>1708.67444540582</c:v>
                </c:pt>
                <c:pt idx="2534">
                  <c:v>1708.4558809435</c:v>
                </c:pt>
                <c:pt idx="2535">
                  <c:v>1709.36897561893</c:v>
                </c:pt>
                <c:pt idx="2536">
                  <c:v>1710.18269216888</c:v>
                </c:pt>
                <c:pt idx="2537">
                  <c:v>1709.66681617327</c:v>
                </c:pt>
                <c:pt idx="2538">
                  <c:v>1710.45619697226</c:v>
                </c:pt>
                <c:pt idx="2539">
                  <c:v>1711.63829346918</c:v>
                </c:pt>
                <c:pt idx="2540">
                  <c:v>1714.44572225792</c:v>
                </c:pt>
                <c:pt idx="2541">
                  <c:v>1714.4954977598</c:v>
                </c:pt>
                <c:pt idx="2542">
                  <c:v>1713.70546917642</c:v>
                </c:pt>
                <c:pt idx="2543">
                  <c:v>1714.04377449912</c:v>
                </c:pt>
                <c:pt idx="2544">
                  <c:v>1714.53952258004</c:v>
                </c:pt>
                <c:pt idx="2545">
                  <c:v>1716.62027431766</c:v>
                </c:pt>
                <c:pt idx="2546">
                  <c:v>1719.09944276265</c:v>
                </c:pt>
                <c:pt idx="2547">
                  <c:v>1719.68751672013</c:v>
                </c:pt>
                <c:pt idx="2548">
                  <c:v>1721.23007005496</c:v>
                </c:pt>
                <c:pt idx="2549">
                  <c:v>1723.26956107457</c:v>
                </c:pt>
                <c:pt idx="2550">
                  <c:v>1724.53347236223</c:v>
                </c:pt>
                <c:pt idx="2551">
                  <c:v>1722.89186977107</c:v>
                </c:pt>
                <c:pt idx="2552">
                  <c:v>1723.53342416316</c:v>
                </c:pt>
                <c:pt idx="2553">
                  <c:v>1722.94387621864</c:v>
                </c:pt>
                <c:pt idx="2554">
                  <c:v>1719.4799785164</c:v>
                </c:pt>
                <c:pt idx="2555">
                  <c:v>1726.4080667995</c:v>
                </c:pt>
                <c:pt idx="2556">
                  <c:v>1723.35157916264</c:v>
                </c:pt>
                <c:pt idx="2557">
                  <c:v>1724.34031736606</c:v>
                </c:pt>
                <c:pt idx="2558">
                  <c:v>1725.10144545226</c:v>
                </c:pt>
                <c:pt idx="2559">
                  <c:v>1728.18263308979</c:v>
                </c:pt>
                <c:pt idx="2560">
                  <c:v>1733.12308455386</c:v>
                </c:pt>
                <c:pt idx="2561">
                  <c:v>1735.12763450287</c:v>
                </c:pt>
                <c:pt idx="2562">
                  <c:v>1734.55023456527</c:v>
                </c:pt>
                <c:pt idx="2563">
                  <c:v>1731.2905369554</c:v>
                </c:pt>
                <c:pt idx="2564">
                  <c:v>1736.62693817593</c:v>
                </c:pt>
                <c:pt idx="2565">
                  <c:v>1737.87890207548</c:v>
                </c:pt>
                <c:pt idx="2566">
                  <c:v>1738.90821857408</c:v>
                </c:pt>
                <c:pt idx="2567">
                  <c:v>1743.43826654353</c:v>
                </c:pt>
                <c:pt idx="2568">
                  <c:v>1745.47083894889</c:v>
                </c:pt>
                <c:pt idx="2569">
                  <c:v>1739.52428616268</c:v>
                </c:pt>
                <c:pt idx="2570">
                  <c:v>1741.53277678315</c:v>
                </c:pt>
                <c:pt idx="2571">
                  <c:v>1740.63055767983</c:v>
                </c:pt>
                <c:pt idx="2572">
                  <c:v>1741.0068568954</c:v>
                </c:pt>
                <c:pt idx="2573">
                  <c:v>1746.14841450844</c:v>
                </c:pt>
                <c:pt idx="2574">
                  <c:v>1744.70631002182</c:v>
                </c:pt>
                <c:pt idx="2575">
                  <c:v>1745.60572641296</c:v>
                </c:pt>
                <c:pt idx="2576">
                  <c:v>1745.62016854017</c:v>
                </c:pt>
                <c:pt idx="2577">
                  <c:v>1746.69569653163</c:v>
                </c:pt>
                <c:pt idx="2578">
                  <c:v>1745.62806609567</c:v>
                </c:pt>
                <c:pt idx="2579">
                  <c:v>1745.62294284811</c:v>
                </c:pt>
                <c:pt idx="2580">
                  <c:v>1746.93298522471</c:v>
                </c:pt>
                <c:pt idx="2581">
                  <c:v>1748.71927128449</c:v>
                </c:pt>
                <c:pt idx="2582">
                  <c:v>1748.19801820775</c:v>
                </c:pt>
                <c:pt idx="2583">
                  <c:v>1749.607060385</c:v>
                </c:pt>
                <c:pt idx="2584">
                  <c:v>1748.7752756883</c:v>
                </c:pt>
                <c:pt idx="2585">
                  <c:v>1749.51965152928</c:v>
                </c:pt>
                <c:pt idx="2586">
                  <c:v>1750.38127911332</c:v>
                </c:pt>
                <c:pt idx="2587">
                  <c:v>1747.72250164846</c:v>
                </c:pt>
                <c:pt idx="2588">
                  <c:v>1738.09752402379</c:v>
                </c:pt>
                <c:pt idx="2589">
                  <c:v>1686.49117108624</c:v>
                </c:pt>
                <c:pt idx="2590">
                  <c:v>1703.88101561705</c:v>
                </c:pt>
                <c:pt idx="2591">
                  <c:v>1702.52345657628</c:v>
                </c:pt>
                <c:pt idx="2592">
                  <c:v>1694.05327761066</c:v>
                </c:pt>
                <c:pt idx="2593">
                  <c:v>1706.45947634991</c:v>
                </c:pt>
                <c:pt idx="2594">
                  <c:v>1701.69939222277</c:v>
                </c:pt>
                <c:pt idx="2595">
                  <c:v>1702.4460628238</c:v>
                </c:pt>
                <c:pt idx="2596">
                  <c:v>1702.2902104963</c:v>
                </c:pt>
                <c:pt idx="2597">
                  <c:v>1701.6058414218</c:v>
                </c:pt>
                <c:pt idx="2598">
                  <c:v>1703.20035861763</c:v>
                </c:pt>
                <c:pt idx="2599">
                  <c:v>1703.72188971631</c:v>
                </c:pt>
                <c:pt idx="2600">
                  <c:v>1706.05744475833</c:v>
                </c:pt>
                <c:pt idx="2601">
                  <c:v>1703.69098715955</c:v>
                </c:pt>
                <c:pt idx="2602">
                  <c:v>1706.1388751356</c:v>
                </c:pt>
                <c:pt idx="2603">
                  <c:v>1706.46422978947</c:v>
                </c:pt>
                <c:pt idx="2604">
                  <c:v>1707.06562025214</c:v>
                </c:pt>
                <c:pt idx="2605">
                  <c:v>1706.68607928934</c:v>
                </c:pt>
                <c:pt idx="2606">
                  <c:v>1708.08098550874</c:v>
                </c:pt>
                <c:pt idx="2607">
                  <c:v>1709.50592255676</c:v>
                </c:pt>
                <c:pt idx="2608">
                  <c:v>1707.88087357249</c:v>
                </c:pt>
                <c:pt idx="2609">
                  <c:v>1710.96793187292</c:v>
                </c:pt>
                <c:pt idx="2610">
                  <c:v>1708.57323452677</c:v>
                </c:pt>
                <c:pt idx="2611">
                  <c:v>1707.16822554634</c:v>
                </c:pt>
                <c:pt idx="2612">
                  <c:v>1707.3060553681</c:v>
                </c:pt>
                <c:pt idx="2613">
                  <c:v>1705.32973054468</c:v>
                </c:pt>
                <c:pt idx="2614">
                  <c:v>1706.31537486158</c:v>
                </c:pt>
                <c:pt idx="2615">
                  <c:v>1705.8596569364</c:v>
                </c:pt>
                <c:pt idx="2616">
                  <c:v>1707.59119195148</c:v>
                </c:pt>
                <c:pt idx="2617">
                  <c:v>1708.80284530256</c:v>
                </c:pt>
                <c:pt idx="2618">
                  <c:v>1708.35682815507</c:v>
                </c:pt>
                <c:pt idx="2619">
                  <c:v>1708.61558900766</c:v>
                </c:pt>
                <c:pt idx="2620">
                  <c:v>1707.88491675943</c:v>
                </c:pt>
                <c:pt idx="2621">
                  <c:v>1707.96150922473</c:v>
                </c:pt>
                <c:pt idx="2622">
                  <c:v>1708.4247185688</c:v>
                </c:pt>
                <c:pt idx="2623">
                  <c:v>1708.40060200434</c:v>
                </c:pt>
                <c:pt idx="2624">
                  <c:v>1708.8371983307</c:v>
                </c:pt>
                <c:pt idx="2625">
                  <c:v>1709.60658448424</c:v>
                </c:pt>
                <c:pt idx="2626">
                  <c:v>1710.40646293516</c:v>
                </c:pt>
                <c:pt idx="2627">
                  <c:v>1710.44848414589</c:v>
                </c:pt>
                <c:pt idx="2628">
                  <c:v>1710.98550510156</c:v>
                </c:pt>
                <c:pt idx="2629">
                  <c:v>1710.09594564109</c:v>
                </c:pt>
                <c:pt idx="2630">
                  <c:v>1709.6714992695</c:v>
                </c:pt>
                <c:pt idx="2631">
                  <c:v>1709.53138618377</c:v>
                </c:pt>
                <c:pt idx="2632">
                  <c:v>1709.73574006544</c:v>
                </c:pt>
                <c:pt idx="2633">
                  <c:v>1709.80323451519</c:v>
                </c:pt>
                <c:pt idx="2634">
                  <c:v>1710.04405833594</c:v>
                </c:pt>
                <c:pt idx="2635">
                  <c:v>1710.44808343362</c:v>
                </c:pt>
                <c:pt idx="2636">
                  <c:v>1712.30091263982</c:v>
                </c:pt>
                <c:pt idx="2637">
                  <c:v>1708.18844028577</c:v>
                </c:pt>
                <c:pt idx="2638">
                  <c:v>1714.47760979827</c:v>
                </c:pt>
                <c:pt idx="2639">
                  <c:v>1718.29497327009</c:v>
                </c:pt>
                <c:pt idx="2640">
                  <c:v>1717.1007410031</c:v>
                </c:pt>
                <c:pt idx="2641">
                  <c:v>1718.74450386772</c:v>
                </c:pt>
                <c:pt idx="2642">
                  <c:v>1726.72763100038</c:v>
                </c:pt>
                <c:pt idx="2643">
                  <c:v>1729.37116095923</c:v>
                </c:pt>
                <c:pt idx="2644">
                  <c:v>1736.12009989789</c:v>
                </c:pt>
                <c:pt idx="2645">
                  <c:v>1735.95390087949</c:v>
                </c:pt>
                <c:pt idx="2646">
                  <c:v>1736.42732662497</c:v>
                </c:pt>
                <c:pt idx="2647">
                  <c:v>1740.0295098167</c:v>
                </c:pt>
                <c:pt idx="2648">
                  <c:v>1739.59000261559</c:v>
                </c:pt>
                <c:pt idx="2649">
                  <c:v>1739.67262705013</c:v>
                </c:pt>
                <c:pt idx="2650">
                  <c:v>1739.10658892565</c:v>
                </c:pt>
                <c:pt idx="2651">
                  <c:v>1739.0820927172</c:v>
                </c:pt>
                <c:pt idx="2652">
                  <c:v>1734.48872753243</c:v>
                </c:pt>
                <c:pt idx="2653">
                  <c:v>1737.56282297423</c:v>
                </c:pt>
                <c:pt idx="2654">
                  <c:v>1742.1129640049</c:v>
                </c:pt>
                <c:pt idx="2655">
                  <c:v>1746.9746542447</c:v>
                </c:pt>
                <c:pt idx="2656">
                  <c:v>1750.04377844223</c:v>
                </c:pt>
                <c:pt idx="2657">
                  <c:v>1748.31788625602</c:v>
                </c:pt>
                <c:pt idx="2658">
                  <c:v>1754.92523351624</c:v>
                </c:pt>
                <c:pt idx="2659">
                  <c:v>1763.04321490649</c:v>
                </c:pt>
                <c:pt idx="2660">
                  <c:v>1757.54692008007</c:v>
                </c:pt>
                <c:pt idx="2661">
                  <c:v>1768.47627987263</c:v>
                </c:pt>
                <c:pt idx="2662">
                  <c:v>1771.04839075938</c:v>
                </c:pt>
                <c:pt idx="2663">
                  <c:v>1772.39373919847</c:v>
                </c:pt>
                <c:pt idx="2664">
                  <c:v>1770.99703163884</c:v>
                </c:pt>
                <c:pt idx="2665">
                  <c:v>1774.21436944411</c:v>
                </c:pt>
                <c:pt idx="2666">
                  <c:v>1771.93446277472</c:v>
                </c:pt>
                <c:pt idx="2667">
                  <c:v>1769.34368263517</c:v>
                </c:pt>
                <c:pt idx="2668">
                  <c:v>1768.58522690279</c:v>
                </c:pt>
                <c:pt idx="2669">
                  <c:v>1768.43803149131</c:v>
                </c:pt>
                <c:pt idx="2670">
                  <c:v>1772.6463211004</c:v>
                </c:pt>
                <c:pt idx="2671">
                  <c:v>1780.21339434754</c:v>
                </c:pt>
                <c:pt idx="2672">
                  <c:v>1776.87323740021</c:v>
                </c:pt>
                <c:pt idx="2673">
                  <c:v>1781.58071712269</c:v>
                </c:pt>
                <c:pt idx="2674">
                  <c:v>1772.09630293519</c:v>
                </c:pt>
                <c:pt idx="2675">
                  <c:v>1775.82957707076</c:v>
                </c:pt>
                <c:pt idx="2676">
                  <c:v>1771.25123202477</c:v>
                </c:pt>
                <c:pt idx="2677">
                  <c:v>1770.97514202953</c:v>
                </c:pt>
                <c:pt idx="2678">
                  <c:v>1772.59730324279</c:v>
                </c:pt>
                <c:pt idx="2679">
                  <c:v>1773.64330833099</c:v>
                </c:pt>
                <c:pt idx="2680">
                  <c:v>1772.98796054281</c:v>
                </c:pt>
                <c:pt idx="2681">
                  <c:v>1773.84987008036</c:v>
                </c:pt>
                <c:pt idx="2682">
                  <c:v>1773.4113018737</c:v>
                </c:pt>
                <c:pt idx="2683">
                  <c:v>1774.66003354796</c:v>
                </c:pt>
                <c:pt idx="2684">
                  <c:v>1775.4670414709</c:v>
                </c:pt>
                <c:pt idx="2685">
                  <c:v>1774.69642517735</c:v>
                </c:pt>
                <c:pt idx="2686">
                  <c:v>1776.13401729752</c:v>
                </c:pt>
                <c:pt idx="2687">
                  <c:v>1776.57960102793</c:v>
                </c:pt>
                <c:pt idx="2688">
                  <c:v>1776.24423496131</c:v>
                </c:pt>
                <c:pt idx="2689">
                  <c:v>1779.04360361522</c:v>
                </c:pt>
                <c:pt idx="2690">
                  <c:v>1774.50961492688</c:v>
                </c:pt>
                <c:pt idx="2691">
                  <c:v>1775.39258962471</c:v>
                </c:pt>
                <c:pt idx="2692">
                  <c:v>1774.73242081475</c:v>
                </c:pt>
                <c:pt idx="2693">
                  <c:v>1775.97553453184</c:v>
                </c:pt>
                <c:pt idx="2694">
                  <c:v>1765.41881447427</c:v>
                </c:pt>
                <c:pt idx="2695">
                  <c:v>1765.57965452905</c:v>
                </c:pt>
                <c:pt idx="2696">
                  <c:v>1766.8315673948</c:v>
                </c:pt>
                <c:pt idx="2697">
                  <c:v>1763.92767382971</c:v>
                </c:pt>
                <c:pt idx="2698">
                  <c:v>1766.47342384508</c:v>
                </c:pt>
                <c:pt idx="2699">
                  <c:v>1766.98696244746</c:v>
                </c:pt>
                <c:pt idx="2700">
                  <c:v>1768.57839593968</c:v>
                </c:pt>
                <c:pt idx="2701">
                  <c:v>1770.6428100831</c:v>
                </c:pt>
                <c:pt idx="2702">
                  <c:v>1769.72536671875</c:v>
                </c:pt>
                <c:pt idx="2703">
                  <c:v>1770.52131270129</c:v>
                </c:pt>
                <c:pt idx="2704">
                  <c:v>1773.6728209316</c:v>
                </c:pt>
                <c:pt idx="2705">
                  <c:v>1773.53438306219</c:v>
                </c:pt>
                <c:pt idx="2706">
                  <c:v>1771.49278667676</c:v>
                </c:pt>
                <c:pt idx="2707">
                  <c:v>1772.04587207402</c:v>
                </c:pt>
                <c:pt idx="2708">
                  <c:v>1772.91827323091</c:v>
                </c:pt>
                <c:pt idx="2709">
                  <c:v>1774.3812914297</c:v>
                </c:pt>
                <c:pt idx="2710">
                  <c:v>1771.55833299757</c:v>
                </c:pt>
                <c:pt idx="2711">
                  <c:v>1777.03175323296</c:v>
                </c:pt>
                <c:pt idx="2712">
                  <c:v>1776.25374451878</c:v>
                </c:pt>
                <c:pt idx="2713">
                  <c:v>1779.05919736969</c:v>
                </c:pt>
                <c:pt idx="2714">
                  <c:v>1778.96093330001</c:v>
                </c:pt>
                <c:pt idx="2715">
                  <c:v>1781.07552559074</c:v>
                </c:pt>
                <c:pt idx="2716">
                  <c:v>1781.97241343596</c:v>
                </c:pt>
                <c:pt idx="2717">
                  <c:v>1782.50573254262</c:v>
                </c:pt>
                <c:pt idx="2718">
                  <c:v>1786.44326771912</c:v>
                </c:pt>
                <c:pt idx="2719">
                  <c:v>1791.52409598927</c:v>
                </c:pt>
                <c:pt idx="2720">
                  <c:v>1791.81211726971</c:v>
                </c:pt>
                <c:pt idx="2721">
                  <c:v>1790.26190736768</c:v>
                </c:pt>
                <c:pt idx="2722">
                  <c:v>1786.69829613195</c:v>
                </c:pt>
                <c:pt idx="2723">
                  <c:v>1788.50912119455</c:v>
                </c:pt>
                <c:pt idx="2724">
                  <c:v>1790.67625470425</c:v>
                </c:pt>
                <c:pt idx="2725">
                  <c:v>1791.66510715929</c:v>
                </c:pt>
                <c:pt idx="2726">
                  <c:v>1788.81851390797</c:v>
                </c:pt>
                <c:pt idx="2727">
                  <c:v>1789.2137977455</c:v>
                </c:pt>
                <c:pt idx="2728">
                  <c:v>1791.38557926598</c:v>
                </c:pt>
                <c:pt idx="2729">
                  <c:v>1791.4431576497</c:v>
                </c:pt>
                <c:pt idx="2730">
                  <c:v>1791.50109719105</c:v>
                </c:pt>
                <c:pt idx="2731">
                  <c:v>1790.28854019601</c:v>
                </c:pt>
                <c:pt idx="2732">
                  <c:v>1790.28800013096</c:v>
                </c:pt>
                <c:pt idx="2733">
                  <c:v>1790.73858269489</c:v>
                </c:pt>
                <c:pt idx="2734">
                  <c:v>1790.47076899617</c:v>
                </c:pt>
                <c:pt idx="2735">
                  <c:v>1792.33343549599</c:v>
                </c:pt>
                <c:pt idx="2736">
                  <c:v>1792.77637599595</c:v>
                </c:pt>
                <c:pt idx="2737">
                  <c:v>1793.92653576821</c:v>
                </c:pt>
                <c:pt idx="2738">
                  <c:v>1794.46091297673</c:v>
                </c:pt>
                <c:pt idx="2739">
                  <c:v>1794.88468519858</c:v>
                </c:pt>
                <c:pt idx="2740">
                  <c:v>1794.47621721559</c:v>
                </c:pt>
                <c:pt idx="2741">
                  <c:v>1794.31127166246</c:v>
                </c:pt>
                <c:pt idx="2742">
                  <c:v>1794.55986810812</c:v>
                </c:pt>
                <c:pt idx="2743">
                  <c:v>1791.93599017953</c:v>
                </c:pt>
                <c:pt idx="2744">
                  <c:v>1792.1157345752</c:v>
                </c:pt>
                <c:pt idx="2745">
                  <c:v>1792.61321951027</c:v>
                </c:pt>
                <c:pt idx="2746">
                  <c:v>1793.21329269744</c:v>
                </c:pt>
                <c:pt idx="2747">
                  <c:v>1793.58133656268</c:v>
                </c:pt>
                <c:pt idx="2748">
                  <c:v>1792.7166550149</c:v>
                </c:pt>
                <c:pt idx="2749">
                  <c:v>1791.88786634649</c:v>
                </c:pt>
                <c:pt idx="2750">
                  <c:v>1794.07759450219</c:v>
                </c:pt>
                <c:pt idx="2751">
                  <c:v>1795.24070995193</c:v>
                </c:pt>
                <c:pt idx="2752">
                  <c:v>1795.20823294655</c:v>
                </c:pt>
                <c:pt idx="2753">
                  <c:v>1795.51260524948</c:v>
                </c:pt>
                <c:pt idx="2754">
                  <c:v>1794.24519132261</c:v>
                </c:pt>
                <c:pt idx="2755">
                  <c:v>1797.15828585482</c:v>
                </c:pt>
                <c:pt idx="2756">
                  <c:v>1797.61956659689</c:v>
                </c:pt>
                <c:pt idx="2757">
                  <c:v>1799.29429426615</c:v>
                </c:pt>
                <c:pt idx="2758">
                  <c:v>1799.89752257426</c:v>
                </c:pt>
                <c:pt idx="2759">
                  <c:v>1797.53545531325</c:v>
                </c:pt>
                <c:pt idx="2760">
                  <c:v>1802.80104389912</c:v>
                </c:pt>
                <c:pt idx="2761">
                  <c:v>1807.08069874403</c:v>
                </c:pt>
                <c:pt idx="2762">
                  <c:v>1810.55899567017</c:v>
                </c:pt>
                <c:pt idx="2763">
                  <c:v>1809.31235661465</c:v>
                </c:pt>
                <c:pt idx="2764">
                  <c:v>1809.33830177781</c:v>
                </c:pt>
                <c:pt idx="2765">
                  <c:v>1808.84298339545</c:v>
                </c:pt>
                <c:pt idx="2766">
                  <c:v>1809.48670616483</c:v>
                </c:pt>
                <c:pt idx="2767">
                  <c:v>1809.86069771747</c:v>
                </c:pt>
                <c:pt idx="2768">
                  <c:v>1810.31441637175</c:v>
                </c:pt>
                <c:pt idx="2769">
                  <c:v>1809.74427564719</c:v>
                </c:pt>
                <c:pt idx="2770">
                  <c:v>1810.39484566257</c:v>
                </c:pt>
                <c:pt idx="2771">
                  <c:v>1811.14351923139</c:v>
                </c:pt>
                <c:pt idx="2772">
                  <c:v>1812.63638925682</c:v>
                </c:pt>
                <c:pt idx="2773">
                  <c:v>1808.10138677203</c:v>
                </c:pt>
                <c:pt idx="2774">
                  <c:v>1807.12156922723</c:v>
                </c:pt>
                <c:pt idx="2775">
                  <c:v>1807.71737208837</c:v>
                </c:pt>
                <c:pt idx="2776">
                  <c:v>1810.33911002291</c:v>
                </c:pt>
                <c:pt idx="2777">
                  <c:v>1812.21905173079</c:v>
                </c:pt>
                <c:pt idx="2778">
                  <c:v>1811.94344495434</c:v>
                </c:pt>
                <c:pt idx="2779">
                  <c:v>1812.84125769586</c:v>
                </c:pt>
                <c:pt idx="2780">
                  <c:v>1814.66764413862</c:v>
                </c:pt>
                <c:pt idx="2781">
                  <c:v>1814.56076966352</c:v>
                </c:pt>
                <c:pt idx="2782">
                  <c:v>1815.02771041033</c:v>
                </c:pt>
                <c:pt idx="2783">
                  <c:v>1814.24353641157</c:v>
                </c:pt>
                <c:pt idx="2784">
                  <c:v>1815.82698754427</c:v>
                </c:pt>
                <c:pt idx="2785">
                  <c:v>1817.06948792116</c:v>
                </c:pt>
                <c:pt idx="2786">
                  <c:v>1817.91419201273</c:v>
                </c:pt>
                <c:pt idx="2787">
                  <c:v>1817.40535716184</c:v>
                </c:pt>
                <c:pt idx="2788">
                  <c:v>1817.42914591075</c:v>
                </c:pt>
                <c:pt idx="2789">
                  <c:v>1817.57847639498</c:v>
                </c:pt>
                <c:pt idx="2790">
                  <c:v>1818.37759703019</c:v>
                </c:pt>
                <c:pt idx="2791">
                  <c:v>1819.0148485834</c:v>
                </c:pt>
                <c:pt idx="2792">
                  <c:v>1820.39209838365</c:v>
                </c:pt>
                <c:pt idx="2793">
                  <c:v>1820.95427644412</c:v>
                </c:pt>
                <c:pt idx="2794">
                  <c:v>1821.51583479425</c:v>
                </c:pt>
                <c:pt idx="2795">
                  <c:v>1821.70742283265</c:v>
                </c:pt>
                <c:pt idx="2796">
                  <c:v>1822.75021740142</c:v>
                </c:pt>
                <c:pt idx="2797">
                  <c:v>1822.17366731798</c:v>
                </c:pt>
                <c:pt idx="2798">
                  <c:v>1822.98718904127</c:v>
                </c:pt>
                <c:pt idx="2799">
                  <c:v>1823.37101901599</c:v>
                </c:pt>
                <c:pt idx="2800">
                  <c:v>1823.47706533992</c:v>
                </c:pt>
                <c:pt idx="2801">
                  <c:v>1823.75511582959</c:v>
                </c:pt>
                <c:pt idx="2802">
                  <c:v>1823.6458986909</c:v>
                </c:pt>
                <c:pt idx="2803">
                  <c:v>1825.86259098024</c:v>
                </c:pt>
                <c:pt idx="2804">
                  <c:v>1826.98181562196</c:v>
                </c:pt>
                <c:pt idx="2805">
                  <c:v>1827.1441222697</c:v>
                </c:pt>
                <c:pt idx="2806">
                  <c:v>1830.84305726763</c:v>
                </c:pt>
                <c:pt idx="2807">
                  <c:v>1828.31390748012</c:v>
                </c:pt>
                <c:pt idx="2808">
                  <c:v>1828.84532342487</c:v>
                </c:pt>
                <c:pt idx="2809">
                  <c:v>1829.51682053713</c:v>
                </c:pt>
                <c:pt idx="2810">
                  <c:v>1828.37620115668</c:v>
                </c:pt>
                <c:pt idx="2811">
                  <c:v>1828.97206772636</c:v>
                </c:pt>
                <c:pt idx="2812">
                  <c:v>1828.56901291313</c:v>
                </c:pt>
                <c:pt idx="2813">
                  <c:v>1826.21101991658</c:v>
                </c:pt>
                <c:pt idx="2814">
                  <c:v>1826.90050586971</c:v>
                </c:pt>
                <c:pt idx="2815">
                  <c:v>1827.43050434266</c:v>
                </c:pt>
                <c:pt idx="2816">
                  <c:v>1827.51294604465</c:v>
                </c:pt>
                <c:pt idx="2817">
                  <c:v>1827.84015400618</c:v>
                </c:pt>
                <c:pt idx="2818">
                  <c:v>1828.70468332899</c:v>
                </c:pt>
                <c:pt idx="2819">
                  <c:v>1829.73484708659</c:v>
                </c:pt>
                <c:pt idx="2820">
                  <c:v>1830.24916739378</c:v>
                </c:pt>
                <c:pt idx="2821">
                  <c:v>1830.3929537727</c:v>
                </c:pt>
                <c:pt idx="2822">
                  <c:v>1830.36566063744</c:v>
                </c:pt>
                <c:pt idx="2823">
                  <c:v>1831.12811137485</c:v>
                </c:pt>
                <c:pt idx="2824">
                  <c:v>1831.72531487509</c:v>
                </c:pt>
                <c:pt idx="2825">
                  <c:v>1832.42099270156</c:v>
                </c:pt>
                <c:pt idx="2826">
                  <c:v>1831.87559985554</c:v>
                </c:pt>
                <c:pt idx="2827">
                  <c:v>1832.74356465373</c:v>
                </c:pt>
                <c:pt idx="2828">
                  <c:v>1831.79156459188</c:v>
                </c:pt>
                <c:pt idx="2829">
                  <c:v>1834.87941929442</c:v>
                </c:pt>
                <c:pt idx="2830">
                  <c:v>1836.62614934613</c:v>
                </c:pt>
                <c:pt idx="2831">
                  <c:v>1836.49619500341</c:v>
                </c:pt>
                <c:pt idx="2832">
                  <c:v>1836.37140152452</c:v>
                </c:pt>
                <c:pt idx="2833">
                  <c:v>1836.92325959568</c:v>
                </c:pt>
                <c:pt idx="2834">
                  <c:v>1836.93599410526</c:v>
                </c:pt>
                <c:pt idx="2835">
                  <c:v>1837.93672936633</c:v>
                </c:pt>
                <c:pt idx="2836">
                  <c:v>1837.48610652305</c:v>
                </c:pt>
                <c:pt idx="2837">
                  <c:v>1838.14139115623</c:v>
                </c:pt>
                <c:pt idx="2838">
                  <c:v>1837.71270596082</c:v>
                </c:pt>
                <c:pt idx="2839">
                  <c:v>1838.14364909461</c:v>
                </c:pt>
                <c:pt idx="2840">
                  <c:v>1839.21534400013</c:v>
                </c:pt>
                <c:pt idx="2841">
                  <c:v>1838.27264784693</c:v>
                </c:pt>
                <c:pt idx="2842">
                  <c:v>1840.25890670508</c:v>
                </c:pt>
                <c:pt idx="2843">
                  <c:v>1841.01783186289</c:v>
                </c:pt>
                <c:pt idx="2844">
                  <c:v>1841.96541705416</c:v>
                </c:pt>
                <c:pt idx="2845">
                  <c:v>1842.36812634289</c:v>
                </c:pt>
                <c:pt idx="2846">
                  <c:v>1842.53825476709</c:v>
                </c:pt>
                <c:pt idx="2847">
                  <c:v>1843.89903330541</c:v>
                </c:pt>
                <c:pt idx="2848">
                  <c:v>1843.06616667756</c:v>
                </c:pt>
                <c:pt idx="2849">
                  <c:v>1844.09042588918</c:v>
                </c:pt>
                <c:pt idx="2850">
                  <c:v>1843.87022807725</c:v>
                </c:pt>
                <c:pt idx="2851">
                  <c:v>1843.18558827129</c:v>
                </c:pt>
                <c:pt idx="2852">
                  <c:v>1843.16340668361</c:v>
                </c:pt>
                <c:pt idx="2853">
                  <c:v>1844.49343292959</c:v>
                </c:pt>
                <c:pt idx="2854">
                  <c:v>1843.49754504888</c:v>
                </c:pt>
                <c:pt idx="2855">
                  <c:v>1844.15396691845</c:v>
                </c:pt>
                <c:pt idx="2856">
                  <c:v>1845.14150247212</c:v>
                </c:pt>
                <c:pt idx="2857">
                  <c:v>1844.82498611658</c:v>
                </c:pt>
                <c:pt idx="2858">
                  <c:v>1844.87364539652</c:v>
                </c:pt>
                <c:pt idx="2859">
                  <c:v>1844.28294111072</c:v>
                </c:pt>
                <c:pt idx="2860">
                  <c:v>1845.14240140384</c:v>
                </c:pt>
                <c:pt idx="2861">
                  <c:v>1845.30215055497</c:v>
                </c:pt>
                <c:pt idx="2862">
                  <c:v>1844.96411748293</c:v>
                </c:pt>
                <c:pt idx="2863">
                  <c:v>1845.24126723221</c:v>
                </c:pt>
                <c:pt idx="2864">
                  <c:v>1845.67531707288</c:v>
                </c:pt>
                <c:pt idx="2865">
                  <c:v>1846.94087614262</c:v>
                </c:pt>
                <c:pt idx="2866">
                  <c:v>1846.84374727427</c:v>
                </c:pt>
                <c:pt idx="2867">
                  <c:v>1846.63341733783</c:v>
                </c:pt>
                <c:pt idx="2868">
                  <c:v>1847.84005031884</c:v>
                </c:pt>
                <c:pt idx="2869">
                  <c:v>1845.82952587251</c:v>
                </c:pt>
                <c:pt idx="2870">
                  <c:v>1846.09305629991</c:v>
                </c:pt>
                <c:pt idx="2871">
                  <c:v>1846.16207629353</c:v>
                </c:pt>
                <c:pt idx="2872">
                  <c:v>1846.59565704868</c:v>
                </c:pt>
                <c:pt idx="2873">
                  <c:v>1846.28947252764</c:v>
                </c:pt>
                <c:pt idx="2874">
                  <c:v>1847.42447890772</c:v>
                </c:pt>
                <c:pt idx="2875">
                  <c:v>1845.75255212742</c:v>
                </c:pt>
                <c:pt idx="2876">
                  <c:v>1846.76037335376</c:v>
                </c:pt>
                <c:pt idx="2877">
                  <c:v>1846.53736006349</c:v>
                </c:pt>
                <c:pt idx="2878">
                  <c:v>1846.20359650922</c:v>
                </c:pt>
                <c:pt idx="2879">
                  <c:v>1845.63341961961</c:v>
                </c:pt>
                <c:pt idx="2880">
                  <c:v>1847.78269020481</c:v>
                </c:pt>
                <c:pt idx="2881">
                  <c:v>1848.05115853006</c:v>
                </c:pt>
                <c:pt idx="2882">
                  <c:v>1848.54331648711</c:v>
                </c:pt>
                <c:pt idx="2883">
                  <c:v>1849.6945431069</c:v>
                </c:pt>
                <c:pt idx="2884">
                  <c:v>1851.00555831224</c:v>
                </c:pt>
                <c:pt idx="2885">
                  <c:v>1852.26751234324</c:v>
                </c:pt>
                <c:pt idx="2886">
                  <c:v>1854.17841061413</c:v>
                </c:pt>
                <c:pt idx="2887">
                  <c:v>1855.29850216436</c:v>
                </c:pt>
                <c:pt idx="2888">
                  <c:v>1854.81466968812</c:v>
                </c:pt>
                <c:pt idx="2889">
                  <c:v>1856.52889685128</c:v>
                </c:pt>
                <c:pt idx="2890">
                  <c:v>1857.04040316569</c:v>
                </c:pt>
                <c:pt idx="2891">
                  <c:v>1857.22706967498</c:v>
                </c:pt>
                <c:pt idx="2892">
                  <c:v>1856.19981025998</c:v>
                </c:pt>
                <c:pt idx="2893">
                  <c:v>1856.48432092979</c:v>
                </c:pt>
                <c:pt idx="2894">
                  <c:v>1857.19223528386</c:v>
                </c:pt>
                <c:pt idx="2895">
                  <c:v>1857.61954508044</c:v>
                </c:pt>
                <c:pt idx="2896">
                  <c:v>1858.53033776268</c:v>
                </c:pt>
                <c:pt idx="2897">
                  <c:v>1859.34694559217</c:v>
                </c:pt>
                <c:pt idx="2898">
                  <c:v>1859.79967888688</c:v>
                </c:pt>
                <c:pt idx="2899">
                  <c:v>1860.09054428666</c:v>
                </c:pt>
                <c:pt idx="2900">
                  <c:v>1860.3388868438</c:v>
                </c:pt>
                <c:pt idx="2901">
                  <c:v>1860.31183970194</c:v>
                </c:pt>
                <c:pt idx="2902">
                  <c:v>1861.64039208249</c:v>
                </c:pt>
                <c:pt idx="2903">
                  <c:v>1860.66914048277</c:v>
                </c:pt>
                <c:pt idx="2904">
                  <c:v>1862.66120118084</c:v>
                </c:pt>
                <c:pt idx="2905">
                  <c:v>1863.33769832091</c:v>
                </c:pt>
                <c:pt idx="2906">
                  <c:v>1863.19982747582</c:v>
                </c:pt>
                <c:pt idx="2907">
                  <c:v>1863.7981641672</c:v>
                </c:pt>
                <c:pt idx="2908">
                  <c:v>1862.04732819606</c:v>
                </c:pt>
                <c:pt idx="2909">
                  <c:v>1862.0083685372</c:v>
                </c:pt>
                <c:pt idx="2910">
                  <c:v>1865.84075466141</c:v>
                </c:pt>
                <c:pt idx="2911">
                  <c:v>1866.70146744225</c:v>
                </c:pt>
                <c:pt idx="2912">
                  <c:v>1867.68148354851</c:v>
                </c:pt>
                <c:pt idx="2913">
                  <c:v>1867.93791747582</c:v>
                </c:pt>
                <c:pt idx="2914">
                  <c:v>1869.13965705993</c:v>
                </c:pt>
                <c:pt idx="2915">
                  <c:v>1870.94092530843</c:v>
                </c:pt>
                <c:pt idx="2916">
                  <c:v>1871.11730006977</c:v>
                </c:pt>
                <c:pt idx="2917">
                  <c:v>1872.41840548019</c:v>
                </c:pt>
                <c:pt idx="2918">
                  <c:v>1872.7938859551</c:v>
                </c:pt>
                <c:pt idx="2919">
                  <c:v>1872.09175942553</c:v>
                </c:pt>
                <c:pt idx="2920">
                  <c:v>1871.61564212841</c:v>
                </c:pt>
                <c:pt idx="2921">
                  <c:v>1871.29765103987</c:v>
                </c:pt>
                <c:pt idx="2922">
                  <c:v>1872.31529046961</c:v>
                </c:pt>
                <c:pt idx="2923">
                  <c:v>1872.90809969528</c:v>
                </c:pt>
                <c:pt idx="2924">
                  <c:v>1871.96477512906</c:v>
                </c:pt>
                <c:pt idx="2925">
                  <c:v>1873.31790611946</c:v>
                </c:pt>
                <c:pt idx="2926">
                  <c:v>1873.31998259127</c:v>
                </c:pt>
                <c:pt idx="2927">
                  <c:v>1874.5923822629</c:v>
                </c:pt>
                <c:pt idx="2928">
                  <c:v>1876.0470779574</c:v>
                </c:pt>
                <c:pt idx="2929">
                  <c:v>1880.51247009152</c:v>
                </c:pt>
                <c:pt idx="2930">
                  <c:v>1884.11820805099</c:v>
                </c:pt>
                <c:pt idx="2931">
                  <c:v>1883.97077799271</c:v>
                </c:pt>
                <c:pt idx="2932">
                  <c:v>1884.73889226944</c:v>
                </c:pt>
                <c:pt idx="2933">
                  <c:v>1886.32624596294</c:v>
                </c:pt>
                <c:pt idx="2934">
                  <c:v>1889.0613405155</c:v>
                </c:pt>
                <c:pt idx="2935">
                  <c:v>1890.76040827261</c:v>
                </c:pt>
                <c:pt idx="2936">
                  <c:v>1891.66987908401</c:v>
                </c:pt>
                <c:pt idx="2937">
                  <c:v>1891.55471695492</c:v>
                </c:pt>
                <c:pt idx="2938">
                  <c:v>1890.81759981275</c:v>
                </c:pt>
                <c:pt idx="2939">
                  <c:v>1890.62146011744</c:v>
                </c:pt>
                <c:pt idx="2940">
                  <c:v>1891.39827215024</c:v>
                </c:pt>
                <c:pt idx="2941">
                  <c:v>1891.35780084387</c:v>
                </c:pt>
                <c:pt idx="2942">
                  <c:v>1891.94257333294</c:v>
                </c:pt>
                <c:pt idx="2943">
                  <c:v>1892.00276477523</c:v>
                </c:pt>
                <c:pt idx="2944">
                  <c:v>1891.51115587984</c:v>
                </c:pt>
                <c:pt idx="2945">
                  <c:v>1891.83681135816</c:v>
                </c:pt>
                <c:pt idx="2946">
                  <c:v>1888.82583302769</c:v>
                </c:pt>
                <c:pt idx="2947">
                  <c:v>1889.4952812759</c:v>
                </c:pt>
                <c:pt idx="2948">
                  <c:v>1889.89828442498</c:v>
                </c:pt>
                <c:pt idx="2949">
                  <c:v>1890.53570993176</c:v>
                </c:pt>
                <c:pt idx="2950">
                  <c:v>1890.58946247062</c:v>
                </c:pt>
                <c:pt idx="2951">
                  <c:v>1890.57989326218</c:v>
                </c:pt>
                <c:pt idx="2952">
                  <c:v>1890.84569555838</c:v>
                </c:pt>
                <c:pt idx="2953">
                  <c:v>1892.15454575745</c:v>
                </c:pt>
                <c:pt idx="2954">
                  <c:v>1892.16701979373</c:v>
                </c:pt>
                <c:pt idx="2955">
                  <c:v>1891.91964852726</c:v>
                </c:pt>
                <c:pt idx="2956">
                  <c:v>1892.04385011324</c:v>
                </c:pt>
                <c:pt idx="2957">
                  <c:v>1891.68935589934</c:v>
                </c:pt>
                <c:pt idx="2958">
                  <c:v>1891.02001108875</c:v>
                </c:pt>
                <c:pt idx="2959">
                  <c:v>1891.53110127452</c:v>
                </c:pt>
                <c:pt idx="2960">
                  <c:v>1892.38327984034</c:v>
                </c:pt>
                <c:pt idx="2961">
                  <c:v>1891.03527058754</c:v>
                </c:pt>
                <c:pt idx="2962">
                  <c:v>1891.39844661654</c:v>
                </c:pt>
                <c:pt idx="2963">
                  <c:v>1891.70151151727</c:v>
                </c:pt>
                <c:pt idx="2964">
                  <c:v>1891.71915115783</c:v>
                </c:pt>
                <c:pt idx="2965">
                  <c:v>1890.6553695278</c:v>
                </c:pt>
                <c:pt idx="2966">
                  <c:v>1890.7618432767</c:v>
                </c:pt>
                <c:pt idx="2967">
                  <c:v>1892.05540614811</c:v>
                </c:pt>
                <c:pt idx="2968">
                  <c:v>1891.84575037144</c:v>
                </c:pt>
                <c:pt idx="2969">
                  <c:v>1891.73766476106</c:v>
                </c:pt>
                <c:pt idx="2970">
                  <c:v>1889.80099227516</c:v>
                </c:pt>
                <c:pt idx="2971">
                  <c:v>1888.85835903284</c:v>
                </c:pt>
                <c:pt idx="2972">
                  <c:v>1889.46983937621</c:v>
                </c:pt>
                <c:pt idx="2973">
                  <c:v>1890.02371020202</c:v>
                </c:pt>
                <c:pt idx="2974">
                  <c:v>1890.44538902483</c:v>
                </c:pt>
                <c:pt idx="2975">
                  <c:v>1890.71950406399</c:v>
                </c:pt>
                <c:pt idx="2976">
                  <c:v>1891.44111366361</c:v>
                </c:pt>
                <c:pt idx="2977">
                  <c:v>1891.91877673713</c:v>
                </c:pt>
                <c:pt idx="2978">
                  <c:v>1892.6188382666</c:v>
                </c:pt>
                <c:pt idx="2979">
                  <c:v>1893.3178903028</c:v>
                </c:pt>
                <c:pt idx="2980">
                  <c:v>1893.65551524626</c:v>
                </c:pt>
                <c:pt idx="2981">
                  <c:v>1892.73459560015</c:v>
                </c:pt>
                <c:pt idx="2982">
                  <c:v>1892.53087210116</c:v>
                </c:pt>
                <c:pt idx="2983">
                  <c:v>1892.40746818341</c:v>
                </c:pt>
                <c:pt idx="2984">
                  <c:v>1892.10223247513</c:v>
                </c:pt>
                <c:pt idx="2985">
                  <c:v>1892.57610174736</c:v>
                </c:pt>
                <c:pt idx="2986">
                  <c:v>1894.05451299193</c:v>
                </c:pt>
                <c:pt idx="2987">
                  <c:v>1894.96959004757</c:v>
                </c:pt>
                <c:pt idx="2988">
                  <c:v>1894.18702701035</c:v>
                </c:pt>
                <c:pt idx="2989">
                  <c:v>1894.11177413776</c:v>
                </c:pt>
                <c:pt idx="2990">
                  <c:v>1894.54146521168</c:v>
                </c:pt>
                <c:pt idx="2991">
                  <c:v>1894.65394417702</c:v>
                </c:pt>
                <c:pt idx="2992">
                  <c:v>1894.12428868628</c:v>
                </c:pt>
                <c:pt idx="2993">
                  <c:v>1894.12436539636</c:v>
                </c:pt>
                <c:pt idx="2994">
                  <c:v>1895.10100828509</c:v>
                </c:pt>
                <c:pt idx="2995">
                  <c:v>1895.05678913715</c:v>
                </c:pt>
                <c:pt idx="2996">
                  <c:v>1895.47841390782</c:v>
                </c:pt>
                <c:pt idx="2997">
                  <c:v>1896.76060511862</c:v>
                </c:pt>
                <c:pt idx="2998">
                  <c:v>1895.75003434674</c:v>
                </c:pt>
                <c:pt idx="2999">
                  <c:v>1895.15056444026</c:v>
                </c:pt>
                <c:pt idx="3000">
                  <c:v>1895.6459262194</c:v>
                </c:pt>
                <c:pt idx="3001">
                  <c:v>1895.82907720164</c:v>
                </c:pt>
                <c:pt idx="3002">
                  <c:v>1895.38687255173</c:v>
                </c:pt>
                <c:pt idx="3003">
                  <c:v>1895.51719738939</c:v>
                </c:pt>
                <c:pt idx="3004">
                  <c:v>1894.94763410022</c:v>
                </c:pt>
                <c:pt idx="3005">
                  <c:v>1895.11648662705</c:v>
                </c:pt>
                <c:pt idx="3006">
                  <c:v>1893.01239920919</c:v>
                </c:pt>
                <c:pt idx="3007">
                  <c:v>1893.04705455125</c:v>
                </c:pt>
                <c:pt idx="3008">
                  <c:v>1893.19973925292</c:v>
                </c:pt>
                <c:pt idx="3009">
                  <c:v>1893.91145821856</c:v>
                </c:pt>
                <c:pt idx="3010">
                  <c:v>1895.22498128963</c:v>
                </c:pt>
                <c:pt idx="3011">
                  <c:v>1895.9873400427</c:v>
                </c:pt>
                <c:pt idx="3012">
                  <c:v>1892.87697700972</c:v>
                </c:pt>
                <c:pt idx="3013">
                  <c:v>1894.02346751511</c:v>
                </c:pt>
                <c:pt idx="3014">
                  <c:v>1895.17293461234</c:v>
                </c:pt>
                <c:pt idx="3015">
                  <c:v>1895.2504890209</c:v>
                </c:pt>
                <c:pt idx="3016">
                  <c:v>1895.55138808114</c:v>
                </c:pt>
                <c:pt idx="3017">
                  <c:v>1895.90991943707</c:v>
                </c:pt>
                <c:pt idx="3018">
                  <c:v>1895.05557076428</c:v>
                </c:pt>
                <c:pt idx="3019">
                  <c:v>1895.76352088467</c:v>
                </c:pt>
                <c:pt idx="3020">
                  <c:v>1895.34336016394</c:v>
                </c:pt>
                <c:pt idx="3021">
                  <c:v>1894.47122124087</c:v>
                </c:pt>
                <c:pt idx="3022">
                  <c:v>1893.67074384505</c:v>
                </c:pt>
                <c:pt idx="3023">
                  <c:v>1894.79434934193</c:v>
                </c:pt>
                <c:pt idx="3024">
                  <c:v>1896.51227473411</c:v>
                </c:pt>
                <c:pt idx="3025">
                  <c:v>1895.69077904526</c:v>
                </c:pt>
                <c:pt idx="3026">
                  <c:v>1896.49928676006</c:v>
                </c:pt>
                <c:pt idx="3027">
                  <c:v>1895.74085757338</c:v>
                </c:pt>
                <c:pt idx="3028">
                  <c:v>1898.83675576663</c:v>
                </c:pt>
                <c:pt idx="3029">
                  <c:v>1897.84749027676</c:v>
                </c:pt>
                <c:pt idx="3030">
                  <c:v>1897.68225429704</c:v>
                </c:pt>
                <c:pt idx="3031">
                  <c:v>1897.60479962103</c:v>
                </c:pt>
                <c:pt idx="3032">
                  <c:v>1897.53956306018</c:v>
                </c:pt>
                <c:pt idx="3033">
                  <c:v>1898.62418561331</c:v>
                </c:pt>
                <c:pt idx="3034">
                  <c:v>1899.82721159809</c:v>
                </c:pt>
                <c:pt idx="3035">
                  <c:v>1899.66091489198</c:v>
                </c:pt>
                <c:pt idx="3036">
                  <c:v>1899.66263151645</c:v>
                </c:pt>
                <c:pt idx="3037">
                  <c:v>1899.81612064922</c:v>
                </c:pt>
                <c:pt idx="3038">
                  <c:v>1900.48814492177</c:v>
                </c:pt>
                <c:pt idx="3039">
                  <c:v>1899.88143366822</c:v>
                </c:pt>
                <c:pt idx="3040">
                  <c:v>1900.70551176404</c:v>
                </c:pt>
                <c:pt idx="3041">
                  <c:v>1896.0265316552</c:v>
                </c:pt>
                <c:pt idx="3042">
                  <c:v>1895.79292869658</c:v>
                </c:pt>
                <c:pt idx="3043">
                  <c:v>1900.27261855784</c:v>
                </c:pt>
                <c:pt idx="3044">
                  <c:v>1900.24240226147</c:v>
                </c:pt>
                <c:pt idx="3045">
                  <c:v>1904.26500894793</c:v>
                </c:pt>
                <c:pt idx="3046">
                  <c:v>1904.43361437696</c:v>
                </c:pt>
                <c:pt idx="3047">
                  <c:v>1898.72981372266</c:v>
                </c:pt>
                <c:pt idx="3048">
                  <c:v>1907.45513805109</c:v>
                </c:pt>
                <c:pt idx="3049">
                  <c:v>1917.56833498503</c:v>
                </c:pt>
                <c:pt idx="3050">
                  <c:v>1929.52052269715</c:v>
                </c:pt>
                <c:pt idx="3051">
                  <c:v>1927.98830734968</c:v>
                </c:pt>
                <c:pt idx="3052">
                  <c:v>1934.23693438409</c:v>
                </c:pt>
                <c:pt idx="3053">
                  <c:v>1934.59083493299</c:v>
                </c:pt>
                <c:pt idx="3054">
                  <c:v>1933.42374856256</c:v>
                </c:pt>
                <c:pt idx="3055">
                  <c:v>1934.07916974613</c:v>
                </c:pt>
                <c:pt idx="3056">
                  <c:v>1932.29285757895</c:v>
                </c:pt>
                <c:pt idx="3057">
                  <c:v>1932.74463036725</c:v>
                </c:pt>
                <c:pt idx="3058">
                  <c:v>1932.9795900989</c:v>
                </c:pt>
                <c:pt idx="3059">
                  <c:v>1933.87357954733</c:v>
                </c:pt>
                <c:pt idx="3060">
                  <c:v>1932.88780587065</c:v>
                </c:pt>
                <c:pt idx="3061">
                  <c:v>1930.44002581381</c:v>
                </c:pt>
                <c:pt idx="3062">
                  <c:v>1930.20545392211</c:v>
                </c:pt>
                <c:pt idx="3063">
                  <c:v>1929.76003004081</c:v>
                </c:pt>
                <c:pt idx="3064">
                  <c:v>1929.95148568468</c:v>
                </c:pt>
                <c:pt idx="3065">
                  <c:v>1930.42814965236</c:v>
                </c:pt>
                <c:pt idx="3066">
                  <c:v>1930.2426362716</c:v>
                </c:pt>
                <c:pt idx="3067">
                  <c:v>1930.65987315994</c:v>
                </c:pt>
                <c:pt idx="3068">
                  <c:v>1930.7543016334</c:v>
                </c:pt>
                <c:pt idx="3069">
                  <c:v>1930.67915686241</c:v>
                </c:pt>
                <c:pt idx="3070">
                  <c:v>1930.37482143527</c:v>
                </c:pt>
                <c:pt idx="3071">
                  <c:v>1930.8257299633</c:v>
                </c:pt>
                <c:pt idx="3072">
                  <c:v>1931.32037051255</c:v>
                </c:pt>
                <c:pt idx="3073">
                  <c:v>1931.01803700932</c:v>
                </c:pt>
                <c:pt idx="3074">
                  <c:v>1931.33846803459</c:v>
                </c:pt>
                <c:pt idx="3075">
                  <c:v>1930.36664330958</c:v>
                </c:pt>
                <c:pt idx="3076">
                  <c:v>1931.92371655436</c:v>
                </c:pt>
                <c:pt idx="3077">
                  <c:v>1931.30522420922</c:v>
                </c:pt>
                <c:pt idx="3078">
                  <c:v>1931.44689542526</c:v>
                </c:pt>
                <c:pt idx="3079">
                  <c:v>1932.12271607039</c:v>
                </c:pt>
                <c:pt idx="3080">
                  <c:v>1933.37772466099</c:v>
                </c:pt>
                <c:pt idx="3081">
                  <c:v>1932.22805568353</c:v>
                </c:pt>
                <c:pt idx="3082">
                  <c:v>1932.26647354164</c:v>
                </c:pt>
                <c:pt idx="3083">
                  <c:v>1932.3774211301</c:v>
                </c:pt>
                <c:pt idx="3084">
                  <c:v>1931.86572040927</c:v>
                </c:pt>
                <c:pt idx="3085">
                  <c:v>1932.35398139914</c:v>
                </c:pt>
                <c:pt idx="3086">
                  <c:v>1933.20935771888</c:v>
                </c:pt>
                <c:pt idx="3087">
                  <c:v>1933.37882772462</c:v>
                </c:pt>
                <c:pt idx="3088">
                  <c:v>1933.01201779741</c:v>
                </c:pt>
                <c:pt idx="3089">
                  <c:v>1931.98815481706</c:v>
                </c:pt>
                <c:pt idx="3090">
                  <c:v>1932.02173174276</c:v>
                </c:pt>
                <c:pt idx="3091">
                  <c:v>1931.43206802532</c:v>
                </c:pt>
                <c:pt idx="3092">
                  <c:v>1930.98858489359</c:v>
                </c:pt>
                <c:pt idx="3093">
                  <c:v>1931.58461053351</c:v>
                </c:pt>
                <c:pt idx="3094">
                  <c:v>1931.77562079695</c:v>
                </c:pt>
                <c:pt idx="3095">
                  <c:v>1933.19999856832</c:v>
                </c:pt>
                <c:pt idx="3096">
                  <c:v>1933.25677889078</c:v>
                </c:pt>
                <c:pt idx="3097">
                  <c:v>1933.57952164316</c:v>
                </c:pt>
                <c:pt idx="3098">
                  <c:v>1933.81313664576</c:v>
                </c:pt>
                <c:pt idx="3099">
                  <c:v>1933.79115226144</c:v>
                </c:pt>
                <c:pt idx="3100">
                  <c:v>1934.13981069856</c:v>
                </c:pt>
                <c:pt idx="3101">
                  <c:v>1934.96332079242</c:v>
                </c:pt>
                <c:pt idx="3102">
                  <c:v>1934.72924060638</c:v>
                </c:pt>
                <c:pt idx="3103">
                  <c:v>1934.5504804963</c:v>
                </c:pt>
                <c:pt idx="3104">
                  <c:v>1934.44568980017</c:v>
                </c:pt>
                <c:pt idx="3105">
                  <c:v>1934.75934136216</c:v>
                </c:pt>
                <c:pt idx="3106">
                  <c:v>1934.84232660419</c:v>
                </c:pt>
                <c:pt idx="3107">
                  <c:v>1934.0858354171</c:v>
                </c:pt>
                <c:pt idx="3108">
                  <c:v>1935.80285920017</c:v>
                </c:pt>
                <c:pt idx="3109">
                  <c:v>1933.86317139237</c:v>
                </c:pt>
                <c:pt idx="3110">
                  <c:v>1933.72376664584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draw_plot_data.csv!$C$1</c:f>
              <c:strCache>
                <c:ptCount val="1"/>
                <c:pt idx="0">
                  <c:v>卖出Call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draw_plot_data.csv!$A$2:$A$3112</c:f>
              <c:numCache>
                <c:formatCode>yyyy/m/d</c:formatCode>
                <c:ptCount val="3111"/>
                <c:pt idx="0" c:formatCode="yyyy/m/d">
                  <c:v>40907</c:v>
                </c:pt>
                <c:pt idx="1" c:formatCode="yyyy/m/d">
                  <c:v>40912</c:v>
                </c:pt>
                <c:pt idx="2" c:formatCode="yyyy/m/d">
                  <c:v>40913</c:v>
                </c:pt>
                <c:pt idx="3" c:formatCode="yyyy/m/d">
                  <c:v>40914</c:v>
                </c:pt>
                <c:pt idx="4" c:formatCode="yyyy/m/d">
                  <c:v>40917</c:v>
                </c:pt>
                <c:pt idx="5" c:formatCode="yyyy/m/d">
                  <c:v>40918</c:v>
                </c:pt>
                <c:pt idx="6" c:formatCode="yyyy/m/d">
                  <c:v>40919</c:v>
                </c:pt>
                <c:pt idx="7" c:formatCode="yyyy/m/d">
                  <c:v>40920</c:v>
                </c:pt>
                <c:pt idx="8" c:formatCode="yyyy/m/d">
                  <c:v>40925</c:v>
                </c:pt>
                <c:pt idx="9" c:formatCode="yyyy/m/d">
                  <c:v>40926</c:v>
                </c:pt>
                <c:pt idx="10" c:formatCode="yyyy/m/d">
                  <c:v>40927</c:v>
                </c:pt>
                <c:pt idx="11" c:formatCode="yyyy/m/d">
                  <c:v>40928</c:v>
                </c:pt>
                <c:pt idx="12" c:formatCode="yyyy/m/d">
                  <c:v>40931</c:v>
                </c:pt>
                <c:pt idx="13" c:formatCode="yyyy/m/d">
                  <c:v>40932</c:v>
                </c:pt>
                <c:pt idx="14" c:formatCode="yyyy/m/d">
                  <c:v>40933</c:v>
                </c:pt>
                <c:pt idx="15" c:formatCode="yyyy/m/d">
                  <c:v>40934</c:v>
                </c:pt>
                <c:pt idx="16" c:formatCode="yyyy/m/d">
                  <c:v>40935</c:v>
                </c:pt>
                <c:pt idx="17" c:formatCode="yyyy/m/d">
                  <c:v>40938</c:v>
                </c:pt>
                <c:pt idx="18" c:formatCode="yyyy/m/d">
                  <c:v>40939</c:v>
                </c:pt>
                <c:pt idx="19" c:formatCode="yyyy/m/d">
                  <c:v>40940</c:v>
                </c:pt>
                <c:pt idx="20" c:formatCode="yyyy/m/d">
                  <c:v>40941</c:v>
                </c:pt>
                <c:pt idx="21" c:formatCode="yyyy/m/d">
                  <c:v>40942</c:v>
                </c:pt>
                <c:pt idx="22" c:formatCode="yyyy/m/d">
                  <c:v>40945</c:v>
                </c:pt>
                <c:pt idx="23" c:formatCode="yyyy/m/d">
                  <c:v>40946</c:v>
                </c:pt>
                <c:pt idx="24" c:formatCode="yyyy/m/d">
                  <c:v>40947</c:v>
                </c:pt>
                <c:pt idx="25" c:formatCode="yyyy/m/d">
                  <c:v>40948</c:v>
                </c:pt>
                <c:pt idx="26" c:formatCode="yyyy/m/d">
                  <c:v>40949</c:v>
                </c:pt>
                <c:pt idx="27" c:formatCode="yyyy/m/d">
                  <c:v>40952</c:v>
                </c:pt>
                <c:pt idx="28" c:formatCode="yyyy/m/d">
                  <c:v>40953</c:v>
                </c:pt>
                <c:pt idx="29" c:formatCode="yyyy/m/d">
                  <c:v>40954</c:v>
                </c:pt>
                <c:pt idx="30" c:formatCode="yyyy/m/d">
                  <c:v>40955</c:v>
                </c:pt>
                <c:pt idx="31" c:formatCode="yyyy/m/d">
                  <c:v>40960</c:v>
                </c:pt>
                <c:pt idx="32" c:formatCode="yyyy/m/d">
                  <c:v>40961</c:v>
                </c:pt>
                <c:pt idx="33" c:formatCode="yyyy/m/d">
                  <c:v>40962</c:v>
                </c:pt>
                <c:pt idx="34" c:formatCode="yyyy/m/d">
                  <c:v>40963</c:v>
                </c:pt>
                <c:pt idx="35" c:formatCode="yyyy/m/d">
                  <c:v>40966</c:v>
                </c:pt>
                <c:pt idx="36" c:formatCode="yyyy/m/d">
                  <c:v>40967</c:v>
                </c:pt>
                <c:pt idx="37" c:formatCode="yyyy/m/d">
                  <c:v>40968</c:v>
                </c:pt>
                <c:pt idx="38" c:formatCode="yyyy/m/d">
                  <c:v>40969</c:v>
                </c:pt>
                <c:pt idx="39" c:formatCode="yyyy/m/d">
                  <c:v>40970</c:v>
                </c:pt>
                <c:pt idx="40" c:formatCode="yyyy/m/d">
                  <c:v>40973</c:v>
                </c:pt>
                <c:pt idx="41" c:formatCode="yyyy/m/d">
                  <c:v>40974</c:v>
                </c:pt>
                <c:pt idx="42" c:formatCode="yyyy/m/d">
                  <c:v>40975</c:v>
                </c:pt>
                <c:pt idx="43" c:formatCode="yyyy/m/d">
                  <c:v>40976</c:v>
                </c:pt>
                <c:pt idx="44" c:formatCode="yyyy/m/d">
                  <c:v>40977</c:v>
                </c:pt>
                <c:pt idx="45" c:formatCode="yyyy/m/d">
                  <c:v>40980</c:v>
                </c:pt>
                <c:pt idx="46" c:formatCode="yyyy/m/d">
                  <c:v>40981</c:v>
                </c:pt>
                <c:pt idx="47" c:formatCode="yyyy/m/d">
                  <c:v>40982</c:v>
                </c:pt>
                <c:pt idx="48" c:formatCode="yyyy/m/d">
                  <c:v>40983</c:v>
                </c:pt>
                <c:pt idx="49" c:formatCode="yyyy/m/d">
                  <c:v>40984</c:v>
                </c:pt>
                <c:pt idx="50" c:formatCode="yyyy/m/d">
                  <c:v>40987</c:v>
                </c:pt>
                <c:pt idx="51" c:formatCode="yyyy/m/d">
                  <c:v>40988</c:v>
                </c:pt>
                <c:pt idx="52" c:formatCode="yyyy/m/d">
                  <c:v>40989</c:v>
                </c:pt>
                <c:pt idx="53" c:formatCode="yyyy/m/d">
                  <c:v>40990</c:v>
                </c:pt>
                <c:pt idx="54" c:formatCode="yyyy/m/d">
                  <c:v>40991</c:v>
                </c:pt>
                <c:pt idx="55" c:formatCode="yyyy/m/d">
                  <c:v>40994</c:v>
                </c:pt>
                <c:pt idx="56" c:formatCode="yyyy/m/d">
                  <c:v>40995</c:v>
                </c:pt>
                <c:pt idx="57" c:formatCode="yyyy/m/d">
                  <c:v>40996</c:v>
                </c:pt>
                <c:pt idx="58" c:formatCode="yyyy/m/d">
                  <c:v>40997</c:v>
                </c:pt>
                <c:pt idx="59" c:formatCode="yyyy/m/d">
                  <c:v>40998</c:v>
                </c:pt>
                <c:pt idx="60" c:formatCode="yyyy/m/d">
                  <c:v>41001</c:v>
                </c:pt>
                <c:pt idx="61" c:formatCode="yyyy/m/d">
                  <c:v>41002</c:v>
                </c:pt>
                <c:pt idx="62" c:formatCode="yyyy/m/d">
                  <c:v>41003</c:v>
                </c:pt>
                <c:pt idx="63" c:formatCode="yyyy/m/d">
                  <c:v>41004</c:v>
                </c:pt>
                <c:pt idx="64" c:formatCode="yyyy/m/d">
                  <c:v>41008</c:v>
                </c:pt>
                <c:pt idx="65" c:formatCode="yyyy/m/d">
                  <c:v>41009</c:v>
                </c:pt>
                <c:pt idx="66" c:formatCode="yyyy/m/d">
                  <c:v>41010</c:v>
                </c:pt>
                <c:pt idx="67" c:formatCode="yyyy/m/d">
                  <c:v>41011</c:v>
                </c:pt>
                <c:pt idx="68" c:formatCode="yyyy/m/d">
                  <c:v>41012</c:v>
                </c:pt>
                <c:pt idx="69" c:formatCode="yyyy/m/d">
                  <c:v>41015</c:v>
                </c:pt>
                <c:pt idx="70" c:formatCode="yyyy/m/d">
                  <c:v>41016</c:v>
                </c:pt>
                <c:pt idx="71" c:formatCode="yyyy/m/d">
                  <c:v>41017</c:v>
                </c:pt>
                <c:pt idx="72" c:formatCode="yyyy/m/d">
                  <c:v>41018</c:v>
                </c:pt>
                <c:pt idx="73" c:formatCode="yyyy/m/d">
                  <c:v>41019</c:v>
                </c:pt>
                <c:pt idx="74" c:formatCode="yyyy/m/d">
                  <c:v>41022</c:v>
                </c:pt>
                <c:pt idx="75" c:formatCode="yyyy/m/d">
                  <c:v>41023</c:v>
                </c:pt>
                <c:pt idx="76" c:formatCode="yyyy/m/d">
                  <c:v>41024</c:v>
                </c:pt>
                <c:pt idx="77" c:formatCode="yyyy/m/d">
                  <c:v>41025</c:v>
                </c:pt>
                <c:pt idx="78" c:formatCode="yyyy/m/d">
                  <c:v>41026</c:v>
                </c:pt>
                <c:pt idx="79" c:formatCode="yyyy/m/d">
                  <c:v>41029</c:v>
                </c:pt>
                <c:pt idx="80" c:formatCode="yyyy/m/d">
                  <c:v>41030</c:v>
                </c:pt>
                <c:pt idx="81" c:formatCode="yyyy/m/d">
                  <c:v>41031</c:v>
                </c:pt>
                <c:pt idx="82" c:formatCode="yyyy/m/d">
                  <c:v>41032</c:v>
                </c:pt>
                <c:pt idx="83" c:formatCode="yyyy/m/d">
                  <c:v>41033</c:v>
                </c:pt>
                <c:pt idx="84" c:formatCode="yyyy/m/d">
                  <c:v>41036</c:v>
                </c:pt>
                <c:pt idx="85" c:formatCode="yyyy/m/d">
                  <c:v>41037</c:v>
                </c:pt>
                <c:pt idx="86" c:formatCode="yyyy/m/d">
                  <c:v>41038</c:v>
                </c:pt>
                <c:pt idx="87" c:formatCode="yyyy/m/d">
                  <c:v>41039</c:v>
                </c:pt>
                <c:pt idx="88" c:formatCode="yyyy/m/d">
                  <c:v>41040</c:v>
                </c:pt>
                <c:pt idx="89" c:formatCode="yyyy/m/d">
                  <c:v>41043</c:v>
                </c:pt>
                <c:pt idx="90" c:formatCode="yyyy/m/d">
                  <c:v>41044</c:v>
                </c:pt>
                <c:pt idx="91" c:formatCode="yyyy/m/d">
                  <c:v>41045</c:v>
                </c:pt>
                <c:pt idx="92" c:formatCode="yyyy/m/d">
                  <c:v>41046</c:v>
                </c:pt>
                <c:pt idx="93" c:formatCode="yyyy/m/d">
                  <c:v>41047</c:v>
                </c:pt>
                <c:pt idx="94" c:formatCode="yyyy/m/d">
                  <c:v>41050</c:v>
                </c:pt>
                <c:pt idx="95" c:formatCode="yyyy/m/d">
                  <c:v>41051</c:v>
                </c:pt>
                <c:pt idx="96" c:formatCode="yyyy/m/d">
                  <c:v>41052</c:v>
                </c:pt>
                <c:pt idx="97" c:formatCode="yyyy/m/d">
                  <c:v>41053</c:v>
                </c:pt>
                <c:pt idx="98" c:formatCode="yyyy/m/d">
                  <c:v>41058</c:v>
                </c:pt>
                <c:pt idx="99" c:formatCode="yyyy/m/d">
                  <c:v>41059</c:v>
                </c:pt>
                <c:pt idx="100" c:formatCode="yyyy/m/d">
                  <c:v>41060</c:v>
                </c:pt>
                <c:pt idx="101" c:formatCode="yyyy/m/d">
                  <c:v>41061</c:v>
                </c:pt>
                <c:pt idx="102" c:formatCode="yyyy/m/d">
                  <c:v>41064</c:v>
                </c:pt>
                <c:pt idx="103" c:formatCode="yyyy/m/d">
                  <c:v>41065</c:v>
                </c:pt>
                <c:pt idx="104" c:formatCode="yyyy/m/d">
                  <c:v>41066</c:v>
                </c:pt>
                <c:pt idx="105" c:formatCode="yyyy/m/d">
                  <c:v>41067</c:v>
                </c:pt>
                <c:pt idx="106" c:formatCode="yyyy/m/d">
                  <c:v>41068</c:v>
                </c:pt>
                <c:pt idx="107" c:formatCode="yyyy/m/d">
                  <c:v>41071</c:v>
                </c:pt>
                <c:pt idx="108" c:formatCode="yyyy/m/d">
                  <c:v>41072</c:v>
                </c:pt>
                <c:pt idx="109" c:formatCode="yyyy/m/d">
                  <c:v>41073</c:v>
                </c:pt>
                <c:pt idx="110" c:formatCode="yyyy/m/d">
                  <c:v>41074</c:v>
                </c:pt>
                <c:pt idx="111" c:formatCode="yyyy/m/d">
                  <c:v>41075</c:v>
                </c:pt>
                <c:pt idx="112" c:formatCode="yyyy/m/d">
                  <c:v>41078</c:v>
                </c:pt>
                <c:pt idx="113" c:formatCode="yyyy/m/d">
                  <c:v>41079</c:v>
                </c:pt>
                <c:pt idx="114" c:formatCode="yyyy/m/d">
                  <c:v>41080</c:v>
                </c:pt>
                <c:pt idx="115" c:formatCode="yyyy/m/d">
                  <c:v>41081</c:v>
                </c:pt>
                <c:pt idx="116" c:formatCode="yyyy/m/d">
                  <c:v>41082</c:v>
                </c:pt>
                <c:pt idx="117" c:formatCode="yyyy/m/d">
                  <c:v>41085</c:v>
                </c:pt>
                <c:pt idx="118" c:formatCode="yyyy/m/d">
                  <c:v>41086</c:v>
                </c:pt>
                <c:pt idx="119" c:formatCode="yyyy/m/d">
                  <c:v>41087</c:v>
                </c:pt>
                <c:pt idx="120" c:formatCode="yyyy/m/d">
                  <c:v>41088</c:v>
                </c:pt>
                <c:pt idx="121" c:formatCode="yyyy/m/d">
                  <c:v>41089</c:v>
                </c:pt>
                <c:pt idx="122" c:formatCode="yyyy/m/d">
                  <c:v>41092</c:v>
                </c:pt>
                <c:pt idx="123" c:formatCode="yyyy/m/d">
                  <c:v>41095</c:v>
                </c:pt>
                <c:pt idx="124" c:formatCode="yyyy/m/d">
                  <c:v>41096</c:v>
                </c:pt>
                <c:pt idx="125" c:formatCode="yyyy/m/d">
                  <c:v>41099</c:v>
                </c:pt>
                <c:pt idx="126" c:formatCode="yyyy/m/d">
                  <c:v>41100</c:v>
                </c:pt>
                <c:pt idx="127" c:formatCode="yyyy/m/d">
                  <c:v>41101</c:v>
                </c:pt>
                <c:pt idx="128" c:formatCode="yyyy/m/d">
                  <c:v>41102</c:v>
                </c:pt>
                <c:pt idx="129" c:formatCode="yyyy/m/d">
                  <c:v>41103</c:v>
                </c:pt>
                <c:pt idx="130" c:formatCode="yyyy/m/d">
                  <c:v>41106</c:v>
                </c:pt>
                <c:pt idx="131" c:formatCode="yyyy/m/d">
                  <c:v>41107</c:v>
                </c:pt>
                <c:pt idx="132" c:formatCode="yyyy/m/d">
                  <c:v>41108</c:v>
                </c:pt>
                <c:pt idx="133" c:formatCode="yyyy/m/d">
                  <c:v>41109</c:v>
                </c:pt>
                <c:pt idx="134" c:formatCode="yyyy/m/d">
                  <c:v>41110</c:v>
                </c:pt>
                <c:pt idx="135" c:formatCode="yyyy/m/d">
                  <c:v>41113</c:v>
                </c:pt>
                <c:pt idx="136" c:formatCode="yyyy/m/d">
                  <c:v>41114</c:v>
                </c:pt>
                <c:pt idx="137" c:formatCode="yyyy/m/d">
                  <c:v>41115</c:v>
                </c:pt>
                <c:pt idx="138" c:formatCode="yyyy/m/d">
                  <c:v>41116</c:v>
                </c:pt>
                <c:pt idx="139" c:formatCode="yyyy/m/d">
                  <c:v>41117</c:v>
                </c:pt>
                <c:pt idx="140" c:formatCode="yyyy/m/d">
                  <c:v>41120</c:v>
                </c:pt>
                <c:pt idx="141" c:formatCode="yyyy/m/d">
                  <c:v>41121</c:v>
                </c:pt>
                <c:pt idx="142" c:formatCode="yyyy/m/d">
                  <c:v>41122</c:v>
                </c:pt>
                <c:pt idx="143" c:formatCode="yyyy/m/d">
                  <c:v>41123</c:v>
                </c:pt>
                <c:pt idx="144" c:formatCode="yyyy/m/d">
                  <c:v>41124</c:v>
                </c:pt>
                <c:pt idx="145" c:formatCode="yyyy/m/d">
                  <c:v>41127</c:v>
                </c:pt>
                <c:pt idx="146" c:formatCode="yyyy/m/d">
                  <c:v>41128</c:v>
                </c:pt>
                <c:pt idx="147" c:formatCode="yyyy/m/d">
                  <c:v>41129</c:v>
                </c:pt>
                <c:pt idx="148" c:formatCode="yyyy/m/d">
                  <c:v>41130</c:v>
                </c:pt>
                <c:pt idx="149" c:formatCode="yyyy/m/d">
                  <c:v>41131</c:v>
                </c:pt>
                <c:pt idx="150" c:formatCode="yyyy/m/d">
                  <c:v>41134</c:v>
                </c:pt>
                <c:pt idx="151" c:formatCode="yyyy/m/d">
                  <c:v>41135</c:v>
                </c:pt>
                <c:pt idx="152" c:formatCode="yyyy/m/d">
                  <c:v>41136</c:v>
                </c:pt>
                <c:pt idx="153" c:formatCode="yyyy/m/d">
                  <c:v>41137</c:v>
                </c:pt>
                <c:pt idx="154" c:formatCode="yyyy/m/d">
                  <c:v>41138</c:v>
                </c:pt>
                <c:pt idx="155" c:formatCode="yyyy/m/d">
                  <c:v>41141</c:v>
                </c:pt>
                <c:pt idx="156" c:formatCode="yyyy/m/d">
                  <c:v>41142</c:v>
                </c:pt>
                <c:pt idx="157" c:formatCode="yyyy/m/d">
                  <c:v>41143</c:v>
                </c:pt>
                <c:pt idx="158" c:formatCode="yyyy/m/d">
                  <c:v>41144</c:v>
                </c:pt>
                <c:pt idx="159" c:formatCode="yyyy/m/d">
                  <c:v>41145</c:v>
                </c:pt>
                <c:pt idx="160" c:formatCode="yyyy/m/d">
                  <c:v>41148</c:v>
                </c:pt>
                <c:pt idx="161" c:formatCode="yyyy/m/d">
                  <c:v>41149</c:v>
                </c:pt>
                <c:pt idx="162" c:formatCode="yyyy/m/d">
                  <c:v>41150</c:v>
                </c:pt>
                <c:pt idx="163" c:formatCode="yyyy/m/d">
                  <c:v>41151</c:v>
                </c:pt>
                <c:pt idx="164" c:formatCode="yyyy/m/d">
                  <c:v>41156</c:v>
                </c:pt>
                <c:pt idx="165" c:formatCode="yyyy/m/d">
                  <c:v>41157</c:v>
                </c:pt>
                <c:pt idx="166" c:formatCode="yyyy/m/d">
                  <c:v>41158</c:v>
                </c:pt>
                <c:pt idx="167" c:formatCode="yyyy/m/d">
                  <c:v>41159</c:v>
                </c:pt>
                <c:pt idx="168" c:formatCode="yyyy/m/d">
                  <c:v>41162</c:v>
                </c:pt>
                <c:pt idx="169" c:formatCode="yyyy/m/d">
                  <c:v>41163</c:v>
                </c:pt>
                <c:pt idx="170" c:formatCode="yyyy/m/d">
                  <c:v>41164</c:v>
                </c:pt>
                <c:pt idx="171" c:formatCode="yyyy/m/d">
                  <c:v>41165</c:v>
                </c:pt>
                <c:pt idx="172" c:formatCode="yyyy/m/d">
                  <c:v>41166</c:v>
                </c:pt>
                <c:pt idx="173" c:formatCode="yyyy/m/d">
                  <c:v>41169</c:v>
                </c:pt>
                <c:pt idx="174" c:formatCode="yyyy/m/d">
                  <c:v>41170</c:v>
                </c:pt>
                <c:pt idx="175" c:formatCode="yyyy/m/d">
                  <c:v>41171</c:v>
                </c:pt>
                <c:pt idx="176" c:formatCode="yyyy/m/d">
                  <c:v>41172</c:v>
                </c:pt>
                <c:pt idx="177" c:formatCode="yyyy/m/d">
                  <c:v>41173</c:v>
                </c:pt>
                <c:pt idx="178" c:formatCode="yyyy/m/d">
                  <c:v>41176</c:v>
                </c:pt>
                <c:pt idx="179" c:formatCode="yyyy/m/d">
                  <c:v>41177</c:v>
                </c:pt>
                <c:pt idx="180" c:formatCode="yyyy/m/d">
                  <c:v>41178</c:v>
                </c:pt>
                <c:pt idx="181" c:formatCode="yyyy/m/d">
                  <c:v>41179</c:v>
                </c:pt>
                <c:pt idx="182" c:formatCode="yyyy/m/d">
                  <c:v>41180</c:v>
                </c:pt>
                <c:pt idx="183" c:formatCode="yyyy/m/d">
                  <c:v>41183</c:v>
                </c:pt>
                <c:pt idx="184" c:formatCode="yyyy/m/d">
                  <c:v>41184</c:v>
                </c:pt>
                <c:pt idx="185" c:formatCode="yyyy/m/d">
                  <c:v>41185</c:v>
                </c:pt>
                <c:pt idx="186" c:formatCode="yyyy/m/d">
                  <c:v>41186</c:v>
                </c:pt>
                <c:pt idx="187" c:formatCode="yyyy/m/d">
                  <c:v>41190</c:v>
                </c:pt>
                <c:pt idx="188" c:formatCode="yyyy/m/d">
                  <c:v>41191</c:v>
                </c:pt>
                <c:pt idx="189" c:formatCode="yyyy/m/d">
                  <c:v>41192</c:v>
                </c:pt>
                <c:pt idx="190" c:formatCode="yyyy/m/d">
                  <c:v>41193</c:v>
                </c:pt>
                <c:pt idx="191" c:formatCode="yyyy/m/d">
                  <c:v>41194</c:v>
                </c:pt>
                <c:pt idx="192" c:formatCode="yyyy/m/d">
                  <c:v>41197</c:v>
                </c:pt>
                <c:pt idx="193" c:formatCode="yyyy/m/d">
                  <c:v>41198</c:v>
                </c:pt>
                <c:pt idx="194" c:formatCode="yyyy/m/d">
                  <c:v>41199</c:v>
                </c:pt>
                <c:pt idx="195" c:formatCode="yyyy/m/d">
                  <c:v>41200</c:v>
                </c:pt>
                <c:pt idx="196" c:formatCode="yyyy/m/d">
                  <c:v>41201</c:v>
                </c:pt>
                <c:pt idx="197" c:formatCode="yyyy/m/d">
                  <c:v>41204</c:v>
                </c:pt>
                <c:pt idx="198" c:formatCode="yyyy/m/d">
                  <c:v>41205</c:v>
                </c:pt>
                <c:pt idx="199" c:formatCode="yyyy/m/d">
                  <c:v>41206</c:v>
                </c:pt>
                <c:pt idx="200" c:formatCode="yyyy/m/d">
                  <c:v>41207</c:v>
                </c:pt>
                <c:pt idx="201" c:formatCode="yyyy/m/d">
                  <c:v>41208</c:v>
                </c:pt>
                <c:pt idx="202" c:formatCode="yyyy/m/d">
                  <c:v>41213</c:v>
                </c:pt>
                <c:pt idx="203" c:formatCode="yyyy/m/d">
                  <c:v>41214</c:v>
                </c:pt>
                <c:pt idx="204" c:formatCode="yyyy/m/d">
                  <c:v>41215</c:v>
                </c:pt>
                <c:pt idx="205" c:formatCode="yyyy/m/d">
                  <c:v>41218</c:v>
                </c:pt>
                <c:pt idx="206" c:formatCode="yyyy/m/d">
                  <c:v>41219</c:v>
                </c:pt>
                <c:pt idx="207" c:formatCode="yyyy/m/d">
                  <c:v>41220</c:v>
                </c:pt>
                <c:pt idx="208" c:formatCode="yyyy/m/d">
                  <c:v>41221</c:v>
                </c:pt>
                <c:pt idx="209" c:formatCode="yyyy/m/d">
                  <c:v>41222</c:v>
                </c:pt>
                <c:pt idx="210" c:formatCode="yyyy/m/d">
                  <c:v>41225</c:v>
                </c:pt>
                <c:pt idx="211" c:formatCode="yyyy/m/d">
                  <c:v>41226</c:v>
                </c:pt>
                <c:pt idx="212" c:formatCode="yyyy/m/d">
                  <c:v>41227</c:v>
                </c:pt>
                <c:pt idx="213" c:formatCode="yyyy/m/d">
                  <c:v>41228</c:v>
                </c:pt>
                <c:pt idx="214" c:formatCode="yyyy/m/d">
                  <c:v>41229</c:v>
                </c:pt>
                <c:pt idx="215" c:formatCode="yyyy/m/d">
                  <c:v>41232</c:v>
                </c:pt>
                <c:pt idx="216" c:formatCode="yyyy/m/d">
                  <c:v>41233</c:v>
                </c:pt>
                <c:pt idx="217" c:formatCode="yyyy/m/d">
                  <c:v>41234</c:v>
                </c:pt>
                <c:pt idx="218" c:formatCode="yyyy/m/d">
                  <c:v>41239</c:v>
                </c:pt>
                <c:pt idx="219" c:formatCode="yyyy/m/d">
                  <c:v>41240</c:v>
                </c:pt>
                <c:pt idx="220" c:formatCode="yyyy/m/d">
                  <c:v>41241</c:v>
                </c:pt>
                <c:pt idx="221" c:formatCode="yyyy/m/d">
                  <c:v>41242</c:v>
                </c:pt>
                <c:pt idx="222" c:formatCode="yyyy/m/d">
                  <c:v>41243</c:v>
                </c:pt>
                <c:pt idx="223" c:formatCode="yyyy/m/d">
                  <c:v>41246</c:v>
                </c:pt>
                <c:pt idx="224" c:formatCode="yyyy/m/d">
                  <c:v>41247</c:v>
                </c:pt>
                <c:pt idx="225" c:formatCode="yyyy/m/d">
                  <c:v>41248</c:v>
                </c:pt>
                <c:pt idx="226" c:formatCode="yyyy/m/d">
                  <c:v>41249</c:v>
                </c:pt>
                <c:pt idx="227" c:formatCode="yyyy/m/d">
                  <c:v>41250</c:v>
                </c:pt>
                <c:pt idx="228" c:formatCode="yyyy/m/d">
                  <c:v>41253</c:v>
                </c:pt>
                <c:pt idx="229" c:formatCode="yyyy/m/d">
                  <c:v>41254</c:v>
                </c:pt>
                <c:pt idx="230" c:formatCode="yyyy/m/d">
                  <c:v>41255</c:v>
                </c:pt>
                <c:pt idx="231" c:formatCode="yyyy/m/d">
                  <c:v>41256</c:v>
                </c:pt>
                <c:pt idx="232" c:formatCode="yyyy/m/d">
                  <c:v>41257</c:v>
                </c:pt>
                <c:pt idx="233" c:formatCode="yyyy/m/d">
                  <c:v>41260</c:v>
                </c:pt>
                <c:pt idx="234" c:formatCode="yyyy/m/d">
                  <c:v>41261</c:v>
                </c:pt>
                <c:pt idx="235" c:formatCode="yyyy/m/d">
                  <c:v>41262</c:v>
                </c:pt>
                <c:pt idx="236" c:formatCode="yyyy/m/d">
                  <c:v>41263</c:v>
                </c:pt>
                <c:pt idx="237" c:formatCode="yyyy/m/d">
                  <c:v>41264</c:v>
                </c:pt>
                <c:pt idx="238" c:formatCode="yyyy/m/d">
                  <c:v>41270</c:v>
                </c:pt>
                <c:pt idx="239" c:formatCode="yyyy/m/d">
                  <c:v>41271</c:v>
                </c:pt>
                <c:pt idx="240" c:formatCode="yyyy/m/d">
                  <c:v>41274</c:v>
                </c:pt>
                <c:pt idx="241" c:formatCode="yyyy/m/d">
                  <c:v>41277</c:v>
                </c:pt>
                <c:pt idx="242" c:formatCode="yyyy/m/d">
                  <c:v>41278</c:v>
                </c:pt>
                <c:pt idx="243" c:formatCode="yyyy/m/d">
                  <c:v>41281</c:v>
                </c:pt>
                <c:pt idx="244" c:formatCode="yyyy/m/d">
                  <c:v>41282</c:v>
                </c:pt>
                <c:pt idx="245" c:formatCode="yyyy/m/d">
                  <c:v>41283</c:v>
                </c:pt>
                <c:pt idx="246" c:formatCode="yyyy/m/d">
                  <c:v>41284</c:v>
                </c:pt>
                <c:pt idx="247" c:formatCode="yyyy/m/d">
                  <c:v>41285</c:v>
                </c:pt>
                <c:pt idx="248" c:formatCode="yyyy/m/d">
                  <c:v>41288</c:v>
                </c:pt>
                <c:pt idx="249" c:formatCode="yyyy/m/d">
                  <c:v>41289</c:v>
                </c:pt>
                <c:pt idx="250" c:formatCode="yyyy/m/d">
                  <c:v>41290</c:v>
                </c:pt>
                <c:pt idx="251" c:formatCode="yyyy/m/d">
                  <c:v>41291</c:v>
                </c:pt>
                <c:pt idx="252" c:formatCode="yyyy/m/d">
                  <c:v>41296</c:v>
                </c:pt>
                <c:pt idx="253" c:formatCode="yyyy/m/d">
                  <c:v>41297</c:v>
                </c:pt>
                <c:pt idx="254" c:formatCode="yyyy/m/d">
                  <c:v>41298</c:v>
                </c:pt>
                <c:pt idx="255" c:formatCode="yyyy/m/d">
                  <c:v>41299</c:v>
                </c:pt>
                <c:pt idx="256" c:formatCode="yyyy/m/d">
                  <c:v>41302</c:v>
                </c:pt>
                <c:pt idx="257" c:formatCode="yyyy/m/d">
                  <c:v>41303</c:v>
                </c:pt>
                <c:pt idx="258" c:formatCode="yyyy/m/d">
                  <c:v>41304</c:v>
                </c:pt>
                <c:pt idx="259" c:formatCode="yyyy/m/d">
                  <c:v>41305</c:v>
                </c:pt>
                <c:pt idx="260" c:formatCode="yyyy/m/d">
                  <c:v>41306</c:v>
                </c:pt>
                <c:pt idx="261" c:formatCode="yyyy/m/d">
                  <c:v>41309</c:v>
                </c:pt>
                <c:pt idx="262" c:formatCode="yyyy/m/d">
                  <c:v>41310</c:v>
                </c:pt>
                <c:pt idx="263" c:formatCode="yyyy/m/d">
                  <c:v>41311</c:v>
                </c:pt>
                <c:pt idx="264" c:formatCode="yyyy/m/d">
                  <c:v>41312</c:v>
                </c:pt>
                <c:pt idx="265" c:formatCode="yyyy/m/d">
                  <c:v>41313</c:v>
                </c:pt>
                <c:pt idx="266" c:formatCode="yyyy/m/d">
                  <c:v>41316</c:v>
                </c:pt>
                <c:pt idx="267" c:formatCode="yyyy/m/d">
                  <c:v>41317</c:v>
                </c:pt>
                <c:pt idx="268" c:formatCode="yyyy/m/d">
                  <c:v>41318</c:v>
                </c:pt>
                <c:pt idx="269" c:formatCode="yyyy/m/d">
                  <c:v>41319</c:v>
                </c:pt>
                <c:pt idx="270" c:formatCode="yyyy/m/d">
                  <c:v>41324</c:v>
                </c:pt>
                <c:pt idx="271" c:formatCode="yyyy/m/d">
                  <c:v>41325</c:v>
                </c:pt>
                <c:pt idx="272" c:formatCode="yyyy/m/d">
                  <c:v>41326</c:v>
                </c:pt>
                <c:pt idx="273" c:formatCode="yyyy/m/d">
                  <c:v>41327</c:v>
                </c:pt>
                <c:pt idx="274" c:formatCode="yyyy/m/d">
                  <c:v>41330</c:v>
                </c:pt>
                <c:pt idx="275" c:formatCode="yyyy/m/d">
                  <c:v>41331</c:v>
                </c:pt>
                <c:pt idx="276" c:formatCode="yyyy/m/d">
                  <c:v>41332</c:v>
                </c:pt>
                <c:pt idx="277" c:formatCode="yyyy/m/d">
                  <c:v>41333</c:v>
                </c:pt>
                <c:pt idx="278" c:formatCode="yyyy/m/d">
                  <c:v>41334</c:v>
                </c:pt>
                <c:pt idx="279" c:formatCode="yyyy/m/d">
                  <c:v>41337</c:v>
                </c:pt>
                <c:pt idx="280" c:formatCode="yyyy/m/d">
                  <c:v>41338</c:v>
                </c:pt>
                <c:pt idx="281" c:formatCode="yyyy/m/d">
                  <c:v>41339</c:v>
                </c:pt>
                <c:pt idx="282" c:formatCode="yyyy/m/d">
                  <c:v>41340</c:v>
                </c:pt>
                <c:pt idx="283" c:formatCode="yyyy/m/d">
                  <c:v>41341</c:v>
                </c:pt>
                <c:pt idx="284" c:formatCode="yyyy/m/d">
                  <c:v>41344</c:v>
                </c:pt>
                <c:pt idx="285" c:formatCode="yyyy/m/d">
                  <c:v>41345</c:v>
                </c:pt>
                <c:pt idx="286" c:formatCode="yyyy/m/d">
                  <c:v>41346</c:v>
                </c:pt>
                <c:pt idx="287" c:formatCode="yyyy/m/d">
                  <c:v>41347</c:v>
                </c:pt>
                <c:pt idx="288" c:formatCode="yyyy/m/d">
                  <c:v>41348</c:v>
                </c:pt>
                <c:pt idx="289" c:formatCode="yyyy/m/d">
                  <c:v>41351</c:v>
                </c:pt>
                <c:pt idx="290" c:formatCode="yyyy/m/d">
                  <c:v>41352</c:v>
                </c:pt>
                <c:pt idx="291" c:formatCode="yyyy/m/d">
                  <c:v>41353</c:v>
                </c:pt>
                <c:pt idx="292" c:formatCode="yyyy/m/d">
                  <c:v>41354</c:v>
                </c:pt>
                <c:pt idx="293" c:formatCode="yyyy/m/d">
                  <c:v>41355</c:v>
                </c:pt>
                <c:pt idx="294" c:formatCode="yyyy/m/d">
                  <c:v>41358</c:v>
                </c:pt>
                <c:pt idx="295" c:formatCode="yyyy/m/d">
                  <c:v>41359</c:v>
                </c:pt>
                <c:pt idx="296" c:formatCode="yyyy/m/d">
                  <c:v>41360</c:v>
                </c:pt>
                <c:pt idx="297" c:formatCode="yyyy/m/d">
                  <c:v>41361</c:v>
                </c:pt>
                <c:pt idx="298" c:formatCode="yyyy/m/d">
                  <c:v>41365</c:v>
                </c:pt>
                <c:pt idx="299" c:formatCode="yyyy/m/d">
                  <c:v>41366</c:v>
                </c:pt>
                <c:pt idx="300" c:formatCode="yyyy/m/d">
                  <c:v>41367</c:v>
                </c:pt>
                <c:pt idx="301" c:formatCode="yyyy/m/d">
                  <c:v>41368</c:v>
                </c:pt>
                <c:pt idx="302" c:formatCode="yyyy/m/d">
                  <c:v>41369</c:v>
                </c:pt>
                <c:pt idx="303" c:formatCode="yyyy/m/d">
                  <c:v>41372</c:v>
                </c:pt>
                <c:pt idx="304" c:formatCode="yyyy/m/d">
                  <c:v>41373</c:v>
                </c:pt>
                <c:pt idx="305" c:formatCode="yyyy/m/d">
                  <c:v>41374</c:v>
                </c:pt>
                <c:pt idx="306" c:formatCode="yyyy/m/d">
                  <c:v>41375</c:v>
                </c:pt>
                <c:pt idx="307" c:formatCode="yyyy/m/d">
                  <c:v>41376</c:v>
                </c:pt>
                <c:pt idx="308" c:formatCode="yyyy/m/d">
                  <c:v>41379</c:v>
                </c:pt>
                <c:pt idx="309" c:formatCode="yyyy/m/d">
                  <c:v>41380</c:v>
                </c:pt>
                <c:pt idx="310" c:formatCode="yyyy/m/d">
                  <c:v>41381</c:v>
                </c:pt>
                <c:pt idx="311" c:formatCode="yyyy/m/d">
                  <c:v>41382</c:v>
                </c:pt>
                <c:pt idx="312" c:formatCode="yyyy/m/d">
                  <c:v>41383</c:v>
                </c:pt>
                <c:pt idx="313" c:formatCode="yyyy/m/d">
                  <c:v>41386</c:v>
                </c:pt>
                <c:pt idx="314" c:formatCode="yyyy/m/d">
                  <c:v>41387</c:v>
                </c:pt>
                <c:pt idx="315" c:formatCode="yyyy/m/d">
                  <c:v>41388</c:v>
                </c:pt>
                <c:pt idx="316" c:formatCode="yyyy/m/d">
                  <c:v>41389</c:v>
                </c:pt>
                <c:pt idx="317" c:formatCode="yyyy/m/d">
                  <c:v>41390</c:v>
                </c:pt>
                <c:pt idx="318" c:formatCode="yyyy/m/d">
                  <c:v>41393</c:v>
                </c:pt>
                <c:pt idx="319" c:formatCode="yyyy/m/d">
                  <c:v>41394</c:v>
                </c:pt>
                <c:pt idx="320" c:formatCode="yyyy/m/d">
                  <c:v>41395</c:v>
                </c:pt>
                <c:pt idx="321" c:formatCode="yyyy/m/d">
                  <c:v>41396</c:v>
                </c:pt>
                <c:pt idx="322" c:formatCode="yyyy/m/d">
                  <c:v>41397</c:v>
                </c:pt>
                <c:pt idx="323" c:formatCode="yyyy/m/d">
                  <c:v>41400</c:v>
                </c:pt>
                <c:pt idx="324" c:formatCode="yyyy/m/d">
                  <c:v>41401</c:v>
                </c:pt>
                <c:pt idx="325" c:formatCode="yyyy/m/d">
                  <c:v>41402</c:v>
                </c:pt>
                <c:pt idx="326" c:formatCode="yyyy/m/d">
                  <c:v>41403</c:v>
                </c:pt>
                <c:pt idx="327" c:formatCode="yyyy/m/d">
                  <c:v>41404</c:v>
                </c:pt>
                <c:pt idx="328" c:formatCode="yyyy/m/d">
                  <c:v>41407</c:v>
                </c:pt>
                <c:pt idx="329" c:formatCode="yyyy/m/d">
                  <c:v>41408</c:v>
                </c:pt>
                <c:pt idx="330" c:formatCode="yyyy/m/d">
                  <c:v>41409</c:v>
                </c:pt>
                <c:pt idx="331" c:formatCode="yyyy/m/d">
                  <c:v>41410</c:v>
                </c:pt>
                <c:pt idx="332" c:formatCode="yyyy/m/d">
                  <c:v>41411</c:v>
                </c:pt>
                <c:pt idx="333" c:formatCode="yyyy/m/d">
                  <c:v>41414</c:v>
                </c:pt>
                <c:pt idx="334" c:formatCode="yyyy/m/d">
                  <c:v>41415</c:v>
                </c:pt>
                <c:pt idx="335" c:formatCode="yyyy/m/d">
                  <c:v>41416</c:v>
                </c:pt>
                <c:pt idx="336" c:formatCode="yyyy/m/d">
                  <c:v>41417</c:v>
                </c:pt>
                <c:pt idx="337" c:formatCode="yyyy/m/d">
                  <c:v>41422</c:v>
                </c:pt>
                <c:pt idx="338" c:formatCode="yyyy/m/d">
                  <c:v>41423</c:v>
                </c:pt>
                <c:pt idx="339" c:formatCode="yyyy/m/d">
                  <c:v>41424</c:v>
                </c:pt>
                <c:pt idx="340" c:formatCode="yyyy/m/d">
                  <c:v>41425</c:v>
                </c:pt>
                <c:pt idx="341" c:formatCode="yyyy/m/d">
                  <c:v>41428</c:v>
                </c:pt>
                <c:pt idx="342" c:formatCode="yyyy/m/d">
                  <c:v>41429</c:v>
                </c:pt>
                <c:pt idx="343" c:formatCode="yyyy/m/d">
                  <c:v>41430</c:v>
                </c:pt>
                <c:pt idx="344" c:formatCode="yyyy/m/d">
                  <c:v>41431</c:v>
                </c:pt>
                <c:pt idx="345" c:formatCode="yyyy/m/d">
                  <c:v>41432</c:v>
                </c:pt>
                <c:pt idx="346" c:formatCode="yyyy/m/d">
                  <c:v>41435</c:v>
                </c:pt>
                <c:pt idx="347" c:formatCode="yyyy/m/d">
                  <c:v>41436</c:v>
                </c:pt>
                <c:pt idx="348" c:formatCode="yyyy/m/d">
                  <c:v>41437</c:v>
                </c:pt>
                <c:pt idx="349" c:formatCode="yyyy/m/d">
                  <c:v>41438</c:v>
                </c:pt>
                <c:pt idx="350" c:formatCode="yyyy/m/d">
                  <c:v>41439</c:v>
                </c:pt>
                <c:pt idx="351" c:formatCode="yyyy/m/d">
                  <c:v>41442</c:v>
                </c:pt>
                <c:pt idx="352" c:formatCode="yyyy/m/d">
                  <c:v>41443</c:v>
                </c:pt>
                <c:pt idx="353" c:formatCode="yyyy/m/d">
                  <c:v>41444</c:v>
                </c:pt>
                <c:pt idx="354" c:formatCode="yyyy/m/d">
                  <c:v>41445</c:v>
                </c:pt>
                <c:pt idx="355" c:formatCode="yyyy/m/d">
                  <c:v>41446</c:v>
                </c:pt>
                <c:pt idx="356" c:formatCode="yyyy/m/d">
                  <c:v>41449</c:v>
                </c:pt>
                <c:pt idx="357" c:formatCode="yyyy/m/d">
                  <c:v>41450</c:v>
                </c:pt>
                <c:pt idx="358" c:formatCode="yyyy/m/d">
                  <c:v>41451</c:v>
                </c:pt>
                <c:pt idx="359" c:formatCode="yyyy/m/d">
                  <c:v>41452</c:v>
                </c:pt>
                <c:pt idx="360" c:formatCode="yyyy/m/d">
                  <c:v>41453</c:v>
                </c:pt>
                <c:pt idx="361" c:formatCode="yyyy/m/d">
                  <c:v>41456</c:v>
                </c:pt>
                <c:pt idx="362" c:formatCode="yyyy/m/d">
                  <c:v>41457</c:v>
                </c:pt>
                <c:pt idx="363" c:formatCode="yyyy/m/d">
                  <c:v>41460</c:v>
                </c:pt>
                <c:pt idx="364" c:formatCode="yyyy/m/d">
                  <c:v>41463</c:v>
                </c:pt>
                <c:pt idx="365" c:formatCode="yyyy/m/d">
                  <c:v>41464</c:v>
                </c:pt>
                <c:pt idx="366" c:formatCode="yyyy/m/d">
                  <c:v>41465</c:v>
                </c:pt>
                <c:pt idx="367" c:formatCode="yyyy/m/d">
                  <c:v>41466</c:v>
                </c:pt>
                <c:pt idx="368" c:formatCode="yyyy/m/d">
                  <c:v>41467</c:v>
                </c:pt>
                <c:pt idx="369" c:formatCode="yyyy/m/d">
                  <c:v>41470</c:v>
                </c:pt>
                <c:pt idx="370" c:formatCode="yyyy/m/d">
                  <c:v>41471</c:v>
                </c:pt>
                <c:pt idx="371" c:formatCode="yyyy/m/d">
                  <c:v>41472</c:v>
                </c:pt>
                <c:pt idx="372" c:formatCode="yyyy/m/d">
                  <c:v>41473</c:v>
                </c:pt>
                <c:pt idx="373" c:formatCode="yyyy/m/d">
                  <c:v>41474</c:v>
                </c:pt>
                <c:pt idx="374" c:formatCode="yyyy/m/d">
                  <c:v>41477</c:v>
                </c:pt>
                <c:pt idx="375" c:formatCode="yyyy/m/d">
                  <c:v>41478</c:v>
                </c:pt>
                <c:pt idx="376" c:formatCode="yyyy/m/d">
                  <c:v>41479</c:v>
                </c:pt>
                <c:pt idx="377" c:formatCode="yyyy/m/d">
                  <c:v>41480</c:v>
                </c:pt>
                <c:pt idx="378" c:formatCode="yyyy/m/d">
                  <c:v>41481</c:v>
                </c:pt>
                <c:pt idx="379" c:formatCode="yyyy/m/d">
                  <c:v>41484</c:v>
                </c:pt>
                <c:pt idx="380" c:formatCode="yyyy/m/d">
                  <c:v>41485</c:v>
                </c:pt>
                <c:pt idx="381" c:formatCode="yyyy/m/d">
                  <c:v>41486</c:v>
                </c:pt>
                <c:pt idx="382" c:formatCode="yyyy/m/d">
                  <c:v>41487</c:v>
                </c:pt>
                <c:pt idx="383" c:formatCode="yyyy/m/d">
                  <c:v>41488</c:v>
                </c:pt>
                <c:pt idx="384" c:formatCode="yyyy/m/d">
                  <c:v>41491</c:v>
                </c:pt>
                <c:pt idx="385" c:formatCode="yyyy/m/d">
                  <c:v>41492</c:v>
                </c:pt>
                <c:pt idx="386" c:formatCode="yyyy/m/d">
                  <c:v>41493</c:v>
                </c:pt>
                <c:pt idx="387" c:formatCode="yyyy/m/d">
                  <c:v>41494</c:v>
                </c:pt>
                <c:pt idx="388" c:formatCode="yyyy/m/d">
                  <c:v>41495</c:v>
                </c:pt>
                <c:pt idx="389" c:formatCode="yyyy/m/d">
                  <c:v>41498</c:v>
                </c:pt>
                <c:pt idx="390" c:formatCode="yyyy/m/d">
                  <c:v>41499</c:v>
                </c:pt>
                <c:pt idx="391" c:formatCode="yyyy/m/d">
                  <c:v>41500</c:v>
                </c:pt>
                <c:pt idx="392" c:formatCode="yyyy/m/d">
                  <c:v>41501</c:v>
                </c:pt>
                <c:pt idx="393" c:formatCode="yyyy/m/d">
                  <c:v>41502</c:v>
                </c:pt>
                <c:pt idx="394" c:formatCode="yyyy/m/d">
                  <c:v>41505</c:v>
                </c:pt>
                <c:pt idx="395" c:formatCode="yyyy/m/d">
                  <c:v>41506</c:v>
                </c:pt>
                <c:pt idx="396" c:formatCode="yyyy/m/d">
                  <c:v>41507</c:v>
                </c:pt>
                <c:pt idx="397" c:formatCode="yyyy/m/d">
                  <c:v>41508</c:v>
                </c:pt>
                <c:pt idx="398" c:formatCode="yyyy/m/d">
                  <c:v>41509</c:v>
                </c:pt>
                <c:pt idx="399" c:formatCode="yyyy/m/d">
                  <c:v>41512</c:v>
                </c:pt>
                <c:pt idx="400" c:formatCode="yyyy/m/d">
                  <c:v>41513</c:v>
                </c:pt>
                <c:pt idx="401" c:formatCode="yyyy/m/d">
                  <c:v>41514</c:v>
                </c:pt>
                <c:pt idx="402" c:formatCode="yyyy/m/d">
                  <c:v>41515</c:v>
                </c:pt>
                <c:pt idx="403" c:formatCode="yyyy/m/d">
                  <c:v>41520</c:v>
                </c:pt>
                <c:pt idx="404" c:formatCode="yyyy/m/d">
                  <c:v>41521</c:v>
                </c:pt>
                <c:pt idx="405" c:formatCode="yyyy/m/d">
                  <c:v>41522</c:v>
                </c:pt>
                <c:pt idx="406" c:formatCode="yyyy/m/d">
                  <c:v>41523</c:v>
                </c:pt>
                <c:pt idx="407" c:formatCode="yyyy/m/d">
                  <c:v>41526</c:v>
                </c:pt>
                <c:pt idx="408" c:formatCode="yyyy/m/d">
                  <c:v>41527</c:v>
                </c:pt>
                <c:pt idx="409" c:formatCode="yyyy/m/d">
                  <c:v>41528</c:v>
                </c:pt>
                <c:pt idx="410" c:formatCode="yyyy/m/d">
                  <c:v>41529</c:v>
                </c:pt>
                <c:pt idx="411" c:formatCode="yyyy/m/d">
                  <c:v>41530</c:v>
                </c:pt>
                <c:pt idx="412" c:formatCode="yyyy/m/d">
                  <c:v>41533</c:v>
                </c:pt>
                <c:pt idx="413" c:formatCode="yyyy/m/d">
                  <c:v>41534</c:v>
                </c:pt>
                <c:pt idx="414" c:formatCode="yyyy/m/d">
                  <c:v>41535</c:v>
                </c:pt>
                <c:pt idx="415" c:formatCode="yyyy/m/d">
                  <c:v>41536</c:v>
                </c:pt>
                <c:pt idx="416" c:formatCode="yyyy/m/d">
                  <c:v>41537</c:v>
                </c:pt>
                <c:pt idx="417" c:formatCode="yyyy/m/d">
                  <c:v>41540</c:v>
                </c:pt>
                <c:pt idx="418" c:formatCode="yyyy/m/d">
                  <c:v>41541</c:v>
                </c:pt>
                <c:pt idx="419" c:formatCode="yyyy/m/d">
                  <c:v>41542</c:v>
                </c:pt>
                <c:pt idx="420" c:formatCode="yyyy/m/d">
                  <c:v>41543</c:v>
                </c:pt>
                <c:pt idx="421" c:formatCode="yyyy/m/d">
                  <c:v>41544</c:v>
                </c:pt>
                <c:pt idx="422" c:formatCode="yyyy/m/d">
                  <c:v>41547</c:v>
                </c:pt>
                <c:pt idx="423" c:formatCode="yyyy/m/d">
                  <c:v>41548</c:v>
                </c:pt>
                <c:pt idx="424" c:formatCode="yyyy/m/d">
                  <c:v>41549</c:v>
                </c:pt>
                <c:pt idx="425" c:formatCode="yyyy/m/d">
                  <c:v>41550</c:v>
                </c:pt>
                <c:pt idx="426" c:formatCode="yyyy/m/d">
                  <c:v>41551</c:v>
                </c:pt>
                <c:pt idx="427" c:formatCode="yyyy/m/d">
                  <c:v>41554</c:v>
                </c:pt>
                <c:pt idx="428" c:formatCode="yyyy/m/d">
                  <c:v>41555</c:v>
                </c:pt>
                <c:pt idx="429" c:formatCode="yyyy/m/d">
                  <c:v>41556</c:v>
                </c:pt>
                <c:pt idx="430" c:formatCode="yyyy/m/d">
                  <c:v>41557</c:v>
                </c:pt>
                <c:pt idx="431" c:formatCode="yyyy/m/d">
                  <c:v>41558</c:v>
                </c:pt>
                <c:pt idx="432" c:formatCode="yyyy/m/d">
                  <c:v>41561</c:v>
                </c:pt>
                <c:pt idx="433" c:formatCode="yyyy/m/d">
                  <c:v>41562</c:v>
                </c:pt>
                <c:pt idx="434" c:formatCode="yyyy/m/d">
                  <c:v>41563</c:v>
                </c:pt>
                <c:pt idx="435" c:formatCode="yyyy/m/d">
                  <c:v>41564</c:v>
                </c:pt>
                <c:pt idx="436" c:formatCode="yyyy/m/d">
                  <c:v>41565</c:v>
                </c:pt>
                <c:pt idx="437" c:formatCode="yyyy/m/d">
                  <c:v>41568</c:v>
                </c:pt>
                <c:pt idx="438" c:formatCode="yyyy/m/d">
                  <c:v>41569</c:v>
                </c:pt>
                <c:pt idx="439" c:formatCode="yyyy/m/d">
                  <c:v>41570</c:v>
                </c:pt>
                <c:pt idx="440" c:formatCode="yyyy/m/d">
                  <c:v>41571</c:v>
                </c:pt>
                <c:pt idx="441" c:formatCode="yyyy/m/d">
                  <c:v>41572</c:v>
                </c:pt>
                <c:pt idx="442" c:formatCode="yyyy/m/d">
                  <c:v>41575</c:v>
                </c:pt>
                <c:pt idx="443" c:formatCode="yyyy/m/d">
                  <c:v>41576</c:v>
                </c:pt>
                <c:pt idx="444" c:formatCode="yyyy/m/d">
                  <c:v>41577</c:v>
                </c:pt>
                <c:pt idx="445" c:formatCode="yyyy/m/d">
                  <c:v>41578</c:v>
                </c:pt>
                <c:pt idx="446" c:formatCode="yyyy/m/d">
                  <c:v>41579</c:v>
                </c:pt>
                <c:pt idx="447" c:formatCode="yyyy/m/d">
                  <c:v>41582</c:v>
                </c:pt>
                <c:pt idx="448" c:formatCode="yyyy/m/d">
                  <c:v>41583</c:v>
                </c:pt>
                <c:pt idx="449" c:formatCode="yyyy/m/d">
                  <c:v>41584</c:v>
                </c:pt>
                <c:pt idx="450" c:formatCode="yyyy/m/d">
                  <c:v>41585</c:v>
                </c:pt>
                <c:pt idx="451" c:formatCode="yyyy/m/d">
                  <c:v>41586</c:v>
                </c:pt>
                <c:pt idx="452" c:formatCode="yyyy/m/d">
                  <c:v>41589</c:v>
                </c:pt>
                <c:pt idx="453" c:formatCode="yyyy/m/d">
                  <c:v>41590</c:v>
                </c:pt>
                <c:pt idx="454" c:formatCode="yyyy/m/d">
                  <c:v>41591</c:v>
                </c:pt>
                <c:pt idx="455" c:formatCode="yyyy/m/d">
                  <c:v>41592</c:v>
                </c:pt>
                <c:pt idx="456" c:formatCode="yyyy/m/d">
                  <c:v>41593</c:v>
                </c:pt>
                <c:pt idx="457" c:formatCode="yyyy/m/d">
                  <c:v>41596</c:v>
                </c:pt>
                <c:pt idx="458" c:formatCode="yyyy/m/d">
                  <c:v>41597</c:v>
                </c:pt>
                <c:pt idx="459" c:formatCode="yyyy/m/d">
                  <c:v>41598</c:v>
                </c:pt>
                <c:pt idx="460" c:formatCode="yyyy/m/d">
                  <c:v>41599</c:v>
                </c:pt>
                <c:pt idx="461" c:formatCode="yyyy/m/d">
                  <c:v>41600</c:v>
                </c:pt>
                <c:pt idx="462" c:formatCode="yyyy/m/d">
                  <c:v>41603</c:v>
                </c:pt>
                <c:pt idx="463" c:formatCode="yyyy/m/d">
                  <c:v>41604</c:v>
                </c:pt>
                <c:pt idx="464" c:formatCode="yyyy/m/d">
                  <c:v>41605</c:v>
                </c:pt>
                <c:pt idx="465" c:formatCode="yyyy/m/d">
                  <c:v>41610</c:v>
                </c:pt>
                <c:pt idx="466" c:formatCode="yyyy/m/d">
                  <c:v>41611</c:v>
                </c:pt>
                <c:pt idx="467" c:formatCode="yyyy/m/d">
                  <c:v>41612</c:v>
                </c:pt>
                <c:pt idx="468" c:formatCode="yyyy/m/d">
                  <c:v>41613</c:v>
                </c:pt>
                <c:pt idx="469" c:formatCode="yyyy/m/d">
                  <c:v>41614</c:v>
                </c:pt>
                <c:pt idx="470" c:formatCode="yyyy/m/d">
                  <c:v>41617</c:v>
                </c:pt>
                <c:pt idx="471" c:formatCode="yyyy/m/d">
                  <c:v>41618</c:v>
                </c:pt>
                <c:pt idx="472" c:formatCode="yyyy/m/d">
                  <c:v>41619</c:v>
                </c:pt>
                <c:pt idx="473" c:formatCode="yyyy/m/d">
                  <c:v>41620</c:v>
                </c:pt>
                <c:pt idx="474" c:formatCode="yyyy/m/d">
                  <c:v>41621</c:v>
                </c:pt>
                <c:pt idx="475" c:formatCode="yyyy/m/d">
                  <c:v>41624</c:v>
                </c:pt>
                <c:pt idx="476" c:formatCode="yyyy/m/d">
                  <c:v>41625</c:v>
                </c:pt>
                <c:pt idx="477" c:formatCode="yyyy/m/d">
                  <c:v>41626</c:v>
                </c:pt>
                <c:pt idx="478" c:formatCode="yyyy/m/d">
                  <c:v>41627</c:v>
                </c:pt>
                <c:pt idx="479" c:formatCode="yyyy/m/d">
                  <c:v>41628</c:v>
                </c:pt>
                <c:pt idx="480" c:formatCode="yyyy/m/d">
                  <c:v>41631</c:v>
                </c:pt>
                <c:pt idx="481" c:formatCode="yyyy/m/d">
                  <c:v>41635</c:v>
                </c:pt>
                <c:pt idx="482" c:formatCode="yyyy/m/d">
                  <c:v>41638</c:v>
                </c:pt>
                <c:pt idx="483" c:formatCode="yyyy/m/d">
                  <c:v>41639</c:v>
                </c:pt>
                <c:pt idx="484" c:formatCode="yyyy/m/d">
                  <c:v>41642</c:v>
                </c:pt>
                <c:pt idx="485" c:formatCode="yyyy/m/d">
                  <c:v>41645</c:v>
                </c:pt>
                <c:pt idx="486" c:formatCode="yyyy/m/d">
                  <c:v>41646</c:v>
                </c:pt>
                <c:pt idx="487" c:formatCode="yyyy/m/d">
                  <c:v>41647</c:v>
                </c:pt>
                <c:pt idx="488" c:formatCode="yyyy/m/d">
                  <c:v>41648</c:v>
                </c:pt>
                <c:pt idx="489" c:formatCode="yyyy/m/d">
                  <c:v>41649</c:v>
                </c:pt>
                <c:pt idx="490" c:formatCode="yyyy/m/d">
                  <c:v>41652</c:v>
                </c:pt>
                <c:pt idx="491" c:formatCode="yyyy/m/d">
                  <c:v>41653</c:v>
                </c:pt>
                <c:pt idx="492" c:formatCode="yyyy/m/d">
                  <c:v>41654</c:v>
                </c:pt>
                <c:pt idx="493" c:formatCode="yyyy/m/d">
                  <c:v>41655</c:v>
                </c:pt>
                <c:pt idx="494" c:formatCode="yyyy/m/d">
                  <c:v>41660</c:v>
                </c:pt>
                <c:pt idx="495" c:formatCode="yyyy/m/d">
                  <c:v>41661</c:v>
                </c:pt>
                <c:pt idx="496" c:formatCode="yyyy/m/d">
                  <c:v>41662</c:v>
                </c:pt>
                <c:pt idx="497" c:formatCode="yyyy/m/d">
                  <c:v>41663</c:v>
                </c:pt>
                <c:pt idx="498" c:formatCode="yyyy/m/d">
                  <c:v>41666</c:v>
                </c:pt>
                <c:pt idx="499" c:formatCode="yyyy/m/d">
                  <c:v>41667</c:v>
                </c:pt>
                <c:pt idx="500" c:formatCode="yyyy/m/d">
                  <c:v>41668</c:v>
                </c:pt>
                <c:pt idx="501" c:formatCode="yyyy/m/d">
                  <c:v>41669</c:v>
                </c:pt>
                <c:pt idx="502" c:formatCode="yyyy/m/d">
                  <c:v>41670</c:v>
                </c:pt>
                <c:pt idx="503" c:formatCode="yyyy/m/d">
                  <c:v>41673</c:v>
                </c:pt>
                <c:pt idx="504" c:formatCode="yyyy/m/d">
                  <c:v>41674</c:v>
                </c:pt>
                <c:pt idx="505" c:formatCode="yyyy/m/d">
                  <c:v>41675</c:v>
                </c:pt>
                <c:pt idx="506" c:formatCode="yyyy/m/d">
                  <c:v>41676</c:v>
                </c:pt>
                <c:pt idx="507" c:formatCode="yyyy/m/d">
                  <c:v>41677</c:v>
                </c:pt>
                <c:pt idx="508" c:formatCode="yyyy/m/d">
                  <c:v>41680</c:v>
                </c:pt>
                <c:pt idx="509" c:formatCode="yyyy/m/d">
                  <c:v>41681</c:v>
                </c:pt>
                <c:pt idx="510" c:formatCode="yyyy/m/d">
                  <c:v>41682</c:v>
                </c:pt>
                <c:pt idx="511" c:formatCode="yyyy/m/d">
                  <c:v>41683</c:v>
                </c:pt>
                <c:pt idx="512" c:formatCode="yyyy/m/d">
                  <c:v>41688</c:v>
                </c:pt>
                <c:pt idx="513" c:formatCode="yyyy/m/d">
                  <c:v>41689</c:v>
                </c:pt>
                <c:pt idx="514" c:formatCode="yyyy/m/d">
                  <c:v>41690</c:v>
                </c:pt>
                <c:pt idx="515" c:formatCode="yyyy/m/d">
                  <c:v>41691</c:v>
                </c:pt>
                <c:pt idx="516" c:formatCode="yyyy/m/d">
                  <c:v>41694</c:v>
                </c:pt>
                <c:pt idx="517" c:formatCode="yyyy/m/d">
                  <c:v>41695</c:v>
                </c:pt>
                <c:pt idx="518" c:formatCode="yyyy/m/d">
                  <c:v>41696</c:v>
                </c:pt>
                <c:pt idx="519" c:formatCode="yyyy/m/d">
                  <c:v>41697</c:v>
                </c:pt>
                <c:pt idx="520" c:formatCode="yyyy/m/d">
                  <c:v>41698</c:v>
                </c:pt>
                <c:pt idx="521" c:formatCode="yyyy/m/d">
                  <c:v>41701</c:v>
                </c:pt>
                <c:pt idx="522" c:formatCode="yyyy/m/d">
                  <c:v>41702</c:v>
                </c:pt>
                <c:pt idx="523" c:formatCode="yyyy/m/d">
                  <c:v>41703</c:v>
                </c:pt>
                <c:pt idx="524" c:formatCode="yyyy/m/d">
                  <c:v>41704</c:v>
                </c:pt>
                <c:pt idx="525" c:formatCode="yyyy/m/d">
                  <c:v>41705</c:v>
                </c:pt>
                <c:pt idx="526" c:formatCode="yyyy/m/d">
                  <c:v>41708</c:v>
                </c:pt>
                <c:pt idx="527" c:formatCode="yyyy/m/d">
                  <c:v>41709</c:v>
                </c:pt>
                <c:pt idx="528" c:formatCode="yyyy/m/d">
                  <c:v>41710</c:v>
                </c:pt>
                <c:pt idx="529" c:formatCode="yyyy/m/d">
                  <c:v>41711</c:v>
                </c:pt>
                <c:pt idx="530" c:formatCode="yyyy/m/d">
                  <c:v>41712</c:v>
                </c:pt>
                <c:pt idx="531" c:formatCode="yyyy/m/d">
                  <c:v>41715</c:v>
                </c:pt>
                <c:pt idx="532" c:formatCode="yyyy/m/d">
                  <c:v>41716</c:v>
                </c:pt>
                <c:pt idx="533" c:formatCode="yyyy/m/d">
                  <c:v>41717</c:v>
                </c:pt>
                <c:pt idx="534" c:formatCode="yyyy/m/d">
                  <c:v>41718</c:v>
                </c:pt>
                <c:pt idx="535" c:formatCode="yyyy/m/d">
                  <c:v>41719</c:v>
                </c:pt>
                <c:pt idx="536" c:formatCode="yyyy/m/d">
                  <c:v>41722</c:v>
                </c:pt>
                <c:pt idx="537" c:formatCode="yyyy/m/d">
                  <c:v>41723</c:v>
                </c:pt>
                <c:pt idx="538" c:formatCode="yyyy/m/d">
                  <c:v>41724</c:v>
                </c:pt>
                <c:pt idx="539" c:formatCode="yyyy/m/d">
                  <c:v>41725</c:v>
                </c:pt>
                <c:pt idx="540" c:formatCode="yyyy/m/d">
                  <c:v>41726</c:v>
                </c:pt>
                <c:pt idx="541" c:formatCode="yyyy/m/d">
                  <c:v>41729</c:v>
                </c:pt>
                <c:pt idx="542" c:formatCode="yyyy/m/d">
                  <c:v>41730</c:v>
                </c:pt>
                <c:pt idx="543" c:formatCode="yyyy/m/d">
                  <c:v>41731</c:v>
                </c:pt>
                <c:pt idx="544" c:formatCode="yyyy/m/d">
                  <c:v>41732</c:v>
                </c:pt>
                <c:pt idx="545" c:formatCode="yyyy/m/d">
                  <c:v>41733</c:v>
                </c:pt>
                <c:pt idx="546" c:formatCode="yyyy/m/d">
                  <c:v>41736</c:v>
                </c:pt>
                <c:pt idx="547" c:formatCode="yyyy/m/d">
                  <c:v>41737</c:v>
                </c:pt>
                <c:pt idx="548" c:formatCode="yyyy/m/d">
                  <c:v>41738</c:v>
                </c:pt>
                <c:pt idx="549" c:formatCode="yyyy/m/d">
                  <c:v>41739</c:v>
                </c:pt>
                <c:pt idx="550" c:formatCode="yyyy/m/d">
                  <c:v>41740</c:v>
                </c:pt>
                <c:pt idx="551" c:formatCode="yyyy/m/d">
                  <c:v>41743</c:v>
                </c:pt>
                <c:pt idx="552" c:formatCode="yyyy/m/d">
                  <c:v>41744</c:v>
                </c:pt>
                <c:pt idx="553" c:formatCode="yyyy/m/d">
                  <c:v>41745</c:v>
                </c:pt>
                <c:pt idx="554" c:formatCode="yyyy/m/d">
                  <c:v>41746</c:v>
                </c:pt>
                <c:pt idx="555" c:formatCode="yyyy/m/d">
                  <c:v>41750</c:v>
                </c:pt>
                <c:pt idx="556" c:formatCode="yyyy/m/d">
                  <c:v>41751</c:v>
                </c:pt>
                <c:pt idx="557" c:formatCode="yyyy/m/d">
                  <c:v>41752</c:v>
                </c:pt>
                <c:pt idx="558" c:formatCode="yyyy/m/d">
                  <c:v>41753</c:v>
                </c:pt>
                <c:pt idx="559" c:formatCode="yyyy/m/d">
                  <c:v>41754</c:v>
                </c:pt>
                <c:pt idx="560" c:formatCode="yyyy/m/d">
                  <c:v>41757</c:v>
                </c:pt>
                <c:pt idx="561" c:formatCode="yyyy/m/d">
                  <c:v>41758</c:v>
                </c:pt>
                <c:pt idx="562" c:formatCode="yyyy/m/d">
                  <c:v>41759</c:v>
                </c:pt>
                <c:pt idx="563" c:formatCode="yyyy/m/d">
                  <c:v>41760</c:v>
                </c:pt>
                <c:pt idx="564" c:formatCode="yyyy/m/d">
                  <c:v>41761</c:v>
                </c:pt>
                <c:pt idx="565" c:formatCode="yyyy/m/d">
                  <c:v>41764</c:v>
                </c:pt>
                <c:pt idx="566" c:formatCode="yyyy/m/d">
                  <c:v>41765</c:v>
                </c:pt>
                <c:pt idx="567" c:formatCode="yyyy/m/d">
                  <c:v>41766</c:v>
                </c:pt>
                <c:pt idx="568" c:formatCode="yyyy/m/d">
                  <c:v>41767</c:v>
                </c:pt>
                <c:pt idx="569" c:formatCode="yyyy/m/d">
                  <c:v>41768</c:v>
                </c:pt>
                <c:pt idx="570" c:formatCode="yyyy/m/d">
                  <c:v>41771</c:v>
                </c:pt>
                <c:pt idx="571" c:formatCode="yyyy/m/d">
                  <c:v>41772</c:v>
                </c:pt>
                <c:pt idx="572" c:formatCode="yyyy/m/d">
                  <c:v>41773</c:v>
                </c:pt>
                <c:pt idx="573" c:formatCode="yyyy/m/d">
                  <c:v>41774</c:v>
                </c:pt>
                <c:pt idx="574" c:formatCode="yyyy/m/d">
                  <c:v>41775</c:v>
                </c:pt>
                <c:pt idx="575" c:formatCode="yyyy/m/d">
                  <c:v>41778</c:v>
                </c:pt>
                <c:pt idx="576" c:formatCode="yyyy/m/d">
                  <c:v>41779</c:v>
                </c:pt>
                <c:pt idx="577" c:formatCode="yyyy/m/d">
                  <c:v>41780</c:v>
                </c:pt>
                <c:pt idx="578" c:formatCode="yyyy/m/d">
                  <c:v>41781</c:v>
                </c:pt>
                <c:pt idx="579" c:formatCode="yyyy/m/d">
                  <c:v>41786</c:v>
                </c:pt>
                <c:pt idx="580" c:formatCode="yyyy/m/d">
                  <c:v>41787</c:v>
                </c:pt>
                <c:pt idx="581" c:formatCode="yyyy/m/d">
                  <c:v>41788</c:v>
                </c:pt>
                <c:pt idx="582" c:formatCode="yyyy/m/d">
                  <c:v>41789</c:v>
                </c:pt>
                <c:pt idx="583" c:formatCode="yyyy/m/d">
                  <c:v>41792</c:v>
                </c:pt>
                <c:pt idx="584" c:formatCode="yyyy/m/d">
                  <c:v>41793</c:v>
                </c:pt>
                <c:pt idx="585" c:formatCode="yyyy/m/d">
                  <c:v>41794</c:v>
                </c:pt>
                <c:pt idx="586" c:formatCode="yyyy/m/d">
                  <c:v>41795</c:v>
                </c:pt>
                <c:pt idx="587" c:formatCode="yyyy/m/d">
                  <c:v>41796</c:v>
                </c:pt>
                <c:pt idx="588" c:formatCode="yyyy/m/d">
                  <c:v>41799</c:v>
                </c:pt>
                <c:pt idx="589" c:formatCode="yyyy/m/d">
                  <c:v>41800</c:v>
                </c:pt>
                <c:pt idx="590" c:formatCode="yyyy/m/d">
                  <c:v>41801</c:v>
                </c:pt>
                <c:pt idx="591" c:formatCode="yyyy/m/d">
                  <c:v>41802</c:v>
                </c:pt>
                <c:pt idx="592" c:formatCode="yyyy/m/d">
                  <c:v>41803</c:v>
                </c:pt>
                <c:pt idx="593" c:formatCode="yyyy/m/d">
                  <c:v>41806</c:v>
                </c:pt>
                <c:pt idx="594" c:formatCode="yyyy/m/d">
                  <c:v>41807</c:v>
                </c:pt>
                <c:pt idx="595" c:formatCode="yyyy/m/d">
                  <c:v>41808</c:v>
                </c:pt>
                <c:pt idx="596" c:formatCode="yyyy/m/d">
                  <c:v>41809</c:v>
                </c:pt>
                <c:pt idx="597" c:formatCode="yyyy/m/d">
                  <c:v>41810</c:v>
                </c:pt>
                <c:pt idx="598" c:formatCode="yyyy/m/d">
                  <c:v>41813</c:v>
                </c:pt>
                <c:pt idx="599" c:formatCode="yyyy/m/d">
                  <c:v>41814</c:v>
                </c:pt>
                <c:pt idx="600" c:formatCode="yyyy/m/d">
                  <c:v>41815</c:v>
                </c:pt>
                <c:pt idx="601" c:formatCode="yyyy/m/d">
                  <c:v>41816</c:v>
                </c:pt>
                <c:pt idx="602" c:formatCode="yyyy/m/d">
                  <c:v>41817</c:v>
                </c:pt>
                <c:pt idx="603" c:formatCode="yyyy/m/d">
                  <c:v>41820</c:v>
                </c:pt>
                <c:pt idx="604" c:formatCode="yyyy/m/d">
                  <c:v>41821</c:v>
                </c:pt>
                <c:pt idx="605" c:formatCode="yyyy/m/d">
                  <c:v>41822</c:v>
                </c:pt>
                <c:pt idx="606" c:formatCode="yyyy/m/d">
                  <c:v>41827</c:v>
                </c:pt>
                <c:pt idx="607" c:formatCode="yyyy/m/d">
                  <c:v>41828</c:v>
                </c:pt>
                <c:pt idx="608" c:formatCode="yyyy/m/d">
                  <c:v>41829</c:v>
                </c:pt>
                <c:pt idx="609" c:formatCode="yyyy/m/d">
                  <c:v>41830</c:v>
                </c:pt>
                <c:pt idx="610" c:formatCode="yyyy/m/d">
                  <c:v>41831</c:v>
                </c:pt>
                <c:pt idx="611" c:formatCode="yyyy/m/d">
                  <c:v>41834</c:v>
                </c:pt>
                <c:pt idx="612" c:formatCode="yyyy/m/d">
                  <c:v>41835</c:v>
                </c:pt>
                <c:pt idx="613" c:formatCode="yyyy/m/d">
                  <c:v>41836</c:v>
                </c:pt>
                <c:pt idx="614" c:formatCode="yyyy/m/d">
                  <c:v>41837</c:v>
                </c:pt>
                <c:pt idx="615" c:formatCode="yyyy/m/d">
                  <c:v>41838</c:v>
                </c:pt>
                <c:pt idx="616" c:formatCode="yyyy/m/d">
                  <c:v>41841</c:v>
                </c:pt>
                <c:pt idx="617" c:formatCode="yyyy/m/d">
                  <c:v>41842</c:v>
                </c:pt>
                <c:pt idx="618" c:formatCode="yyyy/m/d">
                  <c:v>41843</c:v>
                </c:pt>
                <c:pt idx="619" c:formatCode="yyyy/m/d">
                  <c:v>41844</c:v>
                </c:pt>
                <c:pt idx="620" c:formatCode="yyyy/m/d">
                  <c:v>41845</c:v>
                </c:pt>
                <c:pt idx="621" c:formatCode="yyyy/m/d">
                  <c:v>41848</c:v>
                </c:pt>
                <c:pt idx="622" c:formatCode="yyyy/m/d">
                  <c:v>41849</c:v>
                </c:pt>
                <c:pt idx="623" c:formatCode="yyyy/m/d">
                  <c:v>41850</c:v>
                </c:pt>
                <c:pt idx="624" c:formatCode="yyyy/m/d">
                  <c:v>41851</c:v>
                </c:pt>
                <c:pt idx="625" c:formatCode="yyyy/m/d">
                  <c:v>41852</c:v>
                </c:pt>
                <c:pt idx="626" c:formatCode="yyyy/m/d">
                  <c:v>41855</c:v>
                </c:pt>
                <c:pt idx="627" c:formatCode="yyyy/m/d">
                  <c:v>41856</c:v>
                </c:pt>
                <c:pt idx="628" c:formatCode="yyyy/m/d">
                  <c:v>41857</c:v>
                </c:pt>
                <c:pt idx="629" c:formatCode="yyyy/m/d">
                  <c:v>41858</c:v>
                </c:pt>
                <c:pt idx="630" c:formatCode="yyyy/m/d">
                  <c:v>41859</c:v>
                </c:pt>
                <c:pt idx="631" c:formatCode="yyyy/m/d">
                  <c:v>41862</c:v>
                </c:pt>
                <c:pt idx="632" c:formatCode="yyyy/m/d">
                  <c:v>41863</c:v>
                </c:pt>
                <c:pt idx="633" c:formatCode="yyyy/m/d">
                  <c:v>41864</c:v>
                </c:pt>
                <c:pt idx="634" c:formatCode="yyyy/m/d">
                  <c:v>41865</c:v>
                </c:pt>
                <c:pt idx="635" c:formatCode="yyyy/m/d">
                  <c:v>41866</c:v>
                </c:pt>
                <c:pt idx="636" c:formatCode="yyyy/m/d">
                  <c:v>41869</c:v>
                </c:pt>
                <c:pt idx="637" c:formatCode="yyyy/m/d">
                  <c:v>41870</c:v>
                </c:pt>
                <c:pt idx="638" c:formatCode="yyyy/m/d">
                  <c:v>41871</c:v>
                </c:pt>
                <c:pt idx="639" c:formatCode="yyyy/m/d">
                  <c:v>41872</c:v>
                </c:pt>
                <c:pt idx="640" c:formatCode="yyyy/m/d">
                  <c:v>41873</c:v>
                </c:pt>
                <c:pt idx="641" c:formatCode="yyyy/m/d">
                  <c:v>41876</c:v>
                </c:pt>
                <c:pt idx="642" c:formatCode="yyyy/m/d">
                  <c:v>41877</c:v>
                </c:pt>
                <c:pt idx="643" c:formatCode="yyyy/m/d">
                  <c:v>41878</c:v>
                </c:pt>
                <c:pt idx="644" c:formatCode="yyyy/m/d">
                  <c:v>41879</c:v>
                </c:pt>
                <c:pt idx="645" c:formatCode="yyyy/m/d">
                  <c:v>41884</c:v>
                </c:pt>
                <c:pt idx="646" c:formatCode="yyyy/m/d">
                  <c:v>41885</c:v>
                </c:pt>
                <c:pt idx="647" c:formatCode="yyyy/m/d">
                  <c:v>41886</c:v>
                </c:pt>
                <c:pt idx="648" c:formatCode="yyyy/m/d">
                  <c:v>41887</c:v>
                </c:pt>
                <c:pt idx="649" c:formatCode="yyyy/m/d">
                  <c:v>41890</c:v>
                </c:pt>
                <c:pt idx="650" c:formatCode="yyyy/m/d">
                  <c:v>41891</c:v>
                </c:pt>
                <c:pt idx="651" c:formatCode="yyyy/m/d">
                  <c:v>41892</c:v>
                </c:pt>
                <c:pt idx="652" c:formatCode="yyyy/m/d">
                  <c:v>41893</c:v>
                </c:pt>
                <c:pt idx="653" c:formatCode="yyyy/m/d">
                  <c:v>41894</c:v>
                </c:pt>
                <c:pt idx="654" c:formatCode="yyyy/m/d">
                  <c:v>41897</c:v>
                </c:pt>
                <c:pt idx="655" c:formatCode="yyyy/m/d">
                  <c:v>41898</c:v>
                </c:pt>
                <c:pt idx="656" c:formatCode="yyyy/m/d">
                  <c:v>41899</c:v>
                </c:pt>
                <c:pt idx="657" c:formatCode="yyyy/m/d">
                  <c:v>41900</c:v>
                </c:pt>
                <c:pt idx="658" c:formatCode="yyyy/m/d">
                  <c:v>41901</c:v>
                </c:pt>
                <c:pt idx="659" c:formatCode="yyyy/m/d">
                  <c:v>41904</c:v>
                </c:pt>
                <c:pt idx="660" c:formatCode="yyyy/m/d">
                  <c:v>41905</c:v>
                </c:pt>
                <c:pt idx="661" c:formatCode="yyyy/m/d">
                  <c:v>41906</c:v>
                </c:pt>
                <c:pt idx="662" c:formatCode="yyyy/m/d">
                  <c:v>41907</c:v>
                </c:pt>
                <c:pt idx="663" c:formatCode="yyyy/m/d">
                  <c:v>41908</c:v>
                </c:pt>
                <c:pt idx="664" c:formatCode="yyyy/m/d">
                  <c:v>41911</c:v>
                </c:pt>
                <c:pt idx="665" c:formatCode="yyyy/m/d">
                  <c:v>41912</c:v>
                </c:pt>
                <c:pt idx="666" c:formatCode="yyyy/m/d">
                  <c:v>41913</c:v>
                </c:pt>
                <c:pt idx="667" c:formatCode="yyyy/m/d">
                  <c:v>41914</c:v>
                </c:pt>
                <c:pt idx="668" c:formatCode="yyyy/m/d">
                  <c:v>41915</c:v>
                </c:pt>
                <c:pt idx="669" c:formatCode="yyyy/m/d">
                  <c:v>41918</c:v>
                </c:pt>
                <c:pt idx="670" c:formatCode="yyyy/m/d">
                  <c:v>41919</c:v>
                </c:pt>
                <c:pt idx="671" c:formatCode="yyyy/m/d">
                  <c:v>41920</c:v>
                </c:pt>
                <c:pt idx="672" c:formatCode="yyyy/m/d">
                  <c:v>41921</c:v>
                </c:pt>
                <c:pt idx="673" c:formatCode="yyyy/m/d">
                  <c:v>41922</c:v>
                </c:pt>
                <c:pt idx="674" c:formatCode="yyyy/m/d">
                  <c:v>41925</c:v>
                </c:pt>
                <c:pt idx="675" c:formatCode="yyyy/m/d">
                  <c:v>41926</c:v>
                </c:pt>
                <c:pt idx="676" c:formatCode="yyyy/m/d">
                  <c:v>41927</c:v>
                </c:pt>
                <c:pt idx="677" c:formatCode="yyyy/m/d">
                  <c:v>41928</c:v>
                </c:pt>
                <c:pt idx="678" c:formatCode="yyyy/m/d">
                  <c:v>41929</c:v>
                </c:pt>
                <c:pt idx="679" c:formatCode="yyyy/m/d">
                  <c:v>41932</c:v>
                </c:pt>
                <c:pt idx="680" c:formatCode="yyyy/m/d">
                  <c:v>41933</c:v>
                </c:pt>
                <c:pt idx="681" c:formatCode="yyyy/m/d">
                  <c:v>41934</c:v>
                </c:pt>
                <c:pt idx="682" c:formatCode="yyyy/m/d">
                  <c:v>41935</c:v>
                </c:pt>
                <c:pt idx="683" c:formatCode="yyyy/m/d">
                  <c:v>41936</c:v>
                </c:pt>
                <c:pt idx="684" c:formatCode="yyyy/m/d">
                  <c:v>41939</c:v>
                </c:pt>
                <c:pt idx="685" c:formatCode="yyyy/m/d">
                  <c:v>41940</c:v>
                </c:pt>
                <c:pt idx="686" c:formatCode="yyyy/m/d">
                  <c:v>41941</c:v>
                </c:pt>
                <c:pt idx="687" c:formatCode="yyyy/m/d">
                  <c:v>41942</c:v>
                </c:pt>
                <c:pt idx="688" c:formatCode="yyyy/m/d">
                  <c:v>41943</c:v>
                </c:pt>
                <c:pt idx="689" c:formatCode="yyyy/m/d">
                  <c:v>41946</c:v>
                </c:pt>
                <c:pt idx="690" c:formatCode="yyyy/m/d">
                  <c:v>41947</c:v>
                </c:pt>
                <c:pt idx="691" c:formatCode="yyyy/m/d">
                  <c:v>41948</c:v>
                </c:pt>
                <c:pt idx="692" c:formatCode="yyyy/m/d">
                  <c:v>41949</c:v>
                </c:pt>
                <c:pt idx="693" c:formatCode="yyyy/m/d">
                  <c:v>41950</c:v>
                </c:pt>
                <c:pt idx="694" c:formatCode="yyyy/m/d">
                  <c:v>41953</c:v>
                </c:pt>
                <c:pt idx="695" c:formatCode="yyyy/m/d">
                  <c:v>41954</c:v>
                </c:pt>
                <c:pt idx="696" c:formatCode="yyyy/m/d">
                  <c:v>41955</c:v>
                </c:pt>
                <c:pt idx="697" c:formatCode="yyyy/m/d">
                  <c:v>41956</c:v>
                </c:pt>
                <c:pt idx="698" c:formatCode="yyyy/m/d">
                  <c:v>41957</c:v>
                </c:pt>
                <c:pt idx="699" c:formatCode="yyyy/m/d">
                  <c:v>41960</c:v>
                </c:pt>
                <c:pt idx="700" c:formatCode="yyyy/m/d">
                  <c:v>41961</c:v>
                </c:pt>
                <c:pt idx="701" c:formatCode="yyyy/m/d">
                  <c:v>41962</c:v>
                </c:pt>
                <c:pt idx="702" c:formatCode="yyyy/m/d">
                  <c:v>41963</c:v>
                </c:pt>
                <c:pt idx="703" c:formatCode="yyyy/m/d">
                  <c:v>41964</c:v>
                </c:pt>
                <c:pt idx="704" c:formatCode="yyyy/m/d">
                  <c:v>41967</c:v>
                </c:pt>
                <c:pt idx="705" c:formatCode="yyyy/m/d">
                  <c:v>41968</c:v>
                </c:pt>
                <c:pt idx="706" c:formatCode="yyyy/m/d">
                  <c:v>41969</c:v>
                </c:pt>
                <c:pt idx="707" c:formatCode="yyyy/m/d">
                  <c:v>41974</c:v>
                </c:pt>
                <c:pt idx="708" c:formatCode="yyyy/m/d">
                  <c:v>41975</c:v>
                </c:pt>
                <c:pt idx="709" c:formatCode="yyyy/m/d">
                  <c:v>41976</c:v>
                </c:pt>
                <c:pt idx="710" c:formatCode="yyyy/m/d">
                  <c:v>41977</c:v>
                </c:pt>
                <c:pt idx="711" c:formatCode="yyyy/m/d">
                  <c:v>41978</c:v>
                </c:pt>
                <c:pt idx="712" c:formatCode="yyyy/m/d">
                  <c:v>41981</c:v>
                </c:pt>
                <c:pt idx="713" c:formatCode="yyyy/m/d">
                  <c:v>41982</c:v>
                </c:pt>
                <c:pt idx="714" c:formatCode="yyyy/m/d">
                  <c:v>41983</c:v>
                </c:pt>
                <c:pt idx="715" c:formatCode="yyyy/m/d">
                  <c:v>41984</c:v>
                </c:pt>
                <c:pt idx="716" c:formatCode="yyyy/m/d">
                  <c:v>41985</c:v>
                </c:pt>
                <c:pt idx="717" c:formatCode="yyyy/m/d">
                  <c:v>41988</c:v>
                </c:pt>
                <c:pt idx="718" c:formatCode="yyyy/m/d">
                  <c:v>41989</c:v>
                </c:pt>
                <c:pt idx="719" c:formatCode="yyyy/m/d">
                  <c:v>41990</c:v>
                </c:pt>
                <c:pt idx="720" c:formatCode="yyyy/m/d">
                  <c:v>41991</c:v>
                </c:pt>
                <c:pt idx="721" c:formatCode="yyyy/m/d">
                  <c:v>41992</c:v>
                </c:pt>
                <c:pt idx="722" c:formatCode="yyyy/m/d">
                  <c:v>41995</c:v>
                </c:pt>
                <c:pt idx="723" c:formatCode="yyyy/m/d">
                  <c:v>41996</c:v>
                </c:pt>
                <c:pt idx="724" c:formatCode="yyyy/m/d">
                  <c:v>41999</c:v>
                </c:pt>
                <c:pt idx="725" c:formatCode="yyyy/m/d">
                  <c:v>42002</c:v>
                </c:pt>
                <c:pt idx="726" c:formatCode="yyyy/m/d">
                  <c:v>42003</c:v>
                </c:pt>
                <c:pt idx="727" c:formatCode="yyyy/m/d">
                  <c:v>42004</c:v>
                </c:pt>
                <c:pt idx="728" c:formatCode="yyyy/m/d">
                  <c:v>42009</c:v>
                </c:pt>
                <c:pt idx="729" c:formatCode="yyyy/m/d">
                  <c:v>42010</c:v>
                </c:pt>
                <c:pt idx="730" c:formatCode="yyyy/m/d">
                  <c:v>42011</c:v>
                </c:pt>
                <c:pt idx="731" c:formatCode="yyyy/m/d">
                  <c:v>42012</c:v>
                </c:pt>
                <c:pt idx="732" c:formatCode="yyyy/m/d">
                  <c:v>42013</c:v>
                </c:pt>
                <c:pt idx="733" c:formatCode="yyyy/m/d">
                  <c:v>42016</c:v>
                </c:pt>
                <c:pt idx="734" c:formatCode="yyyy/m/d">
                  <c:v>42017</c:v>
                </c:pt>
                <c:pt idx="735" c:formatCode="yyyy/m/d">
                  <c:v>42018</c:v>
                </c:pt>
                <c:pt idx="736" c:formatCode="yyyy/m/d">
                  <c:v>42019</c:v>
                </c:pt>
                <c:pt idx="737" c:formatCode="yyyy/m/d">
                  <c:v>42020</c:v>
                </c:pt>
                <c:pt idx="738" c:formatCode="yyyy/m/d">
                  <c:v>42024</c:v>
                </c:pt>
                <c:pt idx="739" c:formatCode="yyyy/m/d">
                  <c:v>42025</c:v>
                </c:pt>
                <c:pt idx="740" c:formatCode="yyyy/m/d">
                  <c:v>42026</c:v>
                </c:pt>
                <c:pt idx="741" c:formatCode="yyyy/m/d">
                  <c:v>42027</c:v>
                </c:pt>
                <c:pt idx="742" c:formatCode="yyyy/m/d">
                  <c:v>42030</c:v>
                </c:pt>
                <c:pt idx="743" c:formatCode="yyyy/m/d">
                  <c:v>42031</c:v>
                </c:pt>
                <c:pt idx="744" c:formatCode="yyyy/m/d">
                  <c:v>42032</c:v>
                </c:pt>
                <c:pt idx="745" c:formatCode="yyyy/m/d">
                  <c:v>42033</c:v>
                </c:pt>
                <c:pt idx="746" c:formatCode="yyyy/m/d">
                  <c:v>42034</c:v>
                </c:pt>
                <c:pt idx="747" c:formatCode="yyyy/m/d">
                  <c:v>42037</c:v>
                </c:pt>
                <c:pt idx="748" c:formatCode="yyyy/m/d">
                  <c:v>42038</c:v>
                </c:pt>
                <c:pt idx="749" c:formatCode="yyyy/m/d">
                  <c:v>42039</c:v>
                </c:pt>
                <c:pt idx="750" c:formatCode="yyyy/m/d">
                  <c:v>42040</c:v>
                </c:pt>
                <c:pt idx="751" c:formatCode="yyyy/m/d">
                  <c:v>42041</c:v>
                </c:pt>
                <c:pt idx="752" c:formatCode="yyyy/m/d">
                  <c:v>42044</c:v>
                </c:pt>
                <c:pt idx="753" c:formatCode="yyyy/m/d">
                  <c:v>42045</c:v>
                </c:pt>
                <c:pt idx="754" c:formatCode="yyyy/m/d">
                  <c:v>42046</c:v>
                </c:pt>
                <c:pt idx="755" c:formatCode="yyyy/m/d">
                  <c:v>42047</c:v>
                </c:pt>
                <c:pt idx="756" c:formatCode="yyyy/m/d">
                  <c:v>42048</c:v>
                </c:pt>
                <c:pt idx="757" c:formatCode="yyyy/m/d">
                  <c:v>42052</c:v>
                </c:pt>
                <c:pt idx="758" c:formatCode="yyyy/m/d">
                  <c:v>42053</c:v>
                </c:pt>
                <c:pt idx="759" c:formatCode="yyyy/m/d">
                  <c:v>42054</c:v>
                </c:pt>
                <c:pt idx="760" c:formatCode="yyyy/m/d">
                  <c:v>42055</c:v>
                </c:pt>
                <c:pt idx="761" c:formatCode="yyyy/m/d">
                  <c:v>42058</c:v>
                </c:pt>
                <c:pt idx="762" c:formatCode="yyyy/m/d">
                  <c:v>42059</c:v>
                </c:pt>
                <c:pt idx="763" c:formatCode="yyyy/m/d">
                  <c:v>42060</c:v>
                </c:pt>
                <c:pt idx="764" c:formatCode="yyyy/m/d">
                  <c:v>42061</c:v>
                </c:pt>
                <c:pt idx="765" c:formatCode="yyyy/m/d">
                  <c:v>42062</c:v>
                </c:pt>
                <c:pt idx="766" c:formatCode="yyyy/m/d">
                  <c:v>42065</c:v>
                </c:pt>
                <c:pt idx="767" c:formatCode="yyyy/m/d">
                  <c:v>42066</c:v>
                </c:pt>
                <c:pt idx="768" c:formatCode="yyyy/m/d">
                  <c:v>42067</c:v>
                </c:pt>
                <c:pt idx="769" c:formatCode="yyyy/m/d">
                  <c:v>42068</c:v>
                </c:pt>
                <c:pt idx="770" c:formatCode="yyyy/m/d">
                  <c:v>42069</c:v>
                </c:pt>
                <c:pt idx="771" c:formatCode="yyyy/m/d">
                  <c:v>42072</c:v>
                </c:pt>
                <c:pt idx="772" c:formatCode="yyyy/m/d">
                  <c:v>42073</c:v>
                </c:pt>
                <c:pt idx="773" c:formatCode="yyyy/m/d">
                  <c:v>42074</c:v>
                </c:pt>
                <c:pt idx="774" c:formatCode="yyyy/m/d">
                  <c:v>42075</c:v>
                </c:pt>
                <c:pt idx="775" c:formatCode="yyyy/m/d">
                  <c:v>42076</c:v>
                </c:pt>
                <c:pt idx="776" c:formatCode="yyyy/m/d">
                  <c:v>42079</c:v>
                </c:pt>
                <c:pt idx="777" c:formatCode="yyyy/m/d">
                  <c:v>42080</c:v>
                </c:pt>
                <c:pt idx="778" c:formatCode="yyyy/m/d">
                  <c:v>42081</c:v>
                </c:pt>
                <c:pt idx="779" c:formatCode="yyyy/m/d">
                  <c:v>42082</c:v>
                </c:pt>
                <c:pt idx="780" c:formatCode="yyyy/m/d">
                  <c:v>42083</c:v>
                </c:pt>
                <c:pt idx="781" c:formatCode="yyyy/m/d">
                  <c:v>42086</c:v>
                </c:pt>
                <c:pt idx="782" c:formatCode="yyyy/m/d">
                  <c:v>42087</c:v>
                </c:pt>
                <c:pt idx="783" c:formatCode="yyyy/m/d">
                  <c:v>42088</c:v>
                </c:pt>
                <c:pt idx="784" c:formatCode="yyyy/m/d">
                  <c:v>42089</c:v>
                </c:pt>
                <c:pt idx="785" c:formatCode="yyyy/m/d">
                  <c:v>42090</c:v>
                </c:pt>
                <c:pt idx="786" c:formatCode="yyyy/m/d">
                  <c:v>42093</c:v>
                </c:pt>
                <c:pt idx="787" c:formatCode="yyyy/m/d">
                  <c:v>42094</c:v>
                </c:pt>
                <c:pt idx="788" c:formatCode="yyyy/m/d">
                  <c:v>42095</c:v>
                </c:pt>
                <c:pt idx="789" c:formatCode="yyyy/m/d">
                  <c:v>42096</c:v>
                </c:pt>
                <c:pt idx="790" c:formatCode="yyyy/m/d">
                  <c:v>42100</c:v>
                </c:pt>
                <c:pt idx="791" c:formatCode="yyyy/m/d">
                  <c:v>42101</c:v>
                </c:pt>
                <c:pt idx="792" c:formatCode="yyyy/m/d">
                  <c:v>42102</c:v>
                </c:pt>
                <c:pt idx="793" c:formatCode="yyyy/m/d">
                  <c:v>42103</c:v>
                </c:pt>
                <c:pt idx="794" c:formatCode="yyyy/m/d">
                  <c:v>42104</c:v>
                </c:pt>
                <c:pt idx="795" c:formatCode="yyyy/m/d">
                  <c:v>42107</c:v>
                </c:pt>
                <c:pt idx="796" c:formatCode="yyyy/m/d">
                  <c:v>42108</c:v>
                </c:pt>
                <c:pt idx="797" c:formatCode="yyyy/m/d">
                  <c:v>42109</c:v>
                </c:pt>
                <c:pt idx="798" c:formatCode="yyyy/m/d">
                  <c:v>42110</c:v>
                </c:pt>
                <c:pt idx="799" c:formatCode="yyyy/m/d">
                  <c:v>42111</c:v>
                </c:pt>
                <c:pt idx="800" c:formatCode="yyyy/m/d">
                  <c:v>42114</c:v>
                </c:pt>
                <c:pt idx="801" c:formatCode="yyyy/m/d">
                  <c:v>42115</c:v>
                </c:pt>
                <c:pt idx="802" c:formatCode="yyyy/m/d">
                  <c:v>42116</c:v>
                </c:pt>
                <c:pt idx="803" c:formatCode="yyyy/m/d">
                  <c:v>42117</c:v>
                </c:pt>
                <c:pt idx="804" c:formatCode="yyyy/m/d">
                  <c:v>42118</c:v>
                </c:pt>
                <c:pt idx="805" c:formatCode="yyyy/m/d">
                  <c:v>42121</c:v>
                </c:pt>
                <c:pt idx="806" c:formatCode="yyyy/m/d">
                  <c:v>42122</c:v>
                </c:pt>
                <c:pt idx="807" c:formatCode="yyyy/m/d">
                  <c:v>42123</c:v>
                </c:pt>
                <c:pt idx="808" c:formatCode="yyyy/m/d">
                  <c:v>42124</c:v>
                </c:pt>
                <c:pt idx="809" c:formatCode="yyyy/m/d">
                  <c:v>42125</c:v>
                </c:pt>
                <c:pt idx="810" c:formatCode="yyyy/m/d">
                  <c:v>42128</c:v>
                </c:pt>
                <c:pt idx="811" c:formatCode="yyyy/m/d">
                  <c:v>42129</c:v>
                </c:pt>
                <c:pt idx="812" c:formatCode="yyyy/m/d">
                  <c:v>42130</c:v>
                </c:pt>
                <c:pt idx="813" c:formatCode="yyyy/m/d">
                  <c:v>42131</c:v>
                </c:pt>
                <c:pt idx="814" c:formatCode="yyyy/m/d">
                  <c:v>42132</c:v>
                </c:pt>
                <c:pt idx="815" c:formatCode="yyyy/m/d">
                  <c:v>42135</c:v>
                </c:pt>
                <c:pt idx="816" c:formatCode="yyyy/m/d">
                  <c:v>42136</c:v>
                </c:pt>
                <c:pt idx="817" c:formatCode="yyyy/m/d">
                  <c:v>42137</c:v>
                </c:pt>
                <c:pt idx="818" c:formatCode="yyyy/m/d">
                  <c:v>42138</c:v>
                </c:pt>
                <c:pt idx="819" c:formatCode="yyyy/m/d">
                  <c:v>42139</c:v>
                </c:pt>
                <c:pt idx="820" c:formatCode="yyyy/m/d">
                  <c:v>42142</c:v>
                </c:pt>
                <c:pt idx="821" c:formatCode="yyyy/m/d">
                  <c:v>42143</c:v>
                </c:pt>
                <c:pt idx="822" c:formatCode="yyyy/m/d">
                  <c:v>42144</c:v>
                </c:pt>
                <c:pt idx="823" c:formatCode="yyyy/m/d">
                  <c:v>42145</c:v>
                </c:pt>
                <c:pt idx="824" c:formatCode="yyyy/m/d">
                  <c:v>42146</c:v>
                </c:pt>
                <c:pt idx="825" c:formatCode="yyyy/m/d">
                  <c:v>42150</c:v>
                </c:pt>
                <c:pt idx="826" c:formatCode="yyyy/m/d">
                  <c:v>42151</c:v>
                </c:pt>
                <c:pt idx="827" c:formatCode="yyyy/m/d">
                  <c:v>42152</c:v>
                </c:pt>
                <c:pt idx="828" c:formatCode="yyyy/m/d">
                  <c:v>42153</c:v>
                </c:pt>
                <c:pt idx="829" c:formatCode="yyyy/m/d">
                  <c:v>42156</c:v>
                </c:pt>
                <c:pt idx="830" c:formatCode="yyyy/m/d">
                  <c:v>42157</c:v>
                </c:pt>
                <c:pt idx="831" c:formatCode="yyyy/m/d">
                  <c:v>42158</c:v>
                </c:pt>
                <c:pt idx="832" c:formatCode="yyyy/m/d">
                  <c:v>42159</c:v>
                </c:pt>
                <c:pt idx="833" c:formatCode="yyyy/m/d">
                  <c:v>42160</c:v>
                </c:pt>
                <c:pt idx="834" c:formatCode="yyyy/m/d">
                  <c:v>42163</c:v>
                </c:pt>
                <c:pt idx="835" c:formatCode="yyyy/m/d">
                  <c:v>42164</c:v>
                </c:pt>
                <c:pt idx="836" c:formatCode="yyyy/m/d">
                  <c:v>42165</c:v>
                </c:pt>
                <c:pt idx="837" c:formatCode="yyyy/m/d">
                  <c:v>42166</c:v>
                </c:pt>
                <c:pt idx="838" c:formatCode="yyyy/m/d">
                  <c:v>42167</c:v>
                </c:pt>
                <c:pt idx="839" c:formatCode="yyyy/m/d">
                  <c:v>42170</c:v>
                </c:pt>
                <c:pt idx="840" c:formatCode="yyyy/m/d">
                  <c:v>42171</c:v>
                </c:pt>
                <c:pt idx="841" c:formatCode="yyyy/m/d">
                  <c:v>42172</c:v>
                </c:pt>
                <c:pt idx="842" c:formatCode="yyyy/m/d">
                  <c:v>42173</c:v>
                </c:pt>
                <c:pt idx="843" c:formatCode="yyyy/m/d">
                  <c:v>42174</c:v>
                </c:pt>
                <c:pt idx="844" c:formatCode="yyyy/m/d">
                  <c:v>42177</c:v>
                </c:pt>
                <c:pt idx="845" c:formatCode="yyyy/m/d">
                  <c:v>42178</c:v>
                </c:pt>
                <c:pt idx="846" c:formatCode="yyyy/m/d">
                  <c:v>42179</c:v>
                </c:pt>
                <c:pt idx="847" c:formatCode="yyyy/m/d">
                  <c:v>42180</c:v>
                </c:pt>
                <c:pt idx="848" c:formatCode="yyyy/m/d">
                  <c:v>42181</c:v>
                </c:pt>
                <c:pt idx="849" c:formatCode="yyyy/m/d">
                  <c:v>42184</c:v>
                </c:pt>
                <c:pt idx="850" c:formatCode="yyyy/m/d">
                  <c:v>42185</c:v>
                </c:pt>
                <c:pt idx="851" c:formatCode="yyyy/m/d">
                  <c:v>42186</c:v>
                </c:pt>
                <c:pt idx="852" c:formatCode="yyyy/m/d">
                  <c:v>42191</c:v>
                </c:pt>
                <c:pt idx="853" c:formatCode="yyyy/m/d">
                  <c:v>42192</c:v>
                </c:pt>
                <c:pt idx="854" c:formatCode="yyyy/m/d">
                  <c:v>42193</c:v>
                </c:pt>
                <c:pt idx="855" c:formatCode="yyyy/m/d">
                  <c:v>42194</c:v>
                </c:pt>
                <c:pt idx="856" c:formatCode="yyyy/m/d">
                  <c:v>42195</c:v>
                </c:pt>
                <c:pt idx="857" c:formatCode="yyyy/m/d">
                  <c:v>42198</c:v>
                </c:pt>
                <c:pt idx="858" c:formatCode="yyyy/m/d">
                  <c:v>42199</c:v>
                </c:pt>
                <c:pt idx="859" c:formatCode="yyyy/m/d">
                  <c:v>42200</c:v>
                </c:pt>
                <c:pt idx="860" c:formatCode="yyyy/m/d">
                  <c:v>42201</c:v>
                </c:pt>
                <c:pt idx="861" c:formatCode="yyyy/m/d">
                  <c:v>42202</c:v>
                </c:pt>
                <c:pt idx="862" c:formatCode="yyyy/m/d">
                  <c:v>42205</c:v>
                </c:pt>
                <c:pt idx="863" c:formatCode="yyyy/m/d">
                  <c:v>42206</c:v>
                </c:pt>
                <c:pt idx="864" c:formatCode="yyyy/m/d">
                  <c:v>42207</c:v>
                </c:pt>
                <c:pt idx="865" c:formatCode="yyyy/m/d">
                  <c:v>42208</c:v>
                </c:pt>
                <c:pt idx="866" c:formatCode="yyyy/m/d">
                  <c:v>42209</c:v>
                </c:pt>
                <c:pt idx="867" c:formatCode="yyyy/m/d">
                  <c:v>42212</c:v>
                </c:pt>
                <c:pt idx="868" c:formatCode="yyyy/m/d">
                  <c:v>42213</c:v>
                </c:pt>
                <c:pt idx="869" c:formatCode="yyyy/m/d">
                  <c:v>42214</c:v>
                </c:pt>
                <c:pt idx="870" c:formatCode="yyyy/m/d">
                  <c:v>42215</c:v>
                </c:pt>
                <c:pt idx="871" c:formatCode="yyyy/m/d">
                  <c:v>42216</c:v>
                </c:pt>
                <c:pt idx="872" c:formatCode="yyyy/m/d">
                  <c:v>42219</c:v>
                </c:pt>
                <c:pt idx="873" c:formatCode="yyyy/m/d">
                  <c:v>42220</c:v>
                </c:pt>
                <c:pt idx="874" c:formatCode="yyyy/m/d">
                  <c:v>42221</c:v>
                </c:pt>
                <c:pt idx="875" c:formatCode="yyyy/m/d">
                  <c:v>42222</c:v>
                </c:pt>
                <c:pt idx="876" c:formatCode="yyyy/m/d">
                  <c:v>42223</c:v>
                </c:pt>
                <c:pt idx="877" c:formatCode="yyyy/m/d">
                  <c:v>42226</c:v>
                </c:pt>
                <c:pt idx="878" c:formatCode="yyyy/m/d">
                  <c:v>42227</c:v>
                </c:pt>
                <c:pt idx="879" c:formatCode="yyyy/m/d">
                  <c:v>42228</c:v>
                </c:pt>
                <c:pt idx="880" c:formatCode="yyyy/m/d">
                  <c:v>42229</c:v>
                </c:pt>
                <c:pt idx="881" c:formatCode="yyyy/m/d">
                  <c:v>42230</c:v>
                </c:pt>
                <c:pt idx="882" c:formatCode="yyyy/m/d">
                  <c:v>42233</c:v>
                </c:pt>
                <c:pt idx="883" c:formatCode="yyyy/m/d">
                  <c:v>42234</c:v>
                </c:pt>
                <c:pt idx="884" c:formatCode="yyyy/m/d">
                  <c:v>42235</c:v>
                </c:pt>
                <c:pt idx="885" c:formatCode="yyyy/m/d">
                  <c:v>42236</c:v>
                </c:pt>
                <c:pt idx="886" c:formatCode="yyyy/m/d">
                  <c:v>42237</c:v>
                </c:pt>
                <c:pt idx="887" c:formatCode="yyyy/m/d">
                  <c:v>42240</c:v>
                </c:pt>
                <c:pt idx="888" c:formatCode="yyyy/m/d">
                  <c:v>42241</c:v>
                </c:pt>
                <c:pt idx="889" c:formatCode="yyyy/m/d">
                  <c:v>42242</c:v>
                </c:pt>
                <c:pt idx="890" c:formatCode="yyyy/m/d">
                  <c:v>42243</c:v>
                </c:pt>
                <c:pt idx="891" c:formatCode="yyyy/m/d">
                  <c:v>42244</c:v>
                </c:pt>
                <c:pt idx="892" c:formatCode="yyyy/m/d">
                  <c:v>42247</c:v>
                </c:pt>
                <c:pt idx="893" c:formatCode="yyyy/m/d">
                  <c:v>42248</c:v>
                </c:pt>
                <c:pt idx="894" c:formatCode="yyyy/m/d">
                  <c:v>42249</c:v>
                </c:pt>
                <c:pt idx="895" c:formatCode="yyyy/m/d">
                  <c:v>42250</c:v>
                </c:pt>
                <c:pt idx="896" c:formatCode="yyyy/m/d">
                  <c:v>42251</c:v>
                </c:pt>
                <c:pt idx="897" c:formatCode="yyyy/m/d">
                  <c:v>42255</c:v>
                </c:pt>
                <c:pt idx="898" c:formatCode="yyyy/m/d">
                  <c:v>42256</c:v>
                </c:pt>
                <c:pt idx="899" c:formatCode="yyyy/m/d">
                  <c:v>42257</c:v>
                </c:pt>
                <c:pt idx="900" c:formatCode="yyyy/m/d">
                  <c:v>42258</c:v>
                </c:pt>
                <c:pt idx="901" c:formatCode="yyyy/m/d">
                  <c:v>42261</c:v>
                </c:pt>
                <c:pt idx="902" c:formatCode="yyyy/m/d">
                  <c:v>42262</c:v>
                </c:pt>
                <c:pt idx="903" c:formatCode="yyyy/m/d">
                  <c:v>42263</c:v>
                </c:pt>
                <c:pt idx="904" c:formatCode="yyyy/m/d">
                  <c:v>42264</c:v>
                </c:pt>
                <c:pt idx="905" c:formatCode="yyyy/m/d">
                  <c:v>42265</c:v>
                </c:pt>
                <c:pt idx="906" c:formatCode="yyyy/m/d">
                  <c:v>42268</c:v>
                </c:pt>
                <c:pt idx="907" c:formatCode="yyyy/m/d">
                  <c:v>42269</c:v>
                </c:pt>
                <c:pt idx="908" c:formatCode="yyyy/m/d">
                  <c:v>42270</c:v>
                </c:pt>
                <c:pt idx="909" c:formatCode="yyyy/m/d">
                  <c:v>42271</c:v>
                </c:pt>
                <c:pt idx="910" c:formatCode="yyyy/m/d">
                  <c:v>42272</c:v>
                </c:pt>
                <c:pt idx="911" c:formatCode="yyyy/m/d">
                  <c:v>42275</c:v>
                </c:pt>
                <c:pt idx="912" c:formatCode="yyyy/m/d">
                  <c:v>42276</c:v>
                </c:pt>
                <c:pt idx="913" c:formatCode="yyyy/m/d">
                  <c:v>42277</c:v>
                </c:pt>
                <c:pt idx="914" c:formatCode="yyyy/m/d">
                  <c:v>42278</c:v>
                </c:pt>
                <c:pt idx="915" c:formatCode="yyyy/m/d">
                  <c:v>42279</c:v>
                </c:pt>
                <c:pt idx="916" c:formatCode="yyyy/m/d">
                  <c:v>42282</c:v>
                </c:pt>
                <c:pt idx="917" c:formatCode="yyyy/m/d">
                  <c:v>42283</c:v>
                </c:pt>
                <c:pt idx="918" c:formatCode="yyyy/m/d">
                  <c:v>42284</c:v>
                </c:pt>
                <c:pt idx="919" c:formatCode="yyyy/m/d">
                  <c:v>42285</c:v>
                </c:pt>
                <c:pt idx="920" c:formatCode="yyyy/m/d">
                  <c:v>42286</c:v>
                </c:pt>
                <c:pt idx="921" c:formatCode="yyyy/m/d">
                  <c:v>42289</c:v>
                </c:pt>
                <c:pt idx="922" c:formatCode="yyyy/m/d">
                  <c:v>42290</c:v>
                </c:pt>
                <c:pt idx="923" c:formatCode="yyyy/m/d">
                  <c:v>42291</c:v>
                </c:pt>
                <c:pt idx="924" c:formatCode="yyyy/m/d">
                  <c:v>42292</c:v>
                </c:pt>
                <c:pt idx="925" c:formatCode="yyyy/m/d">
                  <c:v>42293</c:v>
                </c:pt>
                <c:pt idx="926" c:formatCode="yyyy/m/d">
                  <c:v>42296</c:v>
                </c:pt>
                <c:pt idx="927" c:formatCode="yyyy/m/d">
                  <c:v>42297</c:v>
                </c:pt>
                <c:pt idx="928" c:formatCode="yyyy/m/d">
                  <c:v>42298</c:v>
                </c:pt>
                <c:pt idx="929" c:formatCode="yyyy/m/d">
                  <c:v>42299</c:v>
                </c:pt>
                <c:pt idx="930" c:formatCode="yyyy/m/d">
                  <c:v>42300</c:v>
                </c:pt>
                <c:pt idx="931" c:formatCode="yyyy/m/d">
                  <c:v>42303</c:v>
                </c:pt>
                <c:pt idx="932" c:formatCode="yyyy/m/d">
                  <c:v>42304</c:v>
                </c:pt>
                <c:pt idx="933" c:formatCode="yyyy/m/d">
                  <c:v>42305</c:v>
                </c:pt>
                <c:pt idx="934" c:formatCode="yyyy/m/d">
                  <c:v>42306</c:v>
                </c:pt>
                <c:pt idx="935" c:formatCode="yyyy/m/d">
                  <c:v>42307</c:v>
                </c:pt>
                <c:pt idx="936" c:formatCode="yyyy/m/d">
                  <c:v>42310</c:v>
                </c:pt>
                <c:pt idx="937" c:formatCode="yyyy/m/d">
                  <c:v>42311</c:v>
                </c:pt>
                <c:pt idx="938" c:formatCode="yyyy/m/d">
                  <c:v>42312</c:v>
                </c:pt>
                <c:pt idx="939" c:formatCode="yyyy/m/d">
                  <c:v>42313</c:v>
                </c:pt>
                <c:pt idx="940" c:formatCode="yyyy/m/d">
                  <c:v>42314</c:v>
                </c:pt>
                <c:pt idx="941" c:formatCode="yyyy/m/d">
                  <c:v>42317</c:v>
                </c:pt>
                <c:pt idx="942" c:formatCode="yyyy/m/d">
                  <c:v>42318</c:v>
                </c:pt>
                <c:pt idx="943" c:formatCode="yyyy/m/d">
                  <c:v>42319</c:v>
                </c:pt>
                <c:pt idx="944" c:formatCode="yyyy/m/d">
                  <c:v>42320</c:v>
                </c:pt>
                <c:pt idx="945" c:formatCode="yyyy/m/d">
                  <c:v>42321</c:v>
                </c:pt>
                <c:pt idx="946" c:formatCode="yyyy/m/d">
                  <c:v>42324</c:v>
                </c:pt>
                <c:pt idx="947" c:formatCode="yyyy/m/d">
                  <c:v>42325</c:v>
                </c:pt>
                <c:pt idx="948" c:formatCode="yyyy/m/d">
                  <c:v>42326</c:v>
                </c:pt>
                <c:pt idx="949" c:formatCode="yyyy/m/d">
                  <c:v>42327</c:v>
                </c:pt>
                <c:pt idx="950" c:formatCode="yyyy/m/d">
                  <c:v>42328</c:v>
                </c:pt>
                <c:pt idx="951" c:formatCode="yyyy/m/d">
                  <c:v>42331</c:v>
                </c:pt>
                <c:pt idx="952" c:formatCode="yyyy/m/d">
                  <c:v>42332</c:v>
                </c:pt>
                <c:pt idx="953" c:formatCode="yyyy/m/d">
                  <c:v>42333</c:v>
                </c:pt>
                <c:pt idx="954" c:formatCode="yyyy/m/d">
                  <c:v>42338</c:v>
                </c:pt>
                <c:pt idx="955" c:formatCode="yyyy/m/d">
                  <c:v>42339</c:v>
                </c:pt>
                <c:pt idx="956" c:formatCode="yyyy/m/d">
                  <c:v>42340</c:v>
                </c:pt>
                <c:pt idx="957" c:formatCode="yyyy/m/d">
                  <c:v>42341</c:v>
                </c:pt>
                <c:pt idx="958" c:formatCode="yyyy/m/d">
                  <c:v>42342</c:v>
                </c:pt>
                <c:pt idx="959" c:formatCode="yyyy/m/d">
                  <c:v>42345</c:v>
                </c:pt>
                <c:pt idx="960" c:formatCode="yyyy/m/d">
                  <c:v>42346</c:v>
                </c:pt>
                <c:pt idx="961" c:formatCode="yyyy/m/d">
                  <c:v>42347</c:v>
                </c:pt>
                <c:pt idx="962" c:formatCode="yyyy/m/d">
                  <c:v>42348</c:v>
                </c:pt>
                <c:pt idx="963" c:formatCode="yyyy/m/d">
                  <c:v>42349</c:v>
                </c:pt>
                <c:pt idx="964" c:formatCode="yyyy/m/d">
                  <c:v>42352</c:v>
                </c:pt>
                <c:pt idx="965" c:formatCode="yyyy/m/d">
                  <c:v>42353</c:v>
                </c:pt>
                <c:pt idx="966" c:formatCode="yyyy/m/d">
                  <c:v>42354</c:v>
                </c:pt>
                <c:pt idx="967" c:formatCode="yyyy/m/d">
                  <c:v>42355</c:v>
                </c:pt>
                <c:pt idx="968" c:formatCode="yyyy/m/d">
                  <c:v>42356</c:v>
                </c:pt>
                <c:pt idx="969" c:formatCode="yyyy/m/d">
                  <c:v>42359</c:v>
                </c:pt>
                <c:pt idx="970" c:formatCode="yyyy/m/d">
                  <c:v>42360</c:v>
                </c:pt>
                <c:pt idx="971" c:formatCode="yyyy/m/d">
                  <c:v>42361</c:v>
                </c:pt>
                <c:pt idx="972" c:formatCode="yyyy/m/d">
                  <c:v>42366</c:v>
                </c:pt>
                <c:pt idx="973" c:formatCode="yyyy/m/d">
                  <c:v>42367</c:v>
                </c:pt>
                <c:pt idx="974" c:formatCode="yyyy/m/d">
                  <c:v>42368</c:v>
                </c:pt>
                <c:pt idx="975" c:formatCode="yyyy/m/d">
                  <c:v>42369</c:v>
                </c:pt>
                <c:pt idx="976" c:formatCode="yyyy/m/d">
                  <c:v>42373</c:v>
                </c:pt>
                <c:pt idx="977" c:formatCode="yyyy/m/d">
                  <c:v>42374</c:v>
                </c:pt>
                <c:pt idx="978" c:formatCode="yyyy/m/d">
                  <c:v>42375</c:v>
                </c:pt>
                <c:pt idx="979" c:formatCode="yyyy/m/d">
                  <c:v>42376</c:v>
                </c:pt>
                <c:pt idx="980" c:formatCode="yyyy/m/d">
                  <c:v>42377</c:v>
                </c:pt>
                <c:pt idx="981" c:formatCode="yyyy/m/d">
                  <c:v>42380</c:v>
                </c:pt>
                <c:pt idx="982" c:formatCode="yyyy/m/d">
                  <c:v>42381</c:v>
                </c:pt>
                <c:pt idx="983" c:formatCode="yyyy/m/d">
                  <c:v>42382</c:v>
                </c:pt>
                <c:pt idx="984" c:formatCode="yyyy/m/d">
                  <c:v>42383</c:v>
                </c:pt>
                <c:pt idx="985" c:formatCode="yyyy/m/d">
                  <c:v>42384</c:v>
                </c:pt>
                <c:pt idx="986" c:formatCode="yyyy/m/d">
                  <c:v>42388</c:v>
                </c:pt>
                <c:pt idx="987" c:formatCode="yyyy/m/d">
                  <c:v>42389</c:v>
                </c:pt>
                <c:pt idx="988" c:formatCode="yyyy/m/d">
                  <c:v>42390</c:v>
                </c:pt>
                <c:pt idx="989" c:formatCode="yyyy/m/d">
                  <c:v>42391</c:v>
                </c:pt>
                <c:pt idx="990" c:formatCode="yyyy/m/d">
                  <c:v>42394</c:v>
                </c:pt>
                <c:pt idx="991" c:formatCode="yyyy/m/d">
                  <c:v>42395</c:v>
                </c:pt>
                <c:pt idx="992" c:formatCode="yyyy/m/d">
                  <c:v>42396</c:v>
                </c:pt>
                <c:pt idx="993" c:formatCode="yyyy/m/d">
                  <c:v>42397</c:v>
                </c:pt>
                <c:pt idx="994" c:formatCode="yyyy/m/d">
                  <c:v>42398</c:v>
                </c:pt>
                <c:pt idx="995" c:formatCode="yyyy/m/d">
                  <c:v>42401</c:v>
                </c:pt>
                <c:pt idx="996" c:formatCode="yyyy/m/d">
                  <c:v>42402</c:v>
                </c:pt>
                <c:pt idx="997" c:formatCode="yyyy/m/d">
                  <c:v>42403</c:v>
                </c:pt>
                <c:pt idx="998" c:formatCode="yyyy/m/d">
                  <c:v>42404</c:v>
                </c:pt>
                <c:pt idx="999" c:formatCode="yyyy/m/d">
                  <c:v>42405</c:v>
                </c:pt>
                <c:pt idx="1000" c:formatCode="yyyy/m/d">
                  <c:v>42408</c:v>
                </c:pt>
                <c:pt idx="1001" c:formatCode="yyyy/m/d">
                  <c:v>42409</c:v>
                </c:pt>
                <c:pt idx="1002" c:formatCode="yyyy/m/d">
                  <c:v>42410</c:v>
                </c:pt>
                <c:pt idx="1003" c:formatCode="yyyy/m/d">
                  <c:v>42411</c:v>
                </c:pt>
                <c:pt idx="1004" c:formatCode="yyyy/m/d">
                  <c:v>42412</c:v>
                </c:pt>
                <c:pt idx="1005" c:formatCode="yyyy/m/d">
                  <c:v>42416</c:v>
                </c:pt>
                <c:pt idx="1006" c:formatCode="yyyy/m/d">
                  <c:v>42417</c:v>
                </c:pt>
                <c:pt idx="1007" c:formatCode="yyyy/m/d">
                  <c:v>42418</c:v>
                </c:pt>
                <c:pt idx="1008" c:formatCode="yyyy/m/d">
                  <c:v>42419</c:v>
                </c:pt>
                <c:pt idx="1009" c:formatCode="yyyy/m/d">
                  <c:v>42422</c:v>
                </c:pt>
                <c:pt idx="1010" c:formatCode="yyyy/m/d">
                  <c:v>42423</c:v>
                </c:pt>
                <c:pt idx="1011" c:formatCode="yyyy/m/d">
                  <c:v>42424</c:v>
                </c:pt>
                <c:pt idx="1012" c:formatCode="yyyy/m/d">
                  <c:v>42425</c:v>
                </c:pt>
                <c:pt idx="1013" c:formatCode="yyyy/m/d">
                  <c:v>42426</c:v>
                </c:pt>
                <c:pt idx="1014" c:formatCode="yyyy/m/d">
                  <c:v>42429</c:v>
                </c:pt>
                <c:pt idx="1015" c:formatCode="yyyy/m/d">
                  <c:v>42430</c:v>
                </c:pt>
                <c:pt idx="1016" c:formatCode="yyyy/m/d">
                  <c:v>42431</c:v>
                </c:pt>
                <c:pt idx="1017" c:formatCode="yyyy/m/d">
                  <c:v>42432</c:v>
                </c:pt>
                <c:pt idx="1018" c:formatCode="yyyy/m/d">
                  <c:v>42433</c:v>
                </c:pt>
                <c:pt idx="1019" c:formatCode="yyyy/m/d">
                  <c:v>42436</c:v>
                </c:pt>
                <c:pt idx="1020" c:formatCode="yyyy/m/d">
                  <c:v>42437</c:v>
                </c:pt>
                <c:pt idx="1021" c:formatCode="yyyy/m/d">
                  <c:v>42438</c:v>
                </c:pt>
                <c:pt idx="1022" c:formatCode="yyyy/m/d">
                  <c:v>42439</c:v>
                </c:pt>
                <c:pt idx="1023" c:formatCode="yyyy/m/d">
                  <c:v>42440</c:v>
                </c:pt>
                <c:pt idx="1024" c:formatCode="yyyy/m/d">
                  <c:v>42443</c:v>
                </c:pt>
                <c:pt idx="1025" c:formatCode="yyyy/m/d">
                  <c:v>42444</c:v>
                </c:pt>
                <c:pt idx="1026" c:formatCode="yyyy/m/d">
                  <c:v>42445</c:v>
                </c:pt>
                <c:pt idx="1027" c:formatCode="yyyy/m/d">
                  <c:v>42446</c:v>
                </c:pt>
                <c:pt idx="1028" c:formatCode="yyyy/m/d">
                  <c:v>42447</c:v>
                </c:pt>
                <c:pt idx="1029" c:formatCode="yyyy/m/d">
                  <c:v>42450</c:v>
                </c:pt>
                <c:pt idx="1030" c:formatCode="yyyy/m/d">
                  <c:v>42451</c:v>
                </c:pt>
                <c:pt idx="1031" c:formatCode="yyyy/m/d">
                  <c:v>42452</c:v>
                </c:pt>
                <c:pt idx="1032" c:formatCode="yyyy/m/d">
                  <c:v>42457</c:v>
                </c:pt>
                <c:pt idx="1033" c:formatCode="yyyy/m/d">
                  <c:v>42458</c:v>
                </c:pt>
                <c:pt idx="1034" c:formatCode="yyyy/m/d">
                  <c:v>42459</c:v>
                </c:pt>
                <c:pt idx="1035" c:formatCode="yyyy/m/d">
                  <c:v>42460</c:v>
                </c:pt>
                <c:pt idx="1036" c:formatCode="yyyy/m/d">
                  <c:v>42461</c:v>
                </c:pt>
                <c:pt idx="1037" c:formatCode="yyyy/m/d">
                  <c:v>42464</c:v>
                </c:pt>
                <c:pt idx="1038" c:formatCode="yyyy/m/d">
                  <c:v>42465</c:v>
                </c:pt>
                <c:pt idx="1039" c:formatCode="yyyy/m/d">
                  <c:v>42466</c:v>
                </c:pt>
                <c:pt idx="1040" c:formatCode="yyyy/m/d">
                  <c:v>42467</c:v>
                </c:pt>
                <c:pt idx="1041" c:formatCode="yyyy/m/d">
                  <c:v>42468</c:v>
                </c:pt>
                <c:pt idx="1042" c:formatCode="yyyy/m/d">
                  <c:v>42471</c:v>
                </c:pt>
                <c:pt idx="1043" c:formatCode="yyyy/m/d">
                  <c:v>42472</c:v>
                </c:pt>
                <c:pt idx="1044" c:formatCode="yyyy/m/d">
                  <c:v>42473</c:v>
                </c:pt>
                <c:pt idx="1045" c:formatCode="yyyy/m/d">
                  <c:v>42474</c:v>
                </c:pt>
                <c:pt idx="1046" c:formatCode="yyyy/m/d">
                  <c:v>42475</c:v>
                </c:pt>
                <c:pt idx="1047" c:formatCode="yyyy/m/d">
                  <c:v>42478</c:v>
                </c:pt>
                <c:pt idx="1048" c:formatCode="yyyy/m/d">
                  <c:v>42479</c:v>
                </c:pt>
                <c:pt idx="1049" c:formatCode="yyyy/m/d">
                  <c:v>42480</c:v>
                </c:pt>
                <c:pt idx="1050" c:formatCode="yyyy/m/d">
                  <c:v>42481</c:v>
                </c:pt>
                <c:pt idx="1051" c:formatCode="yyyy/m/d">
                  <c:v>42482</c:v>
                </c:pt>
                <c:pt idx="1052" c:formatCode="yyyy/m/d">
                  <c:v>42485</c:v>
                </c:pt>
                <c:pt idx="1053" c:formatCode="yyyy/m/d">
                  <c:v>42486</c:v>
                </c:pt>
                <c:pt idx="1054" c:formatCode="yyyy/m/d">
                  <c:v>42487</c:v>
                </c:pt>
                <c:pt idx="1055" c:formatCode="yyyy/m/d">
                  <c:v>42488</c:v>
                </c:pt>
                <c:pt idx="1056" c:formatCode="yyyy/m/d">
                  <c:v>42489</c:v>
                </c:pt>
                <c:pt idx="1057" c:formatCode="yyyy/m/d">
                  <c:v>42492</c:v>
                </c:pt>
                <c:pt idx="1058" c:formatCode="yyyy/m/d">
                  <c:v>42493</c:v>
                </c:pt>
                <c:pt idx="1059" c:formatCode="yyyy/m/d">
                  <c:v>42494</c:v>
                </c:pt>
                <c:pt idx="1060" c:formatCode="yyyy/m/d">
                  <c:v>42495</c:v>
                </c:pt>
                <c:pt idx="1061" c:formatCode="yyyy/m/d">
                  <c:v>42496</c:v>
                </c:pt>
                <c:pt idx="1062" c:formatCode="yyyy/m/d">
                  <c:v>42499</c:v>
                </c:pt>
                <c:pt idx="1063" c:formatCode="yyyy/m/d">
                  <c:v>42500</c:v>
                </c:pt>
                <c:pt idx="1064" c:formatCode="yyyy/m/d">
                  <c:v>42501</c:v>
                </c:pt>
                <c:pt idx="1065" c:formatCode="yyyy/m/d">
                  <c:v>42502</c:v>
                </c:pt>
                <c:pt idx="1066" c:formatCode="yyyy/m/d">
                  <c:v>42503</c:v>
                </c:pt>
                <c:pt idx="1067" c:formatCode="yyyy/m/d">
                  <c:v>42506</c:v>
                </c:pt>
                <c:pt idx="1068" c:formatCode="yyyy/m/d">
                  <c:v>42507</c:v>
                </c:pt>
                <c:pt idx="1069" c:formatCode="yyyy/m/d">
                  <c:v>42508</c:v>
                </c:pt>
                <c:pt idx="1070" c:formatCode="yyyy/m/d">
                  <c:v>42509</c:v>
                </c:pt>
                <c:pt idx="1071" c:formatCode="yyyy/m/d">
                  <c:v>42510</c:v>
                </c:pt>
                <c:pt idx="1072" c:formatCode="yyyy/m/d">
                  <c:v>42513</c:v>
                </c:pt>
                <c:pt idx="1073" c:formatCode="yyyy/m/d">
                  <c:v>42514</c:v>
                </c:pt>
                <c:pt idx="1074" c:formatCode="yyyy/m/d">
                  <c:v>42515</c:v>
                </c:pt>
                <c:pt idx="1075" c:formatCode="yyyy/m/d">
                  <c:v>42516</c:v>
                </c:pt>
                <c:pt idx="1076" c:formatCode="yyyy/m/d">
                  <c:v>42517</c:v>
                </c:pt>
                <c:pt idx="1077" c:formatCode="yyyy/m/d">
                  <c:v>42521</c:v>
                </c:pt>
                <c:pt idx="1078" c:formatCode="yyyy/m/d">
                  <c:v>42522</c:v>
                </c:pt>
                <c:pt idx="1079" c:formatCode="yyyy/m/d">
                  <c:v>42523</c:v>
                </c:pt>
                <c:pt idx="1080" c:formatCode="yyyy/m/d">
                  <c:v>42524</c:v>
                </c:pt>
                <c:pt idx="1081" c:formatCode="yyyy/m/d">
                  <c:v>42527</c:v>
                </c:pt>
                <c:pt idx="1082" c:formatCode="yyyy/m/d">
                  <c:v>42528</c:v>
                </c:pt>
                <c:pt idx="1083" c:formatCode="yyyy/m/d">
                  <c:v>42529</c:v>
                </c:pt>
                <c:pt idx="1084" c:formatCode="yyyy/m/d">
                  <c:v>42530</c:v>
                </c:pt>
                <c:pt idx="1085" c:formatCode="yyyy/m/d">
                  <c:v>42531</c:v>
                </c:pt>
                <c:pt idx="1086" c:formatCode="yyyy/m/d">
                  <c:v>42534</c:v>
                </c:pt>
                <c:pt idx="1087" c:formatCode="yyyy/m/d">
                  <c:v>42535</c:v>
                </c:pt>
                <c:pt idx="1088" c:formatCode="yyyy/m/d">
                  <c:v>42536</c:v>
                </c:pt>
                <c:pt idx="1089" c:formatCode="yyyy/m/d">
                  <c:v>42537</c:v>
                </c:pt>
                <c:pt idx="1090" c:formatCode="yyyy/m/d">
                  <c:v>42538</c:v>
                </c:pt>
                <c:pt idx="1091" c:formatCode="yyyy/m/d">
                  <c:v>42541</c:v>
                </c:pt>
                <c:pt idx="1092" c:formatCode="yyyy/m/d">
                  <c:v>42542</c:v>
                </c:pt>
                <c:pt idx="1093" c:formatCode="yyyy/m/d">
                  <c:v>42543</c:v>
                </c:pt>
                <c:pt idx="1094" c:formatCode="yyyy/m/d">
                  <c:v>42544</c:v>
                </c:pt>
                <c:pt idx="1095" c:formatCode="yyyy/m/d">
                  <c:v>42545</c:v>
                </c:pt>
                <c:pt idx="1096" c:formatCode="yyyy/m/d">
                  <c:v>42548</c:v>
                </c:pt>
                <c:pt idx="1097" c:formatCode="yyyy/m/d">
                  <c:v>42549</c:v>
                </c:pt>
                <c:pt idx="1098" c:formatCode="yyyy/m/d">
                  <c:v>42550</c:v>
                </c:pt>
                <c:pt idx="1099" c:formatCode="yyyy/m/d">
                  <c:v>42551</c:v>
                </c:pt>
                <c:pt idx="1100" c:formatCode="yyyy/m/d">
                  <c:v>42552</c:v>
                </c:pt>
                <c:pt idx="1101" c:formatCode="yyyy/m/d">
                  <c:v>42556</c:v>
                </c:pt>
                <c:pt idx="1102" c:formatCode="yyyy/m/d">
                  <c:v>42557</c:v>
                </c:pt>
                <c:pt idx="1103" c:formatCode="yyyy/m/d">
                  <c:v>42558</c:v>
                </c:pt>
                <c:pt idx="1104" c:formatCode="yyyy/m/d">
                  <c:v>42559</c:v>
                </c:pt>
                <c:pt idx="1105" c:formatCode="yyyy/m/d">
                  <c:v>42562</c:v>
                </c:pt>
                <c:pt idx="1106" c:formatCode="yyyy/m/d">
                  <c:v>42563</c:v>
                </c:pt>
                <c:pt idx="1107" c:formatCode="yyyy/m/d">
                  <c:v>42564</c:v>
                </c:pt>
                <c:pt idx="1108" c:formatCode="yyyy/m/d">
                  <c:v>42565</c:v>
                </c:pt>
                <c:pt idx="1109" c:formatCode="yyyy/m/d">
                  <c:v>42566</c:v>
                </c:pt>
                <c:pt idx="1110" c:formatCode="yyyy/m/d">
                  <c:v>42569</c:v>
                </c:pt>
                <c:pt idx="1111" c:formatCode="yyyy/m/d">
                  <c:v>42570</c:v>
                </c:pt>
                <c:pt idx="1112" c:formatCode="yyyy/m/d">
                  <c:v>42571</c:v>
                </c:pt>
                <c:pt idx="1113" c:formatCode="yyyy/m/d">
                  <c:v>42572</c:v>
                </c:pt>
                <c:pt idx="1114" c:formatCode="yyyy/m/d">
                  <c:v>42573</c:v>
                </c:pt>
                <c:pt idx="1115" c:formatCode="yyyy/m/d">
                  <c:v>42576</c:v>
                </c:pt>
                <c:pt idx="1116" c:formatCode="yyyy/m/d">
                  <c:v>42577</c:v>
                </c:pt>
                <c:pt idx="1117" c:formatCode="yyyy/m/d">
                  <c:v>42578</c:v>
                </c:pt>
                <c:pt idx="1118" c:formatCode="yyyy/m/d">
                  <c:v>42579</c:v>
                </c:pt>
                <c:pt idx="1119" c:formatCode="yyyy/m/d">
                  <c:v>42580</c:v>
                </c:pt>
                <c:pt idx="1120" c:formatCode="yyyy/m/d">
                  <c:v>42583</c:v>
                </c:pt>
                <c:pt idx="1121" c:formatCode="yyyy/m/d">
                  <c:v>42584</c:v>
                </c:pt>
                <c:pt idx="1122" c:formatCode="yyyy/m/d">
                  <c:v>42585</c:v>
                </c:pt>
                <c:pt idx="1123" c:formatCode="yyyy/m/d">
                  <c:v>42586</c:v>
                </c:pt>
                <c:pt idx="1124" c:formatCode="yyyy/m/d">
                  <c:v>42587</c:v>
                </c:pt>
                <c:pt idx="1125" c:formatCode="yyyy/m/d">
                  <c:v>42590</c:v>
                </c:pt>
                <c:pt idx="1126" c:formatCode="yyyy/m/d">
                  <c:v>42591</c:v>
                </c:pt>
                <c:pt idx="1127" c:formatCode="yyyy/m/d">
                  <c:v>42592</c:v>
                </c:pt>
                <c:pt idx="1128" c:formatCode="yyyy/m/d">
                  <c:v>42593</c:v>
                </c:pt>
                <c:pt idx="1129" c:formatCode="yyyy/m/d">
                  <c:v>42594</c:v>
                </c:pt>
                <c:pt idx="1130" c:formatCode="yyyy/m/d">
                  <c:v>42597</c:v>
                </c:pt>
                <c:pt idx="1131" c:formatCode="yyyy/m/d">
                  <c:v>42598</c:v>
                </c:pt>
                <c:pt idx="1132" c:formatCode="yyyy/m/d">
                  <c:v>42599</c:v>
                </c:pt>
                <c:pt idx="1133" c:formatCode="yyyy/m/d">
                  <c:v>42600</c:v>
                </c:pt>
                <c:pt idx="1134" c:formatCode="yyyy/m/d">
                  <c:v>42601</c:v>
                </c:pt>
                <c:pt idx="1135" c:formatCode="yyyy/m/d">
                  <c:v>42604</c:v>
                </c:pt>
                <c:pt idx="1136" c:formatCode="yyyy/m/d">
                  <c:v>42605</c:v>
                </c:pt>
                <c:pt idx="1137" c:formatCode="yyyy/m/d">
                  <c:v>42606</c:v>
                </c:pt>
                <c:pt idx="1138" c:formatCode="yyyy/m/d">
                  <c:v>42607</c:v>
                </c:pt>
                <c:pt idx="1139" c:formatCode="yyyy/m/d">
                  <c:v>42608</c:v>
                </c:pt>
                <c:pt idx="1140" c:formatCode="yyyy/m/d">
                  <c:v>42611</c:v>
                </c:pt>
                <c:pt idx="1141" c:formatCode="yyyy/m/d">
                  <c:v>42612</c:v>
                </c:pt>
                <c:pt idx="1142" c:formatCode="yyyy/m/d">
                  <c:v>42613</c:v>
                </c:pt>
                <c:pt idx="1143" c:formatCode="yyyy/m/d">
                  <c:v>42614</c:v>
                </c:pt>
                <c:pt idx="1144" c:formatCode="yyyy/m/d">
                  <c:v>42615</c:v>
                </c:pt>
                <c:pt idx="1145" c:formatCode="yyyy/m/d">
                  <c:v>42619</c:v>
                </c:pt>
                <c:pt idx="1146" c:formatCode="yyyy/m/d">
                  <c:v>42620</c:v>
                </c:pt>
                <c:pt idx="1147" c:formatCode="yyyy/m/d">
                  <c:v>42621</c:v>
                </c:pt>
                <c:pt idx="1148" c:formatCode="yyyy/m/d">
                  <c:v>42622</c:v>
                </c:pt>
                <c:pt idx="1149" c:formatCode="yyyy/m/d">
                  <c:v>42625</c:v>
                </c:pt>
                <c:pt idx="1150" c:formatCode="yyyy/m/d">
                  <c:v>42626</c:v>
                </c:pt>
                <c:pt idx="1151" c:formatCode="yyyy/m/d">
                  <c:v>42627</c:v>
                </c:pt>
                <c:pt idx="1152" c:formatCode="yyyy/m/d">
                  <c:v>42628</c:v>
                </c:pt>
                <c:pt idx="1153" c:formatCode="yyyy/m/d">
                  <c:v>42629</c:v>
                </c:pt>
                <c:pt idx="1154" c:formatCode="yyyy/m/d">
                  <c:v>42632</c:v>
                </c:pt>
                <c:pt idx="1155" c:formatCode="yyyy/m/d">
                  <c:v>42633</c:v>
                </c:pt>
                <c:pt idx="1156" c:formatCode="yyyy/m/d">
                  <c:v>42634</c:v>
                </c:pt>
                <c:pt idx="1157" c:formatCode="yyyy/m/d">
                  <c:v>42635</c:v>
                </c:pt>
                <c:pt idx="1158" c:formatCode="yyyy/m/d">
                  <c:v>42636</c:v>
                </c:pt>
                <c:pt idx="1159" c:formatCode="yyyy/m/d">
                  <c:v>42639</c:v>
                </c:pt>
                <c:pt idx="1160" c:formatCode="yyyy/m/d">
                  <c:v>42640</c:v>
                </c:pt>
                <c:pt idx="1161" c:formatCode="yyyy/m/d">
                  <c:v>42641</c:v>
                </c:pt>
                <c:pt idx="1162" c:formatCode="yyyy/m/d">
                  <c:v>42642</c:v>
                </c:pt>
                <c:pt idx="1163" c:formatCode="yyyy/m/d">
                  <c:v>42643</c:v>
                </c:pt>
                <c:pt idx="1164" c:formatCode="yyyy/m/d">
                  <c:v>42646</c:v>
                </c:pt>
                <c:pt idx="1165" c:formatCode="yyyy/m/d">
                  <c:v>42647</c:v>
                </c:pt>
                <c:pt idx="1166" c:formatCode="yyyy/m/d">
                  <c:v>42648</c:v>
                </c:pt>
                <c:pt idx="1167" c:formatCode="yyyy/m/d">
                  <c:v>42649</c:v>
                </c:pt>
                <c:pt idx="1168" c:formatCode="yyyy/m/d">
                  <c:v>42650</c:v>
                </c:pt>
                <c:pt idx="1169" c:formatCode="yyyy/m/d">
                  <c:v>42653</c:v>
                </c:pt>
                <c:pt idx="1170" c:formatCode="yyyy/m/d">
                  <c:v>42654</c:v>
                </c:pt>
                <c:pt idx="1171" c:formatCode="yyyy/m/d">
                  <c:v>42655</c:v>
                </c:pt>
                <c:pt idx="1172" c:formatCode="yyyy/m/d">
                  <c:v>42656</c:v>
                </c:pt>
                <c:pt idx="1173" c:formatCode="yyyy/m/d">
                  <c:v>42657</c:v>
                </c:pt>
                <c:pt idx="1174" c:formatCode="yyyy/m/d">
                  <c:v>42660</c:v>
                </c:pt>
                <c:pt idx="1175" c:formatCode="yyyy/m/d">
                  <c:v>42661</c:v>
                </c:pt>
                <c:pt idx="1176" c:formatCode="yyyy/m/d">
                  <c:v>42662</c:v>
                </c:pt>
                <c:pt idx="1177" c:formatCode="yyyy/m/d">
                  <c:v>42663</c:v>
                </c:pt>
                <c:pt idx="1178" c:formatCode="yyyy/m/d">
                  <c:v>42664</c:v>
                </c:pt>
                <c:pt idx="1179" c:formatCode="yyyy/m/d">
                  <c:v>42667</c:v>
                </c:pt>
                <c:pt idx="1180" c:formatCode="yyyy/m/d">
                  <c:v>42668</c:v>
                </c:pt>
                <c:pt idx="1181" c:formatCode="yyyy/m/d">
                  <c:v>42669</c:v>
                </c:pt>
                <c:pt idx="1182" c:formatCode="yyyy/m/d">
                  <c:v>42670</c:v>
                </c:pt>
                <c:pt idx="1183" c:formatCode="yyyy/m/d">
                  <c:v>42671</c:v>
                </c:pt>
                <c:pt idx="1184" c:formatCode="yyyy/m/d">
                  <c:v>42674</c:v>
                </c:pt>
                <c:pt idx="1185" c:formatCode="yyyy/m/d">
                  <c:v>42675</c:v>
                </c:pt>
                <c:pt idx="1186" c:formatCode="yyyy/m/d">
                  <c:v>42676</c:v>
                </c:pt>
                <c:pt idx="1187" c:formatCode="yyyy/m/d">
                  <c:v>42677</c:v>
                </c:pt>
                <c:pt idx="1188" c:formatCode="yyyy/m/d">
                  <c:v>42678</c:v>
                </c:pt>
                <c:pt idx="1189" c:formatCode="yyyy/m/d">
                  <c:v>42681</c:v>
                </c:pt>
                <c:pt idx="1190" c:formatCode="yyyy/m/d">
                  <c:v>42682</c:v>
                </c:pt>
                <c:pt idx="1191" c:formatCode="yyyy/m/d">
                  <c:v>42683</c:v>
                </c:pt>
                <c:pt idx="1192" c:formatCode="yyyy/m/d">
                  <c:v>42684</c:v>
                </c:pt>
                <c:pt idx="1193" c:formatCode="yyyy/m/d">
                  <c:v>42685</c:v>
                </c:pt>
                <c:pt idx="1194" c:formatCode="yyyy/m/d">
                  <c:v>42688</c:v>
                </c:pt>
                <c:pt idx="1195" c:formatCode="yyyy/m/d">
                  <c:v>42689</c:v>
                </c:pt>
                <c:pt idx="1196" c:formatCode="yyyy/m/d">
                  <c:v>42690</c:v>
                </c:pt>
                <c:pt idx="1197" c:formatCode="yyyy/m/d">
                  <c:v>42691</c:v>
                </c:pt>
                <c:pt idx="1198" c:formatCode="yyyy/m/d">
                  <c:v>42692</c:v>
                </c:pt>
                <c:pt idx="1199" c:formatCode="yyyy/m/d">
                  <c:v>42695</c:v>
                </c:pt>
                <c:pt idx="1200" c:formatCode="yyyy/m/d">
                  <c:v>42696</c:v>
                </c:pt>
                <c:pt idx="1201" c:formatCode="yyyy/m/d">
                  <c:v>42697</c:v>
                </c:pt>
                <c:pt idx="1202" c:formatCode="yyyy/m/d">
                  <c:v>42702</c:v>
                </c:pt>
                <c:pt idx="1203" c:formatCode="yyyy/m/d">
                  <c:v>42703</c:v>
                </c:pt>
                <c:pt idx="1204" c:formatCode="yyyy/m/d">
                  <c:v>42704</c:v>
                </c:pt>
                <c:pt idx="1205" c:formatCode="yyyy/m/d">
                  <c:v>42705</c:v>
                </c:pt>
                <c:pt idx="1206" c:formatCode="yyyy/m/d">
                  <c:v>42706</c:v>
                </c:pt>
                <c:pt idx="1207" c:formatCode="yyyy/m/d">
                  <c:v>42709</c:v>
                </c:pt>
                <c:pt idx="1208" c:formatCode="yyyy/m/d">
                  <c:v>42710</c:v>
                </c:pt>
                <c:pt idx="1209" c:formatCode="yyyy/m/d">
                  <c:v>42711</c:v>
                </c:pt>
                <c:pt idx="1210" c:formatCode="yyyy/m/d">
                  <c:v>42712</c:v>
                </c:pt>
                <c:pt idx="1211" c:formatCode="yyyy/m/d">
                  <c:v>42713</c:v>
                </c:pt>
                <c:pt idx="1212" c:formatCode="yyyy/m/d">
                  <c:v>42716</c:v>
                </c:pt>
                <c:pt idx="1213" c:formatCode="yyyy/m/d">
                  <c:v>42717</c:v>
                </c:pt>
                <c:pt idx="1214" c:formatCode="yyyy/m/d">
                  <c:v>42718</c:v>
                </c:pt>
                <c:pt idx="1215" c:formatCode="yyyy/m/d">
                  <c:v>42719</c:v>
                </c:pt>
                <c:pt idx="1216" c:formatCode="yyyy/m/d">
                  <c:v>42720</c:v>
                </c:pt>
                <c:pt idx="1217" c:formatCode="yyyy/m/d">
                  <c:v>42723</c:v>
                </c:pt>
                <c:pt idx="1218" c:formatCode="yyyy/m/d">
                  <c:v>42724</c:v>
                </c:pt>
                <c:pt idx="1219" c:formatCode="yyyy/m/d">
                  <c:v>42725</c:v>
                </c:pt>
                <c:pt idx="1220" c:formatCode="yyyy/m/d">
                  <c:v>42726</c:v>
                </c:pt>
                <c:pt idx="1221" c:formatCode="yyyy/m/d">
                  <c:v>42727</c:v>
                </c:pt>
                <c:pt idx="1222" c:formatCode="yyyy/m/d">
                  <c:v>42731</c:v>
                </c:pt>
                <c:pt idx="1223" c:formatCode="yyyy/m/d">
                  <c:v>42732</c:v>
                </c:pt>
                <c:pt idx="1224" c:formatCode="yyyy/m/d">
                  <c:v>42733</c:v>
                </c:pt>
                <c:pt idx="1225" c:formatCode="yyyy/m/d">
                  <c:v>42734</c:v>
                </c:pt>
                <c:pt idx="1226" c:formatCode="yyyy/m/d">
                  <c:v>42738</c:v>
                </c:pt>
                <c:pt idx="1227" c:formatCode="yyyy/m/d">
                  <c:v>42739</c:v>
                </c:pt>
                <c:pt idx="1228" c:formatCode="yyyy/m/d">
                  <c:v>42740</c:v>
                </c:pt>
                <c:pt idx="1229" c:formatCode="yyyy/m/d">
                  <c:v>42741</c:v>
                </c:pt>
                <c:pt idx="1230" c:formatCode="yyyy/m/d">
                  <c:v>42744</c:v>
                </c:pt>
                <c:pt idx="1231" c:formatCode="yyyy/m/d">
                  <c:v>42745</c:v>
                </c:pt>
                <c:pt idx="1232" c:formatCode="yyyy/m/d">
                  <c:v>42746</c:v>
                </c:pt>
                <c:pt idx="1233" c:formatCode="yyyy/m/d">
                  <c:v>42747</c:v>
                </c:pt>
                <c:pt idx="1234" c:formatCode="yyyy/m/d">
                  <c:v>42748</c:v>
                </c:pt>
                <c:pt idx="1235" c:formatCode="yyyy/m/d">
                  <c:v>42752</c:v>
                </c:pt>
                <c:pt idx="1236" c:formatCode="yyyy/m/d">
                  <c:v>42753</c:v>
                </c:pt>
                <c:pt idx="1237" c:formatCode="yyyy/m/d">
                  <c:v>42754</c:v>
                </c:pt>
                <c:pt idx="1238" c:formatCode="yyyy/m/d">
                  <c:v>42755</c:v>
                </c:pt>
                <c:pt idx="1239" c:formatCode="yyyy/m/d">
                  <c:v>42758</c:v>
                </c:pt>
                <c:pt idx="1240" c:formatCode="yyyy/m/d">
                  <c:v>42759</c:v>
                </c:pt>
                <c:pt idx="1241" c:formatCode="yyyy/m/d">
                  <c:v>42760</c:v>
                </c:pt>
                <c:pt idx="1242" c:formatCode="yyyy/m/d">
                  <c:v>42761</c:v>
                </c:pt>
                <c:pt idx="1243" c:formatCode="yyyy/m/d">
                  <c:v>42762</c:v>
                </c:pt>
                <c:pt idx="1244" c:formatCode="yyyy/m/d">
                  <c:v>42765</c:v>
                </c:pt>
                <c:pt idx="1245" c:formatCode="yyyy/m/d">
                  <c:v>42766</c:v>
                </c:pt>
                <c:pt idx="1246" c:formatCode="yyyy/m/d">
                  <c:v>42767</c:v>
                </c:pt>
                <c:pt idx="1247" c:formatCode="yyyy/m/d">
                  <c:v>42768</c:v>
                </c:pt>
                <c:pt idx="1248" c:formatCode="yyyy/m/d">
                  <c:v>42769</c:v>
                </c:pt>
                <c:pt idx="1249" c:formatCode="yyyy/m/d">
                  <c:v>42772</c:v>
                </c:pt>
                <c:pt idx="1250" c:formatCode="yyyy/m/d">
                  <c:v>42773</c:v>
                </c:pt>
                <c:pt idx="1251" c:formatCode="yyyy/m/d">
                  <c:v>42774</c:v>
                </c:pt>
                <c:pt idx="1252" c:formatCode="yyyy/m/d">
                  <c:v>42775</c:v>
                </c:pt>
                <c:pt idx="1253" c:formatCode="yyyy/m/d">
                  <c:v>42776</c:v>
                </c:pt>
                <c:pt idx="1254" c:formatCode="yyyy/m/d">
                  <c:v>42779</c:v>
                </c:pt>
                <c:pt idx="1255" c:formatCode="yyyy/m/d">
                  <c:v>42780</c:v>
                </c:pt>
                <c:pt idx="1256" c:formatCode="yyyy/m/d">
                  <c:v>42781</c:v>
                </c:pt>
                <c:pt idx="1257" c:formatCode="yyyy/m/d">
                  <c:v>42782</c:v>
                </c:pt>
                <c:pt idx="1258" c:formatCode="yyyy/m/d">
                  <c:v>42783</c:v>
                </c:pt>
                <c:pt idx="1259" c:formatCode="yyyy/m/d">
                  <c:v>42787</c:v>
                </c:pt>
                <c:pt idx="1260" c:formatCode="yyyy/m/d">
                  <c:v>42788</c:v>
                </c:pt>
                <c:pt idx="1261" c:formatCode="yyyy/m/d">
                  <c:v>42789</c:v>
                </c:pt>
                <c:pt idx="1262" c:formatCode="yyyy/m/d">
                  <c:v>42790</c:v>
                </c:pt>
                <c:pt idx="1263" c:formatCode="yyyy/m/d">
                  <c:v>42793</c:v>
                </c:pt>
                <c:pt idx="1264" c:formatCode="yyyy/m/d">
                  <c:v>42794</c:v>
                </c:pt>
                <c:pt idx="1265" c:formatCode="yyyy/m/d">
                  <c:v>42795</c:v>
                </c:pt>
                <c:pt idx="1266" c:formatCode="yyyy/m/d">
                  <c:v>42796</c:v>
                </c:pt>
                <c:pt idx="1267" c:formatCode="yyyy/m/d">
                  <c:v>42797</c:v>
                </c:pt>
                <c:pt idx="1268" c:formatCode="yyyy/m/d">
                  <c:v>42800</c:v>
                </c:pt>
                <c:pt idx="1269" c:formatCode="yyyy/m/d">
                  <c:v>42801</c:v>
                </c:pt>
                <c:pt idx="1270" c:formatCode="yyyy/m/d">
                  <c:v>42802</c:v>
                </c:pt>
                <c:pt idx="1271" c:formatCode="yyyy/m/d">
                  <c:v>42803</c:v>
                </c:pt>
                <c:pt idx="1272" c:formatCode="yyyy/m/d">
                  <c:v>42804</c:v>
                </c:pt>
                <c:pt idx="1273" c:formatCode="yyyy/m/d">
                  <c:v>42807</c:v>
                </c:pt>
                <c:pt idx="1274" c:formatCode="yyyy/m/d">
                  <c:v>42808</c:v>
                </c:pt>
                <c:pt idx="1275" c:formatCode="yyyy/m/d">
                  <c:v>42809</c:v>
                </c:pt>
                <c:pt idx="1276" c:formatCode="yyyy/m/d">
                  <c:v>42810</c:v>
                </c:pt>
                <c:pt idx="1277" c:formatCode="yyyy/m/d">
                  <c:v>42811</c:v>
                </c:pt>
                <c:pt idx="1278" c:formatCode="yyyy/m/d">
                  <c:v>42814</c:v>
                </c:pt>
                <c:pt idx="1279" c:formatCode="yyyy/m/d">
                  <c:v>42815</c:v>
                </c:pt>
                <c:pt idx="1280" c:formatCode="yyyy/m/d">
                  <c:v>42816</c:v>
                </c:pt>
                <c:pt idx="1281" c:formatCode="yyyy/m/d">
                  <c:v>42817</c:v>
                </c:pt>
                <c:pt idx="1282" c:formatCode="yyyy/m/d">
                  <c:v>42818</c:v>
                </c:pt>
                <c:pt idx="1283" c:formatCode="yyyy/m/d">
                  <c:v>42821</c:v>
                </c:pt>
                <c:pt idx="1284" c:formatCode="yyyy/m/d">
                  <c:v>42822</c:v>
                </c:pt>
                <c:pt idx="1285" c:formatCode="yyyy/m/d">
                  <c:v>42823</c:v>
                </c:pt>
                <c:pt idx="1286" c:formatCode="yyyy/m/d">
                  <c:v>42824</c:v>
                </c:pt>
                <c:pt idx="1287" c:formatCode="yyyy/m/d">
                  <c:v>42825</c:v>
                </c:pt>
                <c:pt idx="1288" c:formatCode="yyyy/m/d">
                  <c:v>42828</c:v>
                </c:pt>
                <c:pt idx="1289" c:formatCode="yyyy/m/d">
                  <c:v>42829</c:v>
                </c:pt>
                <c:pt idx="1290" c:formatCode="yyyy/m/d">
                  <c:v>42830</c:v>
                </c:pt>
                <c:pt idx="1291" c:formatCode="yyyy/m/d">
                  <c:v>42831</c:v>
                </c:pt>
                <c:pt idx="1292" c:formatCode="yyyy/m/d">
                  <c:v>42832</c:v>
                </c:pt>
                <c:pt idx="1293" c:formatCode="yyyy/m/d">
                  <c:v>42835</c:v>
                </c:pt>
                <c:pt idx="1294" c:formatCode="yyyy/m/d">
                  <c:v>42836</c:v>
                </c:pt>
                <c:pt idx="1295" c:formatCode="yyyy/m/d">
                  <c:v>42837</c:v>
                </c:pt>
                <c:pt idx="1296" c:formatCode="yyyy/m/d">
                  <c:v>42838</c:v>
                </c:pt>
                <c:pt idx="1297" c:formatCode="yyyy/m/d">
                  <c:v>42842</c:v>
                </c:pt>
                <c:pt idx="1298" c:formatCode="yyyy/m/d">
                  <c:v>42843</c:v>
                </c:pt>
                <c:pt idx="1299" c:formatCode="yyyy/m/d">
                  <c:v>42844</c:v>
                </c:pt>
                <c:pt idx="1300" c:formatCode="yyyy/m/d">
                  <c:v>42845</c:v>
                </c:pt>
                <c:pt idx="1301" c:formatCode="yyyy/m/d">
                  <c:v>42846</c:v>
                </c:pt>
                <c:pt idx="1302" c:formatCode="yyyy/m/d">
                  <c:v>42849</c:v>
                </c:pt>
                <c:pt idx="1303" c:formatCode="yyyy/m/d">
                  <c:v>42850</c:v>
                </c:pt>
                <c:pt idx="1304" c:formatCode="yyyy/m/d">
                  <c:v>42851</c:v>
                </c:pt>
                <c:pt idx="1305" c:formatCode="yyyy/m/d">
                  <c:v>42852</c:v>
                </c:pt>
                <c:pt idx="1306" c:formatCode="yyyy/m/d">
                  <c:v>42853</c:v>
                </c:pt>
                <c:pt idx="1307" c:formatCode="yyyy/m/d">
                  <c:v>42856</c:v>
                </c:pt>
                <c:pt idx="1308" c:formatCode="yyyy/m/d">
                  <c:v>42857</c:v>
                </c:pt>
                <c:pt idx="1309" c:formatCode="yyyy/m/d">
                  <c:v>42858</c:v>
                </c:pt>
                <c:pt idx="1310" c:formatCode="yyyy/m/d">
                  <c:v>42859</c:v>
                </c:pt>
                <c:pt idx="1311" c:formatCode="yyyy/m/d">
                  <c:v>42860</c:v>
                </c:pt>
                <c:pt idx="1312" c:formatCode="yyyy/m/d">
                  <c:v>42863</c:v>
                </c:pt>
                <c:pt idx="1313" c:formatCode="yyyy/m/d">
                  <c:v>42864</c:v>
                </c:pt>
                <c:pt idx="1314" c:formatCode="yyyy/m/d">
                  <c:v>42865</c:v>
                </c:pt>
                <c:pt idx="1315" c:formatCode="yyyy/m/d">
                  <c:v>42866</c:v>
                </c:pt>
                <c:pt idx="1316" c:formatCode="yyyy/m/d">
                  <c:v>42867</c:v>
                </c:pt>
                <c:pt idx="1317" c:formatCode="yyyy/m/d">
                  <c:v>42870</c:v>
                </c:pt>
                <c:pt idx="1318" c:formatCode="yyyy/m/d">
                  <c:v>42871</c:v>
                </c:pt>
                <c:pt idx="1319" c:formatCode="yyyy/m/d">
                  <c:v>42872</c:v>
                </c:pt>
                <c:pt idx="1320" c:formatCode="yyyy/m/d">
                  <c:v>42873</c:v>
                </c:pt>
                <c:pt idx="1321" c:formatCode="yyyy/m/d">
                  <c:v>42874</c:v>
                </c:pt>
                <c:pt idx="1322" c:formatCode="yyyy/m/d">
                  <c:v>42877</c:v>
                </c:pt>
                <c:pt idx="1323" c:formatCode="yyyy/m/d">
                  <c:v>42878</c:v>
                </c:pt>
                <c:pt idx="1324" c:formatCode="yyyy/m/d">
                  <c:v>42879</c:v>
                </c:pt>
                <c:pt idx="1325" c:formatCode="yyyy/m/d">
                  <c:v>42880</c:v>
                </c:pt>
                <c:pt idx="1326" c:formatCode="yyyy/m/d">
                  <c:v>42881</c:v>
                </c:pt>
                <c:pt idx="1327" c:formatCode="yyyy/m/d">
                  <c:v>42885</c:v>
                </c:pt>
                <c:pt idx="1328" c:formatCode="yyyy/m/d">
                  <c:v>42886</c:v>
                </c:pt>
                <c:pt idx="1329" c:formatCode="yyyy/m/d">
                  <c:v>42887</c:v>
                </c:pt>
                <c:pt idx="1330" c:formatCode="yyyy/m/d">
                  <c:v>42888</c:v>
                </c:pt>
                <c:pt idx="1331" c:formatCode="yyyy/m/d">
                  <c:v>42891</c:v>
                </c:pt>
                <c:pt idx="1332" c:formatCode="yyyy/m/d">
                  <c:v>42892</c:v>
                </c:pt>
                <c:pt idx="1333" c:formatCode="yyyy/m/d">
                  <c:v>42893</c:v>
                </c:pt>
                <c:pt idx="1334" c:formatCode="yyyy/m/d">
                  <c:v>42894</c:v>
                </c:pt>
                <c:pt idx="1335" c:formatCode="yyyy/m/d">
                  <c:v>42895</c:v>
                </c:pt>
                <c:pt idx="1336" c:formatCode="yyyy/m/d">
                  <c:v>42898</c:v>
                </c:pt>
                <c:pt idx="1337" c:formatCode="yyyy/m/d">
                  <c:v>42899</c:v>
                </c:pt>
                <c:pt idx="1338" c:formatCode="yyyy/m/d">
                  <c:v>42900</c:v>
                </c:pt>
                <c:pt idx="1339" c:formatCode="yyyy/m/d">
                  <c:v>42901</c:v>
                </c:pt>
                <c:pt idx="1340" c:formatCode="yyyy/m/d">
                  <c:v>42902</c:v>
                </c:pt>
                <c:pt idx="1341" c:formatCode="yyyy/m/d">
                  <c:v>42905</c:v>
                </c:pt>
                <c:pt idx="1342" c:formatCode="yyyy/m/d">
                  <c:v>42906</c:v>
                </c:pt>
                <c:pt idx="1343" c:formatCode="yyyy/m/d">
                  <c:v>42907</c:v>
                </c:pt>
                <c:pt idx="1344" c:formatCode="yyyy/m/d">
                  <c:v>42908</c:v>
                </c:pt>
                <c:pt idx="1345" c:formatCode="yyyy/m/d">
                  <c:v>42909</c:v>
                </c:pt>
                <c:pt idx="1346" c:formatCode="yyyy/m/d">
                  <c:v>42912</c:v>
                </c:pt>
                <c:pt idx="1347" c:formatCode="yyyy/m/d">
                  <c:v>42913</c:v>
                </c:pt>
                <c:pt idx="1348" c:formatCode="yyyy/m/d">
                  <c:v>42914</c:v>
                </c:pt>
                <c:pt idx="1349" c:formatCode="yyyy/m/d">
                  <c:v>42915</c:v>
                </c:pt>
                <c:pt idx="1350" c:formatCode="yyyy/m/d">
                  <c:v>42916</c:v>
                </c:pt>
                <c:pt idx="1351" c:formatCode="yyyy/m/d">
                  <c:v>42919</c:v>
                </c:pt>
                <c:pt idx="1352" c:formatCode="yyyy/m/d">
                  <c:v>42921</c:v>
                </c:pt>
                <c:pt idx="1353" c:formatCode="yyyy/m/d">
                  <c:v>42922</c:v>
                </c:pt>
                <c:pt idx="1354" c:formatCode="yyyy/m/d">
                  <c:v>42923</c:v>
                </c:pt>
                <c:pt idx="1355" c:formatCode="yyyy/m/d">
                  <c:v>42926</c:v>
                </c:pt>
                <c:pt idx="1356" c:formatCode="yyyy/m/d">
                  <c:v>42927</c:v>
                </c:pt>
                <c:pt idx="1357" c:formatCode="yyyy/m/d">
                  <c:v>42928</c:v>
                </c:pt>
                <c:pt idx="1358" c:formatCode="yyyy/m/d">
                  <c:v>42929</c:v>
                </c:pt>
                <c:pt idx="1359" c:formatCode="yyyy/m/d">
                  <c:v>42930</c:v>
                </c:pt>
                <c:pt idx="1360" c:formatCode="yyyy/m/d">
                  <c:v>42933</c:v>
                </c:pt>
                <c:pt idx="1361" c:formatCode="yyyy/m/d">
                  <c:v>42934</c:v>
                </c:pt>
                <c:pt idx="1362" c:formatCode="yyyy/m/d">
                  <c:v>42935</c:v>
                </c:pt>
                <c:pt idx="1363" c:formatCode="yyyy/m/d">
                  <c:v>42936</c:v>
                </c:pt>
                <c:pt idx="1364" c:formatCode="yyyy/m/d">
                  <c:v>42937</c:v>
                </c:pt>
                <c:pt idx="1365" c:formatCode="yyyy/m/d">
                  <c:v>42940</c:v>
                </c:pt>
                <c:pt idx="1366" c:formatCode="yyyy/m/d">
                  <c:v>42941</c:v>
                </c:pt>
                <c:pt idx="1367" c:formatCode="yyyy/m/d">
                  <c:v>42942</c:v>
                </c:pt>
                <c:pt idx="1368" c:formatCode="yyyy/m/d">
                  <c:v>42943</c:v>
                </c:pt>
                <c:pt idx="1369" c:formatCode="yyyy/m/d">
                  <c:v>42944</c:v>
                </c:pt>
                <c:pt idx="1370" c:formatCode="yyyy/m/d">
                  <c:v>42947</c:v>
                </c:pt>
                <c:pt idx="1371" c:formatCode="yyyy/m/d">
                  <c:v>42948</c:v>
                </c:pt>
                <c:pt idx="1372" c:formatCode="yyyy/m/d">
                  <c:v>42949</c:v>
                </c:pt>
                <c:pt idx="1373" c:formatCode="yyyy/m/d">
                  <c:v>42950</c:v>
                </c:pt>
                <c:pt idx="1374" c:formatCode="yyyy/m/d">
                  <c:v>42951</c:v>
                </c:pt>
                <c:pt idx="1375" c:formatCode="yyyy/m/d">
                  <c:v>42954</c:v>
                </c:pt>
                <c:pt idx="1376" c:formatCode="yyyy/m/d">
                  <c:v>42955</c:v>
                </c:pt>
                <c:pt idx="1377" c:formatCode="yyyy/m/d">
                  <c:v>42956</c:v>
                </c:pt>
                <c:pt idx="1378" c:formatCode="yyyy/m/d">
                  <c:v>42957</c:v>
                </c:pt>
                <c:pt idx="1379" c:formatCode="yyyy/m/d">
                  <c:v>42958</c:v>
                </c:pt>
                <c:pt idx="1380" c:formatCode="yyyy/m/d">
                  <c:v>42961</c:v>
                </c:pt>
                <c:pt idx="1381" c:formatCode="yyyy/m/d">
                  <c:v>42962</c:v>
                </c:pt>
                <c:pt idx="1382" c:formatCode="yyyy/m/d">
                  <c:v>42963</c:v>
                </c:pt>
                <c:pt idx="1383" c:formatCode="yyyy/m/d">
                  <c:v>42964</c:v>
                </c:pt>
                <c:pt idx="1384" c:formatCode="yyyy/m/d">
                  <c:v>42965</c:v>
                </c:pt>
                <c:pt idx="1385" c:formatCode="yyyy/m/d">
                  <c:v>42968</c:v>
                </c:pt>
                <c:pt idx="1386" c:formatCode="yyyy/m/d">
                  <c:v>42969</c:v>
                </c:pt>
                <c:pt idx="1387" c:formatCode="yyyy/m/d">
                  <c:v>42970</c:v>
                </c:pt>
                <c:pt idx="1388" c:formatCode="yyyy/m/d">
                  <c:v>42971</c:v>
                </c:pt>
                <c:pt idx="1389" c:formatCode="yyyy/m/d">
                  <c:v>42972</c:v>
                </c:pt>
                <c:pt idx="1390" c:formatCode="yyyy/m/d">
                  <c:v>42975</c:v>
                </c:pt>
                <c:pt idx="1391" c:formatCode="yyyy/m/d">
                  <c:v>42976</c:v>
                </c:pt>
                <c:pt idx="1392" c:formatCode="yyyy/m/d">
                  <c:v>42977</c:v>
                </c:pt>
                <c:pt idx="1393" c:formatCode="yyyy/m/d">
                  <c:v>42978</c:v>
                </c:pt>
                <c:pt idx="1394" c:formatCode="yyyy/m/d">
                  <c:v>42979</c:v>
                </c:pt>
                <c:pt idx="1395" c:formatCode="yyyy/m/d">
                  <c:v>42983</c:v>
                </c:pt>
                <c:pt idx="1396" c:formatCode="yyyy/m/d">
                  <c:v>42984</c:v>
                </c:pt>
                <c:pt idx="1397" c:formatCode="yyyy/m/d">
                  <c:v>42985</c:v>
                </c:pt>
                <c:pt idx="1398" c:formatCode="yyyy/m/d">
                  <c:v>42986</c:v>
                </c:pt>
                <c:pt idx="1399" c:formatCode="yyyy/m/d">
                  <c:v>42989</c:v>
                </c:pt>
                <c:pt idx="1400" c:formatCode="yyyy/m/d">
                  <c:v>42990</c:v>
                </c:pt>
                <c:pt idx="1401" c:formatCode="yyyy/m/d">
                  <c:v>42991</c:v>
                </c:pt>
                <c:pt idx="1402" c:formatCode="yyyy/m/d">
                  <c:v>42992</c:v>
                </c:pt>
                <c:pt idx="1403" c:formatCode="yyyy/m/d">
                  <c:v>42993</c:v>
                </c:pt>
                <c:pt idx="1404" c:formatCode="yyyy/m/d">
                  <c:v>42996</c:v>
                </c:pt>
                <c:pt idx="1405" c:formatCode="yyyy/m/d">
                  <c:v>42997</c:v>
                </c:pt>
                <c:pt idx="1406" c:formatCode="yyyy/m/d">
                  <c:v>42998</c:v>
                </c:pt>
                <c:pt idx="1407" c:formatCode="yyyy/m/d">
                  <c:v>42999</c:v>
                </c:pt>
                <c:pt idx="1408" c:formatCode="yyyy/m/d">
                  <c:v>43000</c:v>
                </c:pt>
                <c:pt idx="1409" c:formatCode="yyyy/m/d">
                  <c:v>43003</c:v>
                </c:pt>
                <c:pt idx="1410" c:formatCode="yyyy/m/d">
                  <c:v>43004</c:v>
                </c:pt>
                <c:pt idx="1411" c:formatCode="yyyy/m/d">
                  <c:v>43005</c:v>
                </c:pt>
                <c:pt idx="1412" c:formatCode="yyyy/m/d">
                  <c:v>43006</c:v>
                </c:pt>
                <c:pt idx="1413" c:formatCode="yyyy/m/d">
                  <c:v>43007</c:v>
                </c:pt>
                <c:pt idx="1414" c:formatCode="yyyy/m/d">
                  <c:v>43010</c:v>
                </c:pt>
                <c:pt idx="1415" c:formatCode="yyyy/m/d">
                  <c:v>43011</c:v>
                </c:pt>
                <c:pt idx="1416" c:formatCode="yyyy/m/d">
                  <c:v>43012</c:v>
                </c:pt>
                <c:pt idx="1417" c:formatCode="yyyy/m/d">
                  <c:v>43013</c:v>
                </c:pt>
                <c:pt idx="1418" c:formatCode="yyyy/m/d">
                  <c:v>43014</c:v>
                </c:pt>
                <c:pt idx="1419" c:formatCode="yyyy/m/d">
                  <c:v>43017</c:v>
                </c:pt>
                <c:pt idx="1420" c:formatCode="yyyy/m/d">
                  <c:v>43018</c:v>
                </c:pt>
                <c:pt idx="1421" c:formatCode="yyyy/m/d">
                  <c:v>43019</c:v>
                </c:pt>
                <c:pt idx="1422" c:formatCode="yyyy/m/d">
                  <c:v>43020</c:v>
                </c:pt>
                <c:pt idx="1423" c:formatCode="yyyy/m/d">
                  <c:v>43021</c:v>
                </c:pt>
                <c:pt idx="1424" c:formatCode="yyyy/m/d">
                  <c:v>43024</c:v>
                </c:pt>
                <c:pt idx="1425" c:formatCode="yyyy/m/d">
                  <c:v>43025</c:v>
                </c:pt>
                <c:pt idx="1426" c:formatCode="yyyy/m/d">
                  <c:v>43026</c:v>
                </c:pt>
                <c:pt idx="1427" c:formatCode="yyyy/m/d">
                  <c:v>43027</c:v>
                </c:pt>
                <c:pt idx="1428" c:formatCode="yyyy/m/d">
                  <c:v>43028</c:v>
                </c:pt>
                <c:pt idx="1429" c:formatCode="yyyy/m/d">
                  <c:v>43031</c:v>
                </c:pt>
                <c:pt idx="1430" c:formatCode="yyyy/m/d">
                  <c:v>43032</c:v>
                </c:pt>
                <c:pt idx="1431" c:formatCode="yyyy/m/d">
                  <c:v>43033</c:v>
                </c:pt>
                <c:pt idx="1432" c:formatCode="yyyy/m/d">
                  <c:v>43034</c:v>
                </c:pt>
                <c:pt idx="1433" c:formatCode="yyyy/m/d">
                  <c:v>43035</c:v>
                </c:pt>
                <c:pt idx="1434" c:formatCode="yyyy/m/d">
                  <c:v>43038</c:v>
                </c:pt>
                <c:pt idx="1435" c:formatCode="yyyy/m/d">
                  <c:v>43039</c:v>
                </c:pt>
                <c:pt idx="1436" c:formatCode="yyyy/m/d">
                  <c:v>43040</c:v>
                </c:pt>
                <c:pt idx="1437" c:formatCode="yyyy/m/d">
                  <c:v>43041</c:v>
                </c:pt>
                <c:pt idx="1438" c:formatCode="yyyy/m/d">
                  <c:v>43042</c:v>
                </c:pt>
                <c:pt idx="1439" c:formatCode="yyyy/m/d">
                  <c:v>43045</c:v>
                </c:pt>
                <c:pt idx="1440" c:formatCode="yyyy/m/d">
                  <c:v>43046</c:v>
                </c:pt>
                <c:pt idx="1441" c:formatCode="yyyy/m/d">
                  <c:v>43047</c:v>
                </c:pt>
                <c:pt idx="1442" c:formatCode="yyyy/m/d">
                  <c:v>43048</c:v>
                </c:pt>
                <c:pt idx="1443" c:formatCode="yyyy/m/d">
                  <c:v>43049</c:v>
                </c:pt>
                <c:pt idx="1444" c:formatCode="yyyy/m/d">
                  <c:v>43052</c:v>
                </c:pt>
                <c:pt idx="1445" c:formatCode="yyyy/m/d">
                  <c:v>43053</c:v>
                </c:pt>
                <c:pt idx="1446" c:formatCode="yyyy/m/d">
                  <c:v>43054</c:v>
                </c:pt>
                <c:pt idx="1447" c:formatCode="yyyy/m/d">
                  <c:v>43055</c:v>
                </c:pt>
                <c:pt idx="1448" c:formatCode="yyyy/m/d">
                  <c:v>43056</c:v>
                </c:pt>
                <c:pt idx="1449" c:formatCode="yyyy/m/d">
                  <c:v>43059</c:v>
                </c:pt>
                <c:pt idx="1450" c:formatCode="yyyy/m/d">
                  <c:v>43060</c:v>
                </c:pt>
                <c:pt idx="1451" c:formatCode="yyyy/m/d">
                  <c:v>43061</c:v>
                </c:pt>
                <c:pt idx="1452" c:formatCode="yyyy/m/d">
                  <c:v>43066</c:v>
                </c:pt>
                <c:pt idx="1453" c:formatCode="yyyy/m/d">
                  <c:v>43067</c:v>
                </c:pt>
                <c:pt idx="1454" c:formatCode="yyyy/m/d">
                  <c:v>43068</c:v>
                </c:pt>
                <c:pt idx="1455" c:formatCode="yyyy/m/d">
                  <c:v>43069</c:v>
                </c:pt>
                <c:pt idx="1456" c:formatCode="yyyy/m/d">
                  <c:v>43070</c:v>
                </c:pt>
                <c:pt idx="1457" c:formatCode="yyyy/m/d">
                  <c:v>43073</c:v>
                </c:pt>
                <c:pt idx="1458" c:formatCode="yyyy/m/d">
                  <c:v>43074</c:v>
                </c:pt>
                <c:pt idx="1459" c:formatCode="yyyy/m/d">
                  <c:v>43075</c:v>
                </c:pt>
                <c:pt idx="1460" c:formatCode="yyyy/m/d">
                  <c:v>43076</c:v>
                </c:pt>
                <c:pt idx="1461" c:formatCode="yyyy/m/d">
                  <c:v>43077</c:v>
                </c:pt>
                <c:pt idx="1462" c:formatCode="yyyy/m/d">
                  <c:v>43080</c:v>
                </c:pt>
                <c:pt idx="1463" c:formatCode="yyyy/m/d">
                  <c:v>43081</c:v>
                </c:pt>
                <c:pt idx="1464" c:formatCode="yyyy/m/d">
                  <c:v>43082</c:v>
                </c:pt>
                <c:pt idx="1465" c:formatCode="yyyy/m/d">
                  <c:v>43083</c:v>
                </c:pt>
                <c:pt idx="1466" c:formatCode="yyyy/m/d">
                  <c:v>43084</c:v>
                </c:pt>
                <c:pt idx="1467" c:formatCode="yyyy/m/d">
                  <c:v>43087</c:v>
                </c:pt>
                <c:pt idx="1468" c:formatCode="yyyy/m/d">
                  <c:v>43088</c:v>
                </c:pt>
                <c:pt idx="1469" c:formatCode="yyyy/m/d">
                  <c:v>43089</c:v>
                </c:pt>
                <c:pt idx="1470" c:formatCode="yyyy/m/d">
                  <c:v>43090</c:v>
                </c:pt>
                <c:pt idx="1471" c:formatCode="yyyy/m/d">
                  <c:v>43091</c:v>
                </c:pt>
                <c:pt idx="1472" c:formatCode="yyyy/m/d">
                  <c:v>43095</c:v>
                </c:pt>
                <c:pt idx="1473" c:formatCode="yyyy/m/d">
                  <c:v>43096</c:v>
                </c:pt>
                <c:pt idx="1474" c:formatCode="yyyy/m/d">
                  <c:v>43097</c:v>
                </c:pt>
                <c:pt idx="1475" c:formatCode="yyyy/m/d">
                  <c:v>43098</c:v>
                </c:pt>
                <c:pt idx="1476" c:formatCode="yyyy/m/d">
                  <c:v>43102</c:v>
                </c:pt>
                <c:pt idx="1477" c:formatCode="yyyy/m/d">
                  <c:v>43103</c:v>
                </c:pt>
                <c:pt idx="1478" c:formatCode="yyyy/m/d">
                  <c:v>43104</c:v>
                </c:pt>
                <c:pt idx="1479" c:formatCode="yyyy/m/d">
                  <c:v>43105</c:v>
                </c:pt>
                <c:pt idx="1480" c:formatCode="yyyy/m/d">
                  <c:v>43108</c:v>
                </c:pt>
                <c:pt idx="1481" c:formatCode="yyyy/m/d">
                  <c:v>43109</c:v>
                </c:pt>
                <c:pt idx="1482" c:formatCode="yyyy/m/d">
                  <c:v>43110</c:v>
                </c:pt>
                <c:pt idx="1483" c:formatCode="yyyy/m/d">
                  <c:v>43111</c:v>
                </c:pt>
                <c:pt idx="1484" c:formatCode="yyyy/m/d">
                  <c:v>43112</c:v>
                </c:pt>
                <c:pt idx="1485" c:formatCode="yyyy/m/d">
                  <c:v>43116</c:v>
                </c:pt>
                <c:pt idx="1486" c:formatCode="yyyy/m/d">
                  <c:v>43117</c:v>
                </c:pt>
                <c:pt idx="1487" c:formatCode="yyyy/m/d">
                  <c:v>43118</c:v>
                </c:pt>
                <c:pt idx="1488" c:formatCode="yyyy/m/d">
                  <c:v>43119</c:v>
                </c:pt>
                <c:pt idx="1489" c:formatCode="yyyy/m/d">
                  <c:v>43122</c:v>
                </c:pt>
                <c:pt idx="1490" c:formatCode="yyyy/m/d">
                  <c:v>43123</c:v>
                </c:pt>
                <c:pt idx="1491" c:formatCode="yyyy/m/d">
                  <c:v>43124</c:v>
                </c:pt>
                <c:pt idx="1492" c:formatCode="yyyy/m/d">
                  <c:v>43125</c:v>
                </c:pt>
                <c:pt idx="1493" c:formatCode="yyyy/m/d">
                  <c:v>43126</c:v>
                </c:pt>
                <c:pt idx="1494" c:formatCode="yyyy/m/d">
                  <c:v>43129</c:v>
                </c:pt>
                <c:pt idx="1495" c:formatCode="yyyy/m/d">
                  <c:v>43130</c:v>
                </c:pt>
                <c:pt idx="1496" c:formatCode="yyyy/m/d">
                  <c:v>43131</c:v>
                </c:pt>
                <c:pt idx="1497" c:formatCode="yyyy/m/d">
                  <c:v>43132</c:v>
                </c:pt>
                <c:pt idx="1498" c:formatCode="yyyy/m/d">
                  <c:v>43133</c:v>
                </c:pt>
                <c:pt idx="1499" c:formatCode="yyyy/m/d">
                  <c:v>43136</c:v>
                </c:pt>
                <c:pt idx="1500" c:formatCode="yyyy/m/d">
                  <c:v>43137</c:v>
                </c:pt>
                <c:pt idx="1501" c:formatCode="yyyy/m/d">
                  <c:v>43138</c:v>
                </c:pt>
                <c:pt idx="1502" c:formatCode="yyyy/m/d">
                  <c:v>43139</c:v>
                </c:pt>
                <c:pt idx="1503" c:formatCode="yyyy/m/d">
                  <c:v>43140</c:v>
                </c:pt>
                <c:pt idx="1504" c:formatCode="yyyy/m/d">
                  <c:v>43143</c:v>
                </c:pt>
                <c:pt idx="1505" c:formatCode="yyyy/m/d">
                  <c:v>43144</c:v>
                </c:pt>
                <c:pt idx="1506" c:formatCode="yyyy/m/d">
                  <c:v>43145</c:v>
                </c:pt>
                <c:pt idx="1507" c:formatCode="yyyy/m/d">
                  <c:v>43146</c:v>
                </c:pt>
                <c:pt idx="1508" c:formatCode="yyyy/m/d">
                  <c:v>43147</c:v>
                </c:pt>
                <c:pt idx="1509" c:formatCode="yyyy/m/d">
                  <c:v>43151</c:v>
                </c:pt>
                <c:pt idx="1510" c:formatCode="yyyy/m/d">
                  <c:v>43152</c:v>
                </c:pt>
                <c:pt idx="1511" c:formatCode="yyyy/m/d">
                  <c:v>43153</c:v>
                </c:pt>
                <c:pt idx="1512" c:formatCode="yyyy/m/d">
                  <c:v>43154</c:v>
                </c:pt>
                <c:pt idx="1513" c:formatCode="yyyy/m/d">
                  <c:v>43157</c:v>
                </c:pt>
                <c:pt idx="1514" c:formatCode="yyyy/m/d">
                  <c:v>43158</c:v>
                </c:pt>
                <c:pt idx="1515" c:formatCode="yyyy/m/d">
                  <c:v>43159</c:v>
                </c:pt>
                <c:pt idx="1516" c:formatCode="yyyy/m/d">
                  <c:v>43160</c:v>
                </c:pt>
                <c:pt idx="1517" c:formatCode="yyyy/m/d">
                  <c:v>43161</c:v>
                </c:pt>
                <c:pt idx="1518" c:formatCode="yyyy/m/d">
                  <c:v>43164</c:v>
                </c:pt>
                <c:pt idx="1519" c:formatCode="yyyy/m/d">
                  <c:v>43165</c:v>
                </c:pt>
                <c:pt idx="1520" c:formatCode="yyyy/m/d">
                  <c:v>43166</c:v>
                </c:pt>
                <c:pt idx="1521" c:formatCode="yyyy/m/d">
                  <c:v>43167</c:v>
                </c:pt>
                <c:pt idx="1522" c:formatCode="yyyy/m/d">
                  <c:v>43168</c:v>
                </c:pt>
                <c:pt idx="1523" c:formatCode="yyyy/m/d">
                  <c:v>43171</c:v>
                </c:pt>
                <c:pt idx="1524" c:formatCode="yyyy/m/d">
                  <c:v>43172</c:v>
                </c:pt>
                <c:pt idx="1525" c:formatCode="yyyy/m/d">
                  <c:v>43173</c:v>
                </c:pt>
                <c:pt idx="1526" c:formatCode="yyyy/m/d">
                  <c:v>43174</c:v>
                </c:pt>
                <c:pt idx="1527" c:formatCode="yyyy/m/d">
                  <c:v>43175</c:v>
                </c:pt>
                <c:pt idx="1528" c:formatCode="yyyy/m/d">
                  <c:v>43178</c:v>
                </c:pt>
                <c:pt idx="1529" c:formatCode="yyyy/m/d">
                  <c:v>43179</c:v>
                </c:pt>
                <c:pt idx="1530" c:formatCode="yyyy/m/d">
                  <c:v>43180</c:v>
                </c:pt>
                <c:pt idx="1531" c:formatCode="yyyy/m/d">
                  <c:v>43181</c:v>
                </c:pt>
                <c:pt idx="1532" c:formatCode="yyyy/m/d">
                  <c:v>43182</c:v>
                </c:pt>
                <c:pt idx="1533" c:formatCode="yyyy/m/d">
                  <c:v>43185</c:v>
                </c:pt>
                <c:pt idx="1534" c:formatCode="yyyy/m/d">
                  <c:v>43186</c:v>
                </c:pt>
                <c:pt idx="1535" c:formatCode="yyyy/m/d">
                  <c:v>43187</c:v>
                </c:pt>
                <c:pt idx="1536" c:formatCode="yyyy/m/d">
                  <c:v>43188</c:v>
                </c:pt>
                <c:pt idx="1537" c:formatCode="yyyy/m/d">
                  <c:v>43192</c:v>
                </c:pt>
                <c:pt idx="1538" c:formatCode="yyyy/m/d">
                  <c:v>43193</c:v>
                </c:pt>
                <c:pt idx="1539" c:formatCode="yyyy/m/d">
                  <c:v>43194</c:v>
                </c:pt>
                <c:pt idx="1540" c:formatCode="yyyy/m/d">
                  <c:v>43195</c:v>
                </c:pt>
                <c:pt idx="1541" c:formatCode="yyyy/m/d">
                  <c:v>43196</c:v>
                </c:pt>
                <c:pt idx="1542" c:formatCode="yyyy/m/d">
                  <c:v>43199</c:v>
                </c:pt>
                <c:pt idx="1543" c:formatCode="yyyy/m/d">
                  <c:v>43200</c:v>
                </c:pt>
                <c:pt idx="1544" c:formatCode="yyyy/m/d">
                  <c:v>43201</c:v>
                </c:pt>
                <c:pt idx="1545" c:formatCode="yyyy/m/d">
                  <c:v>43202</c:v>
                </c:pt>
                <c:pt idx="1546" c:formatCode="yyyy/m/d">
                  <c:v>43203</c:v>
                </c:pt>
                <c:pt idx="1547" c:formatCode="yyyy/m/d">
                  <c:v>43206</c:v>
                </c:pt>
                <c:pt idx="1548" c:formatCode="yyyy/m/d">
                  <c:v>43207</c:v>
                </c:pt>
                <c:pt idx="1549" c:formatCode="yyyy/m/d">
                  <c:v>43208</c:v>
                </c:pt>
                <c:pt idx="1550" c:formatCode="yyyy/m/d">
                  <c:v>43209</c:v>
                </c:pt>
                <c:pt idx="1551" c:formatCode="yyyy/m/d">
                  <c:v>43210</c:v>
                </c:pt>
                <c:pt idx="1552" c:formatCode="yyyy/m/d">
                  <c:v>43213</c:v>
                </c:pt>
                <c:pt idx="1553" c:formatCode="yyyy/m/d">
                  <c:v>43214</c:v>
                </c:pt>
                <c:pt idx="1554" c:formatCode="yyyy/m/d">
                  <c:v>43215</c:v>
                </c:pt>
                <c:pt idx="1555" c:formatCode="yyyy/m/d">
                  <c:v>43216</c:v>
                </c:pt>
                <c:pt idx="1556" c:formatCode="yyyy/m/d">
                  <c:v>43217</c:v>
                </c:pt>
                <c:pt idx="1557" c:formatCode="yyyy/m/d">
                  <c:v>43220</c:v>
                </c:pt>
                <c:pt idx="1558" c:formatCode="yyyy/m/d">
                  <c:v>43221</c:v>
                </c:pt>
                <c:pt idx="1559" c:formatCode="yyyy/m/d">
                  <c:v>43222</c:v>
                </c:pt>
                <c:pt idx="1560" c:formatCode="yyyy/m/d">
                  <c:v>43223</c:v>
                </c:pt>
                <c:pt idx="1561" c:formatCode="yyyy/m/d">
                  <c:v>43224</c:v>
                </c:pt>
                <c:pt idx="1562" c:formatCode="yyyy/m/d">
                  <c:v>43227</c:v>
                </c:pt>
                <c:pt idx="1563" c:formatCode="yyyy/m/d">
                  <c:v>43228</c:v>
                </c:pt>
                <c:pt idx="1564" c:formatCode="yyyy/m/d">
                  <c:v>43229</c:v>
                </c:pt>
                <c:pt idx="1565" c:formatCode="yyyy/m/d">
                  <c:v>43230</c:v>
                </c:pt>
                <c:pt idx="1566" c:formatCode="yyyy/m/d">
                  <c:v>43231</c:v>
                </c:pt>
                <c:pt idx="1567" c:formatCode="yyyy/m/d">
                  <c:v>43234</c:v>
                </c:pt>
                <c:pt idx="1568" c:formatCode="yyyy/m/d">
                  <c:v>43235</c:v>
                </c:pt>
                <c:pt idx="1569" c:formatCode="yyyy/m/d">
                  <c:v>43236</c:v>
                </c:pt>
                <c:pt idx="1570" c:formatCode="yyyy/m/d">
                  <c:v>43237</c:v>
                </c:pt>
                <c:pt idx="1571" c:formatCode="yyyy/m/d">
                  <c:v>43238</c:v>
                </c:pt>
                <c:pt idx="1572" c:formatCode="yyyy/m/d">
                  <c:v>43241</c:v>
                </c:pt>
                <c:pt idx="1573" c:formatCode="yyyy/m/d">
                  <c:v>43242</c:v>
                </c:pt>
                <c:pt idx="1574" c:formatCode="yyyy/m/d">
                  <c:v>43243</c:v>
                </c:pt>
                <c:pt idx="1575" c:formatCode="yyyy/m/d">
                  <c:v>43244</c:v>
                </c:pt>
                <c:pt idx="1576" c:formatCode="yyyy/m/d">
                  <c:v>43245</c:v>
                </c:pt>
                <c:pt idx="1577" c:formatCode="yyyy/m/d">
                  <c:v>43249</c:v>
                </c:pt>
                <c:pt idx="1578" c:formatCode="yyyy/m/d">
                  <c:v>43250</c:v>
                </c:pt>
                <c:pt idx="1579" c:formatCode="yyyy/m/d">
                  <c:v>43251</c:v>
                </c:pt>
                <c:pt idx="1580" c:formatCode="yyyy/m/d">
                  <c:v>43252</c:v>
                </c:pt>
                <c:pt idx="1581" c:formatCode="yyyy/m/d">
                  <c:v>43255</c:v>
                </c:pt>
                <c:pt idx="1582" c:formatCode="yyyy/m/d">
                  <c:v>43256</c:v>
                </c:pt>
                <c:pt idx="1583" c:formatCode="yyyy/m/d">
                  <c:v>43257</c:v>
                </c:pt>
                <c:pt idx="1584" c:formatCode="yyyy/m/d">
                  <c:v>43258</c:v>
                </c:pt>
                <c:pt idx="1585" c:formatCode="yyyy/m/d">
                  <c:v>43259</c:v>
                </c:pt>
                <c:pt idx="1586" c:formatCode="yyyy/m/d">
                  <c:v>43262</c:v>
                </c:pt>
                <c:pt idx="1587" c:formatCode="yyyy/m/d">
                  <c:v>43263</c:v>
                </c:pt>
                <c:pt idx="1588" c:formatCode="yyyy/m/d">
                  <c:v>43264</c:v>
                </c:pt>
                <c:pt idx="1589" c:formatCode="yyyy/m/d">
                  <c:v>43265</c:v>
                </c:pt>
                <c:pt idx="1590" c:formatCode="yyyy/m/d">
                  <c:v>43266</c:v>
                </c:pt>
                <c:pt idx="1591" c:formatCode="yyyy/m/d">
                  <c:v>43269</c:v>
                </c:pt>
                <c:pt idx="1592" c:formatCode="yyyy/m/d">
                  <c:v>43270</c:v>
                </c:pt>
                <c:pt idx="1593" c:formatCode="yyyy/m/d">
                  <c:v>43271</c:v>
                </c:pt>
                <c:pt idx="1594" c:formatCode="yyyy/m/d">
                  <c:v>43272</c:v>
                </c:pt>
                <c:pt idx="1595" c:formatCode="yyyy/m/d">
                  <c:v>43273</c:v>
                </c:pt>
                <c:pt idx="1596" c:formatCode="yyyy/m/d">
                  <c:v>43276</c:v>
                </c:pt>
                <c:pt idx="1597" c:formatCode="yyyy/m/d">
                  <c:v>43277</c:v>
                </c:pt>
                <c:pt idx="1598" c:formatCode="yyyy/m/d">
                  <c:v>43278</c:v>
                </c:pt>
                <c:pt idx="1599" c:formatCode="yyyy/m/d">
                  <c:v>43279</c:v>
                </c:pt>
                <c:pt idx="1600" c:formatCode="yyyy/m/d">
                  <c:v>43280</c:v>
                </c:pt>
                <c:pt idx="1601" c:formatCode="yyyy/m/d">
                  <c:v>43283</c:v>
                </c:pt>
                <c:pt idx="1602" c:formatCode="yyyy/m/d">
                  <c:v>43284</c:v>
                </c:pt>
                <c:pt idx="1603" c:formatCode="yyyy/m/d">
                  <c:v>43286</c:v>
                </c:pt>
                <c:pt idx="1604" c:formatCode="yyyy/m/d">
                  <c:v>43287</c:v>
                </c:pt>
                <c:pt idx="1605" c:formatCode="yyyy/m/d">
                  <c:v>43290</c:v>
                </c:pt>
                <c:pt idx="1606" c:formatCode="yyyy/m/d">
                  <c:v>43291</c:v>
                </c:pt>
                <c:pt idx="1607" c:formatCode="yyyy/m/d">
                  <c:v>43292</c:v>
                </c:pt>
                <c:pt idx="1608" c:formatCode="yyyy/m/d">
                  <c:v>43293</c:v>
                </c:pt>
                <c:pt idx="1609" c:formatCode="yyyy/m/d">
                  <c:v>43294</c:v>
                </c:pt>
                <c:pt idx="1610" c:formatCode="yyyy/m/d">
                  <c:v>43297</c:v>
                </c:pt>
                <c:pt idx="1611" c:formatCode="yyyy/m/d">
                  <c:v>43298</c:v>
                </c:pt>
                <c:pt idx="1612" c:formatCode="yyyy/m/d">
                  <c:v>43299</c:v>
                </c:pt>
                <c:pt idx="1613" c:formatCode="yyyy/m/d">
                  <c:v>43300</c:v>
                </c:pt>
                <c:pt idx="1614" c:formatCode="yyyy/m/d">
                  <c:v>43301</c:v>
                </c:pt>
                <c:pt idx="1615" c:formatCode="yyyy/m/d">
                  <c:v>43304</c:v>
                </c:pt>
                <c:pt idx="1616" c:formatCode="yyyy/m/d">
                  <c:v>43305</c:v>
                </c:pt>
                <c:pt idx="1617" c:formatCode="yyyy/m/d">
                  <c:v>43306</c:v>
                </c:pt>
                <c:pt idx="1618" c:formatCode="yyyy/m/d">
                  <c:v>43307</c:v>
                </c:pt>
                <c:pt idx="1619" c:formatCode="yyyy/m/d">
                  <c:v>43308</c:v>
                </c:pt>
                <c:pt idx="1620" c:formatCode="yyyy/m/d">
                  <c:v>43311</c:v>
                </c:pt>
                <c:pt idx="1621" c:formatCode="yyyy/m/d">
                  <c:v>43312</c:v>
                </c:pt>
                <c:pt idx="1622" c:formatCode="yyyy/m/d">
                  <c:v>43313</c:v>
                </c:pt>
                <c:pt idx="1623" c:formatCode="yyyy/m/d">
                  <c:v>43314</c:v>
                </c:pt>
                <c:pt idx="1624" c:formatCode="yyyy/m/d">
                  <c:v>43315</c:v>
                </c:pt>
                <c:pt idx="1625" c:formatCode="yyyy/m/d">
                  <c:v>43318</c:v>
                </c:pt>
                <c:pt idx="1626" c:formatCode="yyyy/m/d">
                  <c:v>43319</c:v>
                </c:pt>
                <c:pt idx="1627" c:formatCode="yyyy/m/d">
                  <c:v>43320</c:v>
                </c:pt>
                <c:pt idx="1628" c:formatCode="yyyy/m/d">
                  <c:v>43321</c:v>
                </c:pt>
                <c:pt idx="1629" c:formatCode="yyyy/m/d">
                  <c:v>43322</c:v>
                </c:pt>
                <c:pt idx="1630" c:formatCode="yyyy/m/d">
                  <c:v>43325</c:v>
                </c:pt>
                <c:pt idx="1631" c:formatCode="yyyy/m/d">
                  <c:v>43326</c:v>
                </c:pt>
                <c:pt idx="1632" c:formatCode="yyyy/m/d">
                  <c:v>43327</c:v>
                </c:pt>
                <c:pt idx="1633" c:formatCode="yyyy/m/d">
                  <c:v>43328</c:v>
                </c:pt>
                <c:pt idx="1634" c:formatCode="yyyy/m/d">
                  <c:v>43329</c:v>
                </c:pt>
                <c:pt idx="1635" c:formatCode="yyyy/m/d">
                  <c:v>43332</c:v>
                </c:pt>
                <c:pt idx="1636" c:formatCode="yyyy/m/d">
                  <c:v>43333</c:v>
                </c:pt>
                <c:pt idx="1637" c:formatCode="yyyy/m/d">
                  <c:v>43334</c:v>
                </c:pt>
                <c:pt idx="1638" c:formatCode="yyyy/m/d">
                  <c:v>43335</c:v>
                </c:pt>
                <c:pt idx="1639" c:formatCode="yyyy/m/d">
                  <c:v>43336</c:v>
                </c:pt>
                <c:pt idx="1640" c:formatCode="yyyy/m/d">
                  <c:v>43339</c:v>
                </c:pt>
                <c:pt idx="1641" c:formatCode="yyyy/m/d">
                  <c:v>43340</c:v>
                </c:pt>
                <c:pt idx="1642" c:formatCode="yyyy/m/d">
                  <c:v>43341</c:v>
                </c:pt>
                <c:pt idx="1643" c:formatCode="yyyy/m/d">
                  <c:v>43342</c:v>
                </c:pt>
                <c:pt idx="1644" c:formatCode="yyyy/m/d">
                  <c:v>43343</c:v>
                </c:pt>
                <c:pt idx="1645" c:formatCode="yyyy/m/d">
                  <c:v>43347</c:v>
                </c:pt>
                <c:pt idx="1646" c:formatCode="yyyy/m/d">
                  <c:v>43348</c:v>
                </c:pt>
                <c:pt idx="1647" c:formatCode="yyyy/m/d">
                  <c:v>43349</c:v>
                </c:pt>
                <c:pt idx="1648" c:formatCode="yyyy/m/d">
                  <c:v>43350</c:v>
                </c:pt>
                <c:pt idx="1649" c:formatCode="yyyy/m/d">
                  <c:v>43353</c:v>
                </c:pt>
                <c:pt idx="1650" c:formatCode="yyyy/m/d">
                  <c:v>43354</c:v>
                </c:pt>
                <c:pt idx="1651" c:formatCode="yyyy/m/d">
                  <c:v>43355</c:v>
                </c:pt>
                <c:pt idx="1652" c:formatCode="yyyy/m/d">
                  <c:v>43356</c:v>
                </c:pt>
                <c:pt idx="1653" c:formatCode="yyyy/m/d">
                  <c:v>43357</c:v>
                </c:pt>
                <c:pt idx="1654" c:formatCode="yyyy/m/d">
                  <c:v>43360</c:v>
                </c:pt>
                <c:pt idx="1655" c:formatCode="yyyy/m/d">
                  <c:v>43361</c:v>
                </c:pt>
                <c:pt idx="1656" c:formatCode="yyyy/m/d">
                  <c:v>43362</c:v>
                </c:pt>
                <c:pt idx="1657" c:formatCode="yyyy/m/d">
                  <c:v>43363</c:v>
                </c:pt>
                <c:pt idx="1658" c:formatCode="yyyy/m/d">
                  <c:v>43364</c:v>
                </c:pt>
                <c:pt idx="1659" c:formatCode="yyyy/m/d">
                  <c:v>43367</c:v>
                </c:pt>
                <c:pt idx="1660" c:formatCode="yyyy/m/d">
                  <c:v>43368</c:v>
                </c:pt>
                <c:pt idx="1661" c:formatCode="yyyy/m/d">
                  <c:v>43369</c:v>
                </c:pt>
                <c:pt idx="1662" c:formatCode="yyyy/m/d">
                  <c:v>43370</c:v>
                </c:pt>
                <c:pt idx="1663" c:formatCode="yyyy/m/d">
                  <c:v>43371</c:v>
                </c:pt>
                <c:pt idx="1664" c:formatCode="yyyy/m/d">
                  <c:v>43374</c:v>
                </c:pt>
                <c:pt idx="1665" c:formatCode="yyyy/m/d">
                  <c:v>43375</c:v>
                </c:pt>
                <c:pt idx="1666" c:formatCode="yyyy/m/d">
                  <c:v>43376</c:v>
                </c:pt>
                <c:pt idx="1667" c:formatCode="yyyy/m/d">
                  <c:v>43377</c:v>
                </c:pt>
                <c:pt idx="1668" c:formatCode="yyyy/m/d">
                  <c:v>43378</c:v>
                </c:pt>
                <c:pt idx="1669" c:formatCode="yyyy/m/d">
                  <c:v>43381</c:v>
                </c:pt>
                <c:pt idx="1670" c:formatCode="yyyy/m/d">
                  <c:v>43382</c:v>
                </c:pt>
                <c:pt idx="1671" c:formatCode="yyyy/m/d">
                  <c:v>43383</c:v>
                </c:pt>
                <c:pt idx="1672" c:formatCode="yyyy/m/d">
                  <c:v>43384</c:v>
                </c:pt>
                <c:pt idx="1673" c:formatCode="yyyy/m/d">
                  <c:v>43385</c:v>
                </c:pt>
                <c:pt idx="1674" c:formatCode="yyyy/m/d">
                  <c:v>43388</c:v>
                </c:pt>
                <c:pt idx="1675" c:formatCode="yyyy/m/d">
                  <c:v>43389</c:v>
                </c:pt>
                <c:pt idx="1676" c:formatCode="yyyy/m/d">
                  <c:v>43390</c:v>
                </c:pt>
                <c:pt idx="1677" c:formatCode="yyyy/m/d">
                  <c:v>43391</c:v>
                </c:pt>
                <c:pt idx="1678" c:formatCode="yyyy/m/d">
                  <c:v>43392</c:v>
                </c:pt>
                <c:pt idx="1679" c:formatCode="yyyy/m/d">
                  <c:v>43395</c:v>
                </c:pt>
                <c:pt idx="1680" c:formatCode="yyyy/m/d">
                  <c:v>43396</c:v>
                </c:pt>
                <c:pt idx="1681" c:formatCode="yyyy/m/d">
                  <c:v>43397</c:v>
                </c:pt>
                <c:pt idx="1682" c:formatCode="yyyy/m/d">
                  <c:v>43398</c:v>
                </c:pt>
                <c:pt idx="1683" c:formatCode="yyyy/m/d">
                  <c:v>43399</c:v>
                </c:pt>
                <c:pt idx="1684" c:formatCode="yyyy/m/d">
                  <c:v>43402</c:v>
                </c:pt>
                <c:pt idx="1685" c:formatCode="yyyy/m/d">
                  <c:v>43403</c:v>
                </c:pt>
                <c:pt idx="1686" c:formatCode="yyyy/m/d">
                  <c:v>43404</c:v>
                </c:pt>
                <c:pt idx="1687" c:formatCode="yyyy/m/d">
                  <c:v>43405</c:v>
                </c:pt>
                <c:pt idx="1688" c:formatCode="yyyy/m/d">
                  <c:v>43406</c:v>
                </c:pt>
                <c:pt idx="1689" c:formatCode="yyyy/m/d">
                  <c:v>43409</c:v>
                </c:pt>
                <c:pt idx="1690" c:formatCode="yyyy/m/d">
                  <c:v>43410</c:v>
                </c:pt>
                <c:pt idx="1691" c:formatCode="yyyy/m/d">
                  <c:v>43411</c:v>
                </c:pt>
                <c:pt idx="1692" c:formatCode="yyyy/m/d">
                  <c:v>43412</c:v>
                </c:pt>
                <c:pt idx="1693" c:formatCode="yyyy/m/d">
                  <c:v>43413</c:v>
                </c:pt>
                <c:pt idx="1694" c:formatCode="yyyy/m/d">
                  <c:v>43416</c:v>
                </c:pt>
                <c:pt idx="1695" c:formatCode="yyyy/m/d">
                  <c:v>43417</c:v>
                </c:pt>
                <c:pt idx="1696" c:formatCode="yyyy/m/d">
                  <c:v>43418</c:v>
                </c:pt>
                <c:pt idx="1697" c:formatCode="yyyy/m/d">
                  <c:v>43419</c:v>
                </c:pt>
                <c:pt idx="1698" c:formatCode="yyyy/m/d">
                  <c:v>43420</c:v>
                </c:pt>
                <c:pt idx="1699" c:formatCode="yyyy/m/d">
                  <c:v>43423</c:v>
                </c:pt>
                <c:pt idx="1700" c:formatCode="yyyy/m/d">
                  <c:v>43424</c:v>
                </c:pt>
                <c:pt idx="1701" c:formatCode="yyyy/m/d">
                  <c:v>43425</c:v>
                </c:pt>
                <c:pt idx="1702" c:formatCode="yyyy/m/d">
                  <c:v>43430</c:v>
                </c:pt>
                <c:pt idx="1703" c:formatCode="yyyy/m/d">
                  <c:v>43431</c:v>
                </c:pt>
                <c:pt idx="1704" c:formatCode="yyyy/m/d">
                  <c:v>43432</c:v>
                </c:pt>
                <c:pt idx="1705" c:formatCode="yyyy/m/d">
                  <c:v>43433</c:v>
                </c:pt>
                <c:pt idx="1706" c:formatCode="yyyy/m/d">
                  <c:v>43434</c:v>
                </c:pt>
                <c:pt idx="1707" c:formatCode="yyyy/m/d">
                  <c:v>43437</c:v>
                </c:pt>
                <c:pt idx="1708" c:formatCode="yyyy/m/d">
                  <c:v>43438</c:v>
                </c:pt>
                <c:pt idx="1709" c:formatCode="yyyy/m/d">
                  <c:v>43439</c:v>
                </c:pt>
                <c:pt idx="1710" c:formatCode="yyyy/m/d">
                  <c:v>43440</c:v>
                </c:pt>
                <c:pt idx="1711" c:formatCode="yyyy/m/d">
                  <c:v>43441</c:v>
                </c:pt>
                <c:pt idx="1712" c:formatCode="yyyy/m/d">
                  <c:v>43444</c:v>
                </c:pt>
                <c:pt idx="1713" c:formatCode="yyyy/m/d">
                  <c:v>43445</c:v>
                </c:pt>
                <c:pt idx="1714" c:formatCode="yyyy/m/d">
                  <c:v>43446</c:v>
                </c:pt>
                <c:pt idx="1715" c:formatCode="yyyy/m/d">
                  <c:v>43447</c:v>
                </c:pt>
                <c:pt idx="1716" c:formatCode="yyyy/m/d">
                  <c:v>43448</c:v>
                </c:pt>
                <c:pt idx="1717" c:formatCode="yyyy/m/d">
                  <c:v>43451</c:v>
                </c:pt>
                <c:pt idx="1718" c:formatCode="yyyy/m/d">
                  <c:v>43452</c:v>
                </c:pt>
                <c:pt idx="1719" c:formatCode="yyyy/m/d">
                  <c:v>43453</c:v>
                </c:pt>
                <c:pt idx="1720" c:formatCode="yyyy/m/d">
                  <c:v>43454</c:v>
                </c:pt>
                <c:pt idx="1721" c:formatCode="yyyy/m/d">
                  <c:v>43455</c:v>
                </c:pt>
                <c:pt idx="1722" c:formatCode="yyyy/m/d">
                  <c:v>43460</c:v>
                </c:pt>
                <c:pt idx="1723" c:formatCode="yyyy/m/d">
                  <c:v>43461</c:v>
                </c:pt>
                <c:pt idx="1724" c:formatCode="yyyy/m/d">
                  <c:v>43462</c:v>
                </c:pt>
                <c:pt idx="1725" c:formatCode="yyyy/m/d">
                  <c:v>43465</c:v>
                </c:pt>
                <c:pt idx="1726" c:formatCode="yyyy/m/d">
                  <c:v>43467</c:v>
                </c:pt>
                <c:pt idx="1727" c:formatCode="yyyy/m/d">
                  <c:v>43468</c:v>
                </c:pt>
                <c:pt idx="1728" c:formatCode="yyyy/m/d">
                  <c:v>43469</c:v>
                </c:pt>
                <c:pt idx="1729" c:formatCode="yyyy/m/d">
                  <c:v>43472</c:v>
                </c:pt>
                <c:pt idx="1730" c:formatCode="yyyy/m/d">
                  <c:v>43473</c:v>
                </c:pt>
                <c:pt idx="1731" c:formatCode="yyyy/m/d">
                  <c:v>43474</c:v>
                </c:pt>
                <c:pt idx="1732" c:formatCode="yyyy/m/d">
                  <c:v>43475</c:v>
                </c:pt>
                <c:pt idx="1733" c:formatCode="yyyy/m/d">
                  <c:v>43476</c:v>
                </c:pt>
                <c:pt idx="1734" c:formatCode="yyyy/m/d">
                  <c:v>43479</c:v>
                </c:pt>
                <c:pt idx="1735" c:formatCode="yyyy/m/d">
                  <c:v>43480</c:v>
                </c:pt>
                <c:pt idx="1736" c:formatCode="yyyy/m/d">
                  <c:v>43481</c:v>
                </c:pt>
                <c:pt idx="1737" c:formatCode="yyyy/m/d">
                  <c:v>43482</c:v>
                </c:pt>
                <c:pt idx="1738" c:formatCode="yyyy/m/d">
                  <c:v>43483</c:v>
                </c:pt>
                <c:pt idx="1739" c:formatCode="yyyy/m/d">
                  <c:v>43487</c:v>
                </c:pt>
                <c:pt idx="1740" c:formatCode="yyyy/m/d">
                  <c:v>43488</c:v>
                </c:pt>
                <c:pt idx="1741" c:formatCode="yyyy/m/d">
                  <c:v>43489</c:v>
                </c:pt>
                <c:pt idx="1742" c:formatCode="yyyy/m/d">
                  <c:v>43490</c:v>
                </c:pt>
                <c:pt idx="1743" c:formatCode="yyyy/m/d">
                  <c:v>43493</c:v>
                </c:pt>
                <c:pt idx="1744" c:formatCode="yyyy/m/d">
                  <c:v>43494</c:v>
                </c:pt>
                <c:pt idx="1745" c:formatCode="yyyy/m/d">
                  <c:v>43495</c:v>
                </c:pt>
                <c:pt idx="1746" c:formatCode="yyyy/m/d">
                  <c:v>43496</c:v>
                </c:pt>
                <c:pt idx="1747" c:formatCode="yyyy/m/d">
                  <c:v>43497</c:v>
                </c:pt>
                <c:pt idx="1748" c:formatCode="yyyy/m/d">
                  <c:v>43500</c:v>
                </c:pt>
                <c:pt idx="1749" c:formatCode="yyyy/m/d">
                  <c:v>43501</c:v>
                </c:pt>
                <c:pt idx="1750" c:formatCode="yyyy/m/d">
                  <c:v>43502</c:v>
                </c:pt>
                <c:pt idx="1751" c:formatCode="yyyy/m/d">
                  <c:v>43503</c:v>
                </c:pt>
                <c:pt idx="1752" c:formatCode="yyyy/m/d">
                  <c:v>43504</c:v>
                </c:pt>
                <c:pt idx="1753" c:formatCode="yyyy/m/d">
                  <c:v>43507</c:v>
                </c:pt>
                <c:pt idx="1754" c:formatCode="yyyy/m/d">
                  <c:v>43508</c:v>
                </c:pt>
                <c:pt idx="1755" c:formatCode="yyyy/m/d">
                  <c:v>43509</c:v>
                </c:pt>
                <c:pt idx="1756" c:formatCode="yyyy/m/d">
                  <c:v>43510</c:v>
                </c:pt>
                <c:pt idx="1757" c:formatCode="yyyy/m/d">
                  <c:v>43511</c:v>
                </c:pt>
                <c:pt idx="1758" c:formatCode="yyyy/m/d">
                  <c:v>43515</c:v>
                </c:pt>
                <c:pt idx="1759" c:formatCode="yyyy/m/d">
                  <c:v>43516</c:v>
                </c:pt>
                <c:pt idx="1760" c:formatCode="yyyy/m/d">
                  <c:v>43517</c:v>
                </c:pt>
                <c:pt idx="1761" c:formatCode="yyyy/m/d">
                  <c:v>43518</c:v>
                </c:pt>
                <c:pt idx="1762" c:formatCode="yyyy/m/d">
                  <c:v>43521</c:v>
                </c:pt>
                <c:pt idx="1763" c:formatCode="yyyy/m/d">
                  <c:v>43522</c:v>
                </c:pt>
                <c:pt idx="1764" c:formatCode="yyyy/m/d">
                  <c:v>43523</c:v>
                </c:pt>
                <c:pt idx="1765" c:formatCode="yyyy/m/d">
                  <c:v>43524</c:v>
                </c:pt>
                <c:pt idx="1766" c:formatCode="yyyy/m/d">
                  <c:v>43525</c:v>
                </c:pt>
                <c:pt idx="1767" c:formatCode="yyyy/m/d">
                  <c:v>43528</c:v>
                </c:pt>
                <c:pt idx="1768" c:formatCode="yyyy/m/d">
                  <c:v>43529</c:v>
                </c:pt>
                <c:pt idx="1769" c:formatCode="yyyy/m/d">
                  <c:v>43530</c:v>
                </c:pt>
                <c:pt idx="1770" c:formatCode="yyyy/m/d">
                  <c:v>43531</c:v>
                </c:pt>
                <c:pt idx="1771" c:formatCode="yyyy/m/d">
                  <c:v>43532</c:v>
                </c:pt>
                <c:pt idx="1772" c:formatCode="yyyy/m/d">
                  <c:v>43535</c:v>
                </c:pt>
                <c:pt idx="1773" c:formatCode="yyyy/m/d">
                  <c:v>43536</c:v>
                </c:pt>
                <c:pt idx="1774" c:formatCode="yyyy/m/d">
                  <c:v>43537</c:v>
                </c:pt>
                <c:pt idx="1775" c:formatCode="yyyy/m/d">
                  <c:v>43538</c:v>
                </c:pt>
                <c:pt idx="1776" c:formatCode="yyyy/m/d">
                  <c:v>43539</c:v>
                </c:pt>
                <c:pt idx="1777" c:formatCode="yyyy/m/d">
                  <c:v>43542</c:v>
                </c:pt>
                <c:pt idx="1778" c:formatCode="yyyy/m/d">
                  <c:v>43543</c:v>
                </c:pt>
                <c:pt idx="1779" c:formatCode="yyyy/m/d">
                  <c:v>43544</c:v>
                </c:pt>
                <c:pt idx="1780" c:formatCode="yyyy/m/d">
                  <c:v>43545</c:v>
                </c:pt>
                <c:pt idx="1781" c:formatCode="yyyy/m/d">
                  <c:v>43546</c:v>
                </c:pt>
                <c:pt idx="1782" c:formatCode="yyyy/m/d">
                  <c:v>43549</c:v>
                </c:pt>
                <c:pt idx="1783" c:formatCode="yyyy/m/d">
                  <c:v>43550</c:v>
                </c:pt>
                <c:pt idx="1784" c:formatCode="yyyy/m/d">
                  <c:v>43551</c:v>
                </c:pt>
                <c:pt idx="1785" c:formatCode="yyyy/m/d">
                  <c:v>43552</c:v>
                </c:pt>
                <c:pt idx="1786" c:formatCode="yyyy/m/d">
                  <c:v>43553</c:v>
                </c:pt>
                <c:pt idx="1787" c:formatCode="yyyy/m/d">
                  <c:v>43556</c:v>
                </c:pt>
                <c:pt idx="1788" c:formatCode="yyyy/m/d">
                  <c:v>43557</c:v>
                </c:pt>
                <c:pt idx="1789" c:formatCode="yyyy/m/d">
                  <c:v>43558</c:v>
                </c:pt>
                <c:pt idx="1790" c:formatCode="yyyy/m/d">
                  <c:v>43559</c:v>
                </c:pt>
                <c:pt idx="1791" c:formatCode="yyyy/m/d">
                  <c:v>43560</c:v>
                </c:pt>
                <c:pt idx="1792" c:formatCode="yyyy/m/d">
                  <c:v>43563</c:v>
                </c:pt>
                <c:pt idx="1793" c:formatCode="yyyy/m/d">
                  <c:v>43564</c:v>
                </c:pt>
                <c:pt idx="1794" c:formatCode="yyyy/m/d">
                  <c:v>43565</c:v>
                </c:pt>
                <c:pt idx="1795" c:formatCode="yyyy/m/d">
                  <c:v>43566</c:v>
                </c:pt>
                <c:pt idx="1796" c:formatCode="yyyy/m/d">
                  <c:v>43567</c:v>
                </c:pt>
                <c:pt idx="1797" c:formatCode="yyyy/m/d">
                  <c:v>43570</c:v>
                </c:pt>
                <c:pt idx="1798" c:formatCode="yyyy/m/d">
                  <c:v>43571</c:v>
                </c:pt>
                <c:pt idx="1799" c:formatCode="yyyy/m/d">
                  <c:v>43572</c:v>
                </c:pt>
                <c:pt idx="1800" c:formatCode="yyyy/m/d">
                  <c:v>43573</c:v>
                </c:pt>
                <c:pt idx="1801" c:formatCode="yyyy/m/d">
                  <c:v>43577</c:v>
                </c:pt>
                <c:pt idx="1802" c:formatCode="yyyy/m/d">
                  <c:v>43578</c:v>
                </c:pt>
                <c:pt idx="1803" c:formatCode="yyyy/m/d">
                  <c:v>43579</c:v>
                </c:pt>
                <c:pt idx="1804" c:formatCode="yyyy/m/d">
                  <c:v>43580</c:v>
                </c:pt>
                <c:pt idx="1805" c:formatCode="yyyy/m/d">
                  <c:v>43581</c:v>
                </c:pt>
                <c:pt idx="1806" c:formatCode="yyyy/m/d">
                  <c:v>43584</c:v>
                </c:pt>
                <c:pt idx="1807" c:formatCode="yyyy/m/d">
                  <c:v>43585</c:v>
                </c:pt>
                <c:pt idx="1808" c:formatCode="yyyy/m/d">
                  <c:v>43586</c:v>
                </c:pt>
                <c:pt idx="1809" c:formatCode="yyyy/m/d">
                  <c:v>43587</c:v>
                </c:pt>
                <c:pt idx="1810" c:formatCode="yyyy/m/d">
                  <c:v>43588</c:v>
                </c:pt>
                <c:pt idx="1811" c:formatCode="yyyy/m/d">
                  <c:v>43591</c:v>
                </c:pt>
                <c:pt idx="1812" c:formatCode="yyyy/m/d">
                  <c:v>43592</c:v>
                </c:pt>
                <c:pt idx="1813" c:formatCode="yyyy/m/d">
                  <c:v>43593</c:v>
                </c:pt>
                <c:pt idx="1814" c:formatCode="yyyy/m/d">
                  <c:v>43594</c:v>
                </c:pt>
                <c:pt idx="1815" c:formatCode="yyyy/m/d">
                  <c:v>43595</c:v>
                </c:pt>
                <c:pt idx="1816" c:formatCode="yyyy/m/d">
                  <c:v>43598</c:v>
                </c:pt>
                <c:pt idx="1817" c:formatCode="yyyy/m/d">
                  <c:v>43599</c:v>
                </c:pt>
                <c:pt idx="1818" c:formatCode="yyyy/m/d">
                  <c:v>43600</c:v>
                </c:pt>
                <c:pt idx="1819" c:formatCode="yyyy/m/d">
                  <c:v>43601</c:v>
                </c:pt>
                <c:pt idx="1820" c:formatCode="yyyy/m/d">
                  <c:v>43602</c:v>
                </c:pt>
                <c:pt idx="1821" c:formatCode="yyyy/m/d">
                  <c:v>43605</c:v>
                </c:pt>
                <c:pt idx="1822" c:formatCode="yyyy/m/d">
                  <c:v>43606</c:v>
                </c:pt>
                <c:pt idx="1823" c:formatCode="yyyy/m/d">
                  <c:v>43607</c:v>
                </c:pt>
                <c:pt idx="1824" c:formatCode="yyyy/m/d">
                  <c:v>43608</c:v>
                </c:pt>
                <c:pt idx="1825" c:formatCode="yyyy/m/d">
                  <c:v>43609</c:v>
                </c:pt>
                <c:pt idx="1826" c:formatCode="yyyy/m/d">
                  <c:v>43613</c:v>
                </c:pt>
                <c:pt idx="1827" c:formatCode="yyyy/m/d">
                  <c:v>43614</c:v>
                </c:pt>
                <c:pt idx="1828" c:formatCode="yyyy/m/d">
                  <c:v>43615</c:v>
                </c:pt>
                <c:pt idx="1829" c:formatCode="yyyy/m/d">
                  <c:v>43616</c:v>
                </c:pt>
                <c:pt idx="1830" c:formatCode="yyyy/m/d">
                  <c:v>43619</c:v>
                </c:pt>
                <c:pt idx="1831" c:formatCode="yyyy/m/d">
                  <c:v>43620</c:v>
                </c:pt>
                <c:pt idx="1832" c:formatCode="yyyy/m/d">
                  <c:v>43621</c:v>
                </c:pt>
                <c:pt idx="1833" c:formatCode="yyyy/m/d">
                  <c:v>43622</c:v>
                </c:pt>
                <c:pt idx="1834" c:formatCode="yyyy/m/d">
                  <c:v>43623</c:v>
                </c:pt>
                <c:pt idx="1835" c:formatCode="yyyy/m/d">
                  <c:v>43626</c:v>
                </c:pt>
                <c:pt idx="1836" c:formatCode="yyyy/m/d">
                  <c:v>43627</c:v>
                </c:pt>
                <c:pt idx="1837" c:formatCode="yyyy/m/d">
                  <c:v>43628</c:v>
                </c:pt>
                <c:pt idx="1838" c:formatCode="yyyy/m/d">
                  <c:v>43629</c:v>
                </c:pt>
                <c:pt idx="1839" c:formatCode="yyyy/m/d">
                  <c:v>43630</c:v>
                </c:pt>
                <c:pt idx="1840" c:formatCode="yyyy/m/d">
                  <c:v>43633</c:v>
                </c:pt>
                <c:pt idx="1841" c:formatCode="yyyy/m/d">
                  <c:v>43634</c:v>
                </c:pt>
                <c:pt idx="1842" c:formatCode="yyyy/m/d">
                  <c:v>43635</c:v>
                </c:pt>
                <c:pt idx="1843" c:formatCode="yyyy/m/d">
                  <c:v>43636</c:v>
                </c:pt>
                <c:pt idx="1844" c:formatCode="yyyy/m/d">
                  <c:v>43637</c:v>
                </c:pt>
                <c:pt idx="1845" c:formatCode="yyyy/m/d">
                  <c:v>43640</c:v>
                </c:pt>
                <c:pt idx="1846" c:formatCode="yyyy/m/d">
                  <c:v>43641</c:v>
                </c:pt>
                <c:pt idx="1847" c:formatCode="yyyy/m/d">
                  <c:v>43642</c:v>
                </c:pt>
                <c:pt idx="1848" c:formatCode="yyyy/m/d">
                  <c:v>43643</c:v>
                </c:pt>
                <c:pt idx="1849" c:formatCode="yyyy/m/d">
                  <c:v>43644</c:v>
                </c:pt>
                <c:pt idx="1850" c:formatCode="yyyy/m/d">
                  <c:v>43647</c:v>
                </c:pt>
                <c:pt idx="1851" c:formatCode="yyyy/m/d">
                  <c:v>43648</c:v>
                </c:pt>
                <c:pt idx="1852" c:formatCode="yyyy/m/d">
                  <c:v>43649</c:v>
                </c:pt>
                <c:pt idx="1853" c:formatCode="yyyy/m/d">
                  <c:v>43651</c:v>
                </c:pt>
                <c:pt idx="1854" c:formatCode="yyyy/m/d">
                  <c:v>43654</c:v>
                </c:pt>
                <c:pt idx="1855" c:formatCode="yyyy/m/d">
                  <c:v>43655</c:v>
                </c:pt>
                <c:pt idx="1856" c:formatCode="yyyy/m/d">
                  <c:v>43656</c:v>
                </c:pt>
                <c:pt idx="1857" c:formatCode="yyyy/m/d">
                  <c:v>43657</c:v>
                </c:pt>
                <c:pt idx="1858" c:formatCode="yyyy/m/d">
                  <c:v>43658</c:v>
                </c:pt>
                <c:pt idx="1859" c:formatCode="yyyy/m/d">
                  <c:v>43661</c:v>
                </c:pt>
                <c:pt idx="1860" c:formatCode="yyyy/m/d">
                  <c:v>43662</c:v>
                </c:pt>
                <c:pt idx="1861" c:formatCode="yyyy/m/d">
                  <c:v>43663</c:v>
                </c:pt>
                <c:pt idx="1862" c:formatCode="yyyy/m/d">
                  <c:v>43664</c:v>
                </c:pt>
                <c:pt idx="1863" c:formatCode="yyyy/m/d">
                  <c:v>43665</c:v>
                </c:pt>
                <c:pt idx="1864" c:formatCode="yyyy/m/d">
                  <c:v>43668</c:v>
                </c:pt>
                <c:pt idx="1865" c:formatCode="yyyy/m/d">
                  <c:v>43669</c:v>
                </c:pt>
                <c:pt idx="1866" c:formatCode="yyyy/m/d">
                  <c:v>43670</c:v>
                </c:pt>
                <c:pt idx="1867" c:formatCode="yyyy/m/d">
                  <c:v>43671</c:v>
                </c:pt>
                <c:pt idx="1868" c:formatCode="yyyy/m/d">
                  <c:v>43672</c:v>
                </c:pt>
                <c:pt idx="1869" c:formatCode="yyyy/m/d">
                  <c:v>43675</c:v>
                </c:pt>
                <c:pt idx="1870" c:formatCode="yyyy/m/d">
                  <c:v>43676</c:v>
                </c:pt>
                <c:pt idx="1871" c:formatCode="yyyy/m/d">
                  <c:v>43677</c:v>
                </c:pt>
                <c:pt idx="1872" c:formatCode="yyyy/m/d">
                  <c:v>43678</c:v>
                </c:pt>
                <c:pt idx="1873" c:formatCode="yyyy/m/d">
                  <c:v>43679</c:v>
                </c:pt>
                <c:pt idx="1874" c:formatCode="yyyy/m/d">
                  <c:v>43682</c:v>
                </c:pt>
                <c:pt idx="1875" c:formatCode="yyyy/m/d">
                  <c:v>43683</c:v>
                </c:pt>
                <c:pt idx="1876" c:formatCode="yyyy/m/d">
                  <c:v>43684</c:v>
                </c:pt>
                <c:pt idx="1877" c:formatCode="yyyy/m/d">
                  <c:v>43685</c:v>
                </c:pt>
                <c:pt idx="1878" c:formatCode="yyyy/m/d">
                  <c:v>43686</c:v>
                </c:pt>
                <c:pt idx="1879" c:formatCode="yyyy/m/d">
                  <c:v>43689</c:v>
                </c:pt>
                <c:pt idx="1880" c:formatCode="yyyy/m/d">
                  <c:v>43690</c:v>
                </c:pt>
                <c:pt idx="1881" c:formatCode="yyyy/m/d">
                  <c:v>43691</c:v>
                </c:pt>
                <c:pt idx="1882" c:formatCode="yyyy/m/d">
                  <c:v>43692</c:v>
                </c:pt>
                <c:pt idx="1883" c:formatCode="yyyy/m/d">
                  <c:v>43693</c:v>
                </c:pt>
                <c:pt idx="1884" c:formatCode="yyyy/m/d">
                  <c:v>43696</c:v>
                </c:pt>
                <c:pt idx="1885" c:formatCode="yyyy/m/d">
                  <c:v>43697</c:v>
                </c:pt>
                <c:pt idx="1886" c:formatCode="yyyy/m/d">
                  <c:v>43698</c:v>
                </c:pt>
                <c:pt idx="1887" c:formatCode="yyyy/m/d">
                  <c:v>43699</c:v>
                </c:pt>
                <c:pt idx="1888" c:formatCode="yyyy/m/d">
                  <c:v>43700</c:v>
                </c:pt>
                <c:pt idx="1889" c:formatCode="yyyy/m/d">
                  <c:v>43703</c:v>
                </c:pt>
                <c:pt idx="1890" c:formatCode="yyyy/m/d">
                  <c:v>43704</c:v>
                </c:pt>
                <c:pt idx="1891" c:formatCode="yyyy/m/d">
                  <c:v>43705</c:v>
                </c:pt>
                <c:pt idx="1892" c:formatCode="yyyy/m/d">
                  <c:v>43706</c:v>
                </c:pt>
                <c:pt idx="1893" c:formatCode="yyyy/m/d">
                  <c:v>43707</c:v>
                </c:pt>
                <c:pt idx="1894" c:formatCode="yyyy/m/d">
                  <c:v>43711</c:v>
                </c:pt>
                <c:pt idx="1895" c:formatCode="yyyy/m/d">
                  <c:v>43712</c:v>
                </c:pt>
                <c:pt idx="1896" c:formatCode="yyyy/m/d">
                  <c:v>43713</c:v>
                </c:pt>
                <c:pt idx="1897" c:formatCode="yyyy/m/d">
                  <c:v>43714</c:v>
                </c:pt>
                <c:pt idx="1898" c:formatCode="yyyy/m/d">
                  <c:v>43717</c:v>
                </c:pt>
                <c:pt idx="1899" c:formatCode="yyyy/m/d">
                  <c:v>43718</c:v>
                </c:pt>
                <c:pt idx="1900" c:formatCode="yyyy/m/d">
                  <c:v>43719</c:v>
                </c:pt>
                <c:pt idx="1901" c:formatCode="yyyy/m/d">
                  <c:v>43720</c:v>
                </c:pt>
                <c:pt idx="1902" c:formatCode="yyyy/m/d">
                  <c:v>43721</c:v>
                </c:pt>
                <c:pt idx="1903" c:formatCode="yyyy/m/d">
                  <c:v>43724</c:v>
                </c:pt>
                <c:pt idx="1904" c:formatCode="yyyy/m/d">
                  <c:v>43725</c:v>
                </c:pt>
                <c:pt idx="1905" c:formatCode="yyyy/m/d">
                  <c:v>43726</c:v>
                </c:pt>
                <c:pt idx="1906" c:formatCode="yyyy/m/d">
                  <c:v>43727</c:v>
                </c:pt>
                <c:pt idx="1907" c:formatCode="yyyy/m/d">
                  <c:v>43728</c:v>
                </c:pt>
                <c:pt idx="1908" c:formatCode="yyyy/m/d">
                  <c:v>43731</c:v>
                </c:pt>
                <c:pt idx="1909" c:formatCode="yyyy/m/d">
                  <c:v>43732</c:v>
                </c:pt>
                <c:pt idx="1910" c:formatCode="yyyy/m/d">
                  <c:v>43733</c:v>
                </c:pt>
                <c:pt idx="1911" c:formatCode="yyyy/m/d">
                  <c:v>43734</c:v>
                </c:pt>
                <c:pt idx="1912" c:formatCode="yyyy/m/d">
                  <c:v>43735</c:v>
                </c:pt>
                <c:pt idx="1913" c:formatCode="yyyy/m/d">
                  <c:v>43738</c:v>
                </c:pt>
                <c:pt idx="1914" c:formatCode="yyyy/m/d">
                  <c:v>43739</c:v>
                </c:pt>
                <c:pt idx="1915" c:formatCode="yyyy/m/d">
                  <c:v>43740</c:v>
                </c:pt>
                <c:pt idx="1916" c:formatCode="yyyy/m/d">
                  <c:v>43741</c:v>
                </c:pt>
                <c:pt idx="1917" c:formatCode="yyyy/m/d">
                  <c:v>43742</c:v>
                </c:pt>
                <c:pt idx="1918" c:formatCode="yyyy/m/d">
                  <c:v>43745</c:v>
                </c:pt>
                <c:pt idx="1919" c:formatCode="yyyy/m/d">
                  <c:v>43746</c:v>
                </c:pt>
                <c:pt idx="1920" c:formatCode="yyyy/m/d">
                  <c:v>43747</c:v>
                </c:pt>
                <c:pt idx="1921" c:formatCode="yyyy/m/d">
                  <c:v>43748</c:v>
                </c:pt>
                <c:pt idx="1922" c:formatCode="yyyy/m/d">
                  <c:v>43749</c:v>
                </c:pt>
                <c:pt idx="1923" c:formatCode="yyyy/m/d">
                  <c:v>43752</c:v>
                </c:pt>
                <c:pt idx="1924" c:formatCode="yyyy/m/d">
                  <c:v>43753</c:v>
                </c:pt>
                <c:pt idx="1925" c:formatCode="yyyy/m/d">
                  <c:v>43754</c:v>
                </c:pt>
                <c:pt idx="1926" c:formatCode="yyyy/m/d">
                  <c:v>43755</c:v>
                </c:pt>
                <c:pt idx="1927" c:formatCode="yyyy/m/d">
                  <c:v>43756</c:v>
                </c:pt>
                <c:pt idx="1928" c:formatCode="yyyy/m/d">
                  <c:v>43759</c:v>
                </c:pt>
                <c:pt idx="1929" c:formatCode="yyyy/m/d">
                  <c:v>43760</c:v>
                </c:pt>
                <c:pt idx="1930" c:formatCode="yyyy/m/d">
                  <c:v>43761</c:v>
                </c:pt>
                <c:pt idx="1931" c:formatCode="yyyy/m/d">
                  <c:v>43762</c:v>
                </c:pt>
                <c:pt idx="1932" c:formatCode="yyyy/m/d">
                  <c:v>43763</c:v>
                </c:pt>
                <c:pt idx="1933" c:formatCode="yyyy/m/d">
                  <c:v>43766</c:v>
                </c:pt>
                <c:pt idx="1934" c:formatCode="yyyy/m/d">
                  <c:v>43767</c:v>
                </c:pt>
                <c:pt idx="1935" c:formatCode="yyyy/m/d">
                  <c:v>43768</c:v>
                </c:pt>
                <c:pt idx="1936" c:formatCode="yyyy/m/d">
                  <c:v>43769</c:v>
                </c:pt>
                <c:pt idx="1937" c:formatCode="yyyy/m/d">
                  <c:v>43770</c:v>
                </c:pt>
                <c:pt idx="1938" c:formatCode="yyyy/m/d">
                  <c:v>43773</c:v>
                </c:pt>
                <c:pt idx="1939" c:formatCode="yyyy/m/d">
                  <c:v>43774</c:v>
                </c:pt>
                <c:pt idx="1940" c:formatCode="yyyy/m/d">
                  <c:v>43775</c:v>
                </c:pt>
                <c:pt idx="1941" c:formatCode="yyyy/m/d">
                  <c:v>43776</c:v>
                </c:pt>
                <c:pt idx="1942" c:formatCode="yyyy/m/d">
                  <c:v>43777</c:v>
                </c:pt>
                <c:pt idx="1943" c:formatCode="yyyy/m/d">
                  <c:v>43780</c:v>
                </c:pt>
                <c:pt idx="1944" c:formatCode="yyyy/m/d">
                  <c:v>43781</c:v>
                </c:pt>
                <c:pt idx="1945" c:formatCode="yyyy/m/d">
                  <c:v>43782</c:v>
                </c:pt>
                <c:pt idx="1946" c:formatCode="yyyy/m/d">
                  <c:v>43783</c:v>
                </c:pt>
                <c:pt idx="1947" c:formatCode="yyyy/m/d">
                  <c:v>43784</c:v>
                </c:pt>
                <c:pt idx="1948" c:formatCode="yyyy/m/d">
                  <c:v>43787</c:v>
                </c:pt>
                <c:pt idx="1949" c:formatCode="yyyy/m/d">
                  <c:v>43788</c:v>
                </c:pt>
                <c:pt idx="1950" c:formatCode="yyyy/m/d">
                  <c:v>43789</c:v>
                </c:pt>
                <c:pt idx="1951" c:formatCode="yyyy/m/d">
                  <c:v>43790</c:v>
                </c:pt>
                <c:pt idx="1952" c:formatCode="yyyy/m/d">
                  <c:v>43791</c:v>
                </c:pt>
                <c:pt idx="1953" c:formatCode="yyyy/m/d">
                  <c:v>43794</c:v>
                </c:pt>
                <c:pt idx="1954" c:formatCode="yyyy/m/d">
                  <c:v>43795</c:v>
                </c:pt>
                <c:pt idx="1955" c:formatCode="yyyy/m/d">
                  <c:v>43796</c:v>
                </c:pt>
                <c:pt idx="1956" c:formatCode="yyyy/m/d">
                  <c:v>43801</c:v>
                </c:pt>
                <c:pt idx="1957" c:formatCode="yyyy/m/d">
                  <c:v>43802</c:v>
                </c:pt>
                <c:pt idx="1958" c:formatCode="yyyy/m/d">
                  <c:v>43803</c:v>
                </c:pt>
                <c:pt idx="1959" c:formatCode="yyyy/m/d">
                  <c:v>43804</c:v>
                </c:pt>
                <c:pt idx="1960" c:formatCode="yyyy/m/d">
                  <c:v>43805</c:v>
                </c:pt>
                <c:pt idx="1961" c:formatCode="yyyy/m/d">
                  <c:v>43808</c:v>
                </c:pt>
                <c:pt idx="1962" c:formatCode="yyyy/m/d">
                  <c:v>43809</c:v>
                </c:pt>
                <c:pt idx="1963" c:formatCode="yyyy/m/d">
                  <c:v>43810</c:v>
                </c:pt>
                <c:pt idx="1964" c:formatCode="yyyy/m/d">
                  <c:v>43811</c:v>
                </c:pt>
                <c:pt idx="1965" c:formatCode="yyyy/m/d">
                  <c:v>43812</c:v>
                </c:pt>
                <c:pt idx="1966" c:formatCode="yyyy/m/d">
                  <c:v>43815</c:v>
                </c:pt>
                <c:pt idx="1967" c:formatCode="yyyy/m/d">
                  <c:v>43816</c:v>
                </c:pt>
                <c:pt idx="1968" c:formatCode="yyyy/m/d">
                  <c:v>43817</c:v>
                </c:pt>
                <c:pt idx="1969" c:formatCode="yyyy/m/d">
                  <c:v>43818</c:v>
                </c:pt>
                <c:pt idx="1970" c:formatCode="yyyy/m/d">
                  <c:v>43819</c:v>
                </c:pt>
                <c:pt idx="1971" c:formatCode="yyyy/m/d">
                  <c:v>43822</c:v>
                </c:pt>
                <c:pt idx="1972" c:formatCode="yyyy/m/d">
                  <c:v>43825</c:v>
                </c:pt>
                <c:pt idx="1973" c:formatCode="yyyy/m/d">
                  <c:v>43826</c:v>
                </c:pt>
                <c:pt idx="1974" c:formatCode="yyyy/m/d">
                  <c:v>43829</c:v>
                </c:pt>
                <c:pt idx="1975" c:formatCode="yyyy/m/d">
                  <c:v>43830</c:v>
                </c:pt>
                <c:pt idx="1976" c:formatCode="yyyy/m/d">
                  <c:v>43832</c:v>
                </c:pt>
                <c:pt idx="1977" c:formatCode="yyyy/m/d">
                  <c:v>43833</c:v>
                </c:pt>
                <c:pt idx="1978" c:formatCode="yyyy/m/d">
                  <c:v>43836</c:v>
                </c:pt>
                <c:pt idx="1979" c:formatCode="yyyy/m/d">
                  <c:v>43837</c:v>
                </c:pt>
                <c:pt idx="1980" c:formatCode="yyyy/m/d">
                  <c:v>43838</c:v>
                </c:pt>
                <c:pt idx="1981" c:formatCode="yyyy/m/d">
                  <c:v>43839</c:v>
                </c:pt>
                <c:pt idx="1982" c:formatCode="yyyy/m/d">
                  <c:v>43840</c:v>
                </c:pt>
                <c:pt idx="1983" c:formatCode="yyyy/m/d">
                  <c:v>43843</c:v>
                </c:pt>
                <c:pt idx="1984" c:formatCode="yyyy/m/d">
                  <c:v>43844</c:v>
                </c:pt>
                <c:pt idx="1985" c:formatCode="yyyy/m/d">
                  <c:v>43845</c:v>
                </c:pt>
                <c:pt idx="1986" c:formatCode="yyyy/m/d">
                  <c:v>43846</c:v>
                </c:pt>
                <c:pt idx="1987" c:formatCode="yyyy/m/d">
                  <c:v>43847</c:v>
                </c:pt>
                <c:pt idx="1988" c:formatCode="yyyy/m/d">
                  <c:v>43851</c:v>
                </c:pt>
                <c:pt idx="1989" c:formatCode="yyyy/m/d">
                  <c:v>43852</c:v>
                </c:pt>
                <c:pt idx="1990" c:formatCode="yyyy/m/d">
                  <c:v>43853</c:v>
                </c:pt>
                <c:pt idx="1991" c:formatCode="yyyy/m/d">
                  <c:v>43854</c:v>
                </c:pt>
                <c:pt idx="1992" c:formatCode="yyyy/m/d">
                  <c:v>43857</c:v>
                </c:pt>
                <c:pt idx="1993" c:formatCode="yyyy/m/d">
                  <c:v>43858</c:v>
                </c:pt>
                <c:pt idx="1994" c:formatCode="yyyy/m/d">
                  <c:v>43859</c:v>
                </c:pt>
                <c:pt idx="1995" c:formatCode="yyyy/m/d">
                  <c:v>43860</c:v>
                </c:pt>
                <c:pt idx="1996" c:formatCode="yyyy/m/d">
                  <c:v>43861</c:v>
                </c:pt>
                <c:pt idx="1997" c:formatCode="yyyy/m/d">
                  <c:v>43864</c:v>
                </c:pt>
                <c:pt idx="1998" c:formatCode="yyyy/m/d">
                  <c:v>43865</c:v>
                </c:pt>
                <c:pt idx="1999" c:formatCode="yyyy/m/d">
                  <c:v>43866</c:v>
                </c:pt>
                <c:pt idx="2000" c:formatCode="yyyy/m/d">
                  <c:v>43867</c:v>
                </c:pt>
                <c:pt idx="2001" c:formatCode="yyyy/m/d">
                  <c:v>43868</c:v>
                </c:pt>
                <c:pt idx="2002" c:formatCode="yyyy/m/d">
                  <c:v>43871</c:v>
                </c:pt>
                <c:pt idx="2003" c:formatCode="yyyy/m/d">
                  <c:v>43872</c:v>
                </c:pt>
                <c:pt idx="2004" c:formatCode="yyyy/m/d">
                  <c:v>43873</c:v>
                </c:pt>
                <c:pt idx="2005" c:formatCode="yyyy/m/d">
                  <c:v>43874</c:v>
                </c:pt>
                <c:pt idx="2006" c:formatCode="yyyy/m/d">
                  <c:v>43875</c:v>
                </c:pt>
                <c:pt idx="2007" c:formatCode="yyyy/m/d">
                  <c:v>43879</c:v>
                </c:pt>
                <c:pt idx="2008" c:formatCode="yyyy/m/d">
                  <c:v>43880</c:v>
                </c:pt>
                <c:pt idx="2009" c:formatCode="yyyy/m/d">
                  <c:v>43881</c:v>
                </c:pt>
                <c:pt idx="2010" c:formatCode="yyyy/m/d">
                  <c:v>43882</c:v>
                </c:pt>
                <c:pt idx="2011" c:formatCode="yyyy/m/d">
                  <c:v>43885</c:v>
                </c:pt>
                <c:pt idx="2012" c:formatCode="yyyy/m/d">
                  <c:v>43886</c:v>
                </c:pt>
                <c:pt idx="2013" c:formatCode="yyyy/m/d">
                  <c:v>43887</c:v>
                </c:pt>
                <c:pt idx="2014" c:formatCode="yyyy/m/d">
                  <c:v>43888</c:v>
                </c:pt>
                <c:pt idx="2015" c:formatCode="yyyy/m/d">
                  <c:v>43889</c:v>
                </c:pt>
                <c:pt idx="2016" c:formatCode="yyyy/m/d">
                  <c:v>43892</c:v>
                </c:pt>
                <c:pt idx="2017" c:formatCode="yyyy/m/d">
                  <c:v>43893</c:v>
                </c:pt>
                <c:pt idx="2018" c:formatCode="yyyy/m/d">
                  <c:v>43894</c:v>
                </c:pt>
                <c:pt idx="2019" c:formatCode="yyyy/m/d">
                  <c:v>43895</c:v>
                </c:pt>
                <c:pt idx="2020" c:formatCode="yyyy/m/d">
                  <c:v>43896</c:v>
                </c:pt>
                <c:pt idx="2021" c:formatCode="yyyy/m/d">
                  <c:v>43899</c:v>
                </c:pt>
                <c:pt idx="2022" c:formatCode="yyyy/m/d">
                  <c:v>43900</c:v>
                </c:pt>
                <c:pt idx="2023" c:formatCode="yyyy/m/d">
                  <c:v>43901</c:v>
                </c:pt>
                <c:pt idx="2024" c:formatCode="yyyy/m/d">
                  <c:v>43902</c:v>
                </c:pt>
                <c:pt idx="2025" c:formatCode="yyyy/m/d">
                  <c:v>43903</c:v>
                </c:pt>
                <c:pt idx="2026" c:formatCode="yyyy/m/d">
                  <c:v>43906</c:v>
                </c:pt>
                <c:pt idx="2027" c:formatCode="yyyy/m/d">
                  <c:v>43907</c:v>
                </c:pt>
                <c:pt idx="2028" c:formatCode="yyyy/m/d">
                  <c:v>43908</c:v>
                </c:pt>
                <c:pt idx="2029" c:formatCode="yyyy/m/d">
                  <c:v>43909</c:v>
                </c:pt>
                <c:pt idx="2030" c:formatCode="yyyy/m/d">
                  <c:v>43910</c:v>
                </c:pt>
                <c:pt idx="2031" c:formatCode="yyyy/m/d">
                  <c:v>43913</c:v>
                </c:pt>
                <c:pt idx="2032" c:formatCode="yyyy/m/d">
                  <c:v>43914</c:v>
                </c:pt>
                <c:pt idx="2033" c:formatCode="yyyy/m/d">
                  <c:v>43915</c:v>
                </c:pt>
                <c:pt idx="2034" c:formatCode="yyyy/m/d">
                  <c:v>43916</c:v>
                </c:pt>
                <c:pt idx="2035" c:formatCode="yyyy/m/d">
                  <c:v>43917</c:v>
                </c:pt>
                <c:pt idx="2036" c:formatCode="yyyy/m/d">
                  <c:v>43920</c:v>
                </c:pt>
                <c:pt idx="2037" c:formatCode="yyyy/m/d">
                  <c:v>43921</c:v>
                </c:pt>
                <c:pt idx="2038" c:formatCode="yyyy/m/d">
                  <c:v>43922</c:v>
                </c:pt>
                <c:pt idx="2039" c:formatCode="yyyy/m/d">
                  <c:v>43923</c:v>
                </c:pt>
                <c:pt idx="2040" c:formatCode="yyyy/m/d">
                  <c:v>43924</c:v>
                </c:pt>
                <c:pt idx="2041" c:formatCode="yyyy/m/d">
                  <c:v>43927</c:v>
                </c:pt>
                <c:pt idx="2042" c:formatCode="yyyy/m/d">
                  <c:v>43928</c:v>
                </c:pt>
                <c:pt idx="2043" c:formatCode="yyyy/m/d">
                  <c:v>43929</c:v>
                </c:pt>
                <c:pt idx="2044" c:formatCode="yyyy/m/d">
                  <c:v>43930</c:v>
                </c:pt>
                <c:pt idx="2045" c:formatCode="yyyy/m/d">
                  <c:v>43934</c:v>
                </c:pt>
                <c:pt idx="2046" c:formatCode="yyyy/m/d">
                  <c:v>43935</c:v>
                </c:pt>
                <c:pt idx="2047" c:formatCode="yyyy/m/d">
                  <c:v>43936</c:v>
                </c:pt>
                <c:pt idx="2048" c:formatCode="yyyy/m/d">
                  <c:v>43937</c:v>
                </c:pt>
                <c:pt idx="2049" c:formatCode="yyyy/m/d">
                  <c:v>43938</c:v>
                </c:pt>
                <c:pt idx="2050" c:formatCode="yyyy/m/d">
                  <c:v>43941</c:v>
                </c:pt>
                <c:pt idx="2051" c:formatCode="yyyy/m/d">
                  <c:v>43942</c:v>
                </c:pt>
                <c:pt idx="2052" c:formatCode="yyyy/m/d">
                  <c:v>43943</c:v>
                </c:pt>
                <c:pt idx="2053" c:formatCode="yyyy/m/d">
                  <c:v>43944</c:v>
                </c:pt>
                <c:pt idx="2054" c:formatCode="yyyy/m/d">
                  <c:v>43945</c:v>
                </c:pt>
                <c:pt idx="2055" c:formatCode="yyyy/m/d">
                  <c:v>43948</c:v>
                </c:pt>
                <c:pt idx="2056" c:formatCode="yyyy/m/d">
                  <c:v>43949</c:v>
                </c:pt>
                <c:pt idx="2057" c:formatCode="yyyy/m/d">
                  <c:v>43950</c:v>
                </c:pt>
                <c:pt idx="2058" c:formatCode="yyyy/m/d">
                  <c:v>43951</c:v>
                </c:pt>
                <c:pt idx="2059" c:formatCode="yyyy/m/d">
                  <c:v>43952</c:v>
                </c:pt>
                <c:pt idx="2060" c:formatCode="yyyy/m/d">
                  <c:v>43955</c:v>
                </c:pt>
                <c:pt idx="2061" c:formatCode="yyyy/m/d">
                  <c:v>43956</c:v>
                </c:pt>
                <c:pt idx="2062" c:formatCode="yyyy/m/d">
                  <c:v>43957</c:v>
                </c:pt>
                <c:pt idx="2063" c:formatCode="yyyy/m/d">
                  <c:v>43958</c:v>
                </c:pt>
                <c:pt idx="2064" c:formatCode="yyyy/m/d">
                  <c:v>43959</c:v>
                </c:pt>
                <c:pt idx="2065" c:formatCode="yyyy/m/d">
                  <c:v>43962</c:v>
                </c:pt>
                <c:pt idx="2066" c:formatCode="yyyy/m/d">
                  <c:v>43963</c:v>
                </c:pt>
                <c:pt idx="2067" c:formatCode="yyyy/m/d">
                  <c:v>43964</c:v>
                </c:pt>
                <c:pt idx="2068" c:formatCode="yyyy/m/d">
                  <c:v>43965</c:v>
                </c:pt>
                <c:pt idx="2069" c:formatCode="yyyy/m/d">
                  <c:v>43966</c:v>
                </c:pt>
                <c:pt idx="2070" c:formatCode="yyyy/m/d">
                  <c:v>43969</c:v>
                </c:pt>
                <c:pt idx="2071" c:formatCode="yyyy/m/d">
                  <c:v>43970</c:v>
                </c:pt>
                <c:pt idx="2072" c:formatCode="yyyy/m/d">
                  <c:v>43971</c:v>
                </c:pt>
                <c:pt idx="2073" c:formatCode="yyyy/m/d">
                  <c:v>43972</c:v>
                </c:pt>
                <c:pt idx="2074" c:formatCode="yyyy/m/d">
                  <c:v>43973</c:v>
                </c:pt>
                <c:pt idx="2075" c:formatCode="yyyy/m/d">
                  <c:v>43977</c:v>
                </c:pt>
                <c:pt idx="2076" c:formatCode="yyyy/m/d">
                  <c:v>43978</c:v>
                </c:pt>
                <c:pt idx="2077" c:formatCode="yyyy/m/d">
                  <c:v>43979</c:v>
                </c:pt>
                <c:pt idx="2078" c:formatCode="yyyy/m/d">
                  <c:v>43980</c:v>
                </c:pt>
                <c:pt idx="2079" c:formatCode="yyyy/m/d">
                  <c:v>43983</c:v>
                </c:pt>
                <c:pt idx="2080" c:formatCode="yyyy/m/d">
                  <c:v>43984</c:v>
                </c:pt>
                <c:pt idx="2081" c:formatCode="yyyy/m/d">
                  <c:v>43985</c:v>
                </c:pt>
                <c:pt idx="2082" c:formatCode="yyyy/m/d">
                  <c:v>43986</c:v>
                </c:pt>
                <c:pt idx="2083" c:formatCode="yyyy/m/d">
                  <c:v>43987</c:v>
                </c:pt>
                <c:pt idx="2084" c:formatCode="yyyy/m/d">
                  <c:v>43990</c:v>
                </c:pt>
                <c:pt idx="2085" c:formatCode="yyyy/m/d">
                  <c:v>43991</c:v>
                </c:pt>
                <c:pt idx="2086" c:formatCode="yyyy/m/d">
                  <c:v>43992</c:v>
                </c:pt>
                <c:pt idx="2087" c:formatCode="yyyy/m/d">
                  <c:v>43993</c:v>
                </c:pt>
                <c:pt idx="2088" c:formatCode="yyyy/m/d">
                  <c:v>43994</c:v>
                </c:pt>
                <c:pt idx="2089" c:formatCode="yyyy/m/d">
                  <c:v>43997</c:v>
                </c:pt>
                <c:pt idx="2090" c:formatCode="yyyy/m/d">
                  <c:v>43998</c:v>
                </c:pt>
                <c:pt idx="2091" c:formatCode="yyyy/m/d">
                  <c:v>43999</c:v>
                </c:pt>
                <c:pt idx="2092" c:formatCode="yyyy/m/d">
                  <c:v>44000</c:v>
                </c:pt>
                <c:pt idx="2093" c:formatCode="yyyy/m/d">
                  <c:v>44001</c:v>
                </c:pt>
                <c:pt idx="2094" c:formatCode="yyyy/m/d">
                  <c:v>44004</c:v>
                </c:pt>
                <c:pt idx="2095" c:formatCode="yyyy/m/d">
                  <c:v>44005</c:v>
                </c:pt>
                <c:pt idx="2096" c:formatCode="yyyy/m/d">
                  <c:v>44006</c:v>
                </c:pt>
                <c:pt idx="2097" c:formatCode="yyyy/m/d">
                  <c:v>44007</c:v>
                </c:pt>
                <c:pt idx="2098" c:formatCode="yyyy/m/d">
                  <c:v>44008</c:v>
                </c:pt>
                <c:pt idx="2099" c:formatCode="yyyy/m/d">
                  <c:v>44011</c:v>
                </c:pt>
                <c:pt idx="2100" c:formatCode="yyyy/m/d">
                  <c:v>44012</c:v>
                </c:pt>
                <c:pt idx="2101" c:formatCode="yyyy/m/d">
                  <c:v>44013</c:v>
                </c:pt>
                <c:pt idx="2102" c:formatCode="yyyy/m/d">
                  <c:v>44014</c:v>
                </c:pt>
                <c:pt idx="2103" c:formatCode="yyyy/m/d">
                  <c:v>44018</c:v>
                </c:pt>
                <c:pt idx="2104" c:formatCode="yyyy/m/d">
                  <c:v>44019</c:v>
                </c:pt>
                <c:pt idx="2105" c:formatCode="yyyy/m/d">
                  <c:v>44020</c:v>
                </c:pt>
                <c:pt idx="2106" c:formatCode="yyyy/m/d">
                  <c:v>44021</c:v>
                </c:pt>
                <c:pt idx="2107" c:formatCode="yyyy/m/d">
                  <c:v>44022</c:v>
                </c:pt>
                <c:pt idx="2108" c:formatCode="yyyy/m/d">
                  <c:v>44025</c:v>
                </c:pt>
                <c:pt idx="2109" c:formatCode="yyyy/m/d">
                  <c:v>44026</c:v>
                </c:pt>
                <c:pt idx="2110" c:formatCode="yyyy/m/d">
                  <c:v>44027</c:v>
                </c:pt>
                <c:pt idx="2111" c:formatCode="yyyy/m/d">
                  <c:v>44028</c:v>
                </c:pt>
                <c:pt idx="2112" c:formatCode="yyyy/m/d">
                  <c:v>44029</c:v>
                </c:pt>
                <c:pt idx="2113" c:formatCode="yyyy/m/d">
                  <c:v>44032</c:v>
                </c:pt>
                <c:pt idx="2114" c:formatCode="yyyy/m/d">
                  <c:v>44033</c:v>
                </c:pt>
                <c:pt idx="2115" c:formatCode="yyyy/m/d">
                  <c:v>44034</c:v>
                </c:pt>
                <c:pt idx="2116" c:formatCode="yyyy/m/d">
                  <c:v>44035</c:v>
                </c:pt>
                <c:pt idx="2117" c:formatCode="yyyy/m/d">
                  <c:v>44036</c:v>
                </c:pt>
                <c:pt idx="2118" c:formatCode="yyyy/m/d">
                  <c:v>44039</c:v>
                </c:pt>
                <c:pt idx="2119" c:formatCode="yyyy/m/d">
                  <c:v>44040</c:v>
                </c:pt>
                <c:pt idx="2120" c:formatCode="yyyy/m/d">
                  <c:v>44041</c:v>
                </c:pt>
                <c:pt idx="2121" c:formatCode="yyyy/m/d">
                  <c:v>44042</c:v>
                </c:pt>
                <c:pt idx="2122" c:formatCode="yyyy/m/d">
                  <c:v>44043</c:v>
                </c:pt>
                <c:pt idx="2123" c:formatCode="yyyy/m/d">
                  <c:v>44046</c:v>
                </c:pt>
                <c:pt idx="2124" c:formatCode="yyyy/m/d">
                  <c:v>44047</c:v>
                </c:pt>
                <c:pt idx="2125" c:formatCode="yyyy/m/d">
                  <c:v>44048</c:v>
                </c:pt>
                <c:pt idx="2126" c:formatCode="yyyy/m/d">
                  <c:v>44049</c:v>
                </c:pt>
                <c:pt idx="2127" c:formatCode="yyyy/m/d">
                  <c:v>44050</c:v>
                </c:pt>
                <c:pt idx="2128" c:formatCode="yyyy/m/d">
                  <c:v>44053</c:v>
                </c:pt>
                <c:pt idx="2129" c:formatCode="yyyy/m/d">
                  <c:v>44054</c:v>
                </c:pt>
                <c:pt idx="2130" c:formatCode="yyyy/m/d">
                  <c:v>44055</c:v>
                </c:pt>
                <c:pt idx="2131" c:formatCode="yyyy/m/d">
                  <c:v>44056</c:v>
                </c:pt>
                <c:pt idx="2132" c:formatCode="yyyy/m/d">
                  <c:v>44057</c:v>
                </c:pt>
                <c:pt idx="2133" c:formatCode="yyyy/m/d">
                  <c:v>44060</c:v>
                </c:pt>
                <c:pt idx="2134" c:formatCode="yyyy/m/d">
                  <c:v>44061</c:v>
                </c:pt>
                <c:pt idx="2135" c:formatCode="yyyy/m/d">
                  <c:v>44062</c:v>
                </c:pt>
                <c:pt idx="2136" c:formatCode="yyyy/m/d">
                  <c:v>44063</c:v>
                </c:pt>
                <c:pt idx="2137" c:formatCode="yyyy/m/d">
                  <c:v>44064</c:v>
                </c:pt>
                <c:pt idx="2138" c:formatCode="yyyy/m/d">
                  <c:v>44067</c:v>
                </c:pt>
                <c:pt idx="2139" c:formatCode="yyyy/m/d">
                  <c:v>44068</c:v>
                </c:pt>
                <c:pt idx="2140" c:formatCode="yyyy/m/d">
                  <c:v>44069</c:v>
                </c:pt>
                <c:pt idx="2141" c:formatCode="yyyy/m/d">
                  <c:v>44070</c:v>
                </c:pt>
                <c:pt idx="2142" c:formatCode="yyyy/m/d">
                  <c:v>44071</c:v>
                </c:pt>
                <c:pt idx="2143" c:formatCode="yyyy/m/d">
                  <c:v>44074</c:v>
                </c:pt>
                <c:pt idx="2144" c:formatCode="yyyy/m/d">
                  <c:v>44075</c:v>
                </c:pt>
                <c:pt idx="2145" c:formatCode="yyyy/m/d">
                  <c:v>44076</c:v>
                </c:pt>
                <c:pt idx="2146" c:formatCode="yyyy/m/d">
                  <c:v>44077</c:v>
                </c:pt>
                <c:pt idx="2147" c:formatCode="yyyy/m/d">
                  <c:v>44078</c:v>
                </c:pt>
                <c:pt idx="2148" c:formatCode="yyyy/m/d">
                  <c:v>44082</c:v>
                </c:pt>
                <c:pt idx="2149" c:formatCode="yyyy/m/d">
                  <c:v>44083</c:v>
                </c:pt>
                <c:pt idx="2150" c:formatCode="yyyy/m/d">
                  <c:v>44084</c:v>
                </c:pt>
                <c:pt idx="2151" c:formatCode="yyyy/m/d">
                  <c:v>44085</c:v>
                </c:pt>
                <c:pt idx="2152" c:formatCode="yyyy/m/d">
                  <c:v>44088</c:v>
                </c:pt>
                <c:pt idx="2153" c:formatCode="yyyy/m/d">
                  <c:v>44089</c:v>
                </c:pt>
                <c:pt idx="2154" c:formatCode="yyyy/m/d">
                  <c:v>44090</c:v>
                </c:pt>
                <c:pt idx="2155" c:formatCode="yyyy/m/d">
                  <c:v>44091</c:v>
                </c:pt>
                <c:pt idx="2156" c:formatCode="yyyy/m/d">
                  <c:v>44092</c:v>
                </c:pt>
                <c:pt idx="2157" c:formatCode="yyyy/m/d">
                  <c:v>44095</c:v>
                </c:pt>
                <c:pt idx="2158" c:formatCode="yyyy/m/d">
                  <c:v>44096</c:v>
                </c:pt>
                <c:pt idx="2159" c:formatCode="yyyy/m/d">
                  <c:v>44097</c:v>
                </c:pt>
                <c:pt idx="2160" c:formatCode="yyyy/m/d">
                  <c:v>44098</c:v>
                </c:pt>
                <c:pt idx="2161" c:formatCode="yyyy/m/d">
                  <c:v>44099</c:v>
                </c:pt>
                <c:pt idx="2162" c:formatCode="yyyy/m/d">
                  <c:v>44102</c:v>
                </c:pt>
                <c:pt idx="2163" c:formatCode="yyyy/m/d">
                  <c:v>44103</c:v>
                </c:pt>
                <c:pt idx="2164" c:formatCode="yyyy/m/d">
                  <c:v>44104</c:v>
                </c:pt>
                <c:pt idx="2165" c:formatCode="yyyy/m/d">
                  <c:v>44105</c:v>
                </c:pt>
                <c:pt idx="2166" c:formatCode="yyyy/m/d">
                  <c:v>44106</c:v>
                </c:pt>
                <c:pt idx="2167" c:formatCode="yyyy/m/d">
                  <c:v>44109</c:v>
                </c:pt>
                <c:pt idx="2168" c:formatCode="yyyy/m/d">
                  <c:v>44110</c:v>
                </c:pt>
                <c:pt idx="2169" c:formatCode="yyyy/m/d">
                  <c:v>44111</c:v>
                </c:pt>
                <c:pt idx="2170" c:formatCode="yyyy/m/d">
                  <c:v>44112</c:v>
                </c:pt>
                <c:pt idx="2171" c:formatCode="yyyy/m/d">
                  <c:v>44113</c:v>
                </c:pt>
                <c:pt idx="2172" c:formatCode="yyyy/m/d">
                  <c:v>44116</c:v>
                </c:pt>
                <c:pt idx="2173" c:formatCode="yyyy/m/d">
                  <c:v>44117</c:v>
                </c:pt>
                <c:pt idx="2174" c:formatCode="yyyy/m/d">
                  <c:v>44118</c:v>
                </c:pt>
                <c:pt idx="2175" c:formatCode="yyyy/m/d">
                  <c:v>44119</c:v>
                </c:pt>
                <c:pt idx="2176" c:formatCode="yyyy/m/d">
                  <c:v>44120</c:v>
                </c:pt>
                <c:pt idx="2177" c:formatCode="yyyy/m/d">
                  <c:v>44123</c:v>
                </c:pt>
                <c:pt idx="2178" c:formatCode="yyyy/m/d">
                  <c:v>44124</c:v>
                </c:pt>
                <c:pt idx="2179" c:formatCode="yyyy/m/d">
                  <c:v>44125</c:v>
                </c:pt>
                <c:pt idx="2180" c:formatCode="yyyy/m/d">
                  <c:v>44126</c:v>
                </c:pt>
                <c:pt idx="2181" c:formatCode="yyyy/m/d">
                  <c:v>44127</c:v>
                </c:pt>
                <c:pt idx="2182" c:formatCode="yyyy/m/d">
                  <c:v>44130</c:v>
                </c:pt>
                <c:pt idx="2183" c:formatCode="yyyy/m/d">
                  <c:v>44131</c:v>
                </c:pt>
                <c:pt idx="2184" c:formatCode="yyyy/m/d">
                  <c:v>44132</c:v>
                </c:pt>
                <c:pt idx="2185" c:formatCode="yyyy/m/d">
                  <c:v>44133</c:v>
                </c:pt>
                <c:pt idx="2186" c:formatCode="yyyy/m/d">
                  <c:v>44134</c:v>
                </c:pt>
                <c:pt idx="2187" c:formatCode="yyyy/m/d">
                  <c:v>44137</c:v>
                </c:pt>
                <c:pt idx="2188" c:formatCode="yyyy/m/d">
                  <c:v>44138</c:v>
                </c:pt>
                <c:pt idx="2189" c:formatCode="yyyy/m/d">
                  <c:v>44139</c:v>
                </c:pt>
                <c:pt idx="2190" c:formatCode="yyyy/m/d">
                  <c:v>44140</c:v>
                </c:pt>
                <c:pt idx="2191" c:formatCode="yyyy/m/d">
                  <c:v>44141</c:v>
                </c:pt>
                <c:pt idx="2192" c:formatCode="yyyy/m/d">
                  <c:v>44144</c:v>
                </c:pt>
                <c:pt idx="2193" c:formatCode="yyyy/m/d">
                  <c:v>44145</c:v>
                </c:pt>
                <c:pt idx="2194" c:formatCode="yyyy/m/d">
                  <c:v>44146</c:v>
                </c:pt>
                <c:pt idx="2195" c:formatCode="yyyy/m/d">
                  <c:v>44147</c:v>
                </c:pt>
                <c:pt idx="2196" c:formatCode="yyyy/m/d">
                  <c:v>44148</c:v>
                </c:pt>
                <c:pt idx="2197" c:formatCode="yyyy/m/d">
                  <c:v>44151</c:v>
                </c:pt>
                <c:pt idx="2198" c:formatCode="yyyy/m/d">
                  <c:v>44152</c:v>
                </c:pt>
                <c:pt idx="2199" c:formatCode="yyyy/m/d">
                  <c:v>44153</c:v>
                </c:pt>
                <c:pt idx="2200" c:formatCode="yyyy/m/d">
                  <c:v>44154</c:v>
                </c:pt>
                <c:pt idx="2201" c:formatCode="yyyy/m/d">
                  <c:v>44155</c:v>
                </c:pt>
                <c:pt idx="2202" c:formatCode="yyyy/m/d">
                  <c:v>44158</c:v>
                </c:pt>
                <c:pt idx="2203" c:formatCode="yyyy/m/d">
                  <c:v>44159</c:v>
                </c:pt>
                <c:pt idx="2204" c:formatCode="yyyy/m/d">
                  <c:v>44160</c:v>
                </c:pt>
                <c:pt idx="2205" c:formatCode="yyyy/m/d">
                  <c:v>44165</c:v>
                </c:pt>
                <c:pt idx="2206" c:formatCode="yyyy/m/d">
                  <c:v>44166</c:v>
                </c:pt>
                <c:pt idx="2207" c:formatCode="yyyy/m/d">
                  <c:v>44167</c:v>
                </c:pt>
                <c:pt idx="2208" c:formatCode="yyyy/m/d">
                  <c:v>44168</c:v>
                </c:pt>
                <c:pt idx="2209" c:formatCode="yyyy/m/d">
                  <c:v>44169</c:v>
                </c:pt>
                <c:pt idx="2210" c:formatCode="yyyy/m/d">
                  <c:v>44172</c:v>
                </c:pt>
                <c:pt idx="2211" c:formatCode="yyyy/m/d">
                  <c:v>44173</c:v>
                </c:pt>
                <c:pt idx="2212" c:formatCode="yyyy/m/d">
                  <c:v>44174</c:v>
                </c:pt>
                <c:pt idx="2213" c:formatCode="yyyy/m/d">
                  <c:v>44175</c:v>
                </c:pt>
                <c:pt idx="2214" c:formatCode="yyyy/m/d">
                  <c:v>44176</c:v>
                </c:pt>
                <c:pt idx="2215" c:formatCode="yyyy/m/d">
                  <c:v>44179</c:v>
                </c:pt>
                <c:pt idx="2216" c:formatCode="yyyy/m/d">
                  <c:v>44180</c:v>
                </c:pt>
                <c:pt idx="2217" c:formatCode="yyyy/m/d">
                  <c:v>44181</c:v>
                </c:pt>
                <c:pt idx="2218" c:formatCode="yyyy/m/d">
                  <c:v>44182</c:v>
                </c:pt>
                <c:pt idx="2219" c:formatCode="yyyy/m/d">
                  <c:v>44183</c:v>
                </c:pt>
                <c:pt idx="2220" c:formatCode="yyyy/m/d">
                  <c:v>44186</c:v>
                </c:pt>
                <c:pt idx="2221" c:formatCode="yyyy/m/d">
                  <c:v>44187</c:v>
                </c:pt>
                <c:pt idx="2222" c:formatCode="yyyy/m/d">
                  <c:v>44188</c:v>
                </c:pt>
                <c:pt idx="2223" c:formatCode="yyyy/m/d">
                  <c:v>44193</c:v>
                </c:pt>
                <c:pt idx="2224" c:formatCode="yyyy/m/d">
                  <c:v>44194</c:v>
                </c:pt>
                <c:pt idx="2225" c:formatCode="yyyy/m/d">
                  <c:v>44195</c:v>
                </c:pt>
                <c:pt idx="2226" c:formatCode="yyyy/m/d">
                  <c:v>44196</c:v>
                </c:pt>
                <c:pt idx="2227" c:formatCode="yyyy/m/d">
                  <c:v>44200</c:v>
                </c:pt>
                <c:pt idx="2228" c:formatCode="yyyy/m/d">
                  <c:v>44201</c:v>
                </c:pt>
                <c:pt idx="2229" c:formatCode="yyyy/m/d">
                  <c:v>44202</c:v>
                </c:pt>
                <c:pt idx="2230" c:formatCode="yyyy/m/d">
                  <c:v>44203</c:v>
                </c:pt>
                <c:pt idx="2231" c:formatCode="yyyy/m/d">
                  <c:v>44204</c:v>
                </c:pt>
                <c:pt idx="2232" c:formatCode="yyyy/m/d">
                  <c:v>44207</c:v>
                </c:pt>
                <c:pt idx="2233" c:formatCode="yyyy/m/d">
                  <c:v>44208</c:v>
                </c:pt>
                <c:pt idx="2234" c:formatCode="yyyy/m/d">
                  <c:v>44209</c:v>
                </c:pt>
                <c:pt idx="2235" c:formatCode="yyyy/m/d">
                  <c:v>44210</c:v>
                </c:pt>
                <c:pt idx="2236" c:formatCode="yyyy/m/d">
                  <c:v>44211</c:v>
                </c:pt>
                <c:pt idx="2237" c:formatCode="yyyy/m/d">
                  <c:v>44215</c:v>
                </c:pt>
                <c:pt idx="2238" c:formatCode="yyyy/m/d">
                  <c:v>44216</c:v>
                </c:pt>
                <c:pt idx="2239" c:formatCode="yyyy/m/d">
                  <c:v>44217</c:v>
                </c:pt>
                <c:pt idx="2240" c:formatCode="yyyy/m/d">
                  <c:v>44218</c:v>
                </c:pt>
                <c:pt idx="2241" c:formatCode="yyyy/m/d">
                  <c:v>44221</c:v>
                </c:pt>
                <c:pt idx="2242" c:formatCode="yyyy/m/d">
                  <c:v>44222</c:v>
                </c:pt>
                <c:pt idx="2243" c:formatCode="yyyy/m/d">
                  <c:v>44223</c:v>
                </c:pt>
                <c:pt idx="2244" c:formatCode="yyyy/m/d">
                  <c:v>44224</c:v>
                </c:pt>
                <c:pt idx="2245" c:formatCode="yyyy/m/d">
                  <c:v>44225</c:v>
                </c:pt>
                <c:pt idx="2246" c:formatCode="yyyy/m/d">
                  <c:v>44228</c:v>
                </c:pt>
                <c:pt idx="2247" c:formatCode="yyyy/m/d">
                  <c:v>44229</c:v>
                </c:pt>
                <c:pt idx="2248" c:formatCode="yyyy/m/d">
                  <c:v>44230</c:v>
                </c:pt>
                <c:pt idx="2249" c:formatCode="yyyy/m/d">
                  <c:v>44231</c:v>
                </c:pt>
                <c:pt idx="2250" c:formatCode="yyyy/m/d">
                  <c:v>44232</c:v>
                </c:pt>
                <c:pt idx="2251" c:formatCode="yyyy/m/d">
                  <c:v>44235</c:v>
                </c:pt>
                <c:pt idx="2252" c:formatCode="yyyy/m/d">
                  <c:v>44236</c:v>
                </c:pt>
                <c:pt idx="2253" c:formatCode="yyyy/m/d">
                  <c:v>44237</c:v>
                </c:pt>
                <c:pt idx="2254" c:formatCode="yyyy/m/d">
                  <c:v>44238</c:v>
                </c:pt>
                <c:pt idx="2255" c:formatCode="yyyy/m/d">
                  <c:v>44239</c:v>
                </c:pt>
                <c:pt idx="2256" c:formatCode="yyyy/m/d">
                  <c:v>44243</c:v>
                </c:pt>
                <c:pt idx="2257" c:formatCode="yyyy/m/d">
                  <c:v>44244</c:v>
                </c:pt>
                <c:pt idx="2258" c:formatCode="yyyy/m/d">
                  <c:v>44245</c:v>
                </c:pt>
                <c:pt idx="2259" c:formatCode="yyyy/m/d">
                  <c:v>44246</c:v>
                </c:pt>
                <c:pt idx="2260" c:formatCode="yyyy/m/d">
                  <c:v>44249</c:v>
                </c:pt>
                <c:pt idx="2261" c:formatCode="yyyy/m/d">
                  <c:v>44250</c:v>
                </c:pt>
                <c:pt idx="2262" c:formatCode="yyyy/m/d">
                  <c:v>44251</c:v>
                </c:pt>
                <c:pt idx="2263" c:formatCode="yyyy/m/d">
                  <c:v>44252</c:v>
                </c:pt>
                <c:pt idx="2264" c:formatCode="yyyy/m/d">
                  <c:v>44253</c:v>
                </c:pt>
                <c:pt idx="2265" c:formatCode="yyyy/m/d">
                  <c:v>44256</c:v>
                </c:pt>
                <c:pt idx="2266" c:formatCode="yyyy/m/d">
                  <c:v>44257</c:v>
                </c:pt>
                <c:pt idx="2267" c:formatCode="yyyy/m/d">
                  <c:v>44258</c:v>
                </c:pt>
                <c:pt idx="2268" c:formatCode="yyyy/m/d">
                  <c:v>44259</c:v>
                </c:pt>
                <c:pt idx="2269" c:formatCode="yyyy/m/d">
                  <c:v>44260</c:v>
                </c:pt>
                <c:pt idx="2270" c:formatCode="yyyy/m/d">
                  <c:v>44263</c:v>
                </c:pt>
                <c:pt idx="2271" c:formatCode="yyyy/m/d">
                  <c:v>44264</c:v>
                </c:pt>
                <c:pt idx="2272" c:formatCode="yyyy/m/d">
                  <c:v>44265</c:v>
                </c:pt>
                <c:pt idx="2273" c:formatCode="yyyy/m/d">
                  <c:v>44266</c:v>
                </c:pt>
                <c:pt idx="2274" c:formatCode="yyyy/m/d">
                  <c:v>44267</c:v>
                </c:pt>
                <c:pt idx="2275" c:formatCode="yyyy/m/d">
                  <c:v>44270</c:v>
                </c:pt>
                <c:pt idx="2276" c:formatCode="yyyy/m/d">
                  <c:v>44271</c:v>
                </c:pt>
                <c:pt idx="2277" c:formatCode="yyyy/m/d">
                  <c:v>44272</c:v>
                </c:pt>
                <c:pt idx="2278" c:formatCode="yyyy/m/d">
                  <c:v>44273</c:v>
                </c:pt>
                <c:pt idx="2279" c:formatCode="yyyy/m/d">
                  <c:v>44274</c:v>
                </c:pt>
                <c:pt idx="2280" c:formatCode="yyyy/m/d">
                  <c:v>44277</c:v>
                </c:pt>
                <c:pt idx="2281" c:formatCode="yyyy/m/d">
                  <c:v>44278</c:v>
                </c:pt>
                <c:pt idx="2282" c:formatCode="yyyy/m/d">
                  <c:v>44279</c:v>
                </c:pt>
                <c:pt idx="2283" c:formatCode="yyyy/m/d">
                  <c:v>44280</c:v>
                </c:pt>
                <c:pt idx="2284" c:formatCode="yyyy/m/d">
                  <c:v>44281</c:v>
                </c:pt>
                <c:pt idx="2285" c:formatCode="yyyy/m/d">
                  <c:v>44284</c:v>
                </c:pt>
                <c:pt idx="2286" c:formatCode="yyyy/m/d">
                  <c:v>44285</c:v>
                </c:pt>
                <c:pt idx="2287" c:formatCode="yyyy/m/d">
                  <c:v>44286</c:v>
                </c:pt>
                <c:pt idx="2288" c:formatCode="yyyy/m/d">
                  <c:v>44287</c:v>
                </c:pt>
                <c:pt idx="2289" c:formatCode="yyyy/m/d">
                  <c:v>44291</c:v>
                </c:pt>
                <c:pt idx="2290" c:formatCode="yyyy/m/d">
                  <c:v>44292</c:v>
                </c:pt>
                <c:pt idx="2291" c:formatCode="yyyy/m/d">
                  <c:v>44293</c:v>
                </c:pt>
                <c:pt idx="2292" c:formatCode="yyyy/m/d">
                  <c:v>44294</c:v>
                </c:pt>
                <c:pt idx="2293" c:formatCode="yyyy/m/d">
                  <c:v>44295</c:v>
                </c:pt>
                <c:pt idx="2294" c:formatCode="yyyy/m/d">
                  <c:v>44298</c:v>
                </c:pt>
                <c:pt idx="2295" c:formatCode="yyyy/m/d">
                  <c:v>44299</c:v>
                </c:pt>
                <c:pt idx="2296" c:formatCode="yyyy/m/d">
                  <c:v>44300</c:v>
                </c:pt>
                <c:pt idx="2297" c:formatCode="yyyy/m/d">
                  <c:v>44301</c:v>
                </c:pt>
                <c:pt idx="2298" c:formatCode="yyyy/m/d">
                  <c:v>44302</c:v>
                </c:pt>
                <c:pt idx="2299" c:formatCode="yyyy/m/d">
                  <c:v>44305</c:v>
                </c:pt>
                <c:pt idx="2300" c:formatCode="yyyy/m/d">
                  <c:v>44306</c:v>
                </c:pt>
                <c:pt idx="2301" c:formatCode="yyyy/m/d">
                  <c:v>44307</c:v>
                </c:pt>
                <c:pt idx="2302" c:formatCode="yyyy/m/d">
                  <c:v>44308</c:v>
                </c:pt>
                <c:pt idx="2303" c:formatCode="yyyy/m/d">
                  <c:v>44309</c:v>
                </c:pt>
                <c:pt idx="2304" c:formatCode="yyyy/m/d">
                  <c:v>44312</c:v>
                </c:pt>
                <c:pt idx="2305" c:formatCode="yyyy/m/d">
                  <c:v>44313</c:v>
                </c:pt>
                <c:pt idx="2306" c:formatCode="yyyy/m/d">
                  <c:v>44314</c:v>
                </c:pt>
                <c:pt idx="2307" c:formatCode="yyyy/m/d">
                  <c:v>44315</c:v>
                </c:pt>
                <c:pt idx="2308" c:formatCode="yyyy/m/d">
                  <c:v>44316</c:v>
                </c:pt>
                <c:pt idx="2309" c:formatCode="yyyy/m/d">
                  <c:v>44319</c:v>
                </c:pt>
                <c:pt idx="2310" c:formatCode="yyyy/m/d">
                  <c:v>44320</c:v>
                </c:pt>
                <c:pt idx="2311" c:formatCode="yyyy/m/d">
                  <c:v>44321</c:v>
                </c:pt>
                <c:pt idx="2312" c:formatCode="yyyy/m/d">
                  <c:v>44322</c:v>
                </c:pt>
                <c:pt idx="2313" c:formatCode="yyyy/m/d">
                  <c:v>44323</c:v>
                </c:pt>
                <c:pt idx="2314" c:formatCode="yyyy/m/d">
                  <c:v>44326</c:v>
                </c:pt>
                <c:pt idx="2315" c:formatCode="yyyy/m/d">
                  <c:v>44327</c:v>
                </c:pt>
                <c:pt idx="2316" c:formatCode="yyyy/m/d">
                  <c:v>44328</c:v>
                </c:pt>
                <c:pt idx="2317" c:formatCode="yyyy/m/d">
                  <c:v>44329</c:v>
                </c:pt>
                <c:pt idx="2318" c:formatCode="yyyy/m/d">
                  <c:v>44330</c:v>
                </c:pt>
                <c:pt idx="2319" c:formatCode="yyyy/m/d">
                  <c:v>44333</c:v>
                </c:pt>
                <c:pt idx="2320" c:formatCode="yyyy/m/d">
                  <c:v>44334</c:v>
                </c:pt>
                <c:pt idx="2321" c:formatCode="yyyy/m/d">
                  <c:v>44335</c:v>
                </c:pt>
                <c:pt idx="2322" c:formatCode="yyyy/m/d">
                  <c:v>44336</c:v>
                </c:pt>
                <c:pt idx="2323" c:formatCode="yyyy/m/d">
                  <c:v>44337</c:v>
                </c:pt>
                <c:pt idx="2324" c:formatCode="yyyy/m/d">
                  <c:v>44340</c:v>
                </c:pt>
                <c:pt idx="2325" c:formatCode="yyyy/m/d">
                  <c:v>44341</c:v>
                </c:pt>
                <c:pt idx="2326" c:formatCode="yyyy/m/d">
                  <c:v>44342</c:v>
                </c:pt>
                <c:pt idx="2327" c:formatCode="yyyy/m/d">
                  <c:v>44343</c:v>
                </c:pt>
                <c:pt idx="2328" c:formatCode="yyyy/m/d">
                  <c:v>44344</c:v>
                </c:pt>
                <c:pt idx="2329" c:formatCode="yyyy/m/d">
                  <c:v>44348</c:v>
                </c:pt>
                <c:pt idx="2330" c:formatCode="yyyy/m/d">
                  <c:v>44349</c:v>
                </c:pt>
                <c:pt idx="2331" c:formatCode="yyyy/m/d">
                  <c:v>44350</c:v>
                </c:pt>
                <c:pt idx="2332" c:formatCode="yyyy/m/d">
                  <c:v>44351</c:v>
                </c:pt>
                <c:pt idx="2333" c:formatCode="yyyy/m/d">
                  <c:v>44354</c:v>
                </c:pt>
                <c:pt idx="2334" c:formatCode="yyyy/m/d">
                  <c:v>44355</c:v>
                </c:pt>
                <c:pt idx="2335" c:formatCode="yyyy/m/d">
                  <c:v>44356</c:v>
                </c:pt>
                <c:pt idx="2336" c:formatCode="yyyy/m/d">
                  <c:v>44357</c:v>
                </c:pt>
                <c:pt idx="2337" c:formatCode="yyyy/m/d">
                  <c:v>44358</c:v>
                </c:pt>
                <c:pt idx="2338" c:formatCode="yyyy/m/d">
                  <c:v>44361</c:v>
                </c:pt>
                <c:pt idx="2339" c:formatCode="yyyy/m/d">
                  <c:v>44362</c:v>
                </c:pt>
                <c:pt idx="2340" c:formatCode="yyyy/m/d">
                  <c:v>44363</c:v>
                </c:pt>
                <c:pt idx="2341" c:formatCode="yyyy/m/d">
                  <c:v>44364</c:v>
                </c:pt>
                <c:pt idx="2342" c:formatCode="yyyy/m/d">
                  <c:v>44365</c:v>
                </c:pt>
                <c:pt idx="2343" c:formatCode="yyyy/m/d">
                  <c:v>44368</c:v>
                </c:pt>
                <c:pt idx="2344" c:formatCode="yyyy/m/d">
                  <c:v>44369</c:v>
                </c:pt>
                <c:pt idx="2345" c:formatCode="yyyy/m/d">
                  <c:v>44370</c:v>
                </c:pt>
                <c:pt idx="2346" c:formatCode="yyyy/m/d">
                  <c:v>44371</c:v>
                </c:pt>
                <c:pt idx="2347" c:formatCode="yyyy/m/d">
                  <c:v>44372</c:v>
                </c:pt>
                <c:pt idx="2348" c:formatCode="yyyy/m/d">
                  <c:v>44375</c:v>
                </c:pt>
                <c:pt idx="2349" c:formatCode="yyyy/m/d">
                  <c:v>44376</c:v>
                </c:pt>
                <c:pt idx="2350" c:formatCode="yyyy/m/d">
                  <c:v>44377</c:v>
                </c:pt>
                <c:pt idx="2351" c:formatCode="yyyy/m/d">
                  <c:v>44378</c:v>
                </c:pt>
                <c:pt idx="2352" c:formatCode="yyyy/m/d">
                  <c:v>44379</c:v>
                </c:pt>
                <c:pt idx="2353" c:formatCode="yyyy/m/d">
                  <c:v>44383</c:v>
                </c:pt>
                <c:pt idx="2354" c:formatCode="yyyy/m/d">
                  <c:v>44384</c:v>
                </c:pt>
                <c:pt idx="2355" c:formatCode="yyyy/m/d">
                  <c:v>44385</c:v>
                </c:pt>
                <c:pt idx="2356" c:formatCode="yyyy/m/d">
                  <c:v>44386</c:v>
                </c:pt>
                <c:pt idx="2357" c:formatCode="yyyy/m/d">
                  <c:v>44389</c:v>
                </c:pt>
                <c:pt idx="2358" c:formatCode="yyyy/m/d">
                  <c:v>44390</c:v>
                </c:pt>
                <c:pt idx="2359" c:formatCode="yyyy/m/d">
                  <c:v>44391</c:v>
                </c:pt>
                <c:pt idx="2360" c:formatCode="yyyy/m/d">
                  <c:v>44392</c:v>
                </c:pt>
                <c:pt idx="2361" c:formatCode="yyyy/m/d">
                  <c:v>44393</c:v>
                </c:pt>
                <c:pt idx="2362" c:formatCode="yyyy/m/d">
                  <c:v>44396</c:v>
                </c:pt>
                <c:pt idx="2363" c:formatCode="yyyy/m/d">
                  <c:v>44397</c:v>
                </c:pt>
                <c:pt idx="2364" c:formatCode="yyyy/m/d">
                  <c:v>44398</c:v>
                </c:pt>
                <c:pt idx="2365" c:formatCode="yyyy/m/d">
                  <c:v>44399</c:v>
                </c:pt>
                <c:pt idx="2366" c:formatCode="yyyy/m/d">
                  <c:v>44400</c:v>
                </c:pt>
                <c:pt idx="2367" c:formatCode="yyyy/m/d">
                  <c:v>44403</c:v>
                </c:pt>
                <c:pt idx="2368" c:formatCode="yyyy/m/d">
                  <c:v>44404</c:v>
                </c:pt>
                <c:pt idx="2369" c:formatCode="yyyy/m/d">
                  <c:v>44405</c:v>
                </c:pt>
                <c:pt idx="2370" c:formatCode="yyyy/m/d">
                  <c:v>44406</c:v>
                </c:pt>
                <c:pt idx="2371" c:formatCode="yyyy/m/d">
                  <c:v>44407</c:v>
                </c:pt>
                <c:pt idx="2372" c:formatCode="yyyy/m/d">
                  <c:v>44410</c:v>
                </c:pt>
                <c:pt idx="2373" c:formatCode="yyyy/m/d">
                  <c:v>44411</c:v>
                </c:pt>
                <c:pt idx="2374" c:formatCode="yyyy/m/d">
                  <c:v>44412</c:v>
                </c:pt>
                <c:pt idx="2375" c:formatCode="yyyy/m/d">
                  <c:v>44413</c:v>
                </c:pt>
                <c:pt idx="2376" c:formatCode="yyyy/m/d">
                  <c:v>44414</c:v>
                </c:pt>
                <c:pt idx="2377" c:formatCode="yyyy/m/d">
                  <c:v>44417</c:v>
                </c:pt>
                <c:pt idx="2378" c:formatCode="yyyy/m/d">
                  <c:v>44418</c:v>
                </c:pt>
                <c:pt idx="2379" c:formatCode="yyyy/m/d">
                  <c:v>44419</c:v>
                </c:pt>
                <c:pt idx="2380" c:formatCode="yyyy/m/d">
                  <c:v>44420</c:v>
                </c:pt>
                <c:pt idx="2381" c:formatCode="yyyy/m/d">
                  <c:v>44421</c:v>
                </c:pt>
                <c:pt idx="2382" c:formatCode="yyyy/m/d">
                  <c:v>44424</c:v>
                </c:pt>
                <c:pt idx="2383" c:formatCode="yyyy/m/d">
                  <c:v>44425</c:v>
                </c:pt>
                <c:pt idx="2384" c:formatCode="yyyy/m/d">
                  <c:v>44426</c:v>
                </c:pt>
                <c:pt idx="2385" c:formatCode="yyyy/m/d">
                  <c:v>44427</c:v>
                </c:pt>
                <c:pt idx="2386" c:formatCode="yyyy/m/d">
                  <c:v>44428</c:v>
                </c:pt>
                <c:pt idx="2387" c:formatCode="yyyy/m/d">
                  <c:v>44431</c:v>
                </c:pt>
                <c:pt idx="2388" c:formatCode="yyyy/m/d">
                  <c:v>44432</c:v>
                </c:pt>
                <c:pt idx="2389" c:formatCode="yyyy/m/d">
                  <c:v>44433</c:v>
                </c:pt>
                <c:pt idx="2390" c:formatCode="yyyy/m/d">
                  <c:v>44434</c:v>
                </c:pt>
                <c:pt idx="2391" c:formatCode="yyyy/m/d">
                  <c:v>44435</c:v>
                </c:pt>
                <c:pt idx="2392" c:formatCode="yyyy/m/d">
                  <c:v>44438</c:v>
                </c:pt>
                <c:pt idx="2393" c:formatCode="yyyy/m/d">
                  <c:v>44439</c:v>
                </c:pt>
                <c:pt idx="2394" c:formatCode="yyyy/m/d">
                  <c:v>44440</c:v>
                </c:pt>
                <c:pt idx="2395" c:formatCode="yyyy/m/d">
                  <c:v>44441</c:v>
                </c:pt>
                <c:pt idx="2396" c:formatCode="yyyy/m/d">
                  <c:v>44442</c:v>
                </c:pt>
                <c:pt idx="2397" c:formatCode="yyyy/m/d">
                  <c:v>44446</c:v>
                </c:pt>
                <c:pt idx="2398" c:formatCode="yyyy/m/d">
                  <c:v>44447</c:v>
                </c:pt>
                <c:pt idx="2399" c:formatCode="yyyy/m/d">
                  <c:v>44448</c:v>
                </c:pt>
                <c:pt idx="2400" c:formatCode="yyyy/m/d">
                  <c:v>44449</c:v>
                </c:pt>
                <c:pt idx="2401" c:formatCode="yyyy/m/d">
                  <c:v>44452</c:v>
                </c:pt>
                <c:pt idx="2402" c:formatCode="yyyy/m/d">
                  <c:v>44453</c:v>
                </c:pt>
                <c:pt idx="2403" c:formatCode="yyyy/m/d">
                  <c:v>44454</c:v>
                </c:pt>
                <c:pt idx="2404" c:formatCode="yyyy/m/d">
                  <c:v>44455</c:v>
                </c:pt>
                <c:pt idx="2405" c:formatCode="yyyy/m/d">
                  <c:v>44456</c:v>
                </c:pt>
                <c:pt idx="2406" c:formatCode="yyyy/m/d">
                  <c:v>44459</c:v>
                </c:pt>
                <c:pt idx="2407" c:formatCode="yyyy/m/d">
                  <c:v>44460</c:v>
                </c:pt>
                <c:pt idx="2408" c:formatCode="yyyy/m/d">
                  <c:v>44461</c:v>
                </c:pt>
                <c:pt idx="2409" c:formatCode="yyyy/m/d">
                  <c:v>44462</c:v>
                </c:pt>
                <c:pt idx="2410" c:formatCode="yyyy/m/d">
                  <c:v>44463</c:v>
                </c:pt>
                <c:pt idx="2411" c:formatCode="yyyy/m/d">
                  <c:v>44466</c:v>
                </c:pt>
                <c:pt idx="2412" c:formatCode="yyyy/m/d">
                  <c:v>44467</c:v>
                </c:pt>
                <c:pt idx="2413" c:formatCode="yyyy/m/d">
                  <c:v>44468</c:v>
                </c:pt>
                <c:pt idx="2414" c:formatCode="yyyy/m/d">
                  <c:v>44469</c:v>
                </c:pt>
                <c:pt idx="2415" c:formatCode="yyyy/m/d">
                  <c:v>44470</c:v>
                </c:pt>
                <c:pt idx="2416" c:formatCode="yyyy/m/d">
                  <c:v>44473</c:v>
                </c:pt>
                <c:pt idx="2417" c:formatCode="yyyy/m/d">
                  <c:v>44474</c:v>
                </c:pt>
                <c:pt idx="2418" c:formatCode="yyyy/m/d">
                  <c:v>44475</c:v>
                </c:pt>
                <c:pt idx="2419" c:formatCode="yyyy/m/d">
                  <c:v>44476</c:v>
                </c:pt>
                <c:pt idx="2420" c:formatCode="yyyy/m/d">
                  <c:v>44477</c:v>
                </c:pt>
                <c:pt idx="2421" c:formatCode="yyyy/m/d">
                  <c:v>44480</c:v>
                </c:pt>
                <c:pt idx="2422" c:formatCode="yyyy/m/d">
                  <c:v>44481</c:v>
                </c:pt>
                <c:pt idx="2423" c:formatCode="yyyy/m/d">
                  <c:v>44482</c:v>
                </c:pt>
                <c:pt idx="2424" c:formatCode="yyyy/m/d">
                  <c:v>44483</c:v>
                </c:pt>
                <c:pt idx="2425" c:formatCode="yyyy/m/d">
                  <c:v>44484</c:v>
                </c:pt>
                <c:pt idx="2426" c:formatCode="yyyy/m/d">
                  <c:v>44487</c:v>
                </c:pt>
                <c:pt idx="2427" c:formatCode="yyyy/m/d">
                  <c:v>44488</c:v>
                </c:pt>
                <c:pt idx="2428" c:formatCode="yyyy/m/d">
                  <c:v>44489</c:v>
                </c:pt>
                <c:pt idx="2429" c:formatCode="yyyy/m/d">
                  <c:v>44490</c:v>
                </c:pt>
                <c:pt idx="2430" c:formatCode="yyyy/m/d">
                  <c:v>44491</c:v>
                </c:pt>
                <c:pt idx="2431" c:formatCode="yyyy/m/d">
                  <c:v>44494</c:v>
                </c:pt>
                <c:pt idx="2432" c:formatCode="yyyy/m/d">
                  <c:v>44495</c:v>
                </c:pt>
                <c:pt idx="2433" c:formatCode="yyyy/m/d">
                  <c:v>44496</c:v>
                </c:pt>
                <c:pt idx="2434" c:formatCode="yyyy/m/d">
                  <c:v>44497</c:v>
                </c:pt>
                <c:pt idx="2435" c:formatCode="yyyy/m/d">
                  <c:v>44498</c:v>
                </c:pt>
                <c:pt idx="2436" c:formatCode="yyyy/m/d">
                  <c:v>44501</c:v>
                </c:pt>
                <c:pt idx="2437" c:formatCode="yyyy/m/d">
                  <c:v>44502</c:v>
                </c:pt>
                <c:pt idx="2438" c:formatCode="yyyy/m/d">
                  <c:v>44503</c:v>
                </c:pt>
                <c:pt idx="2439" c:formatCode="yyyy/m/d">
                  <c:v>44504</c:v>
                </c:pt>
                <c:pt idx="2440" c:formatCode="yyyy/m/d">
                  <c:v>44505</c:v>
                </c:pt>
                <c:pt idx="2441" c:formatCode="yyyy/m/d">
                  <c:v>44508</c:v>
                </c:pt>
                <c:pt idx="2442" c:formatCode="yyyy/m/d">
                  <c:v>44509</c:v>
                </c:pt>
                <c:pt idx="2443" c:formatCode="yyyy/m/d">
                  <c:v>44510</c:v>
                </c:pt>
                <c:pt idx="2444" c:formatCode="yyyy/m/d">
                  <c:v>44511</c:v>
                </c:pt>
                <c:pt idx="2445" c:formatCode="yyyy/m/d">
                  <c:v>44512</c:v>
                </c:pt>
                <c:pt idx="2446" c:formatCode="yyyy/m/d">
                  <c:v>44515</c:v>
                </c:pt>
                <c:pt idx="2447" c:formatCode="yyyy/m/d">
                  <c:v>44516</c:v>
                </c:pt>
                <c:pt idx="2448" c:formatCode="yyyy/m/d">
                  <c:v>44517</c:v>
                </c:pt>
                <c:pt idx="2449" c:formatCode="yyyy/m/d">
                  <c:v>44518</c:v>
                </c:pt>
                <c:pt idx="2450" c:formatCode="yyyy/m/d">
                  <c:v>44519</c:v>
                </c:pt>
                <c:pt idx="2451" c:formatCode="yyyy/m/d">
                  <c:v>44522</c:v>
                </c:pt>
                <c:pt idx="2452" c:formatCode="yyyy/m/d">
                  <c:v>44523</c:v>
                </c:pt>
                <c:pt idx="2453" c:formatCode="yyyy/m/d">
                  <c:v>44524</c:v>
                </c:pt>
                <c:pt idx="2454" c:formatCode="yyyy/m/d">
                  <c:v>44529</c:v>
                </c:pt>
                <c:pt idx="2455" c:formatCode="yyyy/m/d">
                  <c:v>44530</c:v>
                </c:pt>
                <c:pt idx="2456" c:formatCode="yyyy/m/d">
                  <c:v>44531</c:v>
                </c:pt>
                <c:pt idx="2457" c:formatCode="yyyy/m/d">
                  <c:v>44532</c:v>
                </c:pt>
                <c:pt idx="2458" c:formatCode="yyyy/m/d">
                  <c:v>44533</c:v>
                </c:pt>
                <c:pt idx="2459" c:formatCode="yyyy/m/d">
                  <c:v>44536</c:v>
                </c:pt>
                <c:pt idx="2460" c:formatCode="yyyy/m/d">
                  <c:v>44537</c:v>
                </c:pt>
                <c:pt idx="2461" c:formatCode="yyyy/m/d">
                  <c:v>44538</c:v>
                </c:pt>
                <c:pt idx="2462" c:formatCode="yyyy/m/d">
                  <c:v>44539</c:v>
                </c:pt>
                <c:pt idx="2463" c:formatCode="yyyy/m/d">
                  <c:v>44540</c:v>
                </c:pt>
                <c:pt idx="2464" c:formatCode="yyyy/m/d">
                  <c:v>44543</c:v>
                </c:pt>
                <c:pt idx="2465" c:formatCode="yyyy/m/d">
                  <c:v>44544</c:v>
                </c:pt>
                <c:pt idx="2466" c:formatCode="yyyy/m/d">
                  <c:v>44545</c:v>
                </c:pt>
                <c:pt idx="2467" c:formatCode="yyyy/m/d">
                  <c:v>44546</c:v>
                </c:pt>
                <c:pt idx="2468" c:formatCode="yyyy/m/d">
                  <c:v>44547</c:v>
                </c:pt>
                <c:pt idx="2469" c:formatCode="yyyy/m/d">
                  <c:v>44550</c:v>
                </c:pt>
                <c:pt idx="2470" c:formatCode="yyyy/m/d">
                  <c:v>44551</c:v>
                </c:pt>
                <c:pt idx="2471" c:formatCode="yyyy/m/d">
                  <c:v>44552</c:v>
                </c:pt>
                <c:pt idx="2472" c:formatCode="yyyy/m/d">
                  <c:v>44553</c:v>
                </c:pt>
                <c:pt idx="2473" c:formatCode="yyyy/m/d">
                  <c:v>44557</c:v>
                </c:pt>
                <c:pt idx="2474" c:formatCode="yyyy/m/d">
                  <c:v>44558</c:v>
                </c:pt>
                <c:pt idx="2475" c:formatCode="yyyy/m/d">
                  <c:v>44559</c:v>
                </c:pt>
                <c:pt idx="2476" c:formatCode="yyyy/m/d">
                  <c:v>44560</c:v>
                </c:pt>
                <c:pt idx="2477" c:formatCode="yyyy/m/d">
                  <c:v>44561</c:v>
                </c:pt>
                <c:pt idx="2478" c:formatCode="yyyy/m/d">
                  <c:v>44564</c:v>
                </c:pt>
                <c:pt idx="2479" c:formatCode="yyyy/m/d">
                  <c:v>44565</c:v>
                </c:pt>
                <c:pt idx="2480" c:formatCode="yyyy/m/d">
                  <c:v>44566</c:v>
                </c:pt>
                <c:pt idx="2481" c:formatCode="yyyy/m/d">
                  <c:v>44567</c:v>
                </c:pt>
                <c:pt idx="2482" c:formatCode="yyyy/m/d">
                  <c:v>44568</c:v>
                </c:pt>
                <c:pt idx="2483" c:formatCode="yyyy/m/d">
                  <c:v>44571</c:v>
                </c:pt>
                <c:pt idx="2484" c:formatCode="yyyy/m/d">
                  <c:v>44572</c:v>
                </c:pt>
                <c:pt idx="2485" c:formatCode="yyyy/m/d">
                  <c:v>44573</c:v>
                </c:pt>
                <c:pt idx="2486" c:formatCode="yyyy/m/d">
                  <c:v>44574</c:v>
                </c:pt>
                <c:pt idx="2487" c:formatCode="yyyy/m/d">
                  <c:v>44575</c:v>
                </c:pt>
                <c:pt idx="2488" c:formatCode="yyyy/m/d">
                  <c:v>44579</c:v>
                </c:pt>
                <c:pt idx="2489" c:formatCode="yyyy/m/d">
                  <c:v>44580</c:v>
                </c:pt>
                <c:pt idx="2490" c:formatCode="yyyy/m/d">
                  <c:v>44581</c:v>
                </c:pt>
                <c:pt idx="2491" c:formatCode="yyyy/m/d">
                  <c:v>44582</c:v>
                </c:pt>
                <c:pt idx="2492" c:formatCode="yyyy/m/d">
                  <c:v>44585</c:v>
                </c:pt>
                <c:pt idx="2493" c:formatCode="yyyy/m/d">
                  <c:v>44586</c:v>
                </c:pt>
                <c:pt idx="2494" c:formatCode="yyyy/m/d">
                  <c:v>44587</c:v>
                </c:pt>
                <c:pt idx="2495" c:formatCode="yyyy/m/d">
                  <c:v>44588</c:v>
                </c:pt>
                <c:pt idx="2496" c:formatCode="yyyy/m/d">
                  <c:v>44589</c:v>
                </c:pt>
                <c:pt idx="2497" c:formatCode="yyyy/m/d">
                  <c:v>44592</c:v>
                </c:pt>
                <c:pt idx="2498" c:formatCode="yyyy/m/d">
                  <c:v>44593</c:v>
                </c:pt>
                <c:pt idx="2499" c:formatCode="yyyy/m/d">
                  <c:v>44594</c:v>
                </c:pt>
                <c:pt idx="2500" c:formatCode="yyyy/m/d">
                  <c:v>44595</c:v>
                </c:pt>
                <c:pt idx="2501" c:formatCode="yyyy/m/d">
                  <c:v>44596</c:v>
                </c:pt>
                <c:pt idx="2502" c:formatCode="yyyy/m/d">
                  <c:v>44599</c:v>
                </c:pt>
                <c:pt idx="2503" c:formatCode="yyyy/m/d">
                  <c:v>44600</c:v>
                </c:pt>
                <c:pt idx="2504" c:formatCode="yyyy/m/d">
                  <c:v>44601</c:v>
                </c:pt>
                <c:pt idx="2505" c:formatCode="yyyy/m/d">
                  <c:v>44602</c:v>
                </c:pt>
                <c:pt idx="2506" c:formatCode="yyyy/m/d">
                  <c:v>44603</c:v>
                </c:pt>
                <c:pt idx="2507" c:formatCode="yyyy/m/d">
                  <c:v>44606</c:v>
                </c:pt>
                <c:pt idx="2508" c:formatCode="yyyy/m/d">
                  <c:v>44607</c:v>
                </c:pt>
                <c:pt idx="2509" c:formatCode="yyyy/m/d">
                  <c:v>44608</c:v>
                </c:pt>
                <c:pt idx="2510" c:formatCode="yyyy/m/d">
                  <c:v>44609</c:v>
                </c:pt>
                <c:pt idx="2511" c:formatCode="yyyy/m/d">
                  <c:v>44610</c:v>
                </c:pt>
                <c:pt idx="2512" c:formatCode="yyyy/m/d">
                  <c:v>44614</c:v>
                </c:pt>
                <c:pt idx="2513" c:formatCode="yyyy/m/d">
                  <c:v>44615</c:v>
                </c:pt>
                <c:pt idx="2514" c:formatCode="yyyy/m/d">
                  <c:v>44616</c:v>
                </c:pt>
                <c:pt idx="2515" c:formatCode="yyyy/m/d">
                  <c:v>44617</c:v>
                </c:pt>
                <c:pt idx="2516" c:formatCode="yyyy/m/d">
                  <c:v>44620</c:v>
                </c:pt>
                <c:pt idx="2517" c:formatCode="yyyy/m/d">
                  <c:v>44621</c:v>
                </c:pt>
                <c:pt idx="2518" c:formatCode="yyyy/m/d">
                  <c:v>44622</c:v>
                </c:pt>
                <c:pt idx="2519" c:formatCode="yyyy/m/d">
                  <c:v>44623</c:v>
                </c:pt>
                <c:pt idx="2520" c:formatCode="yyyy/m/d">
                  <c:v>44624</c:v>
                </c:pt>
                <c:pt idx="2521" c:formatCode="yyyy/m/d">
                  <c:v>44627</c:v>
                </c:pt>
                <c:pt idx="2522" c:formatCode="yyyy/m/d">
                  <c:v>44628</c:v>
                </c:pt>
                <c:pt idx="2523" c:formatCode="yyyy/m/d">
                  <c:v>44629</c:v>
                </c:pt>
                <c:pt idx="2524" c:formatCode="yyyy/m/d">
                  <c:v>44630</c:v>
                </c:pt>
                <c:pt idx="2525" c:formatCode="yyyy/m/d">
                  <c:v>44631</c:v>
                </c:pt>
                <c:pt idx="2526" c:formatCode="yyyy/m/d">
                  <c:v>44634</c:v>
                </c:pt>
                <c:pt idx="2527" c:formatCode="yyyy/m/d">
                  <c:v>44635</c:v>
                </c:pt>
                <c:pt idx="2528" c:formatCode="yyyy/m/d">
                  <c:v>44636</c:v>
                </c:pt>
                <c:pt idx="2529" c:formatCode="yyyy/m/d">
                  <c:v>44637</c:v>
                </c:pt>
                <c:pt idx="2530" c:formatCode="yyyy/m/d">
                  <c:v>44638</c:v>
                </c:pt>
                <c:pt idx="2531" c:formatCode="yyyy/m/d">
                  <c:v>44641</c:v>
                </c:pt>
                <c:pt idx="2532" c:formatCode="yyyy/m/d">
                  <c:v>44642</c:v>
                </c:pt>
                <c:pt idx="2533" c:formatCode="yyyy/m/d">
                  <c:v>44643</c:v>
                </c:pt>
                <c:pt idx="2534" c:formatCode="yyyy/m/d">
                  <c:v>44644</c:v>
                </c:pt>
                <c:pt idx="2535" c:formatCode="yyyy/m/d">
                  <c:v>44645</c:v>
                </c:pt>
                <c:pt idx="2536" c:formatCode="yyyy/m/d">
                  <c:v>44648</c:v>
                </c:pt>
                <c:pt idx="2537" c:formatCode="yyyy/m/d">
                  <c:v>44649</c:v>
                </c:pt>
                <c:pt idx="2538" c:formatCode="yyyy/m/d">
                  <c:v>44650</c:v>
                </c:pt>
                <c:pt idx="2539" c:formatCode="yyyy/m/d">
                  <c:v>44651</c:v>
                </c:pt>
                <c:pt idx="2540" c:formatCode="yyyy/m/d">
                  <c:v>44652</c:v>
                </c:pt>
                <c:pt idx="2541" c:formatCode="yyyy/m/d">
                  <c:v>44655</c:v>
                </c:pt>
                <c:pt idx="2542" c:formatCode="yyyy/m/d">
                  <c:v>44656</c:v>
                </c:pt>
                <c:pt idx="2543" c:formatCode="yyyy/m/d">
                  <c:v>44657</c:v>
                </c:pt>
                <c:pt idx="2544" c:formatCode="yyyy/m/d">
                  <c:v>44658</c:v>
                </c:pt>
                <c:pt idx="2545" c:formatCode="yyyy/m/d">
                  <c:v>44659</c:v>
                </c:pt>
                <c:pt idx="2546" c:formatCode="yyyy/m/d">
                  <c:v>44662</c:v>
                </c:pt>
                <c:pt idx="2547" c:formatCode="yyyy/m/d">
                  <c:v>44663</c:v>
                </c:pt>
                <c:pt idx="2548" c:formatCode="yyyy/m/d">
                  <c:v>44664</c:v>
                </c:pt>
                <c:pt idx="2549" c:formatCode="yyyy/m/d">
                  <c:v>44665</c:v>
                </c:pt>
                <c:pt idx="2550" c:formatCode="yyyy/m/d">
                  <c:v>44669</c:v>
                </c:pt>
                <c:pt idx="2551" c:formatCode="yyyy/m/d">
                  <c:v>44670</c:v>
                </c:pt>
                <c:pt idx="2552" c:formatCode="yyyy/m/d">
                  <c:v>44671</c:v>
                </c:pt>
                <c:pt idx="2553" c:formatCode="yyyy/m/d">
                  <c:v>44672</c:v>
                </c:pt>
                <c:pt idx="2554" c:formatCode="yyyy/m/d">
                  <c:v>44673</c:v>
                </c:pt>
                <c:pt idx="2555" c:formatCode="yyyy/m/d">
                  <c:v>44676</c:v>
                </c:pt>
                <c:pt idx="2556" c:formatCode="yyyy/m/d">
                  <c:v>44677</c:v>
                </c:pt>
                <c:pt idx="2557" c:formatCode="yyyy/m/d">
                  <c:v>44678</c:v>
                </c:pt>
                <c:pt idx="2558" c:formatCode="yyyy/m/d">
                  <c:v>44679</c:v>
                </c:pt>
                <c:pt idx="2559" c:formatCode="yyyy/m/d">
                  <c:v>44680</c:v>
                </c:pt>
                <c:pt idx="2560" c:formatCode="yyyy/m/d">
                  <c:v>44683</c:v>
                </c:pt>
                <c:pt idx="2561" c:formatCode="yyyy/m/d">
                  <c:v>44684</c:v>
                </c:pt>
                <c:pt idx="2562" c:formatCode="yyyy/m/d">
                  <c:v>44685</c:v>
                </c:pt>
                <c:pt idx="2563" c:formatCode="yyyy/m/d">
                  <c:v>44686</c:v>
                </c:pt>
                <c:pt idx="2564" c:formatCode="yyyy/m/d">
                  <c:v>44687</c:v>
                </c:pt>
                <c:pt idx="2565" c:formatCode="yyyy/m/d">
                  <c:v>44690</c:v>
                </c:pt>
                <c:pt idx="2566" c:formatCode="yyyy/m/d">
                  <c:v>44691</c:v>
                </c:pt>
                <c:pt idx="2567" c:formatCode="yyyy/m/d">
                  <c:v>44692</c:v>
                </c:pt>
                <c:pt idx="2568" c:formatCode="yyyy/m/d">
                  <c:v>44693</c:v>
                </c:pt>
                <c:pt idx="2569" c:formatCode="yyyy/m/d">
                  <c:v>44694</c:v>
                </c:pt>
                <c:pt idx="2570" c:formatCode="yyyy/m/d">
                  <c:v>44697</c:v>
                </c:pt>
                <c:pt idx="2571" c:formatCode="yyyy/m/d">
                  <c:v>44698</c:v>
                </c:pt>
                <c:pt idx="2572" c:formatCode="yyyy/m/d">
                  <c:v>44699</c:v>
                </c:pt>
                <c:pt idx="2573" c:formatCode="yyyy/m/d">
                  <c:v>44700</c:v>
                </c:pt>
                <c:pt idx="2574" c:formatCode="yyyy/m/d">
                  <c:v>44701</c:v>
                </c:pt>
                <c:pt idx="2575" c:formatCode="yyyy/m/d">
                  <c:v>44704</c:v>
                </c:pt>
                <c:pt idx="2576" c:formatCode="yyyy/m/d">
                  <c:v>44705</c:v>
                </c:pt>
                <c:pt idx="2577" c:formatCode="yyyy/m/d">
                  <c:v>44706</c:v>
                </c:pt>
                <c:pt idx="2578" c:formatCode="yyyy/m/d">
                  <c:v>44707</c:v>
                </c:pt>
                <c:pt idx="2579" c:formatCode="yyyy/m/d">
                  <c:v>44708</c:v>
                </c:pt>
                <c:pt idx="2580" c:formatCode="yyyy/m/d">
                  <c:v>44712</c:v>
                </c:pt>
                <c:pt idx="2581" c:formatCode="yyyy/m/d">
                  <c:v>44713</c:v>
                </c:pt>
                <c:pt idx="2582" c:formatCode="yyyy/m/d">
                  <c:v>44714</c:v>
                </c:pt>
                <c:pt idx="2583" c:formatCode="yyyy/m/d">
                  <c:v>44715</c:v>
                </c:pt>
                <c:pt idx="2584" c:formatCode="yyyy/m/d">
                  <c:v>44718</c:v>
                </c:pt>
                <c:pt idx="2585" c:formatCode="yyyy/m/d">
                  <c:v>44719</c:v>
                </c:pt>
                <c:pt idx="2586" c:formatCode="yyyy/m/d">
                  <c:v>44720</c:v>
                </c:pt>
                <c:pt idx="2587" c:formatCode="yyyy/m/d">
                  <c:v>44721</c:v>
                </c:pt>
                <c:pt idx="2588" c:formatCode="yyyy/m/d">
                  <c:v>44722</c:v>
                </c:pt>
                <c:pt idx="2589" c:formatCode="yyyy/m/d">
                  <c:v>44725</c:v>
                </c:pt>
                <c:pt idx="2590" c:formatCode="yyyy/m/d">
                  <c:v>44726</c:v>
                </c:pt>
                <c:pt idx="2591" c:formatCode="yyyy/m/d">
                  <c:v>44727</c:v>
                </c:pt>
                <c:pt idx="2592" c:formatCode="yyyy/m/d">
                  <c:v>44728</c:v>
                </c:pt>
                <c:pt idx="2593" c:formatCode="yyyy/m/d">
                  <c:v>44729</c:v>
                </c:pt>
                <c:pt idx="2594" c:formatCode="yyyy/m/d">
                  <c:v>44733</c:v>
                </c:pt>
                <c:pt idx="2595" c:formatCode="yyyy/m/d">
                  <c:v>44734</c:v>
                </c:pt>
                <c:pt idx="2596" c:formatCode="yyyy/m/d">
                  <c:v>44735</c:v>
                </c:pt>
                <c:pt idx="2597" c:formatCode="yyyy/m/d">
                  <c:v>44736</c:v>
                </c:pt>
                <c:pt idx="2598" c:formatCode="yyyy/m/d">
                  <c:v>44739</c:v>
                </c:pt>
                <c:pt idx="2599" c:formatCode="yyyy/m/d">
                  <c:v>44740</c:v>
                </c:pt>
                <c:pt idx="2600" c:formatCode="yyyy/m/d">
                  <c:v>44741</c:v>
                </c:pt>
                <c:pt idx="2601" c:formatCode="yyyy/m/d">
                  <c:v>44742</c:v>
                </c:pt>
                <c:pt idx="2602" c:formatCode="yyyy/m/d">
                  <c:v>44743</c:v>
                </c:pt>
                <c:pt idx="2603" c:formatCode="yyyy/m/d">
                  <c:v>44747</c:v>
                </c:pt>
                <c:pt idx="2604" c:formatCode="yyyy/m/d">
                  <c:v>44748</c:v>
                </c:pt>
                <c:pt idx="2605" c:formatCode="yyyy/m/d">
                  <c:v>44749</c:v>
                </c:pt>
                <c:pt idx="2606" c:formatCode="yyyy/m/d">
                  <c:v>44750</c:v>
                </c:pt>
                <c:pt idx="2607" c:formatCode="yyyy/m/d">
                  <c:v>44753</c:v>
                </c:pt>
                <c:pt idx="2608" c:formatCode="yyyy/m/d">
                  <c:v>44754</c:v>
                </c:pt>
                <c:pt idx="2609" c:formatCode="yyyy/m/d">
                  <c:v>44755</c:v>
                </c:pt>
                <c:pt idx="2610" c:formatCode="yyyy/m/d">
                  <c:v>44756</c:v>
                </c:pt>
                <c:pt idx="2611" c:formatCode="yyyy/m/d">
                  <c:v>44757</c:v>
                </c:pt>
                <c:pt idx="2612" c:formatCode="yyyy/m/d">
                  <c:v>44760</c:v>
                </c:pt>
                <c:pt idx="2613" c:formatCode="yyyy/m/d">
                  <c:v>44761</c:v>
                </c:pt>
                <c:pt idx="2614" c:formatCode="yyyy/m/d">
                  <c:v>44762</c:v>
                </c:pt>
                <c:pt idx="2615" c:formatCode="yyyy/m/d">
                  <c:v>44763</c:v>
                </c:pt>
                <c:pt idx="2616" c:formatCode="yyyy/m/d">
                  <c:v>44764</c:v>
                </c:pt>
                <c:pt idx="2617" c:formatCode="yyyy/m/d">
                  <c:v>44767</c:v>
                </c:pt>
                <c:pt idx="2618" c:formatCode="yyyy/m/d">
                  <c:v>44768</c:v>
                </c:pt>
                <c:pt idx="2619" c:formatCode="yyyy/m/d">
                  <c:v>44769</c:v>
                </c:pt>
                <c:pt idx="2620" c:formatCode="yyyy/m/d">
                  <c:v>44770</c:v>
                </c:pt>
                <c:pt idx="2621" c:formatCode="yyyy/m/d">
                  <c:v>44771</c:v>
                </c:pt>
                <c:pt idx="2622" c:formatCode="yyyy/m/d">
                  <c:v>44774</c:v>
                </c:pt>
                <c:pt idx="2623" c:formatCode="yyyy/m/d">
                  <c:v>44775</c:v>
                </c:pt>
                <c:pt idx="2624" c:formatCode="yyyy/m/d">
                  <c:v>44776</c:v>
                </c:pt>
                <c:pt idx="2625" c:formatCode="yyyy/m/d">
                  <c:v>44777</c:v>
                </c:pt>
                <c:pt idx="2626" c:formatCode="yyyy/m/d">
                  <c:v>44778</c:v>
                </c:pt>
                <c:pt idx="2627" c:formatCode="yyyy/m/d">
                  <c:v>44781</c:v>
                </c:pt>
                <c:pt idx="2628" c:formatCode="yyyy/m/d">
                  <c:v>44782</c:v>
                </c:pt>
                <c:pt idx="2629" c:formatCode="yyyy/m/d">
                  <c:v>44783</c:v>
                </c:pt>
                <c:pt idx="2630" c:formatCode="yyyy/m/d">
                  <c:v>44784</c:v>
                </c:pt>
                <c:pt idx="2631" c:formatCode="yyyy/m/d">
                  <c:v>44785</c:v>
                </c:pt>
                <c:pt idx="2632" c:formatCode="yyyy/m/d">
                  <c:v>44788</c:v>
                </c:pt>
                <c:pt idx="2633" c:formatCode="yyyy/m/d">
                  <c:v>44789</c:v>
                </c:pt>
                <c:pt idx="2634" c:formatCode="yyyy/m/d">
                  <c:v>44790</c:v>
                </c:pt>
                <c:pt idx="2635" c:formatCode="yyyy/m/d">
                  <c:v>44791</c:v>
                </c:pt>
                <c:pt idx="2636" c:formatCode="yyyy/m/d">
                  <c:v>44792</c:v>
                </c:pt>
                <c:pt idx="2637" c:formatCode="yyyy/m/d">
                  <c:v>44795</c:v>
                </c:pt>
                <c:pt idx="2638" c:formatCode="yyyy/m/d">
                  <c:v>44796</c:v>
                </c:pt>
                <c:pt idx="2639" c:formatCode="yyyy/m/d">
                  <c:v>44797</c:v>
                </c:pt>
                <c:pt idx="2640" c:formatCode="yyyy/m/d">
                  <c:v>44798</c:v>
                </c:pt>
                <c:pt idx="2641" c:formatCode="yyyy/m/d">
                  <c:v>44799</c:v>
                </c:pt>
                <c:pt idx="2642" c:formatCode="yyyy/m/d">
                  <c:v>44802</c:v>
                </c:pt>
                <c:pt idx="2643" c:formatCode="yyyy/m/d">
                  <c:v>44803</c:v>
                </c:pt>
                <c:pt idx="2644" c:formatCode="yyyy/m/d">
                  <c:v>44804</c:v>
                </c:pt>
                <c:pt idx="2645" c:formatCode="yyyy/m/d">
                  <c:v>44805</c:v>
                </c:pt>
                <c:pt idx="2646" c:formatCode="yyyy/m/d">
                  <c:v>44806</c:v>
                </c:pt>
                <c:pt idx="2647" c:formatCode="yyyy/m/d">
                  <c:v>44810</c:v>
                </c:pt>
                <c:pt idx="2648" c:formatCode="yyyy/m/d">
                  <c:v>44811</c:v>
                </c:pt>
                <c:pt idx="2649" c:formatCode="yyyy/m/d">
                  <c:v>44812</c:v>
                </c:pt>
                <c:pt idx="2650" c:formatCode="yyyy/m/d">
                  <c:v>44813</c:v>
                </c:pt>
                <c:pt idx="2651" c:formatCode="yyyy/m/d">
                  <c:v>44816</c:v>
                </c:pt>
                <c:pt idx="2652" c:formatCode="yyyy/m/d">
                  <c:v>44817</c:v>
                </c:pt>
                <c:pt idx="2653" c:formatCode="yyyy/m/d">
                  <c:v>44818</c:v>
                </c:pt>
                <c:pt idx="2654" c:formatCode="yyyy/m/d">
                  <c:v>44819</c:v>
                </c:pt>
                <c:pt idx="2655" c:formatCode="yyyy/m/d">
                  <c:v>44820</c:v>
                </c:pt>
                <c:pt idx="2656" c:formatCode="yyyy/m/d">
                  <c:v>44823</c:v>
                </c:pt>
                <c:pt idx="2657" c:formatCode="yyyy/m/d">
                  <c:v>44824</c:v>
                </c:pt>
                <c:pt idx="2658" c:formatCode="yyyy/m/d">
                  <c:v>44825</c:v>
                </c:pt>
                <c:pt idx="2659" c:formatCode="yyyy/m/d">
                  <c:v>44826</c:v>
                </c:pt>
                <c:pt idx="2660" c:formatCode="yyyy/m/d">
                  <c:v>44827</c:v>
                </c:pt>
                <c:pt idx="2661" c:formatCode="yyyy/m/d">
                  <c:v>44830</c:v>
                </c:pt>
                <c:pt idx="2662" c:formatCode="yyyy/m/d">
                  <c:v>44831</c:v>
                </c:pt>
                <c:pt idx="2663" c:formatCode="yyyy/m/d">
                  <c:v>44832</c:v>
                </c:pt>
                <c:pt idx="2664" c:formatCode="yyyy/m/d">
                  <c:v>44833</c:v>
                </c:pt>
                <c:pt idx="2665" c:formatCode="yyyy/m/d">
                  <c:v>44834</c:v>
                </c:pt>
                <c:pt idx="2666" c:formatCode="yyyy/m/d">
                  <c:v>44837</c:v>
                </c:pt>
                <c:pt idx="2667" c:formatCode="yyyy/m/d">
                  <c:v>44838</c:v>
                </c:pt>
                <c:pt idx="2668" c:formatCode="yyyy/m/d">
                  <c:v>44839</c:v>
                </c:pt>
                <c:pt idx="2669" c:formatCode="yyyy/m/d">
                  <c:v>44840</c:v>
                </c:pt>
                <c:pt idx="2670" c:formatCode="yyyy/m/d">
                  <c:v>44841</c:v>
                </c:pt>
                <c:pt idx="2671" c:formatCode="yyyy/m/d">
                  <c:v>44844</c:v>
                </c:pt>
                <c:pt idx="2672" c:formatCode="yyyy/m/d">
                  <c:v>44845</c:v>
                </c:pt>
                <c:pt idx="2673" c:formatCode="yyyy/m/d">
                  <c:v>44846</c:v>
                </c:pt>
                <c:pt idx="2674" c:formatCode="yyyy/m/d">
                  <c:v>44847</c:v>
                </c:pt>
                <c:pt idx="2675" c:formatCode="yyyy/m/d">
                  <c:v>44848</c:v>
                </c:pt>
                <c:pt idx="2676" c:formatCode="yyyy/m/d">
                  <c:v>44851</c:v>
                </c:pt>
                <c:pt idx="2677" c:formatCode="yyyy/m/d">
                  <c:v>44852</c:v>
                </c:pt>
                <c:pt idx="2678" c:formatCode="yyyy/m/d">
                  <c:v>44853</c:v>
                </c:pt>
                <c:pt idx="2679" c:formatCode="yyyy/m/d">
                  <c:v>44854</c:v>
                </c:pt>
                <c:pt idx="2680" c:formatCode="yyyy/m/d">
                  <c:v>44855</c:v>
                </c:pt>
                <c:pt idx="2681" c:formatCode="yyyy/m/d">
                  <c:v>44858</c:v>
                </c:pt>
                <c:pt idx="2682" c:formatCode="yyyy/m/d">
                  <c:v>44859</c:v>
                </c:pt>
                <c:pt idx="2683" c:formatCode="yyyy/m/d">
                  <c:v>44860</c:v>
                </c:pt>
                <c:pt idx="2684" c:formatCode="yyyy/m/d">
                  <c:v>44861</c:v>
                </c:pt>
                <c:pt idx="2685" c:formatCode="yyyy/m/d">
                  <c:v>44862</c:v>
                </c:pt>
                <c:pt idx="2686" c:formatCode="yyyy/m/d">
                  <c:v>44865</c:v>
                </c:pt>
                <c:pt idx="2687" c:formatCode="yyyy/m/d">
                  <c:v>44866</c:v>
                </c:pt>
                <c:pt idx="2688" c:formatCode="yyyy/m/d">
                  <c:v>44867</c:v>
                </c:pt>
                <c:pt idx="2689" c:formatCode="yyyy/m/d">
                  <c:v>44868</c:v>
                </c:pt>
                <c:pt idx="2690" c:formatCode="yyyy/m/d">
                  <c:v>44869</c:v>
                </c:pt>
                <c:pt idx="2691" c:formatCode="yyyy/m/d">
                  <c:v>44872</c:v>
                </c:pt>
                <c:pt idx="2692" c:formatCode="yyyy/m/d">
                  <c:v>44873</c:v>
                </c:pt>
                <c:pt idx="2693" c:formatCode="yyyy/m/d">
                  <c:v>44874</c:v>
                </c:pt>
                <c:pt idx="2694" c:formatCode="yyyy/m/d">
                  <c:v>44875</c:v>
                </c:pt>
                <c:pt idx="2695" c:formatCode="yyyy/m/d">
                  <c:v>44876</c:v>
                </c:pt>
                <c:pt idx="2696" c:formatCode="yyyy/m/d">
                  <c:v>44879</c:v>
                </c:pt>
                <c:pt idx="2697" c:formatCode="yyyy/m/d">
                  <c:v>44880</c:v>
                </c:pt>
                <c:pt idx="2698" c:formatCode="yyyy/m/d">
                  <c:v>44881</c:v>
                </c:pt>
                <c:pt idx="2699" c:formatCode="yyyy/m/d">
                  <c:v>44882</c:v>
                </c:pt>
                <c:pt idx="2700" c:formatCode="yyyy/m/d">
                  <c:v>44883</c:v>
                </c:pt>
                <c:pt idx="2701" c:formatCode="yyyy/m/d">
                  <c:v>44886</c:v>
                </c:pt>
                <c:pt idx="2702" c:formatCode="yyyy/m/d">
                  <c:v>44887</c:v>
                </c:pt>
                <c:pt idx="2703" c:formatCode="yyyy/m/d">
                  <c:v>44888</c:v>
                </c:pt>
                <c:pt idx="2704" c:formatCode="yyyy/m/d">
                  <c:v>44893</c:v>
                </c:pt>
                <c:pt idx="2705" c:formatCode="yyyy/m/d">
                  <c:v>44894</c:v>
                </c:pt>
                <c:pt idx="2706" c:formatCode="yyyy/m/d">
                  <c:v>44895</c:v>
                </c:pt>
                <c:pt idx="2707" c:formatCode="yyyy/m/d">
                  <c:v>44896</c:v>
                </c:pt>
                <c:pt idx="2708" c:formatCode="yyyy/m/d">
                  <c:v>44897</c:v>
                </c:pt>
                <c:pt idx="2709" c:formatCode="yyyy/m/d">
                  <c:v>44900</c:v>
                </c:pt>
                <c:pt idx="2710" c:formatCode="yyyy/m/d">
                  <c:v>44901</c:v>
                </c:pt>
                <c:pt idx="2711" c:formatCode="yyyy/m/d">
                  <c:v>44902</c:v>
                </c:pt>
                <c:pt idx="2712" c:formatCode="yyyy/m/d">
                  <c:v>44903</c:v>
                </c:pt>
                <c:pt idx="2713" c:formatCode="yyyy/m/d">
                  <c:v>44904</c:v>
                </c:pt>
                <c:pt idx="2714" c:formatCode="yyyy/m/d">
                  <c:v>44907</c:v>
                </c:pt>
                <c:pt idx="2715" c:formatCode="yyyy/m/d">
                  <c:v>44908</c:v>
                </c:pt>
                <c:pt idx="2716" c:formatCode="yyyy/m/d">
                  <c:v>44909</c:v>
                </c:pt>
                <c:pt idx="2717" c:formatCode="yyyy/m/d">
                  <c:v>44910</c:v>
                </c:pt>
                <c:pt idx="2718" c:formatCode="yyyy/m/d">
                  <c:v>44911</c:v>
                </c:pt>
                <c:pt idx="2719" c:formatCode="yyyy/m/d">
                  <c:v>44914</c:v>
                </c:pt>
                <c:pt idx="2720" c:formatCode="yyyy/m/d">
                  <c:v>44915</c:v>
                </c:pt>
                <c:pt idx="2721" c:formatCode="yyyy/m/d">
                  <c:v>44916</c:v>
                </c:pt>
                <c:pt idx="2722" c:formatCode="yyyy/m/d">
                  <c:v>44917</c:v>
                </c:pt>
                <c:pt idx="2723" c:formatCode="yyyy/m/d">
                  <c:v>44918</c:v>
                </c:pt>
                <c:pt idx="2724" c:formatCode="yyyy/m/d">
                  <c:v>44922</c:v>
                </c:pt>
                <c:pt idx="2725" c:formatCode="yyyy/m/d">
                  <c:v>44923</c:v>
                </c:pt>
                <c:pt idx="2726" c:formatCode="yyyy/m/d">
                  <c:v>44924</c:v>
                </c:pt>
                <c:pt idx="2727" c:formatCode="yyyy/m/d">
                  <c:v>44925</c:v>
                </c:pt>
                <c:pt idx="2728" c:formatCode="yyyy/m/d">
                  <c:v>44929</c:v>
                </c:pt>
                <c:pt idx="2729" c:formatCode="yyyy/m/d">
                  <c:v>44930</c:v>
                </c:pt>
                <c:pt idx="2730" c:formatCode="yyyy/m/d">
                  <c:v>44931</c:v>
                </c:pt>
                <c:pt idx="2731" c:formatCode="yyyy/m/d">
                  <c:v>44932</c:v>
                </c:pt>
                <c:pt idx="2732" c:formatCode="yyyy/m/d">
                  <c:v>44935</c:v>
                </c:pt>
                <c:pt idx="2733" c:formatCode="yyyy/m/d">
                  <c:v>44936</c:v>
                </c:pt>
                <c:pt idx="2734" c:formatCode="yyyy/m/d">
                  <c:v>44937</c:v>
                </c:pt>
                <c:pt idx="2735" c:formatCode="yyyy/m/d">
                  <c:v>44938</c:v>
                </c:pt>
                <c:pt idx="2736" c:formatCode="yyyy/m/d">
                  <c:v>44939</c:v>
                </c:pt>
                <c:pt idx="2737" c:formatCode="yyyy/m/d">
                  <c:v>44943</c:v>
                </c:pt>
                <c:pt idx="2738" c:formatCode="yyyy/m/d">
                  <c:v>44944</c:v>
                </c:pt>
                <c:pt idx="2739" c:formatCode="yyyy/m/d">
                  <c:v>44945</c:v>
                </c:pt>
                <c:pt idx="2740" c:formatCode="yyyy/m/d">
                  <c:v>44946</c:v>
                </c:pt>
                <c:pt idx="2741" c:formatCode="yyyy/m/d">
                  <c:v>44949</c:v>
                </c:pt>
                <c:pt idx="2742" c:formatCode="yyyy/m/d">
                  <c:v>44950</c:v>
                </c:pt>
                <c:pt idx="2743" c:formatCode="yyyy/m/d">
                  <c:v>44951</c:v>
                </c:pt>
                <c:pt idx="2744" c:formatCode="yyyy/m/d">
                  <c:v>44952</c:v>
                </c:pt>
                <c:pt idx="2745" c:formatCode="yyyy/m/d">
                  <c:v>44953</c:v>
                </c:pt>
                <c:pt idx="2746" c:formatCode="yyyy/m/d">
                  <c:v>44956</c:v>
                </c:pt>
                <c:pt idx="2747" c:formatCode="yyyy/m/d">
                  <c:v>44957</c:v>
                </c:pt>
                <c:pt idx="2748" c:formatCode="yyyy/m/d">
                  <c:v>44958</c:v>
                </c:pt>
                <c:pt idx="2749" c:formatCode="yyyy/m/d">
                  <c:v>44959</c:v>
                </c:pt>
                <c:pt idx="2750" c:formatCode="yyyy/m/d">
                  <c:v>44960</c:v>
                </c:pt>
                <c:pt idx="2751" c:formatCode="yyyy/m/d">
                  <c:v>44963</c:v>
                </c:pt>
                <c:pt idx="2752" c:formatCode="yyyy/m/d">
                  <c:v>44964</c:v>
                </c:pt>
                <c:pt idx="2753" c:formatCode="yyyy/m/d">
                  <c:v>44965</c:v>
                </c:pt>
                <c:pt idx="2754" c:formatCode="yyyy/m/d">
                  <c:v>44966</c:v>
                </c:pt>
                <c:pt idx="2755" c:formatCode="yyyy/m/d">
                  <c:v>44967</c:v>
                </c:pt>
                <c:pt idx="2756" c:formatCode="yyyy/m/d">
                  <c:v>44970</c:v>
                </c:pt>
                <c:pt idx="2757" c:formatCode="yyyy/m/d">
                  <c:v>44971</c:v>
                </c:pt>
                <c:pt idx="2758" c:formatCode="yyyy/m/d">
                  <c:v>44972</c:v>
                </c:pt>
                <c:pt idx="2759" c:formatCode="yyyy/m/d">
                  <c:v>44973</c:v>
                </c:pt>
                <c:pt idx="2760" c:formatCode="yyyy/m/d">
                  <c:v>44974</c:v>
                </c:pt>
                <c:pt idx="2761" c:formatCode="yyyy/m/d">
                  <c:v>44978</c:v>
                </c:pt>
                <c:pt idx="2762" c:formatCode="yyyy/m/d">
                  <c:v>44979</c:v>
                </c:pt>
                <c:pt idx="2763" c:formatCode="yyyy/m/d">
                  <c:v>44980</c:v>
                </c:pt>
                <c:pt idx="2764" c:formatCode="yyyy/m/d">
                  <c:v>44981</c:v>
                </c:pt>
                <c:pt idx="2765" c:formatCode="yyyy/m/d">
                  <c:v>44984</c:v>
                </c:pt>
                <c:pt idx="2766" c:formatCode="yyyy/m/d">
                  <c:v>44985</c:v>
                </c:pt>
                <c:pt idx="2767" c:formatCode="yyyy/m/d">
                  <c:v>44986</c:v>
                </c:pt>
                <c:pt idx="2768" c:formatCode="yyyy/m/d">
                  <c:v>44987</c:v>
                </c:pt>
                <c:pt idx="2769" c:formatCode="yyyy/m/d">
                  <c:v>44988</c:v>
                </c:pt>
                <c:pt idx="2770" c:formatCode="yyyy/m/d">
                  <c:v>44991</c:v>
                </c:pt>
                <c:pt idx="2771" c:formatCode="yyyy/m/d">
                  <c:v>44992</c:v>
                </c:pt>
                <c:pt idx="2772" c:formatCode="yyyy/m/d">
                  <c:v>44993</c:v>
                </c:pt>
                <c:pt idx="2773" c:formatCode="yyyy/m/d">
                  <c:v>44994</c:v>
                </c:pt>
                <c:pt idx="2774" c:formatCode="yyyy/m/d">
                  <c:v>44995</c:v>
                </c:pt>
                <c:pt idx="2775" c:formatCode="yyyy/m/d">
                  <c:v>44998</c:v>
                </c:pt>
                <c:pt idx="2776" c:formatCode="yyyy/m/d">
                  <c:v>44999</c:v>
                </c:pt>
                <c:pt idx="2777" c:formatCode="yyyy/m/d">
                  <c:v>45000</c:v>
                </c:pt>
                <c:pt idx="2778" c:formatCode="yyyy/m/d">
                  <c:v>45001</c:v>
                </c:pt>
                <c:pt idx="2779" c:formatCode="yyyy/m/d">
                  <c:v>45002</c:v>
                </c:pt>
                <c:pt idx="2780" c:formatCode="yyyy/m/d">
                  <c:v>45005</c:v>
                </c:pt>
                <c:pt idx="2781" c:formatCode="yyyy/m/d">
                  <c:v>45006</c:v>
                </c:pt>
                <c:pt idx="2782" c:formatCode="yyyy/m/d">
                  <c:v>45007</c:v>
                </c:pt>
                <c:pt idx="2783" c:formatCode="yyyy/m/d">
                  <c:v>45008</c:v>
                </c:pt>
                <c:pt idx="2784" c:formatCode="yyyy/m/d">
                  <c:v>45009</c:v>
                </c:pt>
                <c:pt idx="2785" c:formatCode="yyyy/m/d">
                  <c:v>45012</c:v>
                </c:pt>
                <c:pt idx="2786" c:formatCode="yyyy/m/d">
                  <c:v>45013</c:v>
                </c:pt>
                <c:pt idx="2787" c:formatCode="yyyy/m/d">
                  <c:v>45014</c:v>
                </c:pt>
                <c:pt idx="2788" c:formatCode="yyyy/m/d">
                  <c:v>45015</c:v>
                </c:pt>
                <c:pt idx="2789" c:formatCode="yyyy/m/d">
                  <c:v>45016</c:v>
                </c:pt>
                <c:pt idx="2790" c:formatCode="yyyy/m/d">
                  <c:v>45019</c:v>
                </c:pt>
                <c:pt idx="2791" c:formatCode="yyyy/m/d">
                  <c:v>45020</c:v>
                </c:pt>
                <c:pt idx="2792" c:formatCode="yyyy/m/d">
                  <c:v>45021</c:v>
                </c:pt>
                <c:pt idx="2793" c:formatCode="yyyy/m/d">
                  <c:v>45022</c:v>
                </c:pt>
                <c:pt idx="2794" c:formatCode="yyyy/m/d">
                  <c:v>45026</c:v>
                </c:pt>
                <c:pt idx="2795" c:formatCode="yyyy/m/d">
                  <c:v>45027</c:v>
                </c:pt>
                <c:pt idx="2796" c:formatCode="yyyy/m/d">
                  <c:v>45028</c:v>
                </c:pt>
                <c:pt idx="2797" c:formatCode="yyyy/m/d">
                  <c:v>45029</c:v>
                </c:pt>
                <c:pt idx="2798" c:formatCode="yyyy/m/d">
                  <c:v>45030</c:v>
                </c:pt>
                <c:pt idx="2799" c:formatCode="yyyy/m/d">
                  <c:v>45033</c:v>
                </c:pt>
                <c:pt idx="2800" c:formatCode="yyyy/m/d">
                  <c:v>45034</c:v>
                </c:pt>
                <c:pt idx="2801" c:formatCode="yyyy/m/d">
                  <c:v>45035</c:v>
                </c:pt>
                <c:pt idx="2802" c:formatCode="yyyy/m/d">
                  <c:v>45036</c:v>
                </c:pt>
                <c:pt idx="2803" c:formatCode="yyyy/m/d">
                  <c:v>45037</c:v>
                </c:pt>
                <c:pt idx="2804" c:formatCode="yyyy/m/d">
                  <c:v>45040</c:v>
                </c:pt>
                <c:pt idx="2805" c:formatCode="yyyy/m/d">
                  <c:v>45041</c:v>
                </c:pt>
                <c:pt idx="2806" c:formatCode="yyyy/m/d">
                  <c:v>45042</c:v>
                </c:pt>
                <c:pt idx="2807" c:formatCode="yyyy/m/d">
                  <c:v>45043</c:v>
                </c:pt>
                <c:pt idx="2808" c:formatCode="yyyy/m/d">
                  <c:v>45044</c:v>
                </c:pt>
                <c:pt idx="2809" c:formatCode="yyyy/m/d">
                  <c:v>45047</c:v>
                </c:pt>
                <c:pt idx="2810" c:formatCode="yyyy/m/d">
                  <c:v>45048</c:v>
                </c:pt>
                <c:pt idx="2811" c:formatCode="yyyy/m/d">
                  <c:v>45049</c:v>
                </c:pt>
                <c:pt idx="2812" c:formatCode="yyyy/m/d">
                  <c:v>45050</c:v>
                </c:pt>
                <c:pt idx="2813" c:formatCode="yyyy/m/d">
                  <c:v>45051</c:v>
                </c:pt>
                <c:pt idx="2814" c:formatCode="yyyy/m/d">
                  <c:v>45054</c:v>
                </c:pt>
                <c:pt idx="2815" c:formatCode="yyyy/m/d">
                  <c:v>45055</c:v>
                </c:pt>
                <c:pt idx="2816" c:formatCode="yyyy/m/d">
                  <c:v>45056</c:v>
                </c:pt>
                <c:pt idx="2817" c:formatCode="yyyy/m/d">
                  <c:v>45057</c:v>
                </c:pt>
                <c:pt idx="2818" c:formatCode="yyyy/m/d">
                  <c:v>45058</c:v>
                </c:pt>
                <c:pt idx="2819" c:formatCode="yyyy/m/d">
                  <c:v>45061</c:v>
                </c:pt>
                <c:pt idx="2820" c:formatCode="yyyy/m/d">
                  <c:v>45062</c:v>
                </c:pt>
                <c:pt idx="2821" c:formatCode="yyyy/m/d">
                  <c:v>45063</c:v>
                </c:pt>
                <c:pt idx="2822" c:formatCode="yyyy/m/d">
                  <c:v>45064</c:v>
                </c:pt>
                <c:pt idx="2823" c:formatCode="yyyy/m/d">
                  <c:v>45065</c:v>
                </c:pt>
                <c:pt idx="2824" c:formatCode="yyyy/m/d">
                  <c:v>45068</c:v>
                </c:pt>
                <c:pt idx="2825" c:formatCode="yyyy/m/d">
                  <c:v>45069</c:v>
                </c:pt>
                <c:pt idx="2826" c:formatCode="yyyy/m/d">
                  <c:v>45070</c:v>
                </c:pt>
                <c:pt idx="2827" c:formatCode="yyyy/m/d">
                  <c:v>45071</c:v>
                </c:pt>
                <c:pt idx="2828" c:formatCode="yyyy/m/d">
                  <c:v>45072</c:v>
                </c:pt>
                <c:pt idx="2829" c:formatCode="yyyy/m/d">
                  <c:v>45076</c:v>
                </c:pt>
                <c:pt idx="2830" c:formatCode="yyyy/m/d">
                  <c:v>45077</c:v>
                </c:pt>
                <c:pt idx="2831" c:formatCode="yyyy/m/d">
                  <c:v>45078</c:v>
                </c:pt>
                <c:pt idx="2832" c:formatCode="yyyy/m/d">
                  <c:v>45079</c:v>
                </c:pt>
                <c:pt idx="2833" c:formatCode="yyyy/m/d">
                  <c:v>45082</c:v>
                </c:pt>
                <c:pt idx="2834" c:formatCode="yyyy/m/d">
                  <c:v>45083</c:v>
                </c:pt>
                <c:pt idx="2835" c:formatCode="yyyy/m/d">
                  <c:v>45084</c:v>
                </c:pt>
                <c:pt idx="2836" c:formatCode="yyyy/m/d">
                  <c:v>45085</c:v>
                </c:pt>
                <c:pt idx="2837" c:formatCode="yyyy/m/d">
                  <c:v>45086</c:v>
                </c:pt>
                <c:pt idx="2838" c:formatCode="yyyy/m/d">
                  <c:v>45089</c:v>
                </c:pt>
                <c:pt idx="2839" c:formatCode="yyyy/m/d">
                  <c:v>45090</c:v>
                </c:pt>
                <c:pt idx="2840" c:formatCode="yyyy/m/d">
                  <c:v>45091</c:v>
                </c:pt>
                <c:pt idx="2841" c:formatCode="yyyy/m/d">
                  <c:v>45092</c:v>
                </c:pt>
                <c:pt idx="2842" c:formatCode="yyyy/m/d">
                  <c:v>45093</c:v>
                </c:pt>
                <c:pt idx="2843" c:formatCode="yyyy/m/d">
                  <c:v>45097</c:v>
                </c:pt>
                <c:pt idx="2844" c:formatCode="yyyy/m/d">
                  <c:v>45098</c:v>
                </c:pt>
                <c:pt idx="2845" c:formatCode="yyyy/m/d">
                  <c:v>45099</c:v>
                </c:pt>
                <c:pt idx="2846" c:formatCode="yyyy/m/d">
                  <c:v>45100</c:v>
                </c:pt>
                <c:pt idx="2847" c:formatCode="yyyy/m/d">
                  <c:v>45103</c:v>
                </c:pt>
                <c:pt idx="2848" c:formatCode="yyyy/m/d">
                  <c:v>45104</c:v>
                </c:pt>
                <c:pt idx="2849" c:formatCode="yyyy/m/d">
                  <c:v>45105</c:v>
                </c:pt>
                <c:pt idx="2850" c:formatCode="yyyy/m/d">
                  <c:v>45106</c:v>
                </c:pt>
                <c:pt idx="2851" c:formatCode="yyyy/m/d">
                  <c:v>45107</c:v>
                </c:pt>
                <c:pt idx="2852" c:formatCode="yyyy/m/d">
                  <c:v>45110</c:v>
                </c:pt>
                <c:pt idx="2853" c:formatCode="yyyy/m/d">
                  <c:v>45112</c:v>
                </c:pt>
                <c:pt idx="2854" c:formatCode="yyyy/m/d">
                  <c:v>45113</c:v>
                </c:pt>
                <c:pt idx="2855" c:formatCode="yyyy/m/d">
                  <c:v>45114</c:v>
                </c:pt>
                <c:pt idx="2856" c:formatCode="yyyy/m/d">
                  <c:v>45117</c:v>
                </c:pt>
                <c:pt idx="2857" c:formatCode="yyyy/m/d">
                  <c:v>45118</c:v>
                </c:pt>
                <c:pt idx="2858" c:formatCode="yyyy/m/d">
                  <c:v>45119</c:v>
                </c:pt>
                <c:pt idx="2859" c:formatCode="yyyy/m/d">
                  <c:v>45120</c:v>
                </c:pt>
                <c:pt idx="2860" c:formatCode="yyyy/m/d">
                  <c:v>45121</c:v>
                </c:pt>
                <c:pt idx="2861" c:formatCode="yyyy/m/d">
                  <c:v>45124</c:v>
                </c:pt>
                <c:pt idx="2862" c:formatCode="yyyy/m/d">
                  <c:v>45125</c:v>
                </c:pt>
                <c:pt idx="2863" c:formatCode="yyyy/m/d">
                  <c:v>45126</c:v>
                </c:pt>
                <c:pt idx="2864" c:formatCode="yyyy/m/d">
                  <c:v>45127</c:v>
                </c:pt>
                <c:pt idx="2865" c:formatCode="yyyy/m/d">
                  <c:v>45128</c:v>
                </c:pt>
                <c:pt idx="2866" c:formatCode="yyyy/m/d">
                  <c:v>45131</c:v>
                </c:pt>
                <c:pt idx="2867" c:formatCode="yyyy/m/d">
                  <c:v>45132</c:v>
                </c:pt>
                <c:pt idx="2868" c:formatCode="yyyy/m/d">
                  <c:v>45133</c:v>
                </c:pt>
                <c:pt idx="2869" c:formatCode="yyyy/m/d">
                  <c:v>45134</c:v>
                </c:pt>
                <c:pt idx="2870" c:formatCode="yyyy/m/d">
                  <c:v>45135</c:v>
                </c:pt>
                <c:pt idx="2871" c:formatCode="yyyy/m/d">
                  <c:v>45138</c:v>
                </c:pt>
                <c:pt idx="2872" c:formatCode="yyyy/m/d">
                  <c:v>45139</c:v>
                </c:pt>
                <c:pt idx="2873" c:formatCode="yyyy/m/d">
                  <c:v>45140</c:v>
                </c:pt>
                <c:pt idx="2874" c:formatCode="yyyy/m/d">
                  <c:v>45141</c:v>
                </c:pt>
                <c:pt idx="2875" c:formatCode="yyyy/m/d">
                  <c:v>45142</c:v>
                </c:pt>
                <c:pt idx="2876" c:formatCode="yyyy/m/d">
                  <c:v>45145</c:v>
                </c:pt>
                <c:pt idx="2877" c:formatCode="yyyy/m/d">
                  <c:v>45146</c:v>
                </c:pt>
                <c:pt idx="2878" c:formatCode="yyyy/m/d">
                  <c:v>45147</c:v>
                </c:pt>
                <c:pt idx="2879" c:formatCode="yyyy/m/d">
                  <c:v>45148</c:v>
                </c:pt>
                <c:pt idx="2880" c:formatCode="yyyy/m/d">
                  <c:v>45149</c:v>
                </c:pt>
                <c:pt idx="2881" c:formatCode="yyyy/m/d">
                  <c:v>45152</c:v>
                </c:pt>
                <c:pt idx="2882" c:formatCode="yyyy/m/d">
                  <c:v>45153</c:v>
                </c:pt>
                <c:pt idx="2883" c:formatCode="yyyy/m/d">
                  <c:v>45154</c:v>
                </c:pt>
                <c:pt idx="2884" c:formatCode="yyyy/m/d">
                  <c:v>45155</c:v>
                </c:pt>
                <c:pt idx="2885" c:formatCode="yyyy/m/d">
                  <c:v>45156</c:v>
                </c:pt>
                <c:pt idx="2886" c:formatCode="yyyy/m/d">
                  <c:v>45159</c:v>
                </c:pt>
                <c:pt idx="2887" c:formatCode="yyyy/m/d">
                  <c:v>45160</c:v>
                </c:pt>
                <c:pt idx="2888" c:formatCode="yyyy/m/d">
                  <c:v>45161</c:v>
                </c:pt>
                <c:pt idx="2889" c:formatCode="yyyy/m/d">
                  <c:v>45162</c:v>
                </c:pt>
                <c:pt idx="2890" c:formatCode="yyyy/m/d">
                  <c:v>45163</c:v>
                </c:pt>
                <c:pt idx="2891" c:formatCode="yyyy/m/d">
                  <c:v>45166</c:v>
                </c:pt>
                <c:pt idx="2892" c:formatCode="yyyy/m/d">
                  <c:v>45167</c:v>
                </c:pt>
                <c:pt idx="2893" c:formatCode="yyyy/m/d">
                  <c:v>45168</c:v>
                </c:pt>
                <c:pt idx="2894" c:formatCode="yyyy/m/d">
                  <c:v>45169</c:v>
                </c:pt>
                <c:pt idx="2895" c:formatCode="yyyy/m/d">
                  <c:v>45170</c:v>
                </c:pt>
                <c:pt idx="2896" c:formatCode="yyyy/m/d">
                  <c:v>45174</c:v>
                </c:pt>
                <c:pt idx="2897" c:formatCode="yyyy/m/d">
                  <c:v>45175</c:v>
                </c:pt>
                <c:pt idx="2898" c:formatCode="yyyy/m/d">
                  <c:v>45176</c:v>
                </c:pt>
                <c:pt idx="2899" c:formatCode="yyyy/m/d">
                  <c:v>45177</c:v>
                </c:pt>
                <c:pt idx="2900" c:formatCode="yyyy/m/d">
                  <c:v>45180</c:v>
                </c:pt>
                <c:pt idx="2901" c:formatCode="yyyy/m/d">
                  <c:v>45181</c:v>
                </c:pt>
                <c:pt idx="2902" c:formatCode="yyyy/m/d">
                  <c:v>45182</c:v>
                </c:pt>
                <c:pt idx="2903" c:formatCode="yyyy/m/d">
                  <c:v>45183</c:v>
                </c:pt>
                <c:pt idx="2904" c:formatCode="yyyy/m/d">
                  <c:v>45184</c:v>
                </c:pt>
                <c:pt idx="2905" c:formatCode="yyyy/m/d">
                  <c:v>45187</c:v>
                </c:pt>
                <c:pt idx="2906" c:formatCode="yyyy/m/d">
                  <c:v>45188</c:v>
                </c:pt>
                <c:pt idx="2907" c:formatCode="yyyy/m/d">
                  <c:v>45189</c:v>
                </c:pt>
                <c:pt idx="2908" c:formatCode="yyyy/m/d">
                  <c:v>45190</c:v>
                </c:pt>
                <c:pt idx="2909" c:formatCode="yyyy/m/d">
                  <c:v>45191</c:v>
                </c:pt>
                <c:pt idx="2910" c:formatCode="yyyy/m/d">
                  <c:v>45194</c:v>
                </c:pt>
                <c:pt idx="2911" c:formatCode="yyyy/m/d">
                  <c:v>45195</c:v>
                </c:pt>
                <c:pt idx="2912" c:formatCode="yyyy/m/d">
                  <c:v>45196</c:v>
                </c:pt>
                <c:pt idx="2913" c:formatCode="yyyy/m/d">
                  <c:v>45197</c:v>
                </c:pt>
                <c:pt idx="2914" c:formatCode="yyyy/m/d">
                  <c:v>45198</c:v>
                </c:pt>
                <c:pt idx="2915" c:formatCode="yyyy/m/d">
                  <c:v>45201</c:v>
                </c:pt>
                <c:pt idx="2916" c:formatCode="yyyy/m/d">
                  <c:v>45202</c:v>
                </c:pt>
                <c:pt idx="2917" c:formatCode="yyyy/m/d">
                  <c:v>45203</c:v>
                </c:pt>
                <c:pt idx="2918" c:formatCode="yyyy/m/d">
                  <c:v>45204</c:v>
                </c:pt>
                <c:pt idx="2919" c:formatCode="yyyy/m/d">
                  <c:v>45205</c:v>
                </c:pt>
                <c:pt idx="2920" c:formatCode="yyyy/m/d">
                  <c:v>45208</c:v>
                </c:pt>
                <c:pt idx="2921" c:formatCode="yyyy/m/d">
                  <c:v>45209</c:v>
                </c:pt>
                <c:pt idx="2922" c:formatCode="yyyy/m/d">
                  <c:v>45210</c:v>
                </c:pt>
                <c:pt idx="2923" c:formatCode="yyyy/m/d">
                  <c:v>45211</c:v>
                </c:pt>
                <c:pt idx="2924" c:formatCode="yyyy/m/d">
                  <c:v>45212</c:v>
                </c:pt>
                <c:pt idx="2925" c:formatCode="yyyy/m/d">
                  <c:v>45215</c:v>
                </c:pt>
                <c:pt idx="2926" c:formatCode="yyyy/m/d">
                  <c:v>45216</c:v>
                </c:pt>
                <c:pt idx="2927" c:formatCode="yyyy/m/d">
                  <c:v>45217</c:v>
                </c:pt>
                <c:pt idx="2928" c:formatCode="yyyy/m/d">
                  <c:v>45218</c:v>
                </c:pt>
                <c:pt idx="2929" c:formatCode="yyyy/m/d">
                  <c:v>45219</c:v>
                </c:pt>
                <c:pt idx="2930" c:formatCode="yyyy/m/d">
                  <c:v>45222</c:v>
                </c:pt>
                <c:pt idx="2931" c:formatCode="yyyy/m/d">
                  <c:v>45223</c:v>
                </c:pt>
                <c:pt idx="2932" c:formatCode="yyyy/m/d">
                  <c:v>45224</c:v>
                </c:pt>
                <c:pt idx="2933" c:formatCode="yyyy/m/d">
                  <c:v>45225</c:v>
                </c:pt>
                <c:pt idx="2934" c:formatCode="yyyy/m/d">
                  <c:v>45226</c:v>
                </c:pt>
                <c:pt idx="2935" c:formatCode="yyyy/m/d">
                  <c:v>45229</c:v>
                </c:pt>
                <c:pt idx="2936" c:formatCode="yyyy/m/d">
                  <c:v>45230</c:v>
                </c:pt>
                <c:pt idx="2937" c:formatCode="yyyy/m/d">
                  <c:v>45231</c:v>
                </c:pt>
                <c:pt idx="2938" c:formatCode="yyyy/m/d">
                  <c:v>45232</c:v>
                </c:pt>
                <c:pt idx="2939" c:formatCode="yyyy/m/d">
                  <c:v>45233</c:v>
                </c:pt>
                <c:pt idx="2940" c:formatCode="yyyy/m/d">
                  <c:v>45236</c:v>
                </c:pt>
                <c:pt idx="2941" c:formatCode="yyyy/m/d">
                  <c:v>45237</c:v>
                </c:pt>
                <c:pt idx="2942" c:formatCode="yyyy/m/d">
                  <c:v>45238</c:v>
                </c:pt>
                <c:pt idx="2943" c:formatCode="yyyy/m/d">
                  <c:v>45239</c:v>
                </c:pt>
                <c:pt idx="2944" c:formatCode="yyyy/m/d">
                  <c:v>45240</c:v>
                </c:pt>
                <c:pt idx="2945" c:formatCode="yyyy/m/d">
                  <c:v>45243</c:v>
                </c:pt>
                <c:pt idx="2946" c:formatCode="yyyy/m/d">
                  <c:v>45244</c:v>
                </c:pt>
                <c:pt idx="2947" c:formatCode="yyyy/m/d">
                  <c:v>45245</c:v>
                </c:pt>
                <c:pt idx="2948" c:formatCode="yyyy/m/d">
                  <c:v>45246</c:v>
                </c:pt>
                <c:pt idx="2949" c:formatCode="yyyy/m/d">
                  <c:v>45247</c:v>
                </c:pt>
                <c:pt idx="2950" c:formatCode="yyyy/m/d">
                  <c:v>45250</c:v>
                </c:pt>
                <c:pt idx="2951" c:formatCode="yyyy/m/d">
                  <c:v>45251</c:v>
                </c:pt>
                <c:pt idx="2952" c:formatCode="yyyy/m/d">
                  <c:v>45252</c:v>
                </c:pt>
                <c:pt idx="2953" c:formatCode="yyyy/m/d">
                  <c:v>45257</c:v>
                </c:pt>
                <c:pt idx="2954" c:formatCode="yyyy/m/d">
                  <c:v>45258</c:v>
                </c:pt>
                <c:pt idx="2955" c:formatCode="yyyy/m/d">
                  <c:v>45259</c:v>
                </c:pt>
                <c:pt idx="2956" c:formatCode="yyyy/m/d">
                  <c:v>45260</c:v>
                </c:pt>
                <c:pt idx="2957" c:formatCode="yyyy/m/d">
                  <c:v>45261</c:v>
                </c:pt>
                <c:pt idx="2958" c:formatCode="yyyy/m/d">
                  <c:v>45264</c:v>
                </c:pt>
                <c:pt idx="2959" c:formatCode="yyyy/m/d">
                  <c:v>45265</c:v>
                </c:pt>
                <c:pt idx="2960" c:formatCode="yyyy/m/d">
                  <c:v>45266</c:v>
                </c:pt>
                <c:pt idx="2961" c:formatCode="yyyy/m/d">
                  <c:v>45267</c:v>
                </c:pt>
                <c:pt idx="2962" c:formatCode="yyyy/m/d">
                  <c:v>45268</c:v>
                </c:pt>
                <c:pt idx="2963" c:formatCode="yyyy/m/d">
                  <c:v>45271</c:v>
                </c:pt>
                <c:pt idx="2964" c:formatCode="yyyy/m/d">
                  <c:v>45272</c:v>
                </c:pt>
                <c:pt idx="2965" c:formatCode="yyyy/m/d">
                  <c:v>45273</c:v>
                </c:pt>
                <c:pt idx="2966" c:formatCode="yyyy/m/d">
                  <c:v>45274</c:v>
                </c:pt>
                <c:pt idx="2967" c:formatCode="yyyy/m/d">
                  <c:v>45275</c:v>
                </c:pt>
                <c:pt idx="2968" c:formatCode="yyyy/m/d">
                  <c:v>45278</c:v>
                </c:pt>
                <c:pt idx="2969" c:formatCode="yyyy/m/d">
                  <c:v>45279</c:v>
                </c:pt>
                <c:pt idx="2970" c:formatCode="yyyy/m/d">
                  <c:v>45280</c:v>
                </c:pt>
                <c:pt idx="2971" c:formatCode="yyyy/m/d">
                  <c:v>45281</c:v>
                </c:pt>
                <c:pt idx="2972" c:formatCode="yyyy/m/d">
                  <c:v>45282</c:v>
                </c:pt>
                <c:pt idx="2973" c:formatCode="yyyy/m/d">
                  <c:v>45286</c:v>
                </c:pt>
                <c:pt idx="2974" c:formatCode="yyyy/m/d">
                  <c:v>45287</c:v>
                </c:pt>
                <c:pt idx="2975" c:formatCode="yyyy/m/d">
                  <c:v>45288</c:v>
                </c:pt>
                <c:pt idx="2976" c:formatCode="yyyy/m/d">
                  <c:v>45289</c:v>
                </c:pt>
                <c:pt idx="2977" c:formatCode="yyyy/m/d">
                  <c:v>45293</c:v>
                </c:pt>
                <c:pt idx="2978" c:formatCode="yyyy/m/d">
                  <c:v>45294</c:v>
                </c:pt>
                <c:pt idx="2979" c:formatCode="yyyy/m/d">
                  <c:v>45295</c:v>
                </c:pt>
                <c:pt idx="2980" c:formatCode="yyyy/m/d">
                  <c:v>45296</c:v>
                </c:pt>
                <c:pt idx="2981" c:formatCode="yyyy/m/d">
                  <c:v>45299</c:v>
                </c:pt>
                <c:pt idx="2982" c:formatCode="yyyy/m/d">
                  <c:v>45300</c:v>
                </c:pt>
                <c:pt idx="2983" c:formatCode="yyyy/m/d">
                  <c:v>45301</c:v>
                </c:pt>
                <c:pt idx="2984" c:formatCode="yyyy/m/d">
                  <c:v>45302</c:v>
                </c:pt>
                <c:pt idx="2985" c:formatCode="yyyy/m/d">
                  <c:v>45303</c:v>
                </c:pt>
                <c:pt idx="2986" c:formatCode="yyyy/m/d">
                  <c:v>45307</c:v>
                </c:pt>
                <c:pt idx="2987" c:formatCode="yyyy/m/d">
                  <c:v>45308</c:v>
                </c:pt>
                <c:pt idx="2988" c:formatCode="yyyy/m/d">
                  <c:v>45309</c:v>
                </c:pt>
                <c:pt idx="2989" c:formatCode="yyyy/m/d">
                  <c:v>45310</c:v>
                </c:pt>
                <c:pt idx="2990" c:formatCode="yyyy/m/d">
                  <c:v>45313</c:v>
                </c:pt>
                <c:pt idx="2991" c:formatCode="yyyy/m/d">
                  <c:v>45314</c:v>
                </c:pt>
                <c:pt idx="2992" c:formatCode="yyyy/m/d">
                  <c:v>45315</c:v>
                </c:pt>
                <c:pt idx="2993" c:formatCode="yyyy/m/d">
                  <c:v>45316</c:v>
                </c:pt>
                <c:pt idx="2994" c:formatCode="yyyy/m/d">
                  <c:v>45317</c:v>
                </c:pt>
                <c:pt idx="2995" c:formatCode="yyyy/m/d">
                  <c:v>45320</c:v>
                </c:pt>
                <c:pt idx="2996" c:formatCode="yyyy/m/d">
                  <c:v>45321</c:v>
                </c:pt>
                <c:pt idx="2997" c:formatCode="yyyy/m/d">
                  <c:v>45322</c:v>
                </c:pt>
                <c:pt idx="2998" c:formatCode="yyyy/m/d">
                  <c:v>45323</c:v>
                </c:pt>
                <c:pt idx="2999" c:formatCode="yyyy/m/d">
                  <c:v>45324</c:v>
                </c:pt>
                <c:pt idx="3000" c:formatCode="yyyy/m/d">
                  <c:v>45327</c:v>
                </c:pt>
                <c:pt idx="3001" c:formatCode="yyyy/m/d">
                  <c:v>45328</c:v>
                </c:pt>
                <c:pt idx="3002" c:formatCode="yyyy/m/d">
                  <c:v>45329</c:v>
                </c:pt>
                <c:pt idx="3003" c:formatCode="yyyy/m/d">
                  <c:v>45330</c:v>
                </c:pt>
                <c:pt idx="3004" c:formatCode="yyyy/m/d">
                  <c:v>45331</c:v>
                </c:pt>
                <c:pt idx="3005" c:formatCode="yyyy/m/d">
                  <c:v>45334</c:v>
                </c:pt>
                <c:pt idx="3006" c:formatCode="yyyy/m/d">
                  <c:v>45335</c:v>
                </c:pt>
                <c:pt idx="3007" c:formatCode="yyyy/m/d">
                  <c:v>45336</c:v>
                </c:pt>
                <c:pt idx="3008" c:formatCode="yyyy/m/d">
                  <c:v>45337</c:v>
                </c:pt>
                <c:pt idx="3009" c:formatCode="yyyy/m/d">
                  <c:v>45338</c:v>
                </c:pt>
                <c:pt idx="3010" c:formatCode="yyyy/m/d">
                  <c:v>45342</c:v>
                </c:pt>
                <c:pt idx="3011" c:formatCode="yyyy/m/d">
                  <c:v>45343</c:v>
                </c:pt>
                <c:pt idx="3012" c:formatCode="yyyy/m/d">
                  <c:v>45344</c:v>
                </c:pt>
                <c:pt idx="3013" c:formatCode="yyyy/m/d">
                  <c:v>45345</c:v>
                </c:pt>
                <c:pt idx="3014" c:formatCode="yyyy/m/d">
                  <c:v>45348</c:v>
                </c:pt>
                <c:pt idx="3015" c:formatCode="yyyy/m/d">
                  <c:v>45349</c:v>
                </c:pt>
                <c:pt idx="3016" c:formatCode="yyyy/m/d">
                  <c:v>45350</c:v>
                </c:pt>
                <c:pt idx="3017" c:formatCode="yyyy/m/d">
                  <c:v>45351</c:v>
                </c:pt>
                <c:pt idx="3018" c:formatCode="yyyy/m/d">
                  <c:v>45352</c:v>
                </c:pt>
                <c:pt idx="3019" c:formatCode="yyyy/m/d">
                  <c:v>45355</c:v>
                </c:pt>
                <c:pt idx="3020" c:formatCode="yyyy/m/d">
                  <c:v>45356</c:v>
                </c:pt>
                <c:pt idx="3021" c:formatCode="yyyy/m/d">
                  <c:v>45357</c:v>
                </c:pt>
                <c:pt idx="3022" c:formatCode="yyyy/m/d">
                  <c:v>45358</c:v>
                </c:pt>
                <c:pt idx="3023" c:formatCode="yyyy/m/d">
                  <c:v>45359</c:v>
                </c:pt>
                <c:pt idx="3024" c:formatCode="yyyy/m/d">
                  <c:v>45362</c:v>
                </c:pt>
                <c:pt idx="3025" c:formatCode="yyyy/m/d">
                  <c:v>45363</c:v>
                </c:pt>
                <c:pt idx="3026" c:formatCode="yyyy/m/d">
                  <c:v>45364</c:v>
                </c:pt>
                <c:pt idx="3027" c:formatCode="yyyy/m/d">
                  <c:v>45365</c:v>
                </c:pt>
                <c:pt idx="3028" c:formatCode="yyyy/m/d">
                  <c:v>45366</c:v>
                </c:pt>
                <c:pt idx="3029" c:formatCode="yyyy/m/d">
                  <c:v>45369</c:v>
                </c:pt>
                <c:pt idx="3030" c:formatCode="yyyy/m/d">
                  <c:v>45370</c:v>
                </c:pt>
                <c:pt idx="3031" c:formatCode="yyyy/m/d">
                  <c:v>45371</c:v>
                </c:pt>
                <c:pt idx="3032" c:formatCode="yyyy/m/d">
                  <c:v>45372</c:v>
                </c:pt>
                <c:pt idx="3033" c:formatCode="yyyy/m/d">
                  <c:v>45373</c:v>
                </c:pt>
                <c:pt idx="3034" c:formatCode="yyyy/m/d">
                  <c:v>45376</c:v>
                </c:pt>
                <c:pt idx="3035" c:formatCode="yyyy/m/d">
                  <c:v>45377</c:v>
                </c:pt>
                <c:pt idx="3036" c:formatCode="yyyy/m/d">
                  <c:v>45378</c:v>
                </c:pt>
                <c:pt idx="3037" c:formatCode="yyyy/m/d">
                  <c:v>45379</c:v>
                </c:pt>
                <c:pt idx="3038" c:formatCode="yyyy/m/d">
                  <c:v>45383</c:v>
                </c:pt>
                <c:pt idx="3039" c:formatCode="yyyy/m/d">
                  <c:v>45384</c:v>
                </c:pt>
                <c:pt idx="3040" c:formatCode="yyyy/m/d">
                  <c:v>45385</c:v>
                </c:pt>
                <c:pt idx="3041" c:formatCode="yyyy/m/d">
                  <c:v>45386</c:v>
                </c:pt>
                <c:pt idx="3042" c:formatCode="yyyy/m/d">
                  <c:v>45387</c:v>
                </c:pt>
                <c:pt idx="3043" c:formatCode="yyyy/m/d">
                  <c:v>45390</c:v>
                </c:pt>
                <c:pt idx="3044" c:formatCode="yyyy/m/d">
                  <c:v>45391</c:v>
                </c:pt>
                <c:pt idx="3045" c:formatCode="yyyy/m/d">
                  <c:v>45392</c:v>
                </c:pt>
                <c:pt idx="3046" c:formatCode="yyyy/m/d">
                  <c:v>45393</c:v>
                </c:pt>
                <c:pt idx="3047" c:formatCode="yyyy/m/d">
                  <c:v>45394</c:v>
                </c:pt>
                <c:pt idx="3048" c:formatCode="yyyy/m/d">
                  <c:v>45397</c:v>
                </c:pt>
                <c:pt idx="3049" c:formatCode="yyyy/m/d">
                  <c:v>45398</c:v>
                </c:pt>
                <c:pt idx="3050" c:formatCode="yyyy/m/d">
                  <c:v>45399</c:v>
                </c:pt>
                <c:pt idx="3051" c:formatCode="yyyy/m/d">
                  <c:v>45400</c:v>
                </c:pt>
                <c:pt idx="3052" c:formatCode="yyyy/m/d">
                  <c:v>45401</c:v>
                </c:pt>
                <c:pt idx="3053" c:formatCode="yyyy/m/d">
                  <c:v>45404</c:v>
                </c:pt>
                <c:pt idx="3054" c:formatCode="yyyy/m/d">
                  <c:v>45405</c:v>
                </c:pt>
                <c:pt idx="3055" c:formatCode="yyyy/m/d">
                  <c:v>45406</c:v>
                </c:pt>
                <c:pt idx="3056" c:formatCode="yyyy/m/d">
                  <c:v>45407</c:v>
                </c:pt>
                <c:pt idx="3057" c:formatCode="yyyy/m/d">
                  <c:v>45408</c:v>
                </c:pt>
                <c:pt idx="3058" c:formatCode="yyyy/m/d">
                  <c:v>45411</c:v>
                </c:pt>
                <c:pt idx="3059" c:formatCode="yyyy/m/d">
                  <c:v>45412</c:v>
                </c:pt>
                <c:pt idx="3060" c:formatCode="yyyy/m/d">
                  <c:v>45413</c:v>
                </c:pt>
                <c:pt idx="3061" c:formatCode="yyyy/m/d">
                  <c:v>45414</c:v>
                </c:pt>
                <c:pt idx="3062" c:formatCode="yyyy/m/d">
                  <c:v>45415</c:v>
                </c:pt>
                <c:pt idx="3063" c:formatCode="yyyy/m/d">
                  <c:v>45418</c:v>
                </c:pt>
                <c:pt idx="3064" c:formatCode="yyyy/m/d">
                  <c:v>45419</c:v>
                </c:pt>
                <c:pt idx="3065" c:formatCode="yyyy/m/d">
                  <c:v>45420</c:v>
                </c:pt>
                <c:pt idx="3066" c:formatCode="yyyy/m/d">
                  <c:v>45421</c:v>
                </c:pt>
                <c:pt idx="3067" c:formatCode="yyyy/m/d">
                  <c:v>45422</c:v>
                </c:pt>
                <c:pt idx="3068" c:formatCode="yyyy/m/d">
                  <c:v>45425</c:v>
                </c:pt>
                <c:pt idx="3069" c:formatCode="yyyy/m/d">
                  <c:v>45426</c:v>
                </c:pt>
                <c:pt idx="3070" c:formatCode="yyyy/m/d">
                  <c:v>45427</c:v>
                </c:pt>
                <c:pt idx="3071" c:formatCode="yyyy/m/d">
                  <c:v>45428</c:v>
                </c:pt>
                <c:pt idx="3072" c:formatCode="yyyy/m/d">
                  <c:v>45429</c:v>
                </c:pt>
                <c:pt idx="3073" c:formatCode="yyyy/m/d">
                  <c:v>45432</c:v>
                </c:pt>
                <c:pt idx="3074" c:formatCode="yyyy/m/d">
                  <c:v>45433</c:v>
                </c:pt>
                <c:pt idx="3075" c:formatCode="yyyy/m/d">
                  <c:v>45434</c:v>
                </c:pt>
                <c:pt idx="3076" c:formatCode="yyyy/m/d">
                  <c:v>45435</c:v>
                </c:pt>
                <c:pt idx="3077" c:formatCode="yyyy/m/d">
                  <c:v>45436</c:v>
                </c:pt>
                <c:pt idx="3078" c:formatCode="yyyy/m/d">
                  <c:v>45440</c:v>
                </c:pt>
                <c:pt idx="3079" c:formatCode="yyyy/m/d">
                  <c:v>45441</c:v>
                </c:pt>
                <c:pt idx="3080" c:formatCode="yyyy/m/d">
                  <c:v>45442</c:v>
                </c:pt>
                <c:pt idx="3081" c:formatCode="yyyy/m/d">
                  <c:v>45443</c:v>
                </c:pt>
                <c:pt idx="3082" c:formatCode="yyyy/m/d">
                  <c:v>45446</c:v>
                </c:pt>
                <c:pt idx="3083" c:formatCode="yyyy/m/d">
                  <c:v>45447</c:v>
                </c:pt>
                <c:pt idx="3084" c:formatCode="yyyy/m/d">
                  <c:v>45448</c:v>
                </c:pt>
                <c:pt idx="3085" c:formatCode="yyyy/m/d">
                  <c:v>45449</c:v>
                </c:pt>
                <c:pt idx="3086" c:formatCode="yyyy/m/d">
                  <c:v>45450</c:v>
                </c:pt>
                <c:pt idx="3087" c:formatCode="yyyy/m/d">
                  <c:v>45453</c:v>
                </c:pt>
                <c:pt idx="3088" c:formatCode="yyyy/m/d">
                  <c:v>45454</c:v>
                </c:pt>
                <c:pt idx="3089" c:formatCode="yyyy/m/d">
                  <c:v>45455</c:v>
                </c:pt>
                <c:pt idx="3090" c:formatCode="yyyy/m/d">
                  <c:v>45456</c:v>
                </c:pt>
                <c:pt idx="3091" c:formatCode="yyyy/m/d">
                  <c:v>45457</c:v>
                </c:pt>
                <c:pt idx="3092" c:formatCode="yyyy/m/d">
                  <c:v>45460</c:v>
                </c:pt>
                <c:pt idx="3093" c:formatCode="yyyy/m/d">
                  <c:v>45461</c:v>
                </c:pt>
                <c:pt idx="3094" c:formatCode="yyyy/m/d">
                  <c:v>45463</c:v>
                </c:pt>
                <c:pt idx="3095" c:formatCode="yyyy/m/d">
                  <c:v>45464</c:v>
                </c:pt>
                <c:pt idx="3096" c:formatCode="yyyy/m/d">
                  <c:v>45467</c:v>
                </c:pt>
                <c:pt idx="3097" c:formatCode="yyyy/m/d">
                  <c:v>45468</c:v>
                </c:pt>
                <c:pt idx="3098" c:formatCode="yyyy/m/d">
                  <c:v>45469</c:v>
                </c:pt>
                <c:pt idx="3099" c:formatCode="yyyy/m/d">
                  <c:v>45470</c:v>
                </c:pt>
                <c:pt idx="3100" c:formatCode="yyyy/m/d">
                  <c:v>45471</c:v>
                </c:pt>
                <c:pt idx="3101" c:formatCode="yyyy/m/d">
                  <c:v>45474</c:v>
                </c:pt>
                <c:pt idx="3102" c:formatCode="yyyy/m/d">
                  <c:v>45475</c:v>
                </c:pt>
                <c:pt idx="3103" c:formatCode="yyyy/m/d">
                  <c:v>45476</c:v>
                </c:pt>
                <c:pt idx="3104" c:formatCode="yyyy/m/d">
                  <c:v>45478</c:v>
                </c:pt>
                <c:pt idx="3105" c:formatCode="yyyy/m/d">
                  <c:v>45481</c:v>
                </c:pt>
                <c:pt idx="3106" c:formatCode="yyyy/m/d">
                  <c:v>45482</c:v>
                </c:pt>
                <c:pt idx="3107" c:formatCode="yyyy/m/d">
                  <c:v>45483</c:v>
                </c:pt>
                <c:pt idx="3108" c:formatCode="yyyy/m/d">
                  <c:v>45484</c:v>
                </c:pt>
                <c:pt idx="3109" c:formatCode="yyyy/m/d">
                  <c:v>45485</c:v>
                </c:pt>
                <c:pt idx="3110" c:formatCode="yyyy/m/d">
                  <c:v>45488</c:v>
                </c:pt>
              </c:numCache>
            </c:numRef>
          </c:cat>
          <c:val>
            <c:numRef>
              <c:f>draw_plot_data.csv!$C$2:$C$3112</c:f>
              <c:numCache>
                <c:formatCode>General</c:formatCode>
                <c:ptCount val="3111"/>
                <c:pt idx="0">
                  <c:v>1000</c:v>
                </c:pt>
                <c:pt idx="1">
                  <c:v>1000.05192046424</c:v>
                </c:pt>
                <c:pt idx="2">
                  <c:v>1000.23691541241</c:v>
                </c:pt>
                <c:pt idx="3">
                  <c:v>1000.42218145379</c:v>
                </c:pt>
                <c:pt idx="4">
                  <c:v>1000.44694035184</c:v>
                </c:pt>
                <c:pt idx="5">
                  <c:v>1000.42203232942</c:v>
                </c:pt>
                <c:pt idx="6">
                  <c:v>1000.32283513193</c:v>
                </c:pt>
                <c:pt idx="7">
                  <c:v>1000.35304445928</c:v>
                </c:pt>
                <c:pt idx="8">
                  <c:v>1000.56105292182</c:v>
                </c:pt>
                <c:pt idx="9">
                  <c:v>1001.2030863328</c:v>
                </c:pt>
                <c:pt idx="10">
                  <c:v>1001.42450459196</c:v>
                </c:pt>
                <c:pt idx="11">
                  <c:v>1002.36422246653</c:v>
                </c:pt>
                <c:pt idx="12">
                  <c:v>1002.40823417413</c:v>
                </c:pt>
                <c:pt idx="13">
                  <c:v>1002.87098955757</c:v>
                </c:pt>
                <c:pt idx="14">
                  <c:v>1002.94401686154</c:v>
                </c:pt>
                <c:pt idx="15">
                  <c:v>1002.72192389228</c:v>
                </c:pt>
                <c:pt idx="16">
                  <c:v>1002.23802539701</c:v>
                </c:pt>
                <c:pt idx="17">
                  <c:v>1002.33669389662</c:v>
                </c:pt>
                <c:pt idx="18">
                  <c:v>1002.07175665682</c:v>
                </c:pt>
                <c:pt idx="19">
                  <c:v>1002.73011069671</c:v>
                </c:pt>
                <c:pt idx="20">
                  <c:v>1004.0212028994</c:v>
                </c:pt>
                <c:pt idx="21">
                  <c:v>1003.62593669734</c:v>
                </c:pt>
                <c:pt idx="22">
                  <c:v>1004.21190731867</c:v>
                </c:pt>
                <c:pt idx="23">
                  <c:v>1005.14813629104</c:v>
                </c:pt>
                <c:pt idx="24">
                  <c:v>1004.6566508235</c:v>
                </c:pt>
                <c:pt idx="25">
                  <c:v>1003.22031430463</c:v>
                </c:pt>
                <c:pt idx="26">
                  <c:v>1002.58305019628</c:v>
                </c:pt>
                <c:pt idx="27">
                  <c:v>1005.12006175504</c:v>
                </c:pt>
                <c:pt idx="28">
                  <c:v>1004.83170101466</c:v>
                </c:pt>
                <c:pt idx="29">
                  <c:v>1003.14712045785</c:v>
                </c:pt>
                <c:pt idx="30">
                  <c:v>1005.84951896722</c:v>
                </c:pt>
                <c:pt idx="31">
                  <c:v>1008.88319027339</c:v>
                </c:pt>
                <c:pt idx="32">
                  <c:v>1011.51742255111</c:v>
                </c:pt>
                <c:pt idx="33">
                  <c:v>1014.97957129706</c:v>
                </c:pt>
                <c:pt idx="34">
                  <c:v>1014.24450941577</c:v>
                </c:pt>
                <c:pt idx="35">
                  <c:v>1014.27677204897</c:v>
                </c:pt>
                <c:pt idx="36">
                  <c:v>1014.95110601425</c:v>
                </c:pt>
                <c:pt idx="37">
                  <c:v>1013.66307468602</c:v>
                </c:pt>
                <c:pt idx="38">
                  <c:v>1016.95795688968</c:v>
                </c:pt>
                <c:pt idx="39">
                  <c:v>1016.28772455116</c:v>
                </c:pt>
                <c:pt idx="40">
                  <c:v>1017.24486932797</c:v>
                </c:pt>
                <c:pt idx="41">
                  <c:v>1012.12479470979</c:v>
                </c:pt>
                <c:pt idx="42">
                  <c:v>1014.52003299699</c:v>
                </c:pt>
                <c:pt idx="43">
                  <c:v>1017.55261894491</c:v>
                </c:pt>
                <c:pt idx="44">
                  <c:v>1018.56049146617</c:v>
                </c:pt>
                <c:pt idx="45">
                  <c:v>1021.638877146</c:v>
                </c:pt>
                <c:pt idx="46">
                  <c:v>1015.43933564611</c:v>
                </c:pt>
                <c:pt idx="47">
                  <c:v>1014.23631464168</c:v>
                </c:pt>
                <c:pt idx="48">
                  <c:v>1017.90836967006</c:v>
                </c:pt>
                <c:pt idx="49">
                  <c:v>1030.79952094753</c:v>
                </c:pt>
                <c:pt idx="50">
                  <c:v>1032.89831587341</c:v>
                </c:pt>
                <c:pt idx="51">
                  <c:v>1031.30777593037</c:v>
                </c:pt>
                <c:pt idx="52">
                  <c:v>1032.17238623852</c:v>
                </c:pt>
                <c:pt idx="53">
                  <c:v>1030.97600019621</c:v>
                </c:pt>
                <c:pt idx="54">
                  <c:v>1034.57405964056</c:v>
                </c:pt>
                <c:pt idx="55">
                  <c:v>1044.57163311586</c:v>
                </c:pt>
                <c:pt idx="56">
                  <c:v>1035.58642162754</c:v>
                </c:pt>
                <c:pt idx="57">
                  <c:v>1038.21762573991</c:v>
                </c:pt>
                <c:pt idx="58">
                  <c:v>1034.99866437911</c:v>
                </c:pt>
                <c:pt idx="59">
                  <c:v>1039.65146308883</c:v>
                </c:pt>
                <c:pt idx="60">
                  <c:v>1039.64269856132</c:v>
                </c:pt>
                <c:pt idx="61">
                  <c:v>1039.55261220956</c:v>
                </c:pt>
                <c:pt idx="62">
                  <c:v>1039.10672890346</c:v>
                </c:pt>
                <c:pt idx="63">
                  <c:v>1038.88111903248</c:v>
                </c:pt>
                <c:pt idx="64">
                  <c:v>1038.55300772916</c:v>
                </c:pt>
                <c:pt idx="65">
                  <c:v>1038.03637974583</c:v>
                </c:pt>
                <c:pt idx="66">
                  <c:v>1037.68182253881</c:v>
                </c:pt>
                <c:pt idx="67">
                  <c:v>1039.18038920433</c:v>
                </c:pt>
                <c:pt idx="68">
                  <c:v>1037.56092322935</c:v>
                </c:pt>
                <c:pt idx="69">
                  <c:v>1037.58789592856</c:v>
                </c:pt>
                <c:pt idx="70">
                  <c:v>1038.3593215029</c:v>
                </c:pt>
                <c:pt idx="71">
                  <c:v>1038.3857417325</c:v>
                </c:pt>
                <c:pt idx="72">
                  <c:v>1038.5468086584</c:v>
                </c:pt>
                <c:pt idx="73">
                  <c:v>1039.01059849983</c:v>
                </c:pt>
                <c:pt idx="74">
                  <c:v>1037.13946049543</c:v>
                </c:pt>
                <c:pt idx="75">
                  <c:v>1037.88803285701</c:v>
                </c:pt>
                <c:pt idx="76">
                  <c:v>1039.58143342423</c:v>
                </c:pt>
                <c:pt idx="77">
                  <c:v>1039.7906197773</c:v>
                </c:pt>
                <c:pt idx="78">
                  <c:v>1040.1613512541</c:v>
                </c:pt>
                <c:pt idx="79">
                  <c:v>1039.96266672544</c:v>
                </c:pt>
                <c:pt idx="80">
                  <c:v>1038.82407744403</c:v>
                </c:pt>
                <c:pt idx="81">
                  <c:v>1039.31737211401</c:v>
                </c:pt>
                <c:pt idx="82">
                  <c:v>1037.79209670839</c:v>
                </c:pt>
                <c:pt idx="83">
                  <c:v>1036.44360866001</c:v>
                </c:pt>
                <c:pt idx="84">
                  <c:v>1037.62675055026</c:v>
                </c:pt>
                <c:pt idx="85">
                  <c:v>1027.20511385101</c:v>
                </c:pt>
                <c:pt idx="86">
                  <c:v>1035.54253624439</c:v>
                </c:pt>
                <c:pt idx="87">
                  <c:v>1037.3757314363</c:v>
                </c:pt>
                <c:pt idx="88">
                  <c:v>1036.76121024498</c:v>
                </c:pt>
                <c:pt idx="89">
                  <c:v>1035.4290076937</c:v>
                </c:pt>
                <c:pt idx="90">
                  <c:v>1034.25058796091</c:v>
                </c:pt>
                <c:pt idx="91">
                  <c:v>1033.23335004487</c:v>
                </c:pt>
                <c:pt idx="92">
                  <c:v>1031.4935263109</c:v>
                </c:pt>
                <c:pt idx="93">
                  <c:v>1030.96974400702</c:v>
                </c:pt>
                <c:pt idx="94">
                  <c:v>1034.07131147288</c:v>
                </c:pt>
                <c:pt idx="95">
                  <c:v>1033.87763865027</c:v>
                </c:pt>
                <c:pt idx="96">
                  <c:v>1033.39912675519</c:v>
                </c:pt>
                <c:pt idx="97">
                  <c:v>1034.33631515492</c:v>
                </c:pt>
                <c:pt idx="98">
                  <c:v>1036.65141153564</c:v>
                </c:pt>
                <c:pt idx="99">
                  <c:v>1032.349755821</c:v>
                </c:pt>
                <c:pt idx="100">
                  <c:v>1032.21032288643</c:v>
                </c:pt>
                <c:pt idx="101">
                  <c:v>1029.97062308054</c:v>
                </c:pt>
                <c:pt idx="102">
                  <c:v>1030.52360254394</c:v>
                </c:pt>
                <c:pt idx="103">
                  <c:v>1031.73229109388</c:v>
                </c:pt>
                <c:pt idx="104">
                  <c:v>1035.39936085178</c:v>
                </c:pt>
                <c:pt idx="105">
                  <c:v>1036.75520425897</c:v>
                </c:pt>
                <c:pt idx="106">
                  <c:v>1038.98392861153</c:v>
                </c:pt>
                <c:pt idx="107">
                  <c:v>1035.23028131977</c:v>
                </c:pt>
                <c:pt idx="108">
                  <c:v>1039.56800994106</c:v>
                </c:pt>
                <c:pt idx="109">
                  <c:v>1037.74132801557</c:v>
                </c:pt>
                <c:pt idx="110">
                  <c:v>1039.03843896222</c:v>
                </c:pt>
                <c:pt idx="111">
                  <c:v>1042.75621583574</c:v>
                </c:pt>
                <c:pt idx="112">
                  <c:v>1054.9901316252</c:v>
                </c:pt>
                <c:pt idx="113">
                  <c:v>1054.2131414629</c:v>
                </c:pt>
                <c:pt idx="114">
                  <c:v>1058.91386588402</c:v>
                </c:pt>
                <c:pt idx="115">
                  <c:v>1056.00843472879</c:v>
                </c:pt>
                <c:pt idx="116">
                  <c:v>1056.94583815748</c:v>
                </c:pt>
                <c:pt idx="117">
                  <c:v>1054.68842586399</c:v>
                </c:pt>
                <c:pt idx="118">
                  <c:v>1055.1853893106</c:v>
                </c:pt>
                <c:pt idx="119">
                  <c:v>1055.81640994566</c:v>
                </c:pt>
                <c:pt idx="120">
                  <c:v>1053.75131624583</c:v>
                </c:pt>
                <c:pt idx="121">
                  <c:v>1053.68702827314</c:v>
                </c:pt>
                <c:pt idx="122">
                  <c:v>1053.28246244589</c:v>
                </c:pt>
                <c:pt idx="123">
                  <c:v>1055.41975726748</c:v>
                </c:pt>
                <c:pt idx="124">
                  <c:v>1054.37302271926</c:v>
                </c:pt>
                <c:pt idx="125">
                  <c:v>1054.28200143102</c:v>
                </c:pt>
                <c:pt idx="126">
                  <c:v>1053.93601730785</c:v>
                </c:pt>
                <c:pt idx="127">
                  <c:v>1053.81227025907</c:v>
                </c:pt>
                <c:pt idx="128">
                  <c:v>1053.07006515117</c:v>
                </c:pt>
                <c:pt idx="129">
                  <c:v>1054.25808668998</c:v>
                </c:pt>
                <c:pt idx="130">
                  <c:v>1053.74134727787</c:v>
                </c:pt>
                <c:pt idx="131">
                  <c:v>1054.452819872</c:v>
                </c:pt>
                <c:pt idx="132">
                  <c:v>1055.42001489555</c:v>
                </c:pt>
                <c:pt idx="133">
                  <c:v>1056.47872576377</c:v>
                </c:pt>
                <c:pt idx="134">
                  <c:v>1055.31214601086</c:v>
                </c:pt>
                <c:pt idx="135">
                  <c:v>1053.13094418593</c:v>
                </c:pt>
                <c:pt idx="136">
                  <c:v>1053.00035583055</c:v>
                </c:pt>
                <c:pt idx="137">
                  <c:v>1053.36566908162</c:v>
                </c:pt>
                <c:pt idx="138">
                  <c:v>1052.24692088202</c:v>
                </c:pt>
                <c:pt idx="139">
                  <c:v>1054.08322089863</c:v>
                </c:pt>
                <c:pt idx="140">
                  <c:v>1051.31964509092</c:v>
                </c:pt>
                <c:pt idx="141">
                  <c:v>1050.23922979961</c:v>
                </c:pt>
                <c:pt idx="142">
                  <c:v>1051.19332766972</c:v>
                </c:pt>
                <c:pt idx="143">
                  <c:v>1052.39432653069</c:v>
                </c:pt>
                <c:pt idx="144">
                  <c:v>1054.26773751896</c:v>
                </c:pt>
                <c:pt idx="145">
                  <c:v>1054.4065210142</c:v>
                </c:pt>
                <c:pt idx="146">
                  <c:v>1054.83345524561</c:v>
                </c:pt>
                <c:pt idx="147">
                  <c:v>1055.80772202427</c:v>
                </c:pt>
                <c:pt idx="148">
                  <c:v>1056.54973369573</c:v>
                </c:pt>
                <c:pt idx="149">
                  <c:v>1056.96455304543</c:v>
                </c:pt>
                <c:pt idx="150">
                  <c:v>1057.03604247615</c:v>
                </c:pt>
                <c:pt idx="151">
                  <c:v>1057.01749913153</c:v>
                </c:pt>
                <c:pt idx="152">
                  <c:v>1057.29613031866</c:v>
                </c:pt>
                <c:pt idx="153">
                  <c:v>1057.73874659078</c:v>
                </c:pt>
                <c:pt idx="154">
                  <c:v>1058.60854674411</c:v>
                </c:pt>
                <c:pt idx="155">
                  <c:v>1059.5508356396</c:v>
                </c:pt>
                <c:pt idx="156">
                  <c:v>1059.17255751678</c:v>
                </c:pt>
                <c:pt idx="157">
                  <c:v>1059.02791099517</c:v>
                </c:pt>
                <c:pt idx="158">
                  <c:v>1058.55028806969</c:v>
                </c:pt>
                <c:pt idx="159">
                  <c:v>1059.18047246714</c:v>
                </c:pt>
                <c:pt idx="160">
                  <c:v>1059.1958202073</c:v>
                </c:pt>
                <c:pt idx="161">
                  <c:v>1059.3362707119</c:v>
                </c:pt>
                <c:pt idx="162">
                  <c:v>1059.26114640271</c:v>
                </c:pt>
                <c:pt idx="163">
                  <c:v>1058.43750117437</c:v>
                </c:pt>
                <c:pt idx="164">
                  <c:v>1059.49055908169</c:v>
                </c:pt>
                <c:pt idx="165">
                  <c:v>1059.97383487187</c:v>
                </c:pt>
                <c:pt idx="166">
                  <c:v>1060.03208979091</c:v>
                </c:pt>
                <c:pt idx="167">
                  <c:v>1064.24951285128</c:v>
                </c:pt>
                <c:pt idx="168">
                  <c:v>1063.00446906364</c:v>
                </c:pt>
                <c:pt idx="169">
                  <c:v>1062.4564313857</c:v>
                </c:pt>
                <c:pt idx="170">
                  <c:v>1064.70474565346</c:v>
                </c:pt>
                <c:pt idx="171">
                  <c:v>1059.00104316566</c:v>
                </c:pt>
                <c:pt idx="172">
                  <c:v>1060.55120736646</c:v>
                </c:pt>
                <c:pt idx="173">
                  <c:v>1061.82755898222</c:v>
                </c:pt>
                <c:pt idx="174">
                  <c:v>1062.61964499688</c:v>
                </c:pt>
                <c:pt idx="175">
                  <c:v>1061.99746299565</c:v>
                </c:pt>
                <c:pt idx="176">
                  <c:v>1062.99113641103</c:v>
                </c:pt>
                <c:pt idx="177">
                  <c:v>1062.79470480807</c:v>
                </c:pt>
                <c:pt idx="178">
                  <c:v>1063.54367581326</c:v>
                </c:pt>
                <c:pt idx="179">
                  <c:v>1062.04468133563</c:v>
                </c:pt>
                <c:pt idx="180">
                  <c:v>1061.64330319993</c:v>
                </c:pt>
                <c:pt idx="181">
                  <c:v>1062.2655895848</c:v>
                </c:pt>
                <c:pt idx="182">
                  <c:v>1061.49642137522</c:v>
                </c:pt>
                <c:pt idx="183">
                  <c:v>1060.74600036044</c:v>
                </c:pt>
                <c:pt idx="184">
                  <c:v>1061.27419802002</c:v>
                </c:pt>
                <c:pt idx="185">
                  <c:v>1061.31936288519</c:v>
                </c:pt>
                <c:pt idx="186">
                  <c:v>1061.12131801577</c:v>
                </c:pt>
                <c:pt idx="187">
                  <c:v>1061.19698551927</c:v>
                </c:pt>
                <c:pt idx="188">
                  <c:v>1060.95216941409</c:v>
                </c:pt>
                <c:pt idx="189">
                  <c:v>1060.84061318511</c:v>
                </c:pt>
                <c:pt idx="190">
                  <c:v>1060.75566907765</c:v>
                </c:pt>
                <c:pt idx="191">
                  <c:v>1060.50206778703</c:v>
                </c:pt>
                <c:pt idx="192">
                  <c:v>1061.64342324568</c:v>
                </c:pt>
                <c:pt idx="193">
                  <c:v>1062.23202141075</c:v>
                </c:pt>
                <c:pt idx="194">
                  <c:v>1063.47420505669</c:v>
                </c:pt>
                <c:pt idx="195">
                  <c:v>1062.80220792299</c:v>
                </c:pt>
                <c:pt idx="196">
                  <c:v>1061.71682175221</c:v>
                </c:pt>
                <c:pt idx="197">
                  <c:v>1062.07530686041</c:v>
                </c:pt>
                <c:pt idx="198">
                  <c:v>1060.08536592768</c:v>
                </c:pt>
                <c:pt idx="199">
                  <c:v>1060.27638764331</c:v>
                </c:pt>
                <c:pt idx="200">
                  <c:v>1060.22217071525</c:v>
                </c:pt>
                <c:pt idx="201">
                  <c:v>1060.51799199963</c:v>
                </c:pt>
                <c:pt idx="202">
                  <c:v>1060.83264749468</c:v>
                </c:pt>
                <c:pt idx="203">
                  <c:v>1061.51666583678</c:v>
                </c:pt>
                <c:pt idx="204">
                  <c:v>1060.93969894977</c:v>
                </c:pt>
                <c:pt idx="205">
                  <c:v>1061.19442841231</c:v>
                </c:pt>
                <c:pt idx="206">
                  <c:v>1061.94325036455</c:v>
                </c:pt>
                <c:pt idx="207">
                  <c:v>1059.13305884053</c:v>
                </c:pt>
                <c:pt idx="208">
                  <c:v>1059.17537732469</c:v>
                </c:pt>
                <c:pt idx="209">
                  <c:v>1059.04110397064</c:v>
                </c:pt>
                <c:pt idx="210">
                  <c:v>1059.54949609586</c:v>
                </c:pt>
                <c:pt idx="211">
                  <c:v>1059.12294648548</c:v>
                </c:pt>
                <c:pt idx="212">
                  <c:v>1058.73003992297</c:v>
                </c:pt>
                <c:pt idx="213">
                  <c:v>1058.44201452482</c:v>
                </c:pt>
                <c:pt idx="214">
                  <c:v>1058.99942300013</c:v>
                </c:pt>
                <c:pt idx="215">
                  <c:v>1061.37626862662</c:v>
                </c:pt>
                <c:pt idx="216">
                  <c:v>1062.1542101841</c:v>
                </c:pt>
                <c:pt idx="217">
                  <c:v>1062.48139404402</c:v>
                </c:pt>
                <c:pt idx="218">
                  <c:v>1065.60601262253</c:v>
                </c:pt>
                <c:pt idx="219">
                  <c:v>1065.85646007397</c:v>
                </c:pt>
                <c:pt idx="220">
                  <c:v>1064.55996658835</c:v>
                </c:pt>
                <c:pt idx="221">
                  <c:v>1068.73413459297</c:v>
                </c:pt>
                <c:pt idx="222">
                  <c:v>1069.34075562194</c:v>
                </c:pt>
                <c:pt idx="223">
                  <c:v>1069.94452585313</c:v>
                </c:pt>
                <c:pt idx="224">
                  <c:v>1070.00348751856</c:v>
                </c:pt>
                <c:pt idx="225">
                  <c:v>1069.99803714318</c:v>
                </c:pt>
                <c:pt idx="226">
                  <c:v>1070.16687547062</c:v>
                </c:pt>
                <c:pt idx="227">
                  <c:v>1070.4190178883</c:v>
                </c:pt>
                <c:pt idx="228">
                  <c:v>1072.1472030273</c:v>
                </c:pt>
                <c:pt idx="229">
                  <c:v>1073.01108966225</c:v>
                </c:pt>
                <c:pt idx="230">
                  <c:v>1071.82090289453</c:v>
                </c:pt>
                <c:pt idx="231">
                  <c:v>1071.90226539118</c:v>
                </c:pt>
                <c:pt idx="232">
                  <c:v>1072.09506668636</c:v>
                </c:pt>
                <c:pt idx="233">
                  <c:v>1073.17097116035</c:v>
                </c:pt>
                <c:pt idx="234">
                  <c:v>1072.52414260413</c:v>
                </c:pt>
                <c:pt idx="235">
                  <c:v>1072.52125047694</c:v>
                </c:pt>
                <c:pt idx="236">
                  <c:v>1074.67860512913</c:v>
                </c:pt>
                <c:pt idx="237">
                  <c:v>1073.1167847223</c:v>
                </c:pt>
                <c:pt idx="238">
                  <c:v>1071.52681555599</c:v>
                </c:pt>
                <c:pt idx="239">
                  <c:v>1070.80646718204</c:v>
                </c:pt>
                <c:pt idx="240">
                  <c:v>1073.46467053729</c:v>
                </c:pt>
                <c:pt idx="241">
                  <c:v>1076.65878743211</c:v>
                </c:pt>
                <c:pt idx="242">
                  <c:v>1076.67647295744</c:v>
                </c:pt>
                <c:pt idx="243">
                  <c:v>1078.11739679599</c:v>
                </c:pt>
                <c:pt idx="244">
                  <c:v>1078.11601813634</c:v>
                </c:pt>
                <c:pt idx="245">
                  <c:v>1077.91467917193</c:v>
                </c:pt>
                <c:pt idx="246">
                  <c:v>1078.68892129391</c:v>
                </c:pt>
                <c:pt idx="247">
                  <c:v>1078.97618946004</c:v>
                </c:pt>
                <c:pt idx="248">
                  <c:v>1079.19944799393</c:v>
                </c:pt>
                <c:pt idx="249">
                  <c:v>1078.99251831304</c:v>
                </c:pt>
                <c:pt idx="250">
                  <c:v>1079.18975595392</c:v>
                </c:pt>
                <c:pt idx="251">
                  <c:v>1077.96644892917</c:v>
                </c:pt>
                <c:pt idx="252">
                  <c:v>1087.11510514824</c:v>
                </c:pt>
                <c:pt idx="253">
                  <c:v>1085.04741534385</c:v>
                </c:pt>
                <c:pt idx="254">
                  <c:v>1084.02031934673</c:v>
                </c:pt>
                <c:pt idx="255">
                  <c:v>1084.11103780808</c:v>
                </c:pt>
                <c:pt idx="256">
                  <c:v>1084.11979460179</c:v>
                </c:pt>
                <c:pt idx="257">
                  <c:v>1084.89300607902</c:v>
                </c:pt>
                <c:pt idx="258">
                  <c:v>1083.92853847831</c:v>
                </c:pt>
                <c:pt idx="259">
                  <c:v>1084.50454240045</c:v>
                </c:pt>
                <c:pt idx="260">
                  <c:v>1086.54749511734</c:v>
                </c:pt>
                <c:pt idx="261">
                  <c:v>1085.00780844827</c:v>
                </c:pt>
                <c:pt idx="262">
                  <c:v>1084.80354826247</c:v>
                </c:pt>
                <c:pt idx="263">
                  <c:v>1084.93468822792</c:v>
                </c:pt>
                <c:pt idx="264">
                  <c:v>1084.64229204222</c:v>
                </c:pt>
                <c:pt idx="265">
                  <c:v>1084.50297823546</c:v>
                </c:pt>
                <c:pt idx="266">
                  <c:v>1085.1748443581</c:v>
                </c:pt>
                <c:pt idx="267">
                  <c:v>1085.50038640117</c:v>
                </c:pt>
                <c:pt idx="268">
                  <c:v>1085.22675671293</c:v>
                </c:pt>
                <c:pt idx="269">
                  <c:v>1085.89155559709</c:v>
                </c:pt>
                <c:pt idx="270">
                  <c:v>1088.12642840371</c:v>
                </c:pt>
                <c:pt idx="271">
                  <c:v>1087.23567999522</c:v>
                </c:pt>
                <c:pt idx="272">
                  <c:v>1087.47205794473</c:v>
                </c:pt>
                <c:pt idx="273">
                  <c:v>1089.17476561986</c:v>
                </c:pt>
                <c:pt idx="274">
                  <c:v>1087.95402010181</c:v>
                </c:pt>
                <c:pt idx="275">
                  <c:v>1089.06449518636</c:v>
                </c:pt>
                <c:pt idx="276">
                  <c:v>1091.44430861558</c:v>
                </c:pt>
                <c:pt idx="277">
                  <c:v>1091.21488738494</c:v>
                </c:pt>
                <c:pt idx="278">
                  <c:v>1092.64831549374</c:v>
                </c:pt>
                <c:pt idx="279">
                  <c:v>1093.06713032358</c:v>
                </c:pt>
                <c:pt idx="280">
                  <c:v>1090.01301677262</c:v>
                </c:pt>
                <c:pt idx="281">
                  <c:v>1089.85364641017</c:v>
                </c:pt>
                <c:pt idx="282">
                  <c:v>1089.73874263824</c:v>
                </c:pt>
                <c:pt idx="283">
                  <c:v>1092.87074986655</c:v>
                </c:pt>
                <c:pt idx="284">
                  <c:v>1093.67383745935</c:v>
                </c:pt>
                <c:pt idx="285">
                  <c:v>1093.11321882626</c:v>
                </c:pt>
                <c:pt idx="286">
                  <c:v>1093.98510330215</c:v>
                </c:pt>
                <c:pt idx="287">
                  <c:v>1094.32154574678</c:v>
                </c:pt>
                <c:pt idx="288">
                  <c:v>1094.33804192361</c:v>
                </c:pt>
                <c:pt idx="289">
                  <c:v>1093.36960974311</c:v>
                </c:pt>
                <c:pt idx="290">
                  <c:v>1092.96364350991</c:v>
                </c:pt>
                <c:pt idx="291">
                  <c:v>1092.73619175857</c:v>
                </c:pt>
                <c:pt idx="292">
                  <c:v>1091.75126913813</c:v>
                </c:pt>
                <c:pt idx="293">
                  <c:v>1092.60422089324</c:v>
                </c:pt>
                <c:pt idx="294">
                  <c:v>1092.24113049666</c:v>
                </c:pt>
                <c:pt idx="295">
                  <c:v>1093.10610155847</c:v>
                </c:pt>
                <c:pt idx="296">
                  <c:v>1092.25196119846</c:v>
                </c:pt>
                <c:pt idx="297">
                  <c:v>1092.99785589591</c:v>
                </c:pt>
                <c:pt idx="298">
                  <c:v>1092.78609782863</c:v>
                </c:pt>
                <c:pt idx="299">
                  <c:v>1093.00651749862</c:v>
                </c:pt>
                <c:pt idx="300">
                  <c:v>1092.37017724534</c:v>
                </c:pt>
                <c:pt idx="301">
                  <c:v>1092.68615115534</c:v>
                </c:pt>
                <c:pt idx="302">
                  <c:v>1091.61560860111</c:v>
                </c:pt>
                <c:pt idx="303">
                  <c:v>1092.28149431941</c:v>
                </c:pt>
                <c:pt idx="304">
                  <c:v>1092.23739951904</c:v>
                </c:pt>
                <c:pt idx="305">
                  <c:v>1092.59155692463</c:v>
                </c:pt>
                <c:pt idx="306">
                  <c:v>1092.88703921513</c:v>
                </c:pt>
                <c:pt idx="307">
                  <c:v>1092.7582439115</c:v>
                </c:pt>
                <c:pt idx="308">
                  <c:v>1091.75369741411</c:v>
                </c:pt>
                <c:pt idx="309">
                  <c:v>1093.48099887791</c:v>
                </c:pt>
                <c:pt idx="310">
                  <c:v>1089.67149101687</c:v>
                </c:pt>
                <c:pt idx="311">
                  <c:v>1089.79431346043</c:v>
                </c:pt>
                <c:pt idx="312">
                  <c:v>1090.81578236335</c:v>
                </c:pt>
                <c:pt idx="313">
                  <c:v>1090.69490104262</c:v>
                </c:pt>
                <c:pt idx="314">
                  <c:v>1091.07805953677</c:v>
                </c:pt>
                <c:pt idx="315">
                  <c:v>1092.10546244313</c:v>
                </c:pt>
                <c:pt idx="316">
                  <c:v>1091.97267452733</c:v>
                </c:pt>
                <c:pt idx="317">
                  <c:v>1092.1073438577</c:v>
                </c:pt>
                <c:pt idx="318">
                  <c:v>1092.86344059705</c:v>
                </c:pt>
                <c:pt idx="319">
                  <c:v>1092.70940742845</c:v>
                </c:pt>
                <c:pt idx="320">
                  <c:v>1091.84750084126</c:v>
                </c:pt>
                <c:pt idx="321">
                  <c:v>1092.32853467002</c:v>
                </c:pt>
                <c:pt idx="322">
                  <c:v>1086.90384549069</c:v>
                </c:pt>
                <c:pt idx="323">
                  <c:v>1089.18320570866</c:v>
                </c:pt>
                <c:pt idx="324">
                  <c:v>1089.113785468</c:v>
                </c:pt>
                <c:pt idx="325">
                  <c:v>1090.0197652778</c:v>
                </c:pt>
                <c:pt idx="326">
                  <c:v>1090.93822366327</c:v>
                </c:pt>
                <c:pt idx="327">
                  <c:v>1090.82281085226</c:v>
                </c:pt>
                <c:pt idx="328">
                  <c:v>1090.33309442971</c:v>
                </c:pt>
                <c:pt idx="329">
                  <c:v>1089.48939297893</c:v>
                </c:pt>
                <c:pt idx="330">
                  <c:v>1087.82973197466</c:v>
                </c:pt>
                <c:pt idx="331">
                  <c:v>1088.98441579465</c:v>
                </c:pt>
                <c:pt idx="332">
                  <c:v>1087.87445428399</c:v>
                </c:pt>
                <c:pt idx="333">
                  <c:v>1089.74140853279</c:v>
                </c:pt>
                <c:pt idx="334">
                  <c:v>1088.24375634532</c:v>
                </c:pt>
                <c:pt idx="335">
                  <c:v>1085.81736112176</c:v>
                </c:pt>
                <c:pt idx="336">
                  <c:v>1086.17624071002</c:v>
                </c:pt>
                <c:pt idx="337">
                  <c:v>1081.26130621214</c:v>
                </c:pt>
                <c:pt idx="338">
                  <c:v>1081.07967057955</c:v>
                </c:pt>
                <c:pt idx="339">
                  <c:v>1081.82205087794</c:v>
                </c:pt>
                <c:pt idx="340">
                  <c:v>1081.4271716869</c:v>
                </c:pt>
                <c:pt idx="341">
                  <c:v>1081.75498321354</c:v>
                </c:pt>
                <c:pt idx="342">
                  <c:v>1082.16426641744</c:v>
                </c:pt>
                <c:pt idx="343">
                  <c:v>1081.87914535271</c:v>
                </c:pt>
                <c:pt idx="344">
                  <c:v>1082.08754845299</c:v>
                </c:pt>
                <c:pt idx="345">
                  <c:v>1081.77799621352</c:v>
                </c:pt>
                <c:pt idx="346">
                  <c:v>1083.76289071201</c:v>
                </c:pt>
                <c:pt idx="347">
                  <c:v>1082.62061811582</c:v>
                </c:pt>
                <c:pt idx="348">
                  <c:v>1081.69604107705</c:v>
                </c:pt>
                <c:pt idx="349">
                  <c:v>1083.15195803714</c:v>
                </c:pt>
                <c:pt idx="350">
                  <c:v>1082.48466954833</c:v>
                </c:pt>
                <c:pt idx="351">
                  <c:v>1082.40903555219</c:v>
                </c:pt>
                <c:pt idx="352">
                  <c:v>1081.62708457652</c:v>
                </c:pt>
                <c:pt idx="353">
                  <c:v>1081.64298940538</c:v>
                </c:pt>
                <c:pt idx="354">
                  <c:v>1079.46554902272</c:v>
                </c:pt>
                <c:pt idx="355">
                  <c:v>1079.69534058292</c:v>
                </c:pt>
                <c:pt idx="356">
                  <c:v>1077.93691864861</c:v>
                </c:pt>
                <c:pt idx="357">
                  <c:v>1078.66766662339</c:v>
                </c:pt>
                <c:pt idx="358">
                  <c:v>1079.60374111463</c:v>
                </c:pt>
                <c:pt idx="359">
                  <c:v>1079.72100310488</c:v>
                </c:pt>
                <c:pt idx="360">
                  <c:v>1079.75326102253</c:v>
                </c:pt>
                <c:pt idx="361">
                  <c:v>1079.67220183494</c:v>
                </c:pt>
                <c:pt idx="362">
                  <c:v>1080.24832239053</c:v>
                </c:pt>
                <c:pt idx="363">
                  <c:v>1083.05258318762</c:v>
                </c:pt>
                <c:pt idx="364">
                  <c:v>1083.47029009503</c:v>
                </c:pt>
                <c:pt idx="365">
                  <c:v>1083.0004180077</c:v>
                </c:pt>
                <c:pt idx="366">
                  <c:v>1085.18731310358</c:v>
                </c:pt>
                <c:pt idx="367">
                  <c:v>1080.19826197879</c:v>
                </c:pt>
                <c:pt idx="368">
                  <c:v>1079.56220730668</c:v>
                </c:pt>
                <c:pt idx="369">
                  <c:v>1081.28463818187</c:v>
                </c:pt>
                <c:pt idx="370">
                  <c:v>1080.92717408465</c:v>
                </c:pt>
                <c:pt idx="371">
                  <c:v>1081.34017076763</c:v>
                </c:pt>
                <c:pt idx="372">
                  <c:v>1080.50549608231</c:v>
                </c:pt>
                <c:pt idx="373">
                  <c:v>1084.56876344059</c:v>
                </c:pt>
                <c:pt idx="374">
                  <c:v>1085.37832110019</c:v>
                </c:pt>
                <c:pt idx="375">
                  <c:v>1085.51855141923</c:v>
                </c:pt>
                <c:pt idx="376">
                  <c:v>1085.53519481049</c:v>
                </c:pt>
                <c:pt idx="377">
                  <c:v>1085.33191918424</c:v>
                </c:pt>
                <c:pt idx="378">
                  <c:v>1085.31168536015</c:v>
                </c:pt>
                <c:pt idx="379">
                  <c:v>1085.25115244673</c:v>
                </c:pt>
                <c:pt idx="380">
                  <c:v>1085.00319911456</c:v>
                </c:pt>
                <c:pt idx="381">
                  <c:v>1083.45012362617</c:v>
                </c:pt>
                <c:pt idx="382">
                  <c:v>1083.27802930129</c:v>
                </c:pt>
                <c:pt idx="383">
                  <c:v>1085.93293079199</c:v>
                </c:pt>
                <c:pt idx="384">
                  <c:v>1086.68339677843</c:v>
                </c:pt>
                <c:pt idx="385">
                  <c:v>1085.87066639643</c:v>
                </c:pt>
                <c:pt idx="386">
                  <c:v>1085.86086520103</c:v>
                </c:pt>
                <c:pt idx="387">
                  <c:v>1086.27847765235</c:v>
                </c:pt>
                <c:pt idx="388">
                  <c:v>1085.90258008317</c:v>
                </c:pt>
                <c:pt idx="389">
                  <c:v>1085.99841642551</c:v>
                </c:pt>
                <c:pt idx="390">
                  <c:v>1086.22489369243</c:v>
                </c:pt>
                <c:pt idx="391">
                  <c:v>1086.0784458039</c:v>
                </c:pt>
                <c:pt idx="392">
                  <c:v>1085.05416950504</c:v>
                </c:pt>
                <c:pt idx="393">
                  <c:v>1085.06197677217</c:v>
                </c:pt>
                <c:pt idx="394">
                  <c:v>1085.30101057595</c:v>
                </c:pt>
                <c:pt idx="395">
                  <c:v>1085.30113123465</c:v>
                </c:pt>
                <c:pt idx="396">
                  <c:v>1084.98984920003</c:v>
                </c:pt>
                <c:pt idx="397">
                  <c:v>1085.42599989166</c:v>
                </c:pt>
                <c:pt idx="398">
                  <c:v>1086.17467757341</c:v>
                </c:pt>
                <c:pt idx="399">
                  <c:v>1086.05093508362</c:v>
                </c:pt>
                <c:pt idx="400">
                  <c:v>1085.23334212794</c:v>
                </c:pt>
                <c:pt idx="401">
                  <c:v>1085.10109017604</c:v>
                </c:pt>
                <c:pt idx="402">
                  <c:v>1084.96381624124</c:v>
                </c:pt>
                <c:pt idx="403">
                  <c:v>1085.09283801777</c:v>
                </c:pt>
                <c:pt idx="404">
                  <c:v>1086.94134763972</c:v>
                </c:pt>
                <c:pt idx="405">
                  <c:v>1087.28066361828</c:v>
                </c:pt>
                <c:pt idx="406">
                  <c:v>1087.26546631621</c:v>
                </c:pt>
                <c:pt idx="407">
                  <c:v>1088.18157562123</c:v>
                </c:pt>
                <c:pt idx="408">
                  <c:v>1090.00193458017</c:v>
                </c:pt>
                <c:pt idx="409">
                  <c:v>1091.71389278444</c:v>
                </c:pt>
                <c:pt idx="410">
                  <c:v>1092.20499969012</c:v>
                </c:pt>
                <c:pt idx="411">
                  <c:v>1093.49251533959</c:v>
                </c:pt>
                <c:pt idx="412">
                  <c:v>1092.78217486777</c:v>
                </c:pt>
                <c:pt idx="413">
                  <c:v>1092.75020971264</c:v>
                </c:pt>
                <c:pt idx="414">
                  <c:v>1090.56539071999</c:v>
                </c:pt>
                <c:pt idx="415">
                  <c:v>1094.95875658195</c:v>
                </c:pt>
                <c:pt idx="416">
                  <c:v>1094.08738417503</c:v>
                </c:pt>
                <c:pt idx="417">
                  <c:v>1094.12520828682</c:v>
                </c:pt>
                <c:pt idx="418">
                  <c:v>1094.73293869101</c:v>
                </c:pt>
                <c:pt idx="419">
                  <c:v>1094.584280198</c:v>
                </c:pt>
                <c:pt idx="420">
                  <c:v>1094.25989559529</c:v>
                </c:pt>
                <c:pt idx="421">
                  <c:v>1094.23937506978</c:v>
                </c:pt>
                <c:pt idx="422">
                  <c:v>1094.06120084581</c:v>
                </c:pt>
                <c:pt idx="423">
                  <c:v>1094.90734674403</c:v>
                </c:pt>
                <c:pt idx="424">
                  <c:v>1093.73896333915</c:v>
                </c:pt>
                <c:pt idx="425">
                  <c:v>1093.82906785956</c:v>
                </c:pt>
                <c:pt idx="426">
                  <c:v>1094.36224126916</c:v>
                </c:pt>
                <c:pt idx="427">
                  <c:v>1093.90367677431</c:v>
                </c:pt>
                <c:pt idx="428">
                  <c:v>1093.8717155963</c:v>
                </c:pt>
                <c:pt idx="429">
                  <c:v>1093.71075482559</c:v>
                </c:pt>
                <c:pt idx="430">
                  <c:v>1095.93392390128</c:v>
                </c:pt>
                <c:pt idx="431">
                  <c:v>1098.10327323342</c:v>
                </c:pt>
                <c:pt idx="432">
                  <c:v>1096.96595593987</c:v>
                </c:pt>
                <c:pt idx="433">
                  <c:v>1095.22164975226</c:v>
                </c:pt>
                <c:pt idx="434">
                  <c:v>1097.18307817667</c:v>
                </c:pt>
                <c:pt idx="435">
                  <c:v>1101.33258140328</c:v>
                </c:pt>
                <c:pt idx="436">
                  <c:v>1100.75004155499</c:v>
                </c:pt>
                <c:pt idx="437">
                  <c:v>1105.19604834053</c:v>
                </c:pt>
                <c:pt idx="438">
                  <c:v>1101.77181887194</c:v>
                </c:pt>
                <c:pt idx="439">
                  <c:v>1102.93326491311</c:v>
                </c:pt>
                <c:pt idx="440">
                  <c:v>1104.67204979189</c:v>
                </c:pt>
                <c:pt idx="441">
                  <c:v>1105.24285963486</c:v>
                </c:pt>
                <c:pt idx="442">
                  <c:v>1106.18307254595</c:v>
                </c:pt>
                <c:pt idx="443">
                  <c:v>1106.241328443</c:v>
                </c:pt>
                <c:pt idx="444">
                  <c:v>1106.2232577645</c:v>
                </c:pt>
                <c:pt idx="445">
                  <c:v>1105.82800539848</c:v>
                </c:pt>
                <c:pt idx="446">
                  <c:v>1106.08887365065</c:v>
                </c:pt>
                <c:pt idx="447">
                  <c:v>1106.93080502848</c:v>
                </c:pt>
                <c:pt idx="448">
                  <c:v>1106.33262533536</c:v>
                </c:pt>
                <c:pt idx="449">
                  <c:v>1106.59107220344</c:v>
                </c:pt>
                <c:pt idx="450">
                  <c:v>1106.14627501314</c:v>
                </c:pt>
                <c:pt idx="451">
                  <c:v>1106.89905989378</c:v>
                </c:pt>
                <c:pt idx="452">
                  <c:v>1107.36247629157</c:v>
                </c:pt>
                <c:pt idx="453">
                  <c:v>1107.4402872165</c:v>
                </c:pt>
                <c:pt idx="454">
                  <c:v>1107.60748798085</c:v>
                </c:pt>
                <c:pt idx="455">
                  <c:v>1108.25727950862</c:v>
                </c:pt>
                <c:pt idx="456">
                  <c:v>1108.98479770584</c:v>
                </c:pt>
                <c:pt idx="457">
                  <c:v>1109.50214631439</c:v>
                </c:pt>
                <c:pt idx="458">
                  <c:v>1109.32361735947</c:v>
                </c:pt>
                <c:pt idx="459">
                  <c:v>1109.5095817205</c:v>
                </c:pt>
                <c:pt idx="460">
                  <c:v>1110.64189767966</c:v>
                </c:pt>
                <c:pt idx="461">
                  <c:v>1112.66390032153</c:v>
                </c:pt>
                <c:pt idx="462">
                  <c:v>1113.49060393858</c:v>
                </c:pt>
                <c:pt idx="463">
                  <c:v>1113.39108205726</c:v>
                </c:pt>
                <c:pt idx="464">
                  <c:v>1113.32045874918</c:v>
                </c:pt>
                <c:pt idx="465">
                  <c:v>1114.29415820782</c:v>
                </c:pt>
                <c:pt idx="466">
                  <c:v>1113.8814507333</c:v>
                </c:pt>
                <c:pt idx="467">
                  <c:v>1113.69428629352</c:v>
                </c:pt>
                <c:pt idx="468">
                  <c:v>1113.66825896517</c:v>
                </c:pt>
                <c:pt idx="469">
                  <c:v>1114.81986884438</c:v>
                </c:pt>
                <c:pt idx="470">
                  <c:v>1116.0044010732</c:v>
                </c:pt>
                <c:pt idx="471">
                  <c:v>1115.77820114793</c:v>
                </c:pt>
                <c:pt idx="472">
                  <c:v>1115.35570642618</c:v>
                </c:pt>
                <c:pt idx="473">
                  <c:v>1115.34266020432</c:v>
                </c:pt>
                <c:pt idx="474">
                  <c:v>1115.14963977936</c:v>
                </c:pt>
                <c:pt idx="475">
                  <c:v>1115.62207562521</c:v>
                </c:pt>
                <c:pt idx="476">
                  <c:v>1115.3175171986</c:v>
                </c:pt>
                <c:pt idx="477">
                  <c:v>1115.7275160635</c:v>
                </c:pt>
                <c:pt idx="478">
                  <c:v>1116.27737528468</c:v>
                </c:pt>
                <c:pt idx="479">
                  <c:v>1118.92929060219</c:v>
                </c:pt>
                <c:pt idx="480">
                  <c:v>1122.24457109589</c:v>
                </c:pt>
                <c:pt idx="481">
                  <c:v>1127.08588728979</c:v>
                </c:pt>
                <c:pt idx="482">
                  <c:v>1127.51976520282</c:v>
                </c:pt>
                <c:pt idx="483">
                  <c:v>1127.56697644322</c:v>
                </c:pt>
                <c:pt idx="484">
                  <c:v>1127.66549028261</c:v>
                </c:pt>
                <c:pt idx="485">
                  <c:v>1127.50071491915</c:v>
                </c:pt>
                <c:pt idx="486">
                  <c:v>1127.75347262252</c:v>
                </c:pt>
                <c:pt idx="487">
                  <c:v>1127.80067986661</c:v>
                </c:pt>
                <c:pt idx="488">
                  <c:v>1127.74084224058</c:v>
                </c:pt>
                <c:pt idx="489">
                  <c:v>1128.22953345946</c:v>
                </c:pt>
                <c:pt idx="490">
                  <c:v>1127.72128702781</c:v>
                </c:pt>
                <c:pt idx="491">
                  <c:v>1128.36772546368</c:v>
                </c:pt>
                <c:pt idx="492">
                  <c:v>1128.53609759493</c:v>
                </c:pt>
                <c:pt idx="493">
                  <c:v>1128.61718065563</c:v>
                </c:pt>
                <c:pt idx="494">
                  <c:v>1129.78748028391</c:v>
                </c:pt>
                <c:pt idx="495">
                  <c:v>1129.91240801364</c:v>
                </c:pt>
                <c:pt idx="496">
                  <c:v>1129.43573597344</c:v>
                </c:pt>
                <c:pt idx="497">
                  <c:v>1128.86515966163</c:v>
                </c:pt>
                <c:pt idx="498">
                  <c:v>1129.09423065681</c:v>
                </c:pt>
                <c:pt idx="499">
                  <c:v>1129.74550425289</c:v>
                </c:pt>
                <c:pt idx="500">
                  <c:v>1128.97098044493</c:v>
                </c:pt>
                <c:pt idx="501">
                  <c:v>1128.40400130662</c:v>
                </c:pt>
                <c:pt idx="502">
                  <c:v>1127.37022516386</c:v>
                </c:pt>
                <c:pt idx="503">
                  <c:v>1126.8760316149</c:v>
                </c:pt>
                <c:pt idx="504">
                  <c:v>1126.92922944393</c:v>
                </c:pt>
                <c:pt idx="505">
                  <c:v>1126.34344050911</c:v>
                </c:pt>
                <c:pt idx="506">
                  <c:v>1126.9233985478</c:v>
                </c:pt>
                <c:pt idx="507">
                  <c:v>1129.30983498948</c:v>
                </c:pt>
                <c:pt idx="508">
                  <c:v>1129.51564759193</c:v>
                </c:pt>
                <c:pt idx="509">
                  <c:v>1129.90742856907</c:v>
                </c:pt>
                <c:pt idx="510">
                  <c:v>1131.14658808787</c:v>
                </c:pt>
                <c:pt idx="511">
                  <c:v>1131.00226693585</c:v>
                </c:pt>
                <c:pt idx="512">
                  <c:v>1133.24393912614</c:v>
                </c:pt>
                <c:pt idx="513">
                  <c:v>1132.4911760195</c:v>
                </c:pt>
                <c:pt idx="514">
                  <c:v>1133.06263210753</c:v>
                </c:pt>
                <c:pt idx="515">
                  <c:v>1135.34617238393</c:v>
                </c:pt>
                <c:pt idx="516">
                  <c:v>1130.19328471434</c:v>
                </c:pt>
                <c:pt idx="517">
                  <c:v>1133.94952506351</c:v>
                </c:pt>
                <c:pt idx="518">
                  <c:v>1129.95574134959</c:v>
                </c:pt>
                <c:pt idx="519">
                  <c:v>1134.85181593766</c:v>
                </c:pt>
                <c:pt idx="520">
                  <c:v>1128.72971955266</c:v>
                </c:pt>
                <c:pt idx="521">
                  <c:v>1128.00138015157</c:v>
                </c:pt>
                <c:pt idx="522">
                  <c:v>1126.12352040653</c:v>
                </c:pt>
                <c:pt idx="523">
                  <c:v>1127.86748138604</c:v>
                </c:pt>
                <c:pt idx="524">
                  <c:v>1128.3882426099</c:v>
                </c:pt>
                <c:pt idx="525">
                  <c:v>1129.6365191742</c:v>
                </c:pt>
                <c:pt idx="526">
                  <c:v>1129.8534660869</c:v>
                </c:pt>
                <c:pt idx="527">
                  <c:v>1129.51304328477</c:v>
                </c:pt>
                <c:pt idx="528">
                  <c:v>1129.98365563184</c:v>
                </c:pt>
                <c:pt idx="529">
                  <c:v>1129.54942809866</c:v>
                </c:pt>
                <c:pt idx="530">
                  <c:v>1129.14900043627</c:v>
                </c:pt>
                <c:pt idx="531">
                  <c:v>1129.95616028638</c:v>
                </c:pt>
                <c:pt idx="532">
                  <c:v>1130.56917580001</c:v>
                </c:pt>
                <c:pt idx="533">
                  <c:v>1130.2561968551</c:v>
                </c:pt>
                <c:pt idx="534">
                  <c:v>1131.81988640027</c:v>
                </c:pt>
                <c:pt idx="535">
                  <c:v>1131.09094333249</c:v>
                </c:pt>
                <c:pt idx="536">
                  <c:v>1130.92547356619</c:v>
                </c:pt>
                <c:pt idx="537">
                  <c:v>1130.97242628689</c:v>
                </c:pt>
                <c:pt idx="538">
                  <c:v>1130.87028911175</c:v>
                </c:pt>
                <c:pt idx="539">
                  <c:v>1130.96392909066</c:v>
                </c:pt>
                <c:pt idx="540">
                  <c:v>1131.08997418519</c:v>
                </c:pt>
                <c:pt idx="541">
                  <c:v>1131.0972215791</c:v>
                </c:pt>
                <c:pt idx="542">
                  <c:v>1131.50553765093</c:v>
                </c:pt>
                <c:pt idx="543">
                  <c:v>1131.34555911274</c:v>
                </c:pt>
                <c:pt idx="544">
                  <c:v>1131.58321072802</c:v>
                </c:pt>
                <c:pt idx="545">
                  <c:v>1127.79947833105</c:v>
                </c:pt>
                <c:pt idx="546">
                  <c:v>1127.42312979327</c:v>
                </c:pt>
                <c:pt idx="547">
                  <c:v>1127.61273592336</c:v>
                </c:pt>
                <c:pt idx="548">
                  <c:v>1128.16956045602</c:v>
                </c:pt>
                <c:pt idx="549">
                  <c:v>1127.42097980038</c:v>
                </c:pt>
                <c:pt idx="550">
                  <c:v>1127.2824384364</c:v>
                </c:pt>
                <c:pt idx="551">
                  <c:v>1127.74715381604</c:v>
                </c:pt>
                <c:pt idx="552">
                  <c:v>1128.14464453436</c:v>
                </c:pt>
                <c:pt idx="553">
                  <c:v>1128.17474950298</c:v>
                </c:pt>
                <c:pt idx="554">
                  <c:v>1130.82461635522</c:v>
                </c:pt>
                <c:pt idx="555">
                  <c:v>1132.49548054988</c:v>
                </c:pt>
                <c:pt idx="556">
                  <c:v>1132.99107030762</c:v>
                </c:pt>
                <c:pt idx="557">
                  <c:v>1134.99015508324</c:v>
                </c:pt>
                <c:pt idx="558">
                  <c:v>1134.89149279761</c:v>
                </c:pt>
                <c:pt idx="559">
                  <c:v>1133.4070345502</c:v>
                </c:pt>
                <c:pt idx="560">
                  <c:v>1132.15623393014</c:v>
                </c:pt>
                <c:pt idx="561">
                  <c:v>1132.43261271263</c:v>
                </c:pt>
                <c:pt idx="562">
                  <c:v>1133.23811017853</c:v>
                </c:pt>
                <c:pt idx="563">
                  <c:v>1133.20905448433</c:v>
                </c:pt>
                <c:pt idx="564">
                  <c:v>1132.92587057538</c:v>
                </c:pt>
                <c:pt idx="565">
                  <c:v>1132.95057593577</c:v>
                </c:pt>
                <c:pt idx="566">
                  <c:v>1132.80426392307</c:v>
                </c:pt>
                <c:pt idx="567">
                  <c:v>1132.77327116754</c:v>
                </c:pt>
                <c:pt idx="568">
                  <c:v>1132.79688395724</c:v>
                </c:pt>
                <c:pt idx="569">
                  <c:v>1133.14658110148</c:v>
                </c:pt>
                <c:pt idx="570">
                  <c:v>1133.44143253631</c:v>
                </c:pt>
                <c:pt idx="571">
                  <c:v>1133.60474975047</c:v>
                </c:pt>
                <c:pt idx="572">
                  <c:v>1133.3324060128</c:v>
                </c:pt>
                <c:pt idx="573">
                  <c:v>1132.21325994935</c:v>
                </c:pt>
                <c:pt idx="574">
                  <c:v>1133.04730716923</c:v>
                </c:pt>
                <c:pt idx="575">
                  <c:v>1133.59957546205</c:v>
                </c:pt>
                <c:pt idx="576">
                  <c:v>1132.86764256956</c:v>
                </c:pt>
                <c:pt idx="577">
                  <c:v>1133.20306592153</c:v>
                </c:pt>
                <c:pt idx="578">
                  <c:v>1133.61680560729</c:v>
                </c:pt>
                <c:pt idx="579">
                  <c:v>1134.68543676158</c:v>
                </c:pt>
                <c:pt idx="580">
                  <c:v>1135.93575525182</c:v>
                </c:pt>
                <c:pt idx="581">
                  <c:v>1136.82235907606</c:v>
                </c:pt>
                <c:pt idx="582">
                  <c:v>1138.20450692551</c:v>
                </c:pt>
                <c:pt idx="583">
                  <c:v>1138.41790351217</c:v>
                </c:pt>
                <c:pt idx="584">
                  <c:v>1138.19652322317</c:v>
                </c:pt>
                <c:pt idx="585">
                  <c:v>1138.06783154025</c:v>
                </c:pt>
                <c:pt idx="586">
                  <c:v>1139.21443446695</c:v>
                </c:pt>
                <c:pt idx="587">
                  <c:v>1143.59358975013</c:v>
                </c:pt>
                <c:pt idx="588">
                  <c:v>1144.05944470945</c:v>
                </c:pt>
                <c:pt idx="589">
                  <c:v>1144.40152754</c:v>
                </c:pt>
                <c:pt idx="590">
                  <c:v>1143.8886427659</c:v>
                </c:pt>
                <c:pt idx="591">
                  <c:v>1143.53345773856</c:v>
                </c:pt>
                <c:pt idx="592">
                  <c:v>1143.64793095082</c:v>
                </c:pt>
                <c:pt idx="593">
                  <c:v>1143.34129407071</c:v>
                </c:pt>
                <c:pt idx="594">
                  <c:v>1143.35731593</c:v>
                </c:pt>
                <c:pt idx="595">
                  <c:v>1144.26221444919</c:v>
                </c:pt>
                <c:pt idx="596">
                  <c:v>1145.24542353898</c:v>
                </c:pt>
                <c:pt idx="597">
                  <c:v>1145.64473918553</c:v>
                </c:pt>
                <c:pt idx="598">
                  <c:v>1146.3163043927</c:v>
                </c:pt>
                <c:pt idx="599">
                  <c:v>1145.529504864</c:v>
                </c:pt>
                <c:pt idx="600">
                  <c:v>1146.30519596249</c:v>
                </c:pt>
                <c:pt idx="601">
                  <c:v>1145.49143074537</c:v>
                </c:pt>
                <c:pt idx="602">
                  <c:v>1145.75671462633</c:v>
                </c:pt>
                <c:pt idx="603">
                  <c:v>1146.20744474162</c:v>
                </c:pt>
                <c:pt idx="604">
                  <c:v>1145.46144221887</c:v>
                </c:pt>
                <c:pt idx="605">
                  <c:v>1146.29702627577</c:v>
                </c:pt>
                <c:pt idx="606">
                  <c:v>1147.59505104806</c:v>
                </c:pt>
                <c:pt idx="607">
                  <c:v>1145.31802896588</c:v>
                </c:pt>
                <c:pt idx="608">
                  <c:v>1145.72464153933</c:v>
                </c:pt>
                <c:pt idx="609">
                  <c:v>1144.34013786433</c:v>
                </c:pt>
                <c:pt idx="610">
                  <c:v>1144.86280554831</c:v>
                </c:pt>
                <c:pt idx="611">
                  <c:v>1145.05919792777</c:v>
                </c:pt>
                <c:pt idx="612">
                  <c:v>1144.78018762452</c:v>
                </c:pt>
                <c:pt idx="613">
                  <c:v>1144.92953734301</c:v>
                </c:pt>
                <c:pt idx="614">
                  <c:v>1143.90225720149</c:v>
                </c:pt>
                <c:pt idx="615">
                  <c:v>1145.73733395723</c:v>
                </c:pt>
                <c:pt idx="616">
                  <c:v>1143.77740070223</c:v>
                </c:pt>
                <c:pt idx="617">
                  <c:v>1143.18560312738</c:v>
                </c:pt>
                <c:pt idx="618">
                  <c:v>1144.6300276523</c:v>
                </c:pt>
                <c:pt idx="619">
                  <c:v>1145.14505891712</c:v>
                </c:pt>
                <c:pt idx="620">
                  <c:v>1145.07430077019</c:v>
                </c:pt>
                <c:pt idx="621">
                  <c:v>1145.02156671388</c:v>
                </c:pt>
                <c:pt idx="622">
                  <c:v>1143.52633508857</c:v>
                </c:pt>
                <c:pt idx="623">
                  <c:v>1143.63060399959</c:v>
                </c:pt>
                <c:pt idx="624">
                  <c:v>1142.4209493315</c:v>
                </c:pt>
                <c:pt idx="625">
                  <c:v>1142.39707311639</c:v>
                </c:pt>
                <c:pt idx="626">
                  <c:v>1143.15697384879</c:v>
                </c:pt>
                <c:pt idx="627">
                  <c:v>1142.66722931624</c:v>
                </c:pt>
                <c:pt idx="628">
                  <c:v>1142.76694884759</c:v>
                </c:pt>
                <c:pt idx="629">
                  <c:v>1142.51591793339</c:v>
                </c:pt>
                <c:pt idx="630">
                  <c:v>1142.49772804355</c:v>
                </c:pt>
                <c:pt idx="631">
                  <c:v>1144.11554713881</c:v>
                </c:pt>
                <c:pt idx="632">
                  <c:v>1144.02772079241</c:v>
                </c:pt>
                <c:pt idx="633">
                  <c:v>1145.30378196911</c:v>
                </c:pt>
                <c:pt idx="634">
                  <c:v>1146.5632068212</c:v>
                </c:pt>
                <c:pt idx="635">
                  <c:v>1143.40695836102</c:v>
                </c:pt>
                <c:pt idx="636">
                  <c:v>1144.40681331122</c:v>
                </c:pt>
                <c:pt idx="637">
                  <c:v>1143.84101657728</c:v>
                </c:pt>
                <c:pt idx="638">
                  <c:v>1144.51543180763</c:v>
                </c:pt>
                <c:pt idx="639">
                  <c:v>1147.1007385796</c:v>
                </c:pt>
                <c:pt idx="640">
                  <c:v>1153.39406159806</c:v>
                </c:pt>
                <c:pt idx="641">
                  <c:v>1153.05862486175</c:v>
                </c:pt>
                <c:pt idx="642">
                  <c:v>1153.45801774957</c:v>
                </c:pt>
                <c:pt idx="643">
                  <c:v>1153.60709915699</c:v>
                </c:pt>
                <c:pt idx="644">
                  <c:v>1153.85155762294</c:v>
                </c:pt>
                <c:pt idx="645">
                  <c:v>1153.0835630699</c:v>
                </c:pt>
                <c:pt idx="646">
                  <c:v>1153.85599911282</c:v>
                </c:pt>
                <c:pt idx="647">
                  <c:v>1153.12574058505</c:v>
                </c:pt>
                <c:pt idx="648">
                  <c:v>1154.13676814852</c:v>
                </c:pt>
                <c:pt idx="649">
                  <c:v>1153.49776737675</c:v>
                </c:pt>
                <c:pt idx="650">
                  <c:v>1153.21231494416</c:v>
                </c:pt>
                <c:pt idx="651">
                  <c:v>1153.64809344979</c:v>
                </c:pt>
                <c:pt idx="652">
                  <c:v>1153.28609462331</c:v>
                </c:pt>
                <c:pt idx="653">
                  <c:v>1152.9290176194</c:v>
                </c:pt>
                <c:pt idx="654">
                  <c:v>1152.92687301813</c:v>
                </c:pt>
                <c:pt idx="655">
                  <c:v>1153.2181813549</c:v>
                </c:pt>
                <c:pt idx="656">
                  <c:v>1153.52094675126</c:v>
                </c:pt>
                <c:pt idx="657">
                  <c:v>1154.7714280516</c:v>
                </c:pt>
                <c:pt idx="658">
                  <c:v>1155.69904204143</c:v>
                </c:pt>
                <c:pt idx="659">
                  <c:v>1153.1519415762</c:v>
                </c:pt>
                <c:pt idx="660">
                  <c:v>1152.81879289673</c:v>
                </c:pt>
                <c:pt idx="661">
                  <c:v>1153.69158028168</c:v>
                </c:pt>
                <c:pt idx="662">
                  <c:v>1150.4056801293</c:v>
                </c:pt>
                <c:pt idx="663">
                  <c:v>1151.08132027379</c:v>
                </c:pt>
                <c:pt idx="664">
                  <c:v>1150.26247373532</c:v>
                </c:pt>
                <c:pt idx="665">
                  <c:v>1149.70196328803</c:v>
                </c:pt>
                <c:pt idx="666">
                  <c:v>1148.90335190746</c:v>
                </c:pt>
                <c:pt idx="667">
                  <c:v>1148.66557159649</c:v>
                </c:pt>
                <c:pt idx="668">
                  <c:v>1149.50392297651</c:v>
                </c:pt>
                <c:pt idx="669">
                  <c:v>1150.12850714735</c:v>
                </c:pt>
                <c:pt idx="670">
                  <c:v>1149.64422704733</c:v>
                </c:pt>
                <c:pt idx="671">
                  <c:v>1149.47677912558</c:v>
                </c:pt>
                <c:pt idx="672">
                  <c:v>1147.56982266238</c:v>
                </c:pt>
                <c:pt idx="673">
                  <c:v>1147.03349538602</c:v>
                </c:pt>
                <c:pt idx="674">
                  <c:v>1146.25720819764</c:v>
                </c:pt>
                <c:pt idx="675">
                  <c:v>1146.61177854952</c:v>
                </c:pt>
                <c:pt idx="676">
                  <c:v>1144.63877976396</c:v>
                </c:pt>
                <c:pt idx="677">
                  <c:v>1144.70103417913</c:v>
                </c:pt>
                <c:pt idx="678">
                  <c:v>1146.38676786915</c:v>
                </c:pt>
                <c:pt idx="679">
                  <c:v>1149.41140315214</c:v>
                </c:pt>
                <c:pt idx="680">
                  <c:v>1153.02907992831</c:v>
                </c:pt>
                <c:pt idx="681">
                  <c:v>1151.02256546845</c:v>
                </c:pt>
                <c:pt idx="682">
                  <c:v>1146.37440840629</c:v>
                </c:pt>
                <c:pt idx="683">
                  <c:v>1149.77365415392</c:v>
                </c:pt>
                <c:pt idx="684">
                  <c:v>1150.32298143179</c:v>
                </c:pt>
                <c:pt idx="685">
                  <c:v>1151.87890099549</c:v>
                </c:pt>
                <c:pt idx="686">
                  <c:v>1151.25550712394</c:v>
                </c:pt>
                <c:pt idx="687">
                  <c:v>1153.33933323245</c:v>
                </c:pt>
                <c:pt idx="688">
                  <c:v>1142.8568774538</c:v>
                </c:pt>
                <c:pt idx="689">
                  <c:v>1143.88024747037</c:v>
                </c:pt>
                <c:pt idx="690">
                  <c:v>1143.87832874847</c:v>
                </c:pt>
                <c:pt idx="691">
                  <c:v>1146.66955058195</c:v>
                </c:pt>
                <c:pt idx="692">
                  <c:v>1148.31934453005</c:v>
                </c:pt>
                <c:pt idx="693">
                  <c:v>1150.06617100978</c:v>
                </c:pt>
                <c:pt idx="694">
                  <c:v>1150.83555635857</c:v>
                </c:pt>
                <c:pt idx="695">
                  <c:v>1150.98988557269</c:v>
                </c:pt>
                <c:pt idx="696">
                  <c:v>1151.23379423918</c:v>
                </c:pt>
                <c:pt idx="697">
                  <c:v>1150.44998915871</c:v>
                </c:pt>
                <c:pt idx="698">
                  <c:v>1151.12922764706</c:v>
                </c:pt>
                <c:pt idx="699">
                  <c:v>1151.27162326268</c:v>
                </c:pt>
                <c:pt idx="700">
                  <c:v>1150.35632559159</c:v>
                </c:pt>
                <c:pt idx="701">
                  <c:v>1150.99761152156</c:v>
                </c:pt>
                <c:pt idx="702">
                  <c:v>1152.1023496234</c:v>
                </c:pt>
                <c:pt idx="703">
                  <c:v>1151.95499642223</c:v>
                </c:pt>
                <c:pt idx="704">
                  <c:v>1153.21358969511</c:v>
                </c:pt>
                <c:pt idx="705">
                  <c:v>1153.4181723065</c:v>
                </c:pt>
                <c:pt idx="706">
                  <c:v>1154.21643311435</c:v>
                </c:pt>
                <c:pt idx="707">
                  <c:v>1151.03549790249</c:v>
                </c:pt>
                <c:pt idx="708">
                  <c:v>1152.58258644614</c:v>
                </c:pt>
                <c:pt idx="709">
                  <c:v>1152.08323119438</c:v>
                </c:pt>
                <c:pt idx="710">
                  <c:v>1152.27440305063</c:v>
                </c:pt>
                <c:pt idx="711">
                  <c:v>1153.70866143596</c:v>
                </c:pt>
                <c:pt idx="712">
                  <c:v>1153.14090246876</c:v>
                </c:pt>
                <c:pt idx="713">
                  <c:v>1152.82389259121</c:v>
                </c:pt>
                <c:pt idx="714">
                  <c:v>1151.96476766678</c:v>
                </c:pt>
                <c:pt idx="715">
                  <c:v>1149.80359894868</c:v>
                </c:pt>
                <c:pt idx="716">
                  <c:v>1149.29240416257</c:v>
                </c:pt>
                <c:pt idx="717">
                  <c:v>1149.4614719126</c:v>
                </c:pt>
                <c:pt idx="718">
                  <c:v>1148.00822541766</c:v>
                </c:pt>
                <c:pt idx="719">
                  <c:v>1151.32735000708</c:v>
                </c:pt>
                <c:pt idx="720">
                  <c:v>1157.27140295651</c:v>
                </c:pt>
                <c:pt idx="721">
                  <c:v>1154.24838408109</c:v>
                </c:pt>
                <c:pt idx="722">
                  <c:v>1163.16899796667</c:v>
                </c:pt>
                <c:pt idx="723">
                  <c:v>1166.66805884905</c:v>
                </c:pt>
                <c:pt idx="724">
                  <c:v>1168.90171266782</c:v>
                </c:pt>
                <c:pt idx="725">
                  <c:v>1169.46441619966</c:v>
                </c:pt>
                <c:pt idx="726">
                  <c:v>1169.0014401618</c:v>
                </c:pt>
                <c:pt idx="727">
                  <c:v>1168.22021368867</c:v>
                </c:pt>
                <c:pt idx="728">
                  <c:v>1167.96625212385</c:v>
                </c:pt>
                <c:pt idx="729">
                  <c:v>1166.78421342124</c:v>
                </c:pt>
                <c:pt idx="730">
                  <c:v>1167.38887166756</c:v>
                </c:pt>
                <c:pt idx="731">
                  <c:v>1167.90919144131</c:v>
                </c:pt>
                <c:pt idx="732">
                  <c:v>1167.05913497088</c:v>
                </c:pt>
                <c:pt idx="733">
                  <c:v>1166.63013512926</c:v>
                </c:pt>
                <c:pt idx="734">
                  <c:v>1164.06134661595</c:v>
                </c:pt>
                <c:pt idx="735">
                  <c:v>1163.14388329311</c:v>
                </c:pt>
                <c:pt idx="736">
                  <c:v>1162.40579211897</c:v>
                </c:pt>
                <c:pt idx="737">
                  <c:v>1163.86282016481</c:v>
                </c:pt>
                <c:pt idx="738">
                  <c:v>1165.53206436854</c:v>
                </c:pt>
                <c:pt idx="739">
                  <c:v>1166.43416699021</c:v>
                </c:pt>
                <c:pt idx="740">
                  <c:v>1169.94667179143</c:v>
                </c:pt>
                <c:pt idx="741">
                  <c:v>1170.41491087694</c:v>
                </c:pt>
                <c:pt idx="742">
                  <c:v>1171.69532076541</c:v>
                </c:pt>
                <c:pt idx="743">
                  <c:v>1168.64715607039</c:v>
                </c:pt>
                <c:pt idx="744">
                  <c:v>1167.54920711411</c:v>
                </c:pt>
                <c:pt idx="745">
                  <c:v>1169.28809488917</c:v>
                </c:pt>
                <c:pt idx="746">
                  <c:v>1167.02509215474</c:v>
                </c:pt>
                <c:pt idx="747">
                  <c:v>1168.4530979218</c:v>
                </c:pt>
                <c:pt idx="748">
                  <c:v>1168.7858164989</c:v>
                </c:pt>
                <c:pt idx="749">
                  <c:v>1166.19164752613</c:v>
                </c:pt>
                <c:pt idx="750">
                  <c:v>1165.36711278964</c:v>
                </c:pt>
                <c:pt idx="751">
                  <c:v>1165.26935389841</c:v>
                </c:pt>
                <c:pt idx="752">
                  <c:v>1165.5047610668</c:v>
                </c:pt>
                <c:pt idx="753">
                  <c:v>1166.38851402275</c:v>
                </c:pt>
                <c:pt idx="754">
                  <c:v>1166.89133644339</c:v>
                </c:pt>
                <c:pt idx="755">
                  <c:v>1168.00447372146</c:v>
                </c:pt>
                <c:pt idx="756">
                  <c:v>1169.16196614078</c:v>
                </c:pt>
                <c:pt idx="757">
                  <c:v>1170.08652158441</c:v>
                </c:pt>
                <c:pt idx="758">
                  <c:v>1170.32817084086</c:v>
                </c:pt>
                <c:pt idx="759">
                  <c:v>1171.30527106899</c:v>
                </c:pt>
                <c:pt idx="760">
                  <c:v>1170.38744143579</c:v>
                </c:pt>
                <c:pt idx="761">
                  <c:v>1171.78848175964</c:v>
                </c:pt>
                <c:pt idx="762">
                  <c:v>1172.50780572338</c:v>
                </c:pt>
                <c:pt idx="763">
                  <c:v>1171.9005518533</c:v>
                </c:pt>
                <c:pt idx="764">
                  <c:v>1172.60201217093</c:v>
                </c:pt>
                <c:pt idx="765">
                  <c:v>1172.98409319756</c:v>
                </c:pt>
                <c:pt idx="766">
                  <c:v>1173.50129012359</c:v>
                </c:pt>
                <c:pt idx="767">
                  <c:v>1172.54405199654</c:v>
                </c:pt>
                <c:pt idx="768">
                  <c:v>1172.33333726892</c:v>
                </c:pt>
                <c:pt idx="769">
                  <c:v>1172.37051609408</c:v>
                </c:pt>
                <c:pt idx="770">
                  <c:v>1171.77940003564</c:v>
                </c:pt>
                <c:pt idx="771">
                  <c:v>1172.1002514013</c:v>
                </c:pt>
                <c:pt idx="772">
                  <c:v>1170.56905659245</c:v>
                </c:pt>
                <c:pt idx="773">
                  <c:v>1170.48388457691</c:v>
                </c:pt>
                <c:pt idx="774">
                  <c:v>1170.62516986645</c:v>
                </c:pt>
                <c:pt idx="775">
                  <c:v>1170.16950137313</c:v>
                </c:pt>
                <c:pt idx="776">
                  <c:v>1169.46487516396</c:v>
                </c:pt>
                <c:pt idx="777">
                  <c:v>1169.87257753506</c:v>
                </c:pt>
                <c:pt idx="778">
                  <c:v>1170.23506428298</c:v>
                </c:pt>
                <c:pt idx="779">
                  <c:v>1170.46192203565</c:v>
                </c:pt>
                <c:pt idx="780">
                  <c:v>1170.80726196597</c:v>
                </c:pt>
                <c:pt idx="781">
                  <c:v>1171.20692356481</c:v>
                </c:pt>
                <c:pt idx="782">
                  <c:v>1171.80859625445</c:v>
                </c:pt>
                <c:pt idx="783">
                  <c:v>1170.07003246677</c:v>
                </c:pt>
                <c:pt idx="784">
                  <c:v>1170.20796667566</c:v>
                </c:pt>
                <c:pt idx="785">
                  <c:v>1170.64203694716</c:v>
                </c:pt>
                <c:pt idx="786">
                  <c:v>1171.36308717134</c:v>
                </c:pt>
                <c:pt idx="787">
                  <c:v>1171.12069059331</c:v>
                </c:pt>
                <c:pt idx="788">
                  <c:v>1171.41925957771</c:v>
                </c:pt>
                <c:pt idx="789">
                  <c:v>1171.51731372982</c:v>
                </c:pt>
                <c:pt idx="790">
                  <c:v>1172.76481120389</c:v>
                </c:pt>
                <c:pt idx="791">
                  <c:v>1172.96785483027</c:v>
                </c:pt>
                <c:pt idx="792">
                  <c:v>1173.66144419742</c:v>
                </c:pt>
                <c:pt idx="793">
                  <c:v>1174.17687601313</c:v>
                </c:pt>
                <c:pt idx="794">
                  <c:v>1175.02226403174</c:v>
                </c:pt>
                <c:pt idx="795">
                  <c:v>1174.29612160657</c:v>
                </c:pt>
                <c:pt idx="796">
                  <c:v>1175.32083991746</c:v>
                </c:pt>
                <c:pt idx="797">
                  <c:v>1175.75976674759</c:v>
                </c:pt>
                <c:pt idx="798">
                  <c:v>1175.84057877819</c:v>
                </c:pt>
                <c:pt idx="799">
                  <c:v>1173.6409571717</c:v>
                </c:pt>
                <c:pt idx="800">
                  <c:v>1172.9818514789</c:v>
                </c:pt>
                <c:pt idx="801">
                  <c:v>1173.96532293404</c:v>
                </c:pt>
                <c:pt idx="802">
                  <c:v>1174.90466566127</c:v>
                </c:pt>
                <c:pt idx="803">
                  <c:v>1174.31552292363</c:v>
                </c:pt>
                <c:pt idx="804">
                  <c:v>1176.6840903199</c:v>
                </c:pt>
                <c:pt idx="805">
                  <c:v>1176.36946602642</c:v>
                </c:pt>
                <c:pt idx="806">
                  <c:v>1176.7007163325</c:v>
                </c:pt>
                <c:pt idx="807">
                  <c:v>1175.93504787717</c:v>
                </c:pt>
                <c:pt idx="808">
                  <c:v>1175.66831636218</c:v>
                </c:pt>
                <c:pt idx="809">
                  <c:v>1176.58212704646</c:v>
                </c:pt>
                <c:pt idx="810">
                  <c:v>1177.33066573315</c:v>
                </c:pt>
                <c:pt idx="811">
                  <c:v>1176.32884351685</c:v>
                </c:pt>
                <c:pt idx="812">
                  <c:v>1176.15845381886</c:v>
                </c:pt>
                <c:pt idx="813">
                  <c:v>1176.02527569328</c:v>
                </c:pt>
                <c:pt idx="814">
                  <c:v>1176.83228307983</c:v>
                </c:pt>
                <c:pt idx="815">
                  <c:v>1176.73742240519</c:v>
                </c:pt>
                <c:pt idx="816">
                  <c:v>1176.47239896065</c:v>
                </c:pt>
                <c:pt idx="817">
                  <c:v>1176.61845835457</c:v>
                </c:pt>
                <c:pt idx="818">
                  <c:v>1177.51407434101</c:v>
                </c:pt>
                <c:pt idx="819">
                  <c:v>1179.00300639188</c:v>
                </c:pt>
                <c:pt idx="820">
                  <c:v>1179.84469686786</c:v>
                </c:pt>
                <c:pt idx="821">
                  <c:v>1179.86997224973</c:v>
                </c:pt>
                <c:pt idx="822">
                  <c:v>1179.1971410478</c:v>
                </c:pt>
                <c:pt idx="823">
                  <c:v>1181.2270720282</c:v>
                </c:pt>
                <c:pt idx="824">
                  <c:v>1182.13263326331</c:v>
                </c:pt>
                <c:pt idx="825">
                  <c:v>1181.37575826577</c:v>
                </c:pt>
                <c:pt idx="826">
                  <c:v>1181.55138444087</c:v>
                </c:pt>
                <c:pt idx="827">
                  <c:v>1181.5530347812</c:v>
                </c:pt>
                <c:pt idx="828">
                  <c:v>1180.48150326434</c:v>
                </c:pt>
                <c:pt idx="829">
                  <c:v>1180.66996882285</c:v>
                </c:pt>
                <c:pt idx="830">
                  <c:v>1180.56181597656</c:v>
                </c:pt>
                <c:pt idx="831">
                  <c:v>1180.54330899559</c:v>
                </c:pt>
                <c:pt idx="832">
                  <c:v>1179.82481418047</c:v>
                </c:pt>
                <c:pt idx="833">
                  <c:v>1179.9652915101</c:v>
                </c:pt>
                <c:pt idx="834">
                  <c:v>1179.6250371766</c:v>
                </c:pt>
                <c:pt idx="835">
                  <c:v>1179.69312499005</c:v>
                </c:pt>
                <c:pt idx="836">
                  <c:v>1180.37423322995</c:v>
                </c:pt>
                <c:pt idx="837">
                  <c:v>1180.89310351398</c:v>
                </c:pt>
                <c:pt idx="838">
                  <c:v>1179.56869986498</c:v>
                </c:pt>
                <c:pt idx="839">
                  <c:v>1179.3738754092</c:v>
                </c:pt>
                <c:pt idx="840">
                  <c:v>1179.83284694497</c:v>
                </c:pt>
                <c:pt idx="841">
                  <c:v>1179.32888304262</c:v>
                </c:pt>
                <c:pt idx="842">
                  <c:v>1182.37775297765</c:v>
                </c:pt>
                <c:pt idx="843">
                  <c:v>1181.35854920961</c:v>
                </c:pt>
                <c:pt idx="844">
                  <c:v>1183.00996876064</c:v>
                </c:pt>
                <c:pt idx="845">
                  <c:v>1184.49570154507</c:v>
                </c:pt>
                <c:pt idx="846">
                  <c:v>1183.74399130415</c:v>
                </c:pt>
                <c:pt idx="847">
                  <c:v>1183.72168546008</c:v>
                </c:pt>
                <c:pt idx="848">
                  <c:v>1183.82502834267</c:v>
                </c:pt>
                <c:pt idx="849">
                  <c:v>1182.76239607503</c:v>
                </c:pt>
                <c:pt idx="850">
                  <c:v>1182.74075439288</c:v>
                </c:pt>
                <c:pt idx="851">
                  <c:v>1184.14169834143</c:v>
                </c:pt>
                <c:pt idx="852">
                  <c:v>1183.30267582721</c:v>
                </c:pt>
                <c:pt idx="853">
                  <c:v>1184.56410407372</c:v>
                </c:pt>
                <c:pt idx="854">
                  <c:v>1181.40990623607</c:v>
                </c:pt>
                <c:pt idx="855">
                  <c:v>1180.3657521234</c:v>
                </c:pt>
                <c:pt idx="856">
                  <c:v>1182.17853929809</c:v>
                </c:pt>
                <c:pt idx="857">
                  <c:v>1186.05639444478</c:v>
                </c:pt>
                <c:pt idx="858">
                  <c:v>1187.23712355158</c:v>
                </c:pt>
                <c:pt idx="859">
                  <c:v>1188.08132456896</c:v>
                </c:pt>
                <c:pt idx="860">
                  <c:v>1188.88353522325</c:v>
                </c:pt>
                <c:pt idx="861">
                  <c:v>1189.84011833493</c:v>
                </c:pt>
                <c:pt idx="862">
                  <c:v>1190.60336865384</c:v>
                </c:pt>
                <c:pt idx="863">
                  <c:v>1190.5872552821</c:v>
                </c:pt>
                <c:pt idx="864">
                  <c:v>1190.55863291459</c:v>
                </c:pt>
                <c:pt idx="865">
                  <c:v>1190.04526083373</c:v>
                </c:pt>
                <c:pt idx="866">
                  <c:v>1189.86240239741</c:v>
                </c:pt>
                <c:pt idx="867">
                  <c:v>1189.53536168903</c:v>
                </c:pt>
                <c:pt idx="868">
                  <c:v>1190.61276985282</c:v>
                </c:pt>
                <c:pt idx="869">
                  <c:v>1191.30701823574</c:v>
                </c:pt>
                <c:pt idx="870">
                  <c:v>1191.88917646085</c:v>
                </c:pt>
                <c:pt idx="871">
                  <c:v>1191.87225718835</c:v>
                </c:pt>
                <c:pt idx="872">
                  <c:v>1191.10751490775</c:v>
                </c:pt>
                <c:pt idx="873">
                  <c:v>1190.82725424214</c:v>
                </c:pt>
                <c:pt idx="874">
                  <c:v>1188.36170515357</c:v>
                </c:pt>
                <c:pt idx="875">
                  <c:v>1187.8729675578</c:v>
                </c:pt>
                <c:pt idx="876">
                  <c:v>1188.1837037557</c:v>
                </c:pt>
                <c:pt idx="877">
                  <c:v>1189.61884984349</c:v>
                </c:pt>
                <c:pt idx="878">
                  <c:v>1186.59856958768</c:v>
                </c:pt>
                <c:pt idx="879">
                  <c:v>1186.1517565557</c:v>
                </c:pt>
                <c:pt idx="880">
                  <c:v>1186.02445044707</c:v>
                </c:pt>
                <c:pt idx="881">
                  <c:v>1186.73411973978</c:v>
                </c:pt>
                <c:pt idx="882">
                  <c:v>1187.31376781673</c:v>
                </c:pt>
                <c:pt idx="883">
                  <c:v>1187.01307264334</c:v>
                </c:pt>
                <c:pt idx="884">
                  <c:v>1185.60789405191</c:v>
                </c:pt>
                <c:pt idx="885">
                  <c:v>1184.83446013705</c:v>
                </c:pt>
                <c:pt idx="886">
                  <c:v>1184.47271735911</c:v>
                </c:pt>
                <c:pt idx="887">
                  <c:v>1183.31289196389</c:v>
                </c:pt>
                <c:pt idx="888">
                  <c:v>1182.58180695374</c:v>
                </c:pt>
                <c:pt idx="889">
                  <c:v>1183.97709522667</c:v>
                </c:pt>
                <c:pt idx="890">
                  <c:v>1187.74853225861</c:v>
                </c:pt>
                <c:pt idx="891">
                  <c:v>1189.52095715021</c:v>
                </c:pt>
                <c:pt idx="892">
                  <c:v>1189.80629651529</c:v>
                </c:pt>
                <c:pt idx="893">
                  <c:v>1187.76165652014</c:v>
                </c:pt>
                <c:pt idx="894">
                  <c:v>1189.8032367901</c:v>
                </c:pt>
                <c:pt idx="895">
                  <c:v>1189.63210685381</c:v>
                </c:pt>
                <c:pt idx="896">
                  <c:v>1189.86721548924</c:v>
                </c:pt>
                <c:pt idx="897">
                  <c:v>1191.49496910016</c:v>
                </c:pt>
                <c:pt idx="898">
                  <c:v>1191.74740630294</c:v>
                </c:pt>
                <c:pt idx="899">
                  <c:v>1191.71758465721</c:v>
                </c:pt>
                <c:pt idx="900">
                  <c:v>1192.15450985455</c:v>
                </c:pt>
                <c:pt idx="901">
                  <c:v>1192.17351429383</c:v>
                </c:pt>
                <c:pt idx="902">
                  <c:v>1192.23824231601</c:v>
                </c:pt>
                <c:pt idx="903">
                  <c:v>1193.15121295005</c:v>
                </c:pt>
                <c:pt idx="904">
                  <c:v>1194.87048299819</c:v>
                </c:pt>
                <c:pt idx="905">
                  <c:v>1193.744606127</c:v>
                </c:pt>
                <c:pt idx="906">
                  <c:v>1194.13530268619</c:v>
                </c:pt>
                <c:pt idx="907">
                  <c:v>1191.32424343861</c:v>
                </c:pt>
                <c:pt idx="908">
                  <c:v>1191.42582915528</c:v>
                </c:pt>
                <c:pt idx="909">
                  <c:v>1189.86737968401</c:v>
                </c:pt>
                <c:pt idx="910">
                  <c:v>1190.03224144393</c:v>
                </c:pt>
                <c:pt idx="911">
                  <c:v>1188.56384301086</c:v>
                </c:pt>
                <c:pt idx="912">
                  <c:v>1188.21375889701</c:v>
                </c:pt>
                <c:pt idx="913">
                  <c:v>1188.53788090756</c:v>
                </c:pt>
                <c:pt idx="914">
                  <c:v>1189.85577391334</c:v>
                </c:pt>
                <c:pt idx="915">
                  <c:v>1188.996484224</c:v>
                </c:pt>
                <c:pt idx="916">
                  <c:v>1187.9351652807</c:v>
                </c:pt>
                <c:pt idx="917">
                  <c:v>1190.20433709657</c:v>
                </c:pt>
                <c:pt idx="918">
                  <c:v>1189.31230744201</c:v>
                </c:pt>
                <c:pt idx="919">
                  <c:v>1189.87046137519</c:v>
                </c:pt>
                <c:pt idx="920">
                  <c:v>1193.21794031598</c:v>
                </c:pt>
                <c:pt idx="921">
                  <c:v>1194.15311723552</c:v>
                </c:pt>
                <c:pt idx="922">
                  <c:v>1193.30540996295</c:v>
                </c:pt>
                <c:pt idx="923">
                  <c:v>1193.6076612881</c:v>
                </c:pt>
                <c:pt idx="924">
                  <c:v>1196.17287304223</c:v>
                </c:pt>
                <c:pt idx="925">
                  <c:v>1196.95106810434</c:v>
                </c:pt>
                <c:pt idx="926">
                  <c:v>1197.40683300615</c:v>
                </c:pt>
                <c:pt idx="927">
                  <c:v>1196.31318622674</c:v>
                </c:pt>
                <c:pt idx="928">
                  <c:v>1195.14259925624</c:v>
                </c:pt>
                <c:pt idx="929">
                  <c:v>1198.79582338561</c:v>
                </c:pt>
                <c:pt idx="930">
                  <c:v>1181.61290063453</c:v>
                </c:pt>
                <c:pt idx="931">
                  <c:v>1182.97748285751</c:v>
                </c:pt>
                <c:pt idx="932">
                  <c:v>1183.79037881099</c:v>
                </c:pt>
                <c:pt idx="933">
                  <c:v>1181.77702548276</c:v>
                </c:pt>
                <c:pt idx="934">
                  <c:v>1181.96236492233</c:v>
                </c:pt>
                <c:pt idx="935">
                  <c:v>1185.00493904795</c:v>
                </c:pt>
                <c:pt idx="936">
                  <c:v>1186.40295587185</c:v>
                </c:pt>
                <c:pt idx="937">
                  <c:v>1186.39616171003</c:v>
                </c:pt>
                <c:pt idx="938">
                  <c:v>1185.87399803416</c:v>
                </c:pt>
                <c:pt idx="939">
                  <c:v>1186.70409555138</c:v>
                </c:pt>
                <c:pt idx="940">
                  <c:v>1187.65542331481</c:v>
                </c:pt>
                <c:pt idx="941">
                  <c:v>1186.54693032276</c:v>
                </c:pt>
                <c:pt idx="942">
                  <c:v>1186.78871090876</c:v>
                </c:pt>
                <c:pt idx="943">
                  <c:v>1186.38095663622</c:v>
                </c:pt>
                <c:pt idx="944">
                  <c:v>1185.85086379654</c:v>
                </c:pt>
                <c:pt idx="945">
                  <c:v>1185.54829538103</c:v>
                </c:pt>
                <c:pt idx="946">
                  <c:v>1186.73155450602</c:v>
                </c:pt>
                <c:pt idx="947">
                  <c:v>1186.99892166378</c:v>
                </c:pt>
                <c:pt idx="948">
                  <c:v>1188.74061272873</c:v>
                </c:pt>
                <c:pt idx="949">
                  <c:v>1190.12245619072</c:v>
                </c:pt>
                <c:pt idx="950">
                  <c:v>1192.16177318876</c:v>
                </c:pt>
                <c:pt idx="951">
                  <c:v>1192.8753903698</c:v>
                </c:pt>
                <c:pt idx="952">
                  <c:v>1190.54365129841</c:v>
                </c:pt>
                <c:pt idx="953">
                  <c:v>1192.17621284418</c:v>
                </c:pt>
                <c:pt idx="954">
                  <c:v>1193.53907037553</c:v>
                </c:pt>
                <c:pt idx="955">
                  <c:v>1194.58380046647</c:v>
                </c:pt>
                <c:pt idx="956">
                  <c:v>1193.93421480872</c:v>
                </c:pt>
                <c:pt idx="957">
                  <c:v>1193.66306384818</c:v>
                </c:pt>
                <c:pt idx="958">
                  <c:v>1195.1490035886</c:v>
                </c:pt>
                <c:pt idx="959">
                  <c:v>1193.06466565939</c:v>
                </c:pt>
                <c:pt idx="960">
                  <c:v>1191.87011700552</c:v>
                </c:pt>
                <c:pt idx="961">
                  <c:v>1189.93790217093</c:v>
                </c:pt>
                <c:pt idx="962">
                  <c:v>1189.62914383291</c:v>
                </c:pt>
                <c:pt idx="963">
                  <c:v>1188.44980369351</c:v>
                </c:pt>
                <c:pt idx="964">
                  <c:v>1188.97646531996</c:v>
                </c:pt>
                <c:pt idx="965">
                  <c:v>1190.32916526975</c:v>
                </c:pt>
                <c:pt idx="966">
                  <c:v>1190.46102723044</c:v>
                </c:pt>
                <c:pt idx="967">
                  <c:v>1188.61249476895</c:v>
                </c:pt>
                <c:pt idx="968">
                  <c:v>1188.38946586331</c:v>
                </c:pt>
                <c:pt idx="969">
                  <c:v>1188.88010910705</c:v>
                </c:pt>
                <c:pt idx="970">
                  <c:v>1190.70242835714</c:v>
                </c:pt>
                <c:pt idx="971">
                  <c:v>1191.27137241628</c:v>
                </c:pt>
                <c:pt idx="972">
                  <c:v>1191.75794590692</c:v>
                </c:pt>
                <c:pt idx="973">
                  <c:v>1192.57065360399</c:v>
                </c:pt>
                <c:pt idx="974">
                  <c:v>1192.00383917207</c:v>
                </c:pt>
                <c:pt idx="975">
                  <c:v>1191.24652589138</c:v>
                </c:pt>
                <c:pt idx="976">
                  <c:v>1189.97138204253</c:v>
                </c:pt>
                <c:pt idx="977">
                  <c:v>1190.31538706913</c:v>
                </c:pt>
                <c:pt idx="978">
                  <c:v>1189.2504885968</c:v>
                </c:pt>
                <c:pt idx="979">
                  <c:v>1188.4723497014</c:v>
                </c:pt>
                <c:pt idx="980">
                  <c:v>1188.0763666537</c:v>
                </c:pt>
                <c:pt idx="981">
                  <c:v>1188.8083331041</c:v>
                </c:pt>
                <c:pt idx="982">
                  <c:v>1189.11804100069</c:v>
                </c:pt>
                <c:pt idx="983">
                  <c:v>1188.76005762726</c:v>
                </c:pt>
                <c:pt idx="984">
                  <c:v>1188.72306383818</c:v>
                </c:pt>
                <c:pt idx="985">
                  <c:v>1185.2129263023</c:v>
                </c:pt>
                <c:pt idx="986">
                  <c:v>1184.80401135538</c:v>
                </c:pt>
                <c:pt idx="987">
                  <c:v>1181.62630695451</c:v>
                </c:pt>
                <c:pt idx="988">
                  <c:v>1181.72260756581</c:v>
                </c:pt>
                <c:pt idx="989">
                  <c:v>1185.74179684544</c:v>
                </c:pt>
                <c:pt idx="990">
                  <c:v>1184.18106048463</c:v>
                </c:pt>
                <c:pt idx="991">
                  <c:v>1183.97594872886</c:v>
                </c:pt>
                <c:pt idx="992">
                  <c:v>1182.78989148354</c:v>
                </c:pt>
                <c:pt idx="993">
                  <c:v>1183.26741675673</c:v>
                </c:pt>
                <c:pt idx="994">
                  <c:v>1188.01060755921</c:v>
                </c:pt>
                <c:pt idx="995">
                  <c:v>1186.54394352281</c:v>
                </c:pt>
                <c:pt idx="996">
                  <c:v>1184.23451328553</c:v>
                </c:pt>
                <c:pt idx="997">
                  <c:v>1184.9186899546</c:v>
                </c:pt>
                <c:pt idx="998">
                  <c:v>1184.76891058121</c:v>
                </c:pt>
                <c:pt idx="999">
                  <c:v>1184.32309561607</c:v>
                </c:pt>
                <c:pt idx="1000">
                  <c:v>1184.08412625021</c:v>
                </c:pt>
                <c:pt idx="1001">
                  <c:v>1183.97266815876</c:v>
                </c:pt>
                <c:pt idx="1002">
                  <c:v>1183.04444508706</c:v>
                </c:pt>
                <c:pt idx="1003">
                  <c:v>1182.57149550413</c:v>
                </c:pt>
                <c:pt idx="1004">
                  <c:v>1184.60143052368</c:v>
                </c:pt>
                <c:pt idx="1005">
                  <c:v>1187.81502952917</c:v>
                </c:pt>
                <c:pt idx="1006">
                  <c:v>1188.23929660413</c:v>
                </c:pt>
                <c:pt idx="1007">
                  <c:v>1190.86185694133</c:v>
                </c:pt>
                <c:pt idx="1008">
                  <c:v>1192.29522629232</c:v>
                </c:pt>
                <c:pt idx="1009">
                  <c:v>1190.05773053202</c:v>
                </c:pt>
                <c:pt idx="1010">
                  <c:v>1190.82407931202</c:v>
                </c:pt>
                <c:pt idx="1011">
                  <c:v>1190.20271183942</c:v>
                </c:pt>
                <c:pt idx="1012">
                  <c:v>1195.6394903424</c:v>
                </c:pt>
                <c:pt idx="1013">
                  <c:v>1196.73247270486</c:v>
                </c:pt>
                <c:pt idx="1014">
                  <c:v>1197.11096736165</c:v>
                </c:pt>
                <c:pt idx="1015">
                  <c:v>1201.22019718866</c:v>
                </c:pt>
                <c:pt idx="1016">
                  <c:v>1200.24091879537</c:v>
                </c:pt>
                <c:pt idx="1017">
                  <c:v>1198.81134076245</c:v>
                </c:pt>
                <c:pt idx="1018">
                  <c:v>1200.90933288756</c:v>
                </c:pt>
                <c:pt idx="1019">
                  <c:v>1202.43639216255</c:v>
                </c:pt>
                <c:pt idx="1020">
                  <c:v>1201.20225021295</c:v>
                </c:pt>
                <c:pt idx="1021">
                  <c:v>1201.15235015833</c:v>
                </c:pt>
                <c:pt idx="1022">
                  <c:v>1201.09807366516</c:v>
                </c:pt>
                <c:pt idx="1023">
                  <c:v>1200.6661407271</c:v>
                </c:pt>
                <c:pt idx="1024">
                  <c:v>1202.12220445907</c:v>
                </c:pt>
                <c:pt idx="1025">
                  <c:v>1202.14730191215</c:v>
                </c:pt>
                <c:pt idx="1026">
                  <c:v>1203.82767183478</c:v>
                </c:pt>
                <c:pt idx="1027">
                  <c:v>1204.4664537184</c:v>
                </c:pt>
                <c:pt idx="1028">
                  <c:v>1205.28440743115</c:v>
                </c:pt>
                <c:pt idx="1029">
                  <c:v>1207.15860247309</c:v>
                </c:pt>
                <c:pt idx="1030">
                  <c:v>1207.76395699638</c:v>
                </c:pt>
                <c:pt idx="1031">
                  <c:v>1207.43008547628</c:v>
                </c:pt>
                <c:pt idx="1032">
                  <c:v>1207.73909900032</c:v>
                </c:pt>
                <c:pt idx="1033">
                  <c:v>1208.64877226562</c:v>
                </c:pt>
                <c:pt idx="1034">
                  <c:v>1207.75694753114</c:v>
                </c:pt>
                <c:pt idx="1035">
                  <c:v>1207.88693903749</c:v>
                </c:pt>
                <c:pt idx="1036">
                  <c:v>1208.79938356875</c:v>
                </c:pt>
                <c:pt idx="1037">
                  <c:v>1208.75517604913</c:v>
                </c:pt>
                <c:pt idx="1038">
                  <c:v>1208.13901502943</c:v>
                </c:pt>
                <c:pt idx="1039">
                  <c:v>1208.99958035663</c:v>
                </c:pt>
                <c:pt idx="1040">
                  <c:v>1206.62983081757</c:v>
                </c:pt>
                <c:pt idx="1041">
                  <c:v>1205.79911865483</c:v>
                </c:pt>
                <c:pt idx="1042">
                  <c:v>1205.14968417598</c:v>
                </c:pt>
                <c:pt idx="1043">
                  <c:v>1206.05664926057</c:v>
                </c:pt>
                <c:pt idx="1044">
                  <c:v>1208.21818057163</c:v>
                </c:pt>
                <c:pt idx="1045">
                  <c:v>1209.52568302865</c:v>
                </c:pt>
                <c:pt idx="1046">
                  <c:v>1210.58660560233</c:v>
                </c:pt>
                <c:pt idx="1047">
                  <c:v>1211.25028846945</c:v>
                </c:pt>
                <c:pt idx="1048">
                  <c:v>1211.37300122123</c:v>
                </c:pt>
                <c:pt idx="1049">
                  <c:v>1213.4309658624</c:v>
                </c:pt>
                <c:pt idx="1050">
                  <c:v>1212.92300355062</c:v>
                </c:pt>
                <c:pt idx="1051">
                  <c:v>1213.50689499001</c:v>
                </c:pt>
                <c:pt idx="1052">
                  <c:v>1213.03563885064</c:v>
                </c:pt>
                <c:pt idx="1053">
                  <c:v>1212.94678412101</c:v>
                </c:pt>
                <c:pt idx="1054">
                  <c:v>1213.39019224043</c:v>
                </c:pt>
                <c:pt idx="1055">
                  <c:v>1212.58431790803</c:v>
                </c:pt>
                <c:pt idx="1056">
                  <c:v>1212.50223158637</c:v>
                </c:pt>
                <c:pt idx="1057">
                  <c:v>1213.27462361889</c:v>
                </c:pt>
                <c:pt idx="1058">
                  <c:v>1211.37058922647</c:v>
                </c:pt>
                <c:pt idx="1059">
                  <c:v>1211.30633876519</c:v>
                </c:pt>
                <c:pt idx="1060">
                  <c:v>1211.25436571775</c:v>
                </c:pt>
                <c:pt idx="1061">
                  <c:v>1211.89453853127</c:v>
                </c:pt>
                <c:pt idx="1062">
                  <c:v>1212.25815831238</c:v>
                </c:pt>
                <c:pt idx="1063">
                  <c:v>1211.88977050879</c:v>
                </c:pt>
                <c:pt idx="1064">
                  <c:v>1212.42882360917</c:v>
                </c:pt>
                <c:pt idx="1065">
                  <c:v>1212.62669385251</c:v>
                </c:pt>
                <c:pt idx="1066">
                  <c:v>1212.37475435353</c:v>
                </c:pt>
                <c:pt idx="1067">
                  <c:v>1212.96619376303</c:v>
                </c:pt>
                <c:pt idx="1068">
                  <c:v>1212.09880960931</c:v>
                </c:pt>
                <c:pt idx="1069">
                  <c:v>1210.83882249694</c:v>
                </c:pt>
                <c:pt idx="1070">
                  <c:v>1211.09414914837</c:v>
                </c:pt>
                <c:pt idx="1071">
                  <c:v>1211.66609567074</c:v>
                </c:pt>
                <c:pt idx="1072">
                  <c:v>1211.85348922598</c:v>
                </c:pt>
                <c:pt idx="1073">
                  <c:v>1211.41163104108</c:v>
                </c:pt>
                <c:pt idx="1074">
                  <c:v>1208.10033326274</c:v>
                </c:pt>
                <c:pt idx="1075">
                  <c:v>1212.18970995227</c:v>
                </c:pt>
                <c:pt idx="1076">
                  <c:v>1213.15315153705</c:v>
                </c:pt>
                <c:pt idx="1077">
                  <c:v>1212.58313408067</c:v>
                </c:pt>
                <c:pt idx="1078">
                  <c:v>1212.97249773449</c:v>
                </c:pt>
                <c:pt idx="1079">
                  <c:v>1213.15191382556</c:v>
                </c:pt>
                <c:pt idx="1080">
                  <c:v>1212.38603637733</c:v>
                </c:pt>
                <c:pt idx="1081">
                  <c:v>1212.40072637551</c:v>
                </c:pt>
                <c:pt idx="1082">
                  <c:v>1212.66057303961</c:v>
                </c:pt>
                <c:pt idx="1083">
                  <c:v>1213.71631211357</c:v>
                </c:pt>
                <c:pt idx="1084">
                  <c:v>1213.03673915968</c:v>
                </c:pt>
                <c:pt idx="1085">
                  <c:v>1212.43195415256</c:v>
                </c:pt>
                <c:pt idx="1086">
                  <c:v>1212.10620462622</c:v>
                </c:pt>
                <c:pt idx="1087">
                  <c:v>1212.33516366666</c:v>
                </c:pt>
                <c:pt idx="1088">
                  <c:v>1212.47469977838</c:v>
                </c:pt>
                <c:pt idx="1089">
                  <c:v>1212.1332044193</c:v>
                </c:pt>
                <c:pt idx="1090">
                  <c:v>1211.6977914792</c:v>
                </c:pt>
                <c:pt idx="1091">
                  <c:v>1210.51372935901</c:v>
                </c:pt>
                <c:pt idx="1092">
                  <c:v>1211.01848629788</c:v>
                </c:pt>
                <c:pt idx="1093">
                  <c:v>1209.31961608667</c:v>
                </c:pt>
                <c:pt idx="1094">
                  <c:v>1212.13352706066</c:v>
                </c:pt>
                <c:pt idx="1095">
                  <c:v>1198.82208608326</c:v>
                </c:pt>
                <c:pt idx="1096">
                  <c:v>1198.61682600319</c:v>
                </c:pt>
                <c:pt idx="1097">
                  <c:v>1199.87226707383</c:v>
                </c:pt>
                <c:pt idx="1098">
                  <c:v>1202.94830521392</c:v>
                </c:pt>
                <c:pt idx="1099">
                  <c:v>1205.37571856378</c:v>
                </c:pt>
                <c:pt idx="1100">
                  <c:v>1206.75169785366</c:v>
                </c:pt>
                <c:pt idx="1101">
                  <c:v>1206.46673674423</c:v>
                </c:pt>
                <c:pt idx="1102">
                  <c:v>1205.56596604077</c:v>
                </c:pt>
                <c:pt idx="1103">
                  <c:v>1205.17536154921</c:v>
                </c:pt>
                <c:pt idx="1104">
                  <c:v>1204.2655184749</c:v>
                </c:pt>
                <c:pt idx="1105">
                  <c:v>1206.39360897016</c:v>
                </c:pt>
                <c:pt idx="1106">
                  <c:v>1206.80678108104</c:v>
                </c:pt>
                <c:pt idx="1107">
                  <c:v>1209.25230900765</c:v>
                </c:pt>
                <c:pt idx="1108">
                  <c:v>1208.570996602</c:v>
                </c:pt>
                <c:pt idx="1109">
                  <c:v>1209.35772226165</c:v>
                </c:pt>
                <c:pt idx="1110">
                  <c:v>1210.85711386115</c:v>
                </c:pt>
                <c:pt idx="1111">
                  <c:v>1211.43665151458</c:v>
                </c:pt>
                <c:pt idx="1112">
                  <c:v>1211.31306242574</c:v>
                </c:pt>
                <c:pt idx="1113">
                  <c:v>1211.13505233699</c:v>
                </c:pt>
                <c:pt idx="1114">
                  <c:v>1211.88933854533</c:v>
                </c:pt>
                <c:pt idx="1115">
                  <c:v>1211.28855930032</c:v>
                </c:pt>
                <c:pt idx="1116">
                  <c:v>1210.86539306658</c:v>
                </c:pt>
                <c:pt idx="1117">
                  <c:v>1210.93472458926</c:v>
                </c:pt>
                <c:pt idx="1118">
                  <c:v>1210.67967191289</c:v>
                </c:pt>
                <c:pt idx="1119">
                  <c:v>1211.54046705858</c:v>
                </c:pt>
                <c:pt idx="1120">
                  <c:v>1211.48200475455</c:v>
                </c:pt>
                <c:pt idx="1121">
                  <c:v>1210.85894187264</c:v>
                </c:pt>
                <c:pt idx="1122">
                  <c:v>1211.06512808798</c:v>
                </c:pt>
                <c:pt idx="1123">
                  <c:v>1211.3303938747</c:v>
                </c:pt>
                <c:pt idx="1124">
                  <c:v>1212.15640556442</c:v>
                </c:pt>
                <c:pt idx="1125">
                  <c:v>1212.61784333072</c:v>
                </c:pt>
                <c:pt idx="1126">
                  <c:v>1212.41975713505</c:v>
                </c:pt>
                <c:pt idx="1127">
                  <c:v>1212.34294472283</c:v>
                </c:pt>
                <c:pt idx="1128">
                  <c:v>1212.35933642906</c:v>
                </c:pt>
                <c:pt idx="1129">
                  <c:v>1212.72867758644</c:v>
                </c:pt>
                <c:pt idx="1130">
                  <c:v>1212.79277412089</c:v>
                </c:pt>
                <c:pt idx="1131">
                  <c:v>1212.46011273459</c:v>
                </c:pt>
                <c:pt idx="1132">
                  <c:v>1212.60185944864</c:v>
                </c:pt>
                <c:pt idx="1133">
                  <c:v>1212.75998981293</c:v>
                </c:pt>
                <c:pt idx="1134">
                  <c:v>1212.59382915241</c:v>
                </c:pt>
                <c:pt idx="1135">
                  <c:v>1212.23286008684</c:v>
                </c:pt>
                <c:pt idx="1136">
                  <c:v>1211.6997543488</c:v>
                </c:pt>
                <c:pt idx="1137">
                  <c:v>1211.53299887684</c:v>
                </c:pt>
                <c:pt idx="1138">
                  <c:v>1211.61507713229</c:v>
                </c:pt>
                <c:pt idx="1139">
                  <c:v>1208.3004518006</c:v>
                </c:pt>
                <c:pt idx="1140">
                  <c:v>1209.25006573235</c:v>
                </c:pt>
                <c:pt idx="1141">
                  <c:v>1208.74365413144</c:v>
                </c:pt>
                <c:pt idx="1142">
                  <c:v>1208.31278722245</c:v>
                </c:pt>
                <c:pt idx="1143">
                  <c:v>1208.06448158322</c:v>
                </c:pt>
                <c:pt idx="1144">
                  <c:v>1208.75244030895</c:v>
                </c:pt>
                <c:pt idx="1145">
                  <c:v>1209.05698333015</c:v>
                </c:pt>
                <c:pt idx="1146">
                  <c:v>1209.02552213122</c:v>
                </c:pt>
                <c:pt idx="1147">
                  <c:v>1208.84737658252</c:v>
                </c:pt>
                <c:pt idx="1148">
                  <c:v>1207.77801243908</c:v>
                </c:pt>
                <c:pt idx="1149">
                  <c:v>1209.19769899932</c:v>
                </c:pt>
                <c:pt idx="1150">
                  <c:v>1205.11751435622</c:v>
                </c:pt>
                <c:pt idx="1151">
                  <c:v>1204.36172222796</c:v>
                </c:pt>
                <c:pt idx="1152">
                  <c:v>1204.96076542326</c:v>
                </c:pt>
                <c:pt idx="1153">
                  <c:v>1205.26679142079</c:v>
                </c:pt>
                <c:pt idx="1154">
                  <c:v>1205.30376926492</c:v>
                </c:pt>
                <c:pt idx="1155">
                  <c:v>1205.01007011016</c:v>
                </c:pt>
                <c:pt idx="1156">
                  <c:v>1206.75522856938</c:v>
                </c:pt>
                <c:pt idx="1157">
                  <c:v>1207.65217532281</c:v>
                </c:pt>
                <c:pt idx="1158">
                  <c:v>1207.49041372351</c:v>
                </c:pt>
                <c:pt idx="1159">
                  <c:v>1206.94046331324</c:v>
                </c:pt>
                <c:pt idx="1160">
                  <c:v>1207.93208701731</c:v>
                </c:pt>
                <c:pt idx="1161">
                  <c:v>1207.64489729796</c:v>
                </c:pt>
                <c:pt idx="1162">
                  <c:v>1206.86579622396</c:v>
                </c:pt>
                <c:pt idx="1163">
                  <c:v>1207.21373093796</c:v>
                </c:pt>
                <c:pt idx="1164">
                  <c:v>1206.46222151962</c:v>
                </c:pt>
                <c:pt idx="1165">
                  <c:v>1206.31779238097</c:v>
                </c:pt>
                <c:pt idx="1166">
                  <c:v>1206.45176686595</c:v>
                </c:pt>
                <c:pt idx="1167">
                  <c:v>1206.72643456738</c:v>
                </c:pt>
                <c:pt idx="1168">
                  <c:v>1206.23420199278</c:v>
                </c:pt>
                <c:pt idx="1169">
                  <c:v>1206.43716568096</c:v>
                </c:pt>
                <c:pt idx="1170">
                  <c:v>1204.82692398289</c:v>
                </c:pt>
                <c:pt idx="1171">
                  <c:v>1204.74611474656</c:v>
                </c:pt>
                <c:pt idx="1172">
                  <c:v>1204.05803937994</c:v>
                </c:pt>
                <c:pt idx="1173">
                  <c:v>1203.49252948271</c:v>
                </c:pt>
                <c:pt idx="1174">
                  <c:v>1203.62464679206</c:v>
                </c:pt>
                <c:pt idx="1175">
                  <c:v>1203.83500704302</c:v>
                </c:pt>
                <c:pt idx="1176">
                  <c:v>1204.64438637406</c:v>
                </c:pt>
                <c:pt idx="1177">
                  <c:v>1204.57359140502</c:v>
                </c:pt>
                <c:pt idx="1178">
                  <c:v>1204.47481682802</c:v>
                </c:pt>
                <c:pt idx="1179">
                  <c:v>1204.63426321522</c:v>
                </c:pt>
                <c:pt idx="1180">
                  <c:v>1204.49583427705</c:v>
                </c:pt>
                <c:pt idx="1181">
                  <c:v>1204.50147141378</c:v>
                </c:pt>
                <c:pt idx="1182">
                  <c:v>1204.35166121143</c:v>
                </c:pt>
                <c:pt idx="1183">
                  <c:v>1203.97417224471</c:v>
                </c:pt>
                <c:pt idx="1184">
                  <c:v>1204.32310204524</c:v>
                </c:pt>
                <c:pt idx="1185">
                  <c:v>1204.07201146416</c:v>
                </c:pt>
                <c:pt idx="1186">
                  <c:v>1204.0311845288</c:v>
                </c:pt>
                <c:pt idx="1187">
                  <c:v>1203.93177314098</c:v>
                </c:pt>
                <c:pt idx="1188">
                  <c:v>1204.13415288829</c:v>
                </c:pt>
                <c:pt idx="1189">
                  <c:v>1204.85051241235</c:v>
                </c:pt>
                <c:pt idx="1190">
                  <c:v>1202.80931376096</c:v>
                </c:pt>
                <c:pt idx="1191">
                  <c:v>1212.31930750487</c:v>
                </c:pt>
                <c:pt idx="1192">
                  <c:v>1213.60938851949</c:v>
                </c:pt>
                <c:pt idx="1193">
                  <c:v>1213.77550773681</c:v>
                </c:pt>
                <c:pt idx="1194">
                  <c:v>1213.81009869435</c:v>
                </c:pt>
                <c:pt idx="1195">
                  <c:v>1214.52449696836</c:v>
                </c:pt>
                <c:pt idx="1196">
                  <c:v>1214.59147961312</c:v>
                </c:pt>
                <c:pt idx="1197">
                  <c:v>1215.22833740287</c:v>
                </c:pt>
                <c:pt idx="1198">
                  <c:v>1215.4681327699</c:v>
                </c:pt>
                <c:pt idx="1199">
                  <c:v>1216.37495527329</c:v>
                </c:pt>
                <c:pt idx="1200">
                  <c:v>1216.78052122938</c:v>
                </c:pt>
                <c:pt idx="1201">
                  <c:v>1217.17987793424</c:v>
                </c:pt>
                <c:pt idx="1202">
                  <c:v>1218.2334661859</c:v>
                </c:pt>
                <c:pt idx="1203">
                  <c:v>1218.59554236298</c:v>
                </c:pt>
                <c:pt idx="1204">
                  <c:v>1218.58081094659</c:v>
                </c:pt>
                <c:pt idx="1205">
                  <c:v>1218.61737827208</c:v>
                </c:pt>
                <c:pt idx="1206">
                  <c:v>1218.90696075883</c:v>
                </c:pt>
                <c:pt idx="1207">
                  <c:v>1219.70891779759</c:v>
                </c:pt>
                <c:pt idx="1208">
                  <c:v>1219.73355412259</c:v>
                </c:pt>
                <c:pt idx="1209">
                  <c:v>1215.57827399414</c:v>
                </c:pt>
                <c:pt idx="1210">
                  <c:v>1219.44720779007</c:v>
                </c:pt>
                <c:pt idx="1211">
                  <c:v>1219.15706347838</c:v>
                </c:pt>
                <c:pt idx="1212">
                  <c:v>1219.49767829357</c:v>
                </c:pt>
                <c:pt idx="1213">
                  <c:v>1219.58509968105</c:v>
                </c:pt>
                <c:pt idx="1214">
                  <c:v>1220.92014873003</c:v>
                </c:pt>
                <c:pt idx="1215">
                  <c:v>1221.27300127949</c:v>
                </c:pt>
                <c:pt idx="1216">
                  <c:v>1221.61489667375</c:v>
                </c:pt>
                <c:pt idx="1217">
                  <c:v>1222.05613406658</c:v>
                </c:pt>
                <c:pt idx="1218">
                  <c:v>1222.1765463715</c:v>
                </c:pt>
                <c:pt idx="1219">
                  <c:v>1222.39304456621</c:v>
                </c:pt>
                <c:pt idx="1220">
                  <c:v>1222.52149423801</c:v>
                </c:pt>
                <c:pt idx="1221">
                  <c:v>1222.31001555977</c:v>
                </c:pt>
                <c:pt idx="1222">
                  <c:v>1222.1583275286</c:v>
                </c:pt>
                <c:pt idx="1223">
                  <c:v>1221.90130731126</c:v>
                </c:pt>
                <c:pt idx="1224">
                  <c:v>1221.85981815968</c:v>
                </c:pt>
                <c:pt idx="1225">
                  <c:v>1221.58367633477</c:v>
                </c:pt>
                <c:pt idx="1226">
                  <c:v>1220.21365095588</c:v>
                </c:pt>
                <c:pt idx="1227">
                  <c:v>1221.20483745295</c:v>
                </c:pt>
                <c:pt idx="1228">
                  <c:v>1221.70702327459</c:v>
                </c:pt>
                <c:pt idx="1229">
                  <c:v>1221.77788743069</c:v>
                </c:pt>
                <c:pt idx="1230">
                  <c:v>1222.42209800361</c:v>
                </c:pt>
                <c:pt idx="1231">
                  <c:v>1222.30516119685</c:v>
                </c:pt>
                <c:pt idx="1232">
                  <c:v>1222.12363506642</c:v>
                </c:pt>
                <c:pt idx="1233">
                  <c:v>1221.28568743368</c:v>
                </c:pt>
                <c:pt idx="1234">
                  <c:v>1221.43201989517</c:v>
                </c:pt>
                <c:pt idx="1235">
                  <c:v>1221.24521574313</c:v>
                </c:pt>
                <c:pt idx="1236">
                  <c:v>1221.19209802715</c:v>
                </c:pt>
                <c:pt idx="1237">
                  <c:v>1221.19292436839</c:v>
                </c:pt>
                <c:pt idx="1238">
                  <c:v>1220.96649500826</c:v>
                </c:pt>
                <c:pt idx="1239">
                  <c:v>1220.38360839391</c:v>
                </c:pt>
                <c:pt idx="1240">
                  <c:v>1220.42990154939</c:v>
                </c:pt>
                <c:pt idx="1241">
                  <c:v>1221.09671355869</c:v>
                </c:pt>
                <c:pt idx="1242">
                  <c:v>1222.18060388234</c:v>
                </c:pt>
                <c:pt idx="1243">
                  <c:v>1223.02080550846</c:v>
                </c:pt>
                <c:pt idx="1244">
                  <c:v>1220.49692103593</c:v>
                </c:pt>
                <c:pt idx="1245">
                  <c:v>1220.44822310296</c:v>
                </c:pt>
                <c:pt idx="1246">
                  <c:v>1220.36849574769</c:v>
                </c:pt>
                <c:pt idx="1247">
                  <c:v>1220.54570490419</c:v>
                </c:pt>
                <c:pt idx="1248">
                  <c:v>1220.95896915928</c:v>
                </c:pt>
                <c:pt idx="1249">
                  <c:v>1221.20624550517</c:v>
                </c:pt>
                <c:pt idx="1250">
                  <c:v>1221.23266758156</c:v>
                </c:pt>
                <c:pt idx="1251">
                  <c:v>1221.54798246537</c:v>
                </c:pt>
                <c:pt idx="1252">
                  <c:v>1221.33172495099</c:v>
                </c:pt>
                <c:pt idx="1253">
                  <c:v>1222.13278790691</c:v>
                </c:pt>
                <c:pt idx="1254">
                  <c:v>1223.72899961988</c:v>
                </c:pt>
                <c:pt idx="1255">
                  <c:v>1225.30929684702</c:v>
                </c:pt>
                <c:pt idx="1256">
                  <c:v>1226.62168927308</c:v>
                </c:pt>
                <c:pt idx="1257">
                  <c:v>1226.38872674731</c:v>
                </c:pt>
                <c:pt idx="1258">
                  <c:v>1227.89400860649</c:v>
                </c:pt>
                <c:pt idx="1259">
                  <c:v>1225.13631394838</c:v>
                </c:pt>
                <c:pt idx="1260">
                  <c:v>1225.95086153439</c:v>
                </c:pt>
                <c:pt idx="1261">
                  <c:v>1226.28220213138</c:v>
                </c:pt>
                <c:pt idx="1262">
                  <c:v>1226.38112007694</c:v>
                </c:pt>
                <c:pt idx="1263">
                  <c:v>1226.18183489793</c:v>
                </c:pt>
                <c:pt idx="1264">
                  <c:v>1226.03469224931</c:v>
                </c:pt>
                <c:pt idx="1265">
                  <c:v>1224.21694811624</c:v>
                </c:pt>
                <c:pt idx="1266">
                  <c:v>1225.30066347932</c:v>
                </c:pt>
                <c:pt idx="1267">
                  <c:v>1225.01972301301</c:v>
                </c:pt>
                <c:pt idx="1268">
                  <c:v>1224.50774998722</c:v>
                </c:pt>
                <c:pt idx="1269">
                  <c:v>1224.33947289415</c:v>
                </c:pt>
                <c:pt idx="1270">
                  <c:v>1224.23241736306</c:v>
                </c:pt>
                <c:pt idx="1271">
                  <c:v>1224.09585707607</c:v>
                </c:pt>
                <c:pt idx="1272">
                  <c:v>1224.09610696949</c:v>
                </c:pt>
                <c:pt idx="1273">
                  <c:v>1224.79180964031</c:v>
                </c:pt>
                <c:pt idx="1274">
                  <c:v>1223.76103381317</c:v>
                </c:pt>
                <c:pt idx="1275">
                  <c:v>1223.41683365242</c:v>
                </c:pt>
                <c:pt idx="1276">
                  <c:v>1224.6244490289</c:v>
                </c:pt>
                <c:pt idx="1277">
                  <c:v>1224.42601154723</c:v>
                </c:pt>
                <c:pt idx="1278">
                  <c:v>1224.59829378816</c:v>
                </c:pt>
                <c:pt idx="1279">
                  <c:v>1224.0683166077</c:v>
                </c:pt>
                <c:pt idx="1280">
                  <c:v>1223.59559067025</c:v>
                </c:pt>
                <c:pt idx="1281">
                  <c:v>1222.59763114731</c:v>
                </c:pt>
                <c:pt idx="1282">
                  <c:v>1224.05250713302</c:v>
                </c:pt>
                <c:pt idx="1283">
                  <c:v>1222.59613489386</c:v>
                </c:pt>
                <c:pt idx="1284">
                  <c:v>1222.6984939597</c:v>
                </c:pt>
                <c:pt idx="1285">
                  <c:v>1224.01302839886</c:v>
                </c:pt>
                <c:pt idx="1286">
                  <c:v>1224.47706306667</c:v>
                </c:pt>
                <c:pt idx="1287">
                  <c:v>1224.72809252671</c:v>
                </c:pt>
                <c:pt idx="1288">
                  <c:v>1224.38203288238</c:v>
                </c:pt>
                <c:pt idx="1289">
                  <c:v>1224.39775821208</c:v>
                </c:pt>
                <c:pt idx="1290">
                  <c:v>1222.27884804795</c:v>
                </c:pt>
                <c:pt idx="1291">
                  <c:v>1222.57478020966</c:v>
                </c:pt>
                <c:pt idx="1292">
                  <c:v>1222.80326462896</c:v>
                </c:pt>
                <c:pt idx="1293">
                  <c:v>1221.97432541624</c:v>
                </c:pt>
                <c:pt idx="1294">
                  <c:v>1221.53946181127</c:v>
                </c:pt>
                <c:pt idx="1295">
                  <c:v>1221.4121730565</c:v>
                </c:pt>
                <c:pt idx="1296">
                  <c:v>1221.27798101816</c:v>
                </c:pt>
                <c:pt idx="1297">
                  <c:v>1222.31607709397</c:v>
                </c:pt>
                <c:pt idx="1298">
                  <c:v>1221.75631501738</c:v>
                </c:pt>
                <c:pt idx="1299">
                  <c:v>1221.45597755706</c:v>
                </c:pt>
                <c:pt idx="1300">
                  <c:v>1222.06531773025</c:v>
                </c:pt>
                <c:pt idx="1301">
                  <c:v>1222.0763334593</c:v>
                </c:pt>
                <c:pt idx="1302">
                  <c:v>1225.47979402475</c:v>
                </c:pt>
                <c:pt idx="1303">
                  <c:v>1226.11999569424</c:v>
                </c:pt>
                <c:pt idx="1304">
                  <c:v>1225.92233636868</c:v>
                </c:pt>
                <c:pt idx="1305">
                  <c:v>1226.71949753558</c:v>
                </c:pt>
                <c:pt idx="1306">
                  <c:v>1226.85533302997</c:v>
                </c:pt>
                <c:pt idx="1307">
                  <c:v>1226.98926061059</c:v>
                </c:pt>
                <c:pt idx="1308">
                  <c:v>1226.8928840916</c:v>
                </c:pt>
                <c:pt idx="1309">
                  <c:v>1226.9382829576</c:v>
                </c:pt>
                <c:pt idx="1310">
                  <c:v>1226.81721320385</c:v>
                </c:pt>
                <c:pt idx="1311">
                  <c:v>1227.37671158038</c:v>
                </c:pt>
                <c:pt idx="1312">
                  <c:v>1227.70447055398</c:v>
                </c:pt>
                <c:pt idx="1313">
                  <c:v>1227.65316986213</c:v>
                </c:pt>
                <c:pt idx="1314">
                  <c:v>1227.9536375022</c:v>
                </c:pt>
                <c:pt idx="1315">
                  <c:v>1226.92797605132</c:v>
                </c:pt>
                <c:pt idx="1316">
                  <c:v>1227.11634215593</c:v>
                </c:pt>
                <c:pt idx="1317">
                  <c:v>1227.03656197302</c:v>
                </c:pt>
                <c:pt idx="1318">
                  <c:v>1227.23351787465</c:v>
                </c:pt>
                <c:pt idx="1319">
                  <c:v>1225.66445038126</c:v>
                </c:pt>
                <c:pt idx="1320">
                  <c:v>1225.29546657773</c:v>
                </c:pt>
                <c:pt idx="1321">
                  <c:v>1227.09414104848</c:v>
                </c:pt>
                <c:pt idx="1322">
                  <c:v>1228.56427508861</c:v>
                </c:pt>
                <c:pt idx="1323">
                  <c:v>1229.26733536239</c:v>
                </c:pt>
                <c:pt idx="1324">
                  <c:v>1229.16880971938</c:v>
                </c:pt>
                <c:pt idx="1325">
                  <c:v>1228.90320951394</c:v>
                </c:pt>
                <c:pt idx="1326">
                  <c:v>1230.35101154024</c:v>
                </c:pt>
                <c:pt idx="1327">
                  <c:v>1230.46010189587</c:v>
                </c:pt>
                <c:pt idx="1328">
                  <c:v>1230.59374569614</c:v>
                </c:pt>
                <c:pt idx="1329">
                  <c:v>1231.51590112675</c:v>
                </c:pt>
                <c:pt idx="1330">
                  <c:v>1232.06570197359</c:v>
                </c:pt>
                <c:pt idx="1331">
                  <c:v>1232.30186178743</c:v>
                </c:pt>
                <c:pt idx="1332">
                  <c:v>1232.57484676983</c:v>
                </c:pt>
                <c:pt idx="1333">
                  <c:v>1233.04294887691</c:v>
                </c:pt>
                <c:pt idx="1334">
                  <c:v>1233.15951814916</c:v>
                </c:pt>
                <c:pt idx="1335">
                  <c:v>1232.35777063388</c:v>
                </c:pt>
                <c:pt idx="1336">
                  <c:v>1232.09530386152</c:v>
                </c:pt>
                <c:pt idx="1337">
                  <c:v>1232.3928485302</c:v>
                </c:pt>
                <c:pt idx="1338">
                  <c:v>1232.28882329944</c:v>
                </c:pt>
                <c:pt idx="1339">
                  <c:v>1231.82238562142</c:v>
                </c:pt>
                <c:pt idx="1340">
                  <c:v>1232.08255585349</c:v>
                </c:pt>
                <c:pt idx="1341">
                  <c:v>1230.98861172176</c:v>
                </c:pt>
                <c:pt idx="1342">
                  <c:v>1230.95941378033</c:v>
                </c:pt>
                <c:pt idx="1343">
                  <c:v>1230.92014924947</c:v>
                </c:pt>
                <c:pt idx="1344">
                  <c:v>1230.98150235486</c:v>
                </c:pt>
                <c:pt idx="1345">
                  <c:v>1231.24566018049</c:v>
                </c:pt>
                <c:pt idx="1346">
                  <c:v>1230.93084389895</c:v>
                </c:pt>
                <c:pt idx="1347">
                  <c:v>1230.47726170879</c:v>
                </c:pt>
                <c:pt idx="1348">
                  <c:v>1230.94734980647</c:v>
                </c:pt>
                <c:pt idx="1349">
                  <c:v>1228.78159188811</c:v>
                </c:pt>
                <c:pt idx="1350">
                  <c:v>1228.7955367031</c:v>
                </c:pt>
                <c:pt idx="1351">
                  <c:v>1229.28700242307</c:v>
                </c:pt>
                <c:pt idx="1352">
                  <c:v>1229.86881612034</c:v>
                </c:pt>
                <c:pt idx="1353">
                  <c:v>1228.88742587214</c:v>
                </c:pt>
                <c:pt idx="1354">
                  <c:v>1229.39326929559</c:v>
                </c:pt>
                <c:pt idx="1355">
                  <c:v>1229.48328812684</c:v>
                </c:pt>
                <c:pt idx="1356">
                  <c:v>1229.42396106336</c:v>
                </c:pt>
                <c:pt idx="1357">
                  <c:v>1229.01849180563</c:v>
                </c:pt>
                <c:pt idx="1358">
                  <c:v>1229.83062755673</c:v>
                </c:pt>
                <c:pt idx="1359">
                  <c:v>1229.9183896542</c:v>
                </c:pt>
                <c:pt idx="1360">
                  <c:v>1231.72069969371</c:v>
                </c:pt>
                <c:pt idx="1361">
                  <c:v>1231.75924357199</c:v>
                </c:pt>
                <c:pt idx="1362">
                  <c:v>1232.62975289677</c:v>
                </c:pt>
                <c:pt idx="1363">
                  <c:v>1232.64545724824</c:v>
                </c:pt>
                <c:pt idx="1364">
                  <c:v>1233.0720232057</c:v>
                </c:pt>
                <c:pt idx="1365">
                  <c:v>1232.76864037926</c:v>
                </c:pt>
                <c:pt idx="1366">
                  <c:v>1232.48306104956</c:v>
                </c:pt>
                <c:pt idx="1367">
                  <c:v>1232.61703727946</c:v>
                </c:pt>
                <c:pt idx="1368">
                  <c:v>1231.11614533032</c:v>
                </c:pt>
                <c:pt idx="1369">
                  <c:v>1231.2003449276</c:v>
                </c:pt>
                <c:pt idx="1370">
                  <c:v>1231.17640720634</c:v>
                </c:pt>
                <c:pt idx="1371">
                  <c:v>1231.31961207367</c:v>
                </c:pt>
                <c:pt idx="1372">
                  <c:v>1231.33479090881</c:v>
                </c:pt>
                <c:pt idx="1373">
                  <c:v>1231.34819770236</c:v>
                </c:pt>
                <c:pt idx="1374">
                  <c:v>1231.30621599777</c:v>
                </c:pt>
                <c:pt idx="1375">
                  <c:v>1231.61948043364</c:v>
                </c:pt>
                <c:pt idx="1376">
                  <c:v>1230.48674099868</c:v>
                </c:pt>
                <c:pt idx="1377">
                  <c:v>1230.66825454924</c:v>
                </c:pt>
                <c:pt idx="1378">
                  <c:v>1229.63662787466</c:v>
                </c:pt>
                <c:pt idx="1379">
                  <c:v>1229.91011612063</c:v>
                </c:pt>
                <c:pt idx="1380">
                  <c:v>1230.71861876953</c:v>
                </c:pt>
                <c:pt idx="1381">
                  <c:v>1231.20289096199</c:v>
                </c:pt>
                <c:pt idx="1382">
                  <c:v>1231.29266616203</c:v>
                </c:pt>
                <c:pt idx="1383">
                  <c:v>1230.02384346943</c:v>
                </c:pt>
                <c:pt idx="1384">
                  <c:v>1230.40286230734</c:v>
                </c:pt>
                <c:pt idx="1385">
                  <c:v>1230.40165738402</c:v>
                </c:pt>
                <c:pt idx="1386">
                  <c:v>1231.91398389656</c:v>
                </c:pt>
                <c:pt idx="1387">
                  <c:v>1230.53033315324</c:v>
                </c:pt>
                <c:pt idx="1388">
                  <c:v>1230.63626737339</c:v>
                </c:pt>
                <c:pt idx="1389">
                  <c:v>1229.63547803179</c:v>
                </c:pt>
                <c:pt idx="1390">
                  <c:v>1229.68418083335</c:v>
                </c:pt>
                <c:pt idx="1391">
                  <c:v>1229.59542142137</c:v>
                </c:pt>
                <c:pt idx="1392">
                  <c:v>1229.99955803528</c:v>
                </c:pt>
                <c:pt idx="1393">
                  <c:v>1230.17307190824</c:v>
                </c:pt>
                <c:pt idx="1394">
                  <c:v>1230.5025689324</c:v>
                </c:pt>
                <c:pt idx="1395">
                  <c:v>1229.76883513489</c:v>
                </c:pt>
                <c:pt idx="1396">
                  <c:v>1230.22291608038</c:v>
                </c:pt>
                <c:pt idx="1397">
                  <c:v>1230.23170961144</c:v>
                </c:pt>
                <c:pt idx="1398">
                  <c:v>1230.00818536313</c:v>
                </c:pt>
                <c:pt idx="1399">
                  <c:v>1230.49335315514</c:v>
                </c:pt>
                <c:pt idx="1400">
                  <c:v>1231.51179466662</c:v>
                </c:pt>
                <c:pt idx="1401">
                  <c:v>1231.48565673365</c:v>
                </c:pt>
                <c:pt idx="1402">
                  <c:v>1232.61266267373</c:v>
                </c:pt>
                <c:pt idx="1403">
                  <c:v>1233.4569073878</c:v>
                </c:pt>
                <c:pt idx="1404">
                  <c:v>1233.75425758814</c:v>
                </c:pt>
                <c:pt idx="1405">
                  <c:v>1233.76008599189</c:v>
                </c:pt>
                <c:pt idx="1406">
                  <c:v>1233.68092237137</c:v>
                </c:pt>
                <c:pt idx="1407">
                  <c:v>1233.65236115854</c:v>
                </c:pt>
                <c:pt idx="1408">
                  <c:v>1233.63836717107</c:v>
                </c:pt>
                <c:pt idx="1409">
                  <c:v>1233.51079747833</c:v>
                </c:pt>
                <c:pt idx="1410">
                  <c:v>1233.28217659697</c:v>
                </c:pt>
                <c:pt idx="1411">
                  <c:v>1233.03938185267</c:v>
                </c:pt>
                <c:pt idx="1412">
                  <c:v>1233.6972210744</c:v>
                </c:pt>
                <c:pt idx="1413">
                  <c:v>1234.56425202468</c:v>
                </c:pt>
                <c:pt idx="1414">
                  <c:v>1235.65213876066</c:v>
                </c:pt>
                <c:pt idx="1415">
                  <c:v>1236.32929777622</c:v>
                </c:pt>
                <c:pt idx="1416">
                  <c:v>1236.85670201368</c:v>
                </c:pt>
                <c:pt idx="1417">
                  <c:v>1236.84527316894</c:v>
                </c:pt>
                <c:pt idx="1418">
                  <c:v>1236.22313506503</c:v>
                </c:pt>
                <c:pt idx="1419">
                  <c:v>1236.63786203771</c:v>
                </c:pt>
                <c:pt idx="1420">
                  <c:v>1236.86324247147</c:v>
                </c:pt>
                <c:pt idx="1421">
                  <c:v>1237.30483070225</c:v>
                </c:pt>
                <c:pt idx="1422">
                  <c:v>1237.43652903226</c:v>
                </c:pt>
                <c:pt idx="1423">
                  <c:v>1237.55478464612</c:v>
                </c:pt>
                <c:pt idx="1424">
                  <c:v>1237.81033552975</c:v>
                </c:pt>
                <c:pt idx="1425">
                  <c:v>1237.7567518195</c:v>
                </c:pt>
                <c:pt idx="1426">
                  <c:v>1237.9402413882</c:v>
                </c:pt>
                <c:pt idx="1427">
                  <c:v>1237.91590620488</c:v>
                </c:pt>
                <c:pt idx="1428">
                  <c:v>1239.15121450814</c:v>
                </c:pt>
                <c:pt idx="1429">
                  <c:v>1238.81313823886</c:v>
                </c:pt>
                <c:pt idx="1430">
                  <c:v>1239.21792621477</c:v>
                </c:pt>
                <c:pt idx="1431">
                  <c:v>1238.48017035719</c:v>
                </c:pt>
                <c:pt idx="1432">
                  <c:v>1238.50263356979</c:v>
                </c:pt>
                <c:pt idx="1433">
                  <c:v>1240.12780989898</c:v>
                </c:pt>
                <c:pt idx="1434">
                  <c:v>1239.44854933701</c:v>
                </c:pt>
                <c:pt idx="1435">
                  <c:v>1239.99697491685</c:v>
                </c:pt>
                <c:pt idx="1436">
                  <c:v>1239.3743571579</c:v>
                </c:pt>
                <c:pt idx="1437">
                  <c:v>1239.64704060043</c:v>
                </c:pt>
                <c:pt idx="1438">
                  <c:v>1240.44530914683</c:v>
                </c:pt>
                <c:pt idx="1439">
                  <c:v>1241.1295465817</c:v>
                </c:pt>
                <c:pt idx="1440">
                  <c:v>1241.08947781636</c:v>
                </c:pt>
                <c:pt idx="1441">
                  <c:v>1241.27770645251</c:v>
                </c:pt>
                <c:pt idx="1442">
                  <c:v>1240.45682362502</c:v>
                </c:pt>
                <c:pt idx="1443">
                  <c:v>1240.56334423469</c:v>
                </c:pt>
                <c:pt idx="1444">
                  <c:v>1240.85868987556</c:v>
                </c:pt>
                <c:pt idx="1445">
                  <c:v>1240.38357421045</c:v>
                </c:pt>
                <c:pt idx="1446">
                  <c:v>1240.04243014495</c:v>
                </c:pt>
                <c:pt idx="1447">
                  <c:v>1240.27158271225</c:v>
                </c:pt>
                <c:pt idx="1448">
                  <c:v>1240.22305757708</c:v>
                </c:pt>
                <c:pt idx="1449">
                  <c:v>1240.74220585013</c:v>
                </c:pt>
                <c:pt idx="1450">
                  <c:v>1239.37695111337</c:v>
                </c:pt>
                <c:pt idx="1451">
                  <c:v>1239.95272170165</c:v>
                </c:pt>
                <c:pt idx="1452">
                  <c:v>1240.87916413479</c:v>
                </c:pt>
                <c:pt idx="1453">
                  <c:v>1240.37806594176</c:v>
                </c:pt>
                <c:pt idx="1454">
                  <c:v>1240.87580517061</c:v>
                </c:pt>
                <c:pt idx="1455">
                  <c:v>1236.05169507867</c:v>
                </c:pt>
                <c:pt idx="1456">
                  <c:v>1231.64205799327</c:v>
                </c:pt>
                <c:pt idx="1457">
                  <c:v>1229.54715846566</c:v>
                </c:pt>
                <c:pt idx="1458">
                  <c:v>1229.55970067434</c:v>
                </c:pt>
                <c:pt idx="1459">
                  <c:v>1229.5377196648</c:v>
                </c:pt>
                <c:pt idx="1460">
                  <c:v>1229.73825129777</c:v>
                </c:pt>
                <c:pt idx="1461">
                  <c:v>1230.46711978091</c:v>
                </c:pt>
                <c:pt idx="1462">
                  <c:v>1231.42353821628</c:v>
                </c:pt>
                <c:pt idx="1463">
                  <c:v>1231.25408895741</c:v>
                </c:pt>
                <c:pt idx="1464">
                  <c:v>1232.00640191717</c:v>
                </c:pt>
                <c:pt idx="1465">
                  <c:v>1231.59377519909</c:v>
                </c:pt>
                <c:pt idx="1466">
                  <c:v>1234.38046435228</c:v>
                </c:pt>
                <c:pt idx="1467">
                  <c:v>1234.80762552206</c:v>
                </c:pt>
                <c:pt idx="1468">
                  <c:v>1234.31257104683</c:v>
                </c:pt>
                <c:pt idx="1469">
                  <c:v>1234.92722473013</c:v>
                </c:pt>
                <c:pt idx="1470">
                  <c:v>1235.27512616698</c:v>
                </c:pt>
                <c:pt idx="1471">
                  <c:v>1235.48067759302</c:v>
                </c:pt>
                <c:pt idx="1472">
                  <c:v>1235.67880967309</c:v>
                </c:pt>
                <c:pt idx="1473">
                  <c:v>1235.29878582218</c:v>
                </c:pt>
                <c:pt idx="1474">
                  <c:v>1235.30071310395</c:v>
                </c:pt>
                <c:pt idx="1475">
                  <c:v>1235.25315922791</c:v>
                </c:pt>
                <c:pt idx="1476">
                  <c:v>1235.51362755541</c:v>
                </c:pt>
                <c:pt idx="1477">
                  <c:v>1235.71813767875</c:v>
                </c:pt>
                <c:pt idx="1478">
                  <c:v>1233.16116898645</c:v>
                </c:pt>
                <c:pt idx="1479">
                  <c:v>1233.85718310479</c:v>
                </c:pt>
                <c:pt idx="1480">
                  <c:v>1233.94679566629</c:v>
                </c:pt>
                <c:pt idx="1481">
                  <c:v>1233.95276762122</c:v>
                </c:pt>
                <c:pt idx="1482">
                  <c:v>1235.13335324743</c:v>
                </c:pt>
                <c:pt idx="1483">
                  <c:v>1236.02399549991</c:v>
                </c:pt>
                <c:pt idx="1484">
                  <c:v>1235.66601884656</c:v>
                </c:pt>
                <c:pt idx="1485">
                  <c:v>1233.78212123046</c:v>
                </c:pt>
                <c:pt idx="1486">
                  <c:v>1232.96608656592</c:v>
                </c:pt>
                <c:pt idx="1487">
                  <c:v>1232.33110829291</c:v>
                </c:pt>
                <c:pt idx="1488">
                  <c:v>1235.33249069675</c:v>
                </c:pt>
                <c:pt idx="1489">
                  <c:v>1236.79424850174</c:v>
                </c:pt>
                <c:pt idx="1490">
                  <c:v>1236.12400166127</c:v>
                </c:pt>
                <c:pt idx="1491">
                  <c:v>1232.83964615179</c:v>
                </c:pt>
                <c:pt idx="1492">
                  <c:v>1233.59833997689</c:v>
                </c:pt>
                <c:pt idx="1493">
                  <c:v>1235.38536570485</c:v>
                </c:pt>
                <c:pt idx="1494">
                  <c:v>1233.32670313535</c:v>
                </c:pt>
                <c:pt idx="1495">
                  <c:v>1233.25745538399</c:v>
                </c:pt>
                <c:pt idx="1496">
                  <c:v>1233.37894994243</c:v>
                </c:pt>
                <c:pt idx="1497">
                  <c:v>1233.18314267322</c:v>
                </c:pt>
                <c:pt idx="1498">
                  <c:v>1232.65248428416</c:v>
                </c:pt>
                <c:pt idx="1499">
                  <c:v>1230.90972669033</c:v>
                </c:pt>
                <c:pt idx="1500">
                  <c:v>1234.22989320069</c:v>
                </c:pt>
                <c:pt idx="1501">
                  <c:v>1236.54216574279</c:v>
                </c:pt>
                <c:pt idx="1502">
                  <c:v>1235.82822859147</c:v>
                </c:pt>
                <c:pt idx="1503">
                  <c:v>1235.97091621615</c:v>
                </c:pt>
                <c:pt idx="1504">
                  <c:v>1239.50365387749</c:v>
                </c:pt>
                <c:pt idx="1505">
                  <c:v>1239.56465149753</c:v>
                </c:pt>
                <c:pt idx="1506">
                  <c:v>1242.5136546718</c:v>
                </c:pt>
                <c:pt idx="1507">
                  <c:v>1246.86791487086</c:v>
                </c:pt>
                <c:pt idx="1508">
                  <c:v>1247.5029437372</c:v>
                </c:pt>
                <c:pt idx="1509">
                  <c:v>1247.55940933161</c:v>
                </c:pt>
                <c:pt idx="1510">
                  <c:v>1246.99857209411</c:v>
                </c:pt>
                <c:pt idx="1511">
                  <c:v>1247.11967186638</c:v>
                </c:pt>
                <c:pt idx="1512">
                  <c:v>1248.30880226412</c:v>
                </c:pt>
                <c:pt idx="1513">
                  <c:v>1251.13155177888</c:v>
                </c:pt>
                <c:pt idx="1514">
                  <c:v>1247.49512573341</c:v>
                </c:pt>
                <c:pt idx="1515">
                  <c:v>1244.60533652798</c:v>
                </c:pt>
                <c:pt idx="1516">
                  <c:v>1244.10582894209</c:v>
                </c:pt>
                <c:pt idx="1517">
                  <c:v>1244.34358000631</c:v>
                </c:pt>
                <c:pt idx="1518">
                  <c:v>1244.96434326562</c:v>
                </c:pt>
                <c:pt idx="1519">
                  <c:v>1245.5011093489</c:v>
                </c:pt>
                <c:pt idx="1520">
                  <c:v>1245.67629590207</c:v>
                </c:pt>
                <c:pt idx="1521">
                  <c:v>1246.37276286517</c:v>
                </c:pt>
                <c:pt idx="1522">
                  <c:v>1244.07178171136</c:v>
                </c:pt>
                <c:pt idx="1523">
                  <c:v>1244.95825005205</c:v>
                </c:pt>
                <c:pt idx="1524">
                  <c:v>1244.8401875299</c:v>
                </c:pt>
                <c:pt idx="1525">
                  <c:v>1244.37135957726</c:v>
                </c:pt>
                <c:pt idx="1526">
                  <c:v>1244.70350687467</c:v>
                </c:pt>
                <c:pt idx="1527">
                  <c:v>1244.47905177449</c:v>
                </c:pt>
                <c:pt idx="1528">
                  <c:v>1243.82843143503</c:v>
                </c:pt>
                <c:pt idx="1529">
                  <c:v>1243.77935330267</c:v>
                </c:pt>
                <c:pt idx="1530">
                  <c:v>1244.08430056112</c:v>
                </c:pt>
                <c:pt idx="1531">
                  <c:v>1242.65684017781</c:v>
                </c:pt>
                <c:pt idx="1532">
                  <c:v>1241.88875523941</c:v>
                </c:pt>
                <c:pt idx="1533">
                  <c:v>1243.226283666</c:v>
                </c:pt>
                <c:pt idx="1534">
                  <c:v>1242.22244347276</c:v>
                </c:pt>
                <c:pt idx="1535">
                  <c:v>1241.61023728849</c:v>
                </c:pt>
                <c:pt idx="1536">
                  <c:v>1243.38213232957</c:v>
                </c:pt>
                <c:pt idx="1537">
                  <c:v>1239.45409406763</c:v>
                </c:pt>
                <c:pt idx="1538">
                  <c:v>1240.34612896705</c:v>
                </c:pt>
                <c:pt idx="1539">
                  <c:v>1238.70804554524</c:v>
                </c:pt>
                <c:pt idx="1540">
                  <c:v>1240.35460983366</c:v>
                </c:pt>
                <c:pt idx="1541">
                  <c:v>1237.3263134001</c:v>
                </c:pt>
                <c:pt idx="1542">
                  <c:v>1237.2135923299</c:v>
                </c:pt>
                <c:pt idx="1543">
                  <c:v>1236.87185017338</c:v>
                </c:pt>
                <c:pt idx="1544">
                  <c:v>1237.97028856744</c:v>
                </c:pt>
                <c:pt idx="1545">
                  <c:v>1238.52712349746</c:v>
                </c:pt>
                <c:pt idx="1546">
                  <c:v>1239.12753699811</c:v>
                </c:pt>
                <c:pt idx="1547">
                  <c:v>1240.81184113609</c:v>
                </c:pt>
                <c:pt idx="1548">
                  <c:v>1241.60794960763</c:v>
                </c:pt>
                <c:pt idx="1549">
                  <c:v>1243.67406884583</c:v>
                </c:pt>
                <c:pt idx="1550">
                  <c:v>1243.30228231194</c:v>
                </c:pt>
                <c:pt idx="1551">
                  <c:v>1243.16666256962</c:v>
                </c:pt>
                <c:pt idx="1552">
                  <c:v>1243.20152708433</c:v>
                </c:pt>
                <c:pt idx="1553">
                  <c:v>1242.59880862294</c:v>
                </c:pt>
                <c:pt idx="1554">
                  <c:v>1243.11435850919</c:v>
                </c:pt>
                <c:pt idx="1555">
                  <c:v>1244.57490366226</c:v>
                </c:pt>
                <c:pt idx="1556">
                  <c:v>1244.93678952503</c:v>
                </c:pt>
                <c:pt idx="1557">
                  <c:v>1244.30310626421</c:v>
                </c:pt>
                <c:pt idx="1558">
                  <c:v>1244.21897172938</c:v>
                </c:pt>
                <c:pt idx="1559">
                  <c:v>1243.835427484</c:v>
                </c:pt>
                <c:pt idx="1560">
                  <c:v>1243.42175126008</c:v>
                </c:pt>
                <c:pt idx="1561">
                  <c:v>1244.13234263164</c:v>
                </c:pt>
                <c:pt idx="1562">
                  <c:v>1244.41225297039</c:v>
                </c:pt>
                <c:pt idx="1563">
                  <c:v>1245.62387710351</c:v>
                </c:pt>
                <c:pt idx="1564">
                  <c:v>1246.03093528729</c:v>
                </c:pt>
                <c:pt idx="1565">
                  <c:v>1243.76251061625</c:v>
                </c:pt>
                <c:pt idx="1566">
                  <c:v>1248.44073887965</c:v>
                </c:pt>
                <c:pt idx="1567">
                  <c:v>1248.28786808786</c:v>
                </c:pt>
                <c:pt idx="1568">
                  <c:v>1247.22180461996</c:v>
                </c:pt>
                <c:pt idx="1569">
                  <c:v>1247.53556263127</c:v>
                </c:pt>
                <c:pt idx="1570">
                  <c:v>1247.38861655832</c:v>
                </c:pt>
                <c:pt idx="1571">
                  <c:v>1247.75319308356</c:v>
                </c:pt>
                <c:pt idx="1572">
                  <c:v>1246.75620371669</c:v>
                </c:pt>
                <c:pt idx="1573">
                  <c:v>1247.01456974563</c:v>
                </c:pt>
                <c:pt idx="1574">
                  <c:v>1247.10833410757</c:v>
                </c:pt>
                <c:pt idx="1575">
                  <c:v>1246.31321024919</c:v>
                </c:pt>
                <c:pt idx="1576">
                  <c:v>1246.17507615404</c:v>
                </c:pt>
                <c:pt idx="1577">
                  <c:v>1245.80602639885</c:v>
                </c:pt>
                <c:pt idx="1578">
                  <c:v>1246.60275438713</c:v>
                </c:pt>
                <c:pt idx="1579">
                  <c:v>1245.67605985333</c:v>
                </c:pt>
                <c:pt idx="1580">
                  <c:v>1246.02904541146</c:v>
                </c:pt>
                <c:pt idx="1581">
                  <c:v>1247.21944413501</c:v>
                </c:pt>
                <c:pt idx="1582">
                  <c:v>1248.89232590405</c:v>
                </c:pt>
                <c:pt idx="1583">
                  <c:v>1249.30432899764</c:v>
                </c:pt>
                <c:pt idx="1584">
                  <c:v>1249.08288703282</c:v>
                </c:pt>
                <c:pt idx="1585">
                  <c:v>1249.24337478221</c:v>
                </c:pt>
                <c:pt idx="1586">
                  <c:v>1249.66753033503</c:v>
                </c:pt>
                <c:pt idx="1587">
                  <c:v>1250.25445694296</c:v>
                </c:pt>
                <c:pt idx="1588">
                  <c:v>1251.2968372813</c:v>
                </c:pt>
                <c:pt idx="1589">
                  <c:v>1251.76908974205</c:v>
                </c:pt>
                <c:pt idx="1590">
                  <c:v>1251.33801307437</c:v>
                </c:pt>
                <c:pt idx="1591">
                  <c:v>1251.06127774037</c:v>
                </c:pt>
                <c:pt idx="1592">
                  <c:v>1250.20403733635</c:v>
                </c:pt>
                <c:pt idx="1593">
                  <c:v>1250.4040647111</c:v>
                </c:pt>
                <c:pt idx="1594">
                  <c:v>1249.67523812986</c:v>
                </c:pt>
                <c:pt idx="1595">
                  <c:v>1250.19176697192</c:v>
                </c:pt>
                <c:pt idx="1596">
                  <c:v>1248.1542736312</c:v>
                </c:pt>
                <c:pt idx="1597">
                  <c:v>1248.49839267156</c:v>
                </c:pt>
                <c:pt idx="1598">
                  <c:v>1247.17578549048</c:v>
                </c:pt>
                <c:pt idx="1599">
                  <c:v>1247.93058763949</c:v>
                </c:pt>
                <c:pt idx="1600">
                  <c:v>1248.14579784417</c:v>
                </c:pt>
                <c:pt idx="1601">
                  <c:v>1248.44667566341</c:v>
                </c:pt>
                <c:pt idx="1602">
                  <c:v>1247.36534198184</c:v>
                </c:pt>
                <c:pt idx="1603">
                  <c:v>1249.82205163317</c:v>
                </c:pt>
                <c:pt idx="1604">
                  <c:v>1252.84898826552</c:v>
                </c:pt>
                <c:pt idx="1605">
                  <c:v>1254.73590990668</c:v>
                </c:pt>
                <c:pt idx="1606">
                  <c:v>1255.28454272908</c:v>
                </c:pt>
                <c:pt idx="1607">
                  <c:v>1254.42876712543</c:v>
                </c:pt>
                <c:pt idx="1608">
                  <c:v>1254.65285900324</c:v>
                </c:pt>
                <c:pt idx="1609">
                  <c:v>1256.00022462211</c:v>
                </c:pt>
                <c:pt idx="1610">
                  <c:v>1256.39712666237</c:v>
                </c:pt>
                <c:pt idx="1611">
                  <c:v>1256.85670245079</c:v>
                </c:pt>
                <c:pt idx="1612">
                  <c:v>1257.89166118129</c:v>
                </c:pt>
                <c:pt idx="1613">
                  <c:v>1257.26724186867</c:v>
                </c:pt>
                <c:pt idx="1614">
                  <c:v>1257.46890202335</c:v>
                </c:pt>
                <c:pt idx="1615">
                  <c:v>1257.77269593913</c:v>
                </c:pt>
                <c:pt idx="1616">
                  <c:v>1255.59788910749</c:v>
                </c:pt>
                <c:pt idx="1617">
                  <c:v>1253.13220433682</c:v>
                </c:pt>
                <c:pt idx="1618">
                  <c:v>1256.81030674406</c:v>
                </c:pt>
                <c:pt idx="1619">
                  <c:v>1255.40038697398</c:v>
                </c:pt>
                <c:pt idx="1620">
                  <c:v>1255.20906045881</c:v>
                </c:pt>
                <c:pt idx="1621">
                  <c:v>1255.19865677152</c:v>
                </c:pt>
                <c:pt idx="1622">
                  <c:v>1254.79991483173</c:v>
                </c:pt>
                <c:pt idx="1623">
                  <c:v>1255.65685329324</c:v>
                </c:pt>
                <c:pt idx="1624">
                  <c:v>1256.67741265949</c:v>
                </c:pt>
                <c:pt idx="1625">
                  <c:v>1257.3920870988</c:v>
                </c:pt>
                <c:pt idx="1626">
                  <c:v>1257.36433266834</c:v>
                </c:pt>
                <c:pt idx="1627">
                  <c:v>1257.05319578025</c:v>
                </c:pt>
                <c:pt idx="1628">
                  <c:v>1257.64884634737</c:v>
                </c:pt>
                <c:pt idx="1629">
                  <c:v>1257.22047965364</c:v>
                </c:pt>
                <c:pt idx="1630">
                  <c:v>1256.54619445732</c:v>
                </c:pt>
                <c:pt idx="1631">
                  <c:v>1256.86269586675</c:v>
                </c:pt>
                <c:pt idx="1632">
                  <c:v>1254.33339289133</c:v>
                </c:pt>
                <c:pt idx="1633">
                  <c:v>1254.30684871391</c:v>
                </c:pt>
                <c:pt idx="1634">
                  <c:v>1254.58777245457</c:v>
                </c:pt>
                <c:pt idx="1635">
                  <c:v>1256.4123113464</c:v>
                </c:pt>
                <c:pt idx="1636">
                  <c:v>1255.69373655147</c:v>
                </c:pt>
                <c:pt idx="1637">
                  <c:v>1256.87974105077</c:v>
                </c:pt>
                <c:pt idx="1638">
                  <c:v>1256.39051127741</c:v>
                </c:pt>
                <c:pt idx="1639">
                  <c:v>1256.47104489734</c:v>
                </c:pt>
                <c:pt idx="1640">
                  <c:v>1257.44460600111</c:v>
                </c:pt>
                <c:pt idx="1641">
                  <c:v>1258.68755609393</c:v>
                </c:pt>
                <c:pt idx="1642">
                  <c:v>1258.25944135084</c:v>
                </c:pt>
                <c:pt idx="1643">
                  <c:v>1258.10204813799</c:v>
                </c:pt>
                <c:pt idx="1644">
                  <c:v>1258.59662258775</c:v>
                </c:pt>
                <c:pt idx="1645">
                  <c:v>1258.58759837146</c:v>
                </c:pt>
                <c:pt idx="1646">
                  <c:v>1258.27949769084</c:v>
                </c:pt>
                <c:pt idx="1647">
                  <c:v>1258.03100245343</c:v>
                </c:pt>
                <c:pt idx="1648">
                  <c:v>1258.12737517775</c:v>
                </c:pt>
                <c:pt idx="1649">
                  <c:v>1258.51378666813</c:v>
                </c:pt>
                <c:pt idx="1650">
                  <c:v>1258.9460896432</c:v>
                </c:pt>
                <c:pt idx="1651">
                  <c:v>1258.50922696406</c:v>
                </c:pt>
                <c:pt idx="1652">
                  <c:v>1259.0550951069</c:v>
                </c:pt>
                <c:pt idx="1653">
                  <c:v>1259.28808500281</c:v>
                </c:pt>
                <c:pt idx="1654">
                  <c:v>1258.94907086653</c:v>
                </c:pt>
                <c:pt idx="1655">
                  <c:v>1259.05802591601</c:v>
                </c:pt>
                <c:pt idx="1656">
                  <c:v>1260.0182314674</c:v>
                </c:pt>
                <c:pt idx="1657">
                  <c:v>1261.60786203085</c:v>
                </c:pt>
                <c:pt idx="1658">
                  <c:v>1262.2453847005</c:v>
                </c:pt>
                <c:pt idx="1659">
                  <c:v>1261.48233168637</c:v>
                </c:pt>
                <c:pt idx="1660">
                  <c:v>1261.51591204694</c:v>
                </c:pt>
                <c:pt idx="1661">
                  <c:v>1261.16064496412</c:v>
                </c:pt>
                <c:pt idx="1662">
                  <c:v>1260.93542320706</c:v>
                </c:pt>
                <c:pt idx="1663">
                  <c:v>1261.29373235607</c:v>
                </c:pt>
                <c:pt idx="1664">
                  <c:v>1260.8770053446</c:v>
                </c:pt>
                <c:pt idx="1665">
                  <c:v>1260.59111707596</c:v>
                </c:pt>
                <c:pt idx="1666">
                  <c:v>1260.00260188717</c:v>
                </c:pt>
                <c:pt idx="1667">
                  <c:v>1258.76134247538</c:v>
                </c:pt>
                <c:pt idx="1668">
                  <c:v>1258.48582574474</c:v>
                </c:pt>
                <c:pt idx="1669">
                  <c:v>1258.23720519016</c:v>
                </c:pt>
                <c:pt idx="1670">
                  <c:v>1258.17240040091</c:v>
                </c:pt>
                <c:pt idx="1671">
                  <c:v>1256.94112583321</c:v>
                </c:pt>
                <c:pt idx="1672">
                  <c:v>1256.18175497451</c:v>
                </c:pt>
                <c:pt idx="1673">
                  <c:v>1256.61382582041</c:v>
                </c:pt>
                <c:pt idx="1674">
                  <c:v>1256.23806922534</c:v>
                </c:pt>
                <c:pt idx="1675">
                  <c:v>1258.98232883576</c:v>
                </c:pt>
                <c:pt idx="1676">
                  <c:v>1256.73598032925</c:v>
                </c:pt>
                <c:pt idx="1677">
                  <c:v>1255.56474229139</c:v>
                </c:pt>
                <c:pt idx="1678">
                  <c:v>1254.23821387748</c:v>
                </c:pt>
                <c:pt idx="1679">
                  <c:v>1254.39690237033</c:v>
                </c:pt>
                <c:pt idx="1680">
                  <c:v>1252.08103964893</c:v>
                </c:pt>
                <c:pt idx="1681">
                  <c:v>1251.36221397912</c:v>
                </c:pt>
                <c:pt idx="1682">
                  <c:v>1248.28204985705</c:v>
                </c:pt>
                <c:pt idx="1683">
                  <c:v>1246.53261556545</c:v>
                </c:pt>
                <c:pt idx="1684">
                  <c:v>1244.40198562477</c:v>
                </c:pt>
                <c:pt idx="1685">
                  <c:v>1244.27882373074</c:v>
                </c:pt>
                <c:pt idx="1686">
                  <c:v>1242.76869626392</c:v>
                </c:pt>
                <c:pt idx="1687">
                  <c:v>1246.9137073536</c:v>
                </c:pt>
                <c:pt idx="1688">
                  <c:v>1247.09720082923</c:v>
                </c:pt>
                <c:pt idx="1689">
                  <c:v>1248.68126287995</c:v>
                </c:pt>
                <c:pt idx="1690">
                  <c:v>1247.87649792551</c:v>
                </c:pt>
                <c:pt idx="1691">
                  <c:v>1253.72692946074</c:v>
                </c:pt>
                <c:pt idx="1692">
                  <c:v>1255.00437612659</c:v>
                </c:pt>
                <c:pt idx="1693">
                  <c:v>1252.89102276039</c:v>
                </c:pt>
                <c:pt idx="1694">
                  <c:v>1252.24164835321</c:v>
                </c:pt>
                <c:pt idx="1695">
                  <c:v>1252.07924710171</c:v>
                </c:pt>
                <c:pt idx="1696">
                  <c:v>1250.57229111861</c:v>
                </c:pt>
                <c:pt idx="1697">
                  <c:v>1251.40770374648</c:v>
                </c:pt>
                <c:pt idx="1698">
                  <c:v>1253.28164540508</c:v>
                </c:pt>
                <c:pt idx="1699">
                  <c:v>1251.67326925985</c:v>
                </c:pt>
                <c:pt idx="1700">
                  <c:v>1251.21037704561</c:v>
                </c:pt>
                <c:pt idx="1701">
                  <c:v>1251.52587520608</c:v>
                </c:pt>
                <c:pt idx="1702">
                  <c:v>1252.94144706014</c:v>
                </c:pt>
                <c:pt idx="1703">
                  <c:v>1252.96372937696</c:v>
                </c:pt>
                <c:pt idx="1704">
                  <c:v>1247.96632547203</c:v>
                </c:pt>
                <c:pt idx="1705">
                  <c:v>1253.47412709107</c:v>
                </c:pt>
                <c:pt idx="1706">
                  <c:v>1252.10229108795</c:v>
                </c:pt>
                <c:pt idx="1707">
                  <c:v>1262.57740718669</c:v>
                </c:pt>
                <c:pt idx="1708">
                  <c:v>1258.48236534117</c:v>
                </c:pt>
                <c:pt idx="1709">
                  <c:v>1258.50287922943</c:v>
                </c:pt>
                <c:pt idx="1710">
                  <c:v>1258.20359534187</c:v>
                </c:pt>
                <c:pt idx="1711">
                  <c:v>1257.89589396328</c:v>
                </c:pt>
                <c:pt idx="1712">
                  <c:v>1258.21568181784</c:v>
                </c:pt>
                <c:pt idx="1713">
                  <c:v>1257.6451171655</c:v>
                </c:pt>
                <c:pt idx="1714">
                  <c:v>1257.08586712736</c:v>
                </c:pt>
                <c:pt idx="1715">
                  <c:v>1257.51598405931</c:v>
                </c:pt>
                <c:pt idx="1716">
                  <c:v>1256.75474772997</c:v>
                </c:pt>
                <c:pt idx="1717">
                  <c:v>1256.18035683406</c:v>
                </c:pt>
                <c:pt idx="1718">
                  <c:v>1254.6178287337</c:v>
                </c:pt>
                <c:pt idx="1719">
                  <c:v>1254.17839731482</c:v>
                </c:pt>
                <c:pt idx="1720">
                  <c:v>1254.08124946127</c:v>
                </c:pt>
                <c:pt idx="1721">
                  <c:v>1251.89033748652</c:v>
                </c:pt>
                <c:pt idx="1722">
                  <c:v>1253.32986699274</c:v>
                </c:pt>
                <c:pt idx="1723">
                  <c:v>1248.17182113587</c:v>
                </c:pt>
                <c:pt idx="1724">
                  <c:v>1249.14315861833</c:v>
                </c:pt>
                <c:pt idx="1725">
                  <c:v>1253.42576607017</c:v>
                </c:pt>
                <c:pt idx="1726">
                  <c:v>1253.04666498948</c:v>
                </c:pt>
                <c:pt idx="1727">
                  <c:v>1250.62608323141</c:v>
                </c:pt>
                <c:pt idx="1728">
                  <c:v>1249.07937407336</c:v>
                </c:pt>
                <c:pt idx="1729">
                  <c:v>1250.48239908391</c:v>
                </c:pt>
                <c:pt idx="1730">
                  <c:v>1252.41703484332</c:v>
                </c:pt>
                <c:pt idx="1731">
                  <c:v>1255.37490262406</c:v>
                </c:pt>
                <c:pt idx="1732">
                  <c:v>1256.67076203206</c:v>
                </c:pt>
                <c:pt idx="1733">
                  <c:v>1258.70322647558</c:v>
                </c:pt>
                <c:pt idx="1734">
                  <c:v>1258.5289223795</c:v>
                </c:pt>
                <c:pt idx="1735">
                  <c:v>1258.25459219709</c:v>
                </c:pt>
                <c:pt idx="1736">
                  <c:v>1259.02265983605</c:v>
                </c:pt>
                <c:pt idx="1737">
                  <c:v>1260.13445311919</c:v>
                </c:pt>
                <c:pt idx="1738">
                  <c:v>1262.44306150795</c:v>
                </c:pt>
                <c:pt idx="1739">
                  <c:v>1260.59763099353</c:v>
                </c:pt>
                <c:pt idx="1740">
                  <c:v>1260.53553906807</c:v>
                </c:pt>
                <c:pt idx="1741">
                  <c:v>1260.87796356631</c:v>
                </c:pt>
                <c:pt idx="1742">
                  <c:v>1261.31980078729</c:v>
                </c:pt>
                <c:pt idx="1743">
                  <c:v>1259.99720736966</c:v>
                </c:pt>
                <c:pt idx="1744">
                  <c:v>1260.10849372666</c:v>
                </c:pt>
                <c:pt idx="1745">
                  <c:v>1261.10825804293</c:v>
                </c:pt>
                <c:pt idx="1746">
                  <c:v>1263.10029678792</c:v>
                </c:pt>
                <c:pt idx="1747">
                  <c:v>1266.27360538508</c:v>
                </c:pt>
                <c:pt idx="1748">
                  <c:v>1268.0487749465</c:v>
                </c:pt>
                <c:pt idx="1749">
                  <c:v>1267.21313384203</c:v>
                </c:pt>
                <c:pt idx="1750">
                  <c:v>1269.54665972145</c:v>
                </c:pt>
                <c:pt idx="1751">
                  <c:v>1268.78294773786</c:v>
                </c:pt>
                <c:pt idx="1752">
                  <c:v>1268.78802877951</c:v>
                </c:pt>
                <c:pt idx="1753">
                  <c:v>1268.74912414268</c:v>
                </c:pt>
                <c:pt idx="1754">
                  <c:v>1268.57349873898</c:v>
                </c:pt>
                <c:pt idx="1755">
                  <c:v>1266.23798497024</c:v>
                </c:pt>
                <c:pt idx="1756">
                  <c:v>1265.99855565251</c:v>
                </c:pt>
                <c:pt idx="1757">
                  <c:v>1267.82890682514</c:v>
                </c:pt>
                <c:pt idx="1758">
                  <c:v>1268.71028867512</c:v>
                </c:pt>
                <c:pt idx="1759">
                  <c:v>1269.7370239134</c:v>
                </c:pt>
                <c:pt idx="1760">
                  <c:v>1269.22476614036</c:v>
                </c:pt>
                <c:pt idx="1761">
                  <c:v>1269.94545318264</c:v>
                </c:pt>
                <c:pt idx="1762">
                  <c:v>1269.83723237426</c:v>
                </c:pt>
                <c:pt idx="1763">
                  <c:v>1269.96144280401</c:v>
                </c:pt>
                <c:pt idx="1764">
                  <c:v>1269.95051894789</c:v>
                </c:pt>
                <c:pt idx="1765">
                  <c:v>1269.92207557729</c:v>
                </c:pt>
                <c:pt idx="1766">
                  <c:v>1270.41760561595</c:v>
                </c:pt>
                <c:pt idx="1767">
                  <c:v>1268.5600700591</c:v>
                </c:pt>
                <c:pt idx="1768">
                  <c:v>1268.69372307516</c:v>
                </c:pt>
                <c:pt idx="1769">
                  <c:v>1268.40825291278</c:v>
                </c:pt>
                <c:pt idx="1770">
                  <c:v>1267.97415573058</c:v>
                </c:pt>
                <c:pt idx="1771">
                  <c:v>1268.09000390809</c:v>
                </c:pt>
                <c:pt idx="1772">
                  <c:v>1268.78438556218</c:v>
                </c:pt>
                <c:pt idx="1773">
                  <c:v>1270.000082641</c:v>
                </c:pt>
                <c:pt idx="1774">
                  <c:v>1269.91473912989</c:v>
                </c:pt>
                <c:pt idx="1775">
                  <c:v>1270.07429759399</c:v>
                </c:pt>
                <c:pt idx="1776">
                  <c:v>1273.82418739296</c:v>
                </c:pt>
                <c:pt idx="1777">
                  <c:v>1274.03495108033</c:v>
                </c:pt>
                <c:pt idx="1778">
                  <c:v>1272.40988856439</c:v>
                </c:pt>
                <c:pt idx="1779">
                  <c:v>1270.88180577027</c:v>
                </c:pt>
                <c:pt idx="1780">
                  <c:v>1272.45384310766</c:v>
                </c:pt>
                <c:pt idx="1781">
                  <c:v>1267.53016302439</c:v>
                </c:pt>
                <c:pt idx="1782">
                  <c:v>1267.74998026499</c:v>
                </c:pt>
                <c:pt idx="1783">
                  <c:v>1267.79815308383</c:v>
                </c:pt>
                <c:pt idx="1784">
                  <c:v>1266.86790303984</c:v>
                </c:pt>
                <c:pt idx="1785">
                  <c:v>1266.51032341456</c:v>
                </c:pt>
                <c:pt idx="1786">
                  <c:v>1267.36962225361</c:v>
                </c:pt>
                <c:pt idx="1787">
                  <c:v>1268.05322396876</c:v>
                </c:pt>
                <c:pt idx="1788">
                  <c:v>1268.34629351201</c:v>
                </c:pt>
                <c:pt idx="1789">
                  <c:v>1270.43100217138</c:v>
                </c:pt>
                <c:pt idx="1790">
                  <c:v>1270.80512537189</c:v>
                </c:pt>
                <c:pt idx="1791">
                  <c:v>1273.06611657419</c:v>
                </c:pt>
                <c:pt idx="1792">
                  <c:v>1273.34407134374</c:v>
                </c:pt>
                <c:pt idx="1793">
                  <c:v>1272.96012696378</c:v>
                </c:pt>
                <c:pt idx="1794">
                  <c:v>1273.35490101501</c:v>
                </c:pt>
                <c:pt idx="1795">
                  <c:v>1273.23961371971</c:v>
                </c:pt>
                <c:pt idx="1796">
                  <c:v>1273.65877525657</c:v>
                </c:pt>
                <c:pt idx="1797">
                  <c:v>1273.93403031413</c:v>
                </c:pt>
                <c:pt idx="1798">
                  <c:v>1274.50661894</c:v>
                </c:pt>
                <c:pt idx="1799">
                  <c:v>1274.45217986055</c:v>
                </c:pt>
                <c:pt idx="1800">
                  <c:v>1274.95513576406</c:v>
                </c:pt>
                <c:pt idx="1801">
                  <c:v>1275.26292225906</c:v>
                </c:pt>
                <c:pt idx="1802">
                  <c:v>1275.64775373222</c:v>
                </c:pt>
                <c:pt idx="1803">
                  <c:v>1275.92768805036</c:v>
                </c:pt>
                <c:pt idx="1804">
                  <c:v>1275.38907270704</c:v>
                </c:pt>
                <c:pt idx="1805">
                  <c:v>1276.83861014178</c:v>
                </c:pt>
                <c:pt idx="1806">
                  <c:v>1277.4229419186</c:v>
                </c:pt>
                <c:pt idx="1807">
                  <c:v>1277.80013044864</c:v>
                </c:pt>
                <c:pt idx="1808">
                  <c:v>1277.45742739316</c:v>
                </c:pt>
                <c:pt idx="1809">
                  <c:v>1277.29785942648</c:v>
                </c:pt>
                <c:pt idx="1810">
                  <c:v>1277.99709752046</c:v>
                </c:pt>
                <c:pt idx="1811">
                  <c:v>1275.2104546974</c:v>
                </c:pt>
                <c:pt idx="1812">
                  <c:v>1273.82600528341</c:v>
                </c:pt>
                <c:pt idx="1813">
                  <c:v>1274.56245044432</c:v>
                </c:pt>
                <c:pt idx="1814">
                  <c:v>1272.92123095529</c:v>
                </c:pt>
                <c:pt idx="1815">
                  <c:v>1273.54653635152</c:v>
                </c:pt>
                <c:pt idx="1816">
                  <c:v>1269.82585662844</c:v>
                </c:pt>
                <c:pt idx="1817">
                  <c:v>1270.46189821885</c:v>
                </c:pt>
                <c:pt idx="1818">
                  <c:v>1271.41069182713</c:v>
                </c:pt>
                <c:pt idx="1819">
                  <c:v>1270.88193859286</c:v>
                </c:pt>
                <c:pt idx="1820">
                  <c:v>1270.6656609145</c:v>
                </c:pt>
                <c:pt idx="1821">
                  <c:v>1270.64451119672</c:v>
                </c:pt>
                <c:pt idx="1822">
                  <c:v>1271.23750747007</c:v>
                </c:pt>
                <c:pt idx="1823">
                  <c:v>1271.23018807934</c:v>
                </c:pt>
                <c:pt idx="1824">
                  <c:v>1270.05908615913</c:v>
                </c:pt>
                <c:pt idx="1825">
                  <c:v>1270.67930515603</c:v>
                </c:pt>
                <c:pt idx="1826">
                  <c:v>1270.45673551409</c:v>
                </c:pt>
                <c:pt idx="1827">
                  <c:v>1270.25134852291</c:v>
                </c:pt>
                <c:pt idx="1828">
                  <c:v>1270.36448942606</c:v>
                </c:pt>
                <c:pt idx="1829">
                  <c:v>1269.56010726836</c:v>
                </c:pt>
                <c:pt idx="1830">
                  <c:v>1269.51390100902</c:v>
                </c:pt>
                <c:pt idx="1831">
                  <c:v>1270.60834129275</c:v>
                </c:pt>
                <c:pt idx="1832">
                  <c:v>1271.68425040873</c:v>
                </c:pt>
                <c:pt idx="1833">
                  <c:v>1271.42735595117</c:v>
                </c:pt>
                <c:pt idx="1834">
                  <c:v>1265.66578397402</c:v>
                </c:pt>
                <c:pt idx="1835">
                  <c:v>1267.79153475296</c:v>
                </c:pt>
                <c:pt idx="1836">
                  <c:v>1268.24801942447</c:v>
                </c:pt>
                <c:pt idx="1837">
                  <c:v>1270.20325503569</c:v>
                </c:pt>
                <c:pt idx="1838">
                  <c:v>1270.5690673808</c:v>
                </c:pt>
                <c:pt idx="1839">
                  <c:v>1271.02048553313</c:v>
                </c:pt>
                <c:pt idx="1840">
                  <c:v>1271.29897520634</c:v>
                </c:pt>
                <c:pt idx="1841">
                  <c:v>1268.30933889459</c:v>
                </c:pt>
                <c:pt idx="1842">
                  <c:v>1271.36237589162</c:v>
                </c:pt>
                <c:pt idx="1843">
                  <c:v>1270.51924172167</c:v>
                </c:pt>
                <c:pt idx="1844">
                  <c:v>1272.42274588705</c:v>
                </c:pt>
                <c:pt idx="1845">
                  <c:v>1275.86591739587</c:v>
                </c:pt>
                <c:pt idx="1846">
                  <c:v>1275.30600319607</c:v>
                </c:pt>
                <c:pt idx="1847">
                  <c:v>1275.43237653455</c:v>
                </c:pt>
                <c:pt idx="1848">
                  <c:v>1275.69396196732</c:v>
                </c:pt>
                <c:pt idx="1849">
                  <c:v>1275.74970899146</c:v>
                </c:pt>
                <c:pt idx="1850">
                  <c:v>1278.90236237011</c:v>
                </c:pt>
                <c:pt idx="1851">
                  <c:v>1279.72782239483</c:v>
                </c:pt>
                <c:pt idx="1852">
                  <c:v>1279.61881048435</c:v>
                </c:pt>
                <c:pt idx="1853">
                  <c:v>1278.18446807377</c:v>
                </c:pt>
                <c:pt idx="1854">
                  <c:v>1278.95870952575</c:v>
                </c:pt>
                <c:pt idx="1855">
                  <c:v>1278.8892387531</c:v>
                </c:pt>
                <c:pt idx="1856">
                  <c:v>1279.332962508</c:v>
                </c:pt>
                <c:pt idx="1857">
                  <c:v>1280.00561201203</c:v>
                </c:pt>
                <c:pt idx="1858">
                  <c:v>1280.13047486709</c:v>
                </c:pt>
                <c:pt idx="1859">
                  <c:v>1281.83466930234</c:v>
                </c:pt>
                <c:pt idx="1860">
                  <c:v>1281.79997703208</c:v>
                </c:pt>
                <c:pt idx="1861">
                  <c:v>1281.56556802758</c:v>
                </c:pt>
                <c:pt idx="1862">
                  <c:v>1281.46498902004</c:v>
                </c:pt>
                <c:pt idx="1863">
                  <c:v>1281.26566693586</c:v>
                </c:pt>
                <c:pt idx="1864">
                  <c:v>1281.88298034346</c:v>
                </c:pt>
                <c:pt idx="1865">
                  <c:v>1282.34967271979</c:v>
                </c:pt>
                <c:pt idx="1866">
                  <c:v>1282.94312321145</c:v>
                </c:pt>
                <c:pt idx="1867">
                  <c:v>1282.92710779995</c:v>
                </c:pt>
                <c:pt idx="1868">
                  <c:v>1282.74318683267</c:v>
                </c:pt>
                <c:pt idx="1869">
                  <c:v>1283.44069669824</c:v>
                </c:pt>
                <c:pt idx="1870">
                  <c:v>1282.90835070481</c:v>
                </c:pt>
                <c:pt idx="1871">
                  <c:v>1283.03423380233</c:v>
                </c:pt>
                <c:pt idx="1872">
                  <c:v>1280.66333219998</c:v>
                </c:pt>
                <c:pt idx="1873">
                  <c:v>1280.63467261914</c:v>
                </c:pt>
                <c:pt idx="1874">
                  <c:v>1278.93248135924</c:v>
                </c:pt>
                <c:pt idx="1875">
                  <c:v>1280.04190100976</c:v>
                </c:pt>
                <c:pt idx="1876">
                  <c:v>1279.07178240952</c:v>
                </c:pt>
                <c:pt idx="1877">
                  <c:v>1282.40406335026</c:v>
                </c:pt>
                <c:pt idx="1878">
                  <c:v>1278.19743842345</c:v>
                </c:pt>
                <c:pt idx="1879">
                  <c:v>1277.73800802248</c:v>
                </c:pt>
                <c:pt idx="1880">
                  <c:v>1275.12752330704</c:v>
                </c:pt>
                <c:pt idx="1881">
                  <c:v>1269.18571709907</c:v>
                </c:pt>
                <c:pt idx="1882">
                  <c:v>1269.40407383526</c:v>
                </c:pt>
                <c:pt idx="1883">
                  <c:v>1271.6685248788</c:v>
                </c:pt>
                <c:pt idx="1884">
                  <c:v>1274.00326394258</c:v>
                </c:pt>
                <c:pt idx="1885">
                  <c:v>1272.77929701871</c:v>
                </c:pt>
                <c:pt idx="1886">
                  <c:v>1275.12663736849</c:v>
                </c:pt>
                <c:pt idx="1887">
                  <c:v>1274.54029446434</c:v>
                </c:pt>
                <c:pt idx="1888">
                  <c:v>1273.26556452262</c:v>
                </c:pt>
                <c:pt idx="1889">
                  <c:v>1274.33718968376</c:v>
                </c:pt>
                <c:pt idx="1890">
                  <c:v>1273.89206094991</c:v>
                </c:pt>
                <c:pt idx="1891">
                  <c:v>1275.30914493657</c:v>
                </c:pt>
                <c:pt idx="1892">
                  <c:v>1277.48313653979</c:v>
                </c:pt>
                <c:pt idx="1893">
                  <c:v>1276.45737544455</c:v>
                </c:pt>
                <c:pt idx="1894">
                  <c:v>1276.85870394876</c:v>
                </c:pt>
                <c:pt idx="1895">
                  <c:v>1278.66357611323</c:v>
                </c:pt>
                <c:pt idx="1896">
                  <c:v>1272.6701521944</c:v>
                </c:pt>
                <c:pt idx="1897">
                  <c:v>1278.05521511735</c:v>
                </c:pt>
                <c:pt idx="1898">
                  <c:v>1278.26380154849</c:v>
                </c:pt>
                <c:pt idx="1899">
                  <c:v>1277.25580991733</c:v>
                </c:pt>
                <c:pt idx="1900">
                  <c:v>1276.75294695387</c:v>
                </c:pt>
                <c:pt idx="1901">
                  <c:v>1276.36209255742</c:v>
                </c:pt>
                <c:pt idx="1902">
                  <c:v>1277.29510692269</c:v>
                </c:pt>
                <c:pt idx="1903">
                  <c:v>1277.35333987469</c:v>
                </c:pt>
                <c:pt idx="1904">
                  <c:v>1277.39241920538</c:v>
                </c:pt>
                <c:pt idx="1905">
                  <c:v>1277.37068737891</c:v>
                </c:pt>
                <c:pt idx="1906">
                  <c:v>1277.50891068005</c:v>
                </c:pt>
                <c:pt idx="1907">
                  <c:v>1277.23159711077</c:v>
                </c:pt>
                <c:pt idx="1908">
                  <c:v>1277.73762364704</c:v>
                </c:pt>
                <c:pt idx="1909">
                  <c:v>1277.14009840447</c:v>
                </c:pt>
                <c:pt idx="1910">
                  <c:v>1277.73677312646</c:v>
                </c:pt>
                <c:pt idx="1911">
                  <c:v>1277.36275521554</c:v>
                </c:pt>
                <c:pt idx="1912">
                  <c:v>1277.03420513382</c:v>
                </c:pt>
                <c:pt idx="1913">
                  <c:v>1278.01349048155</c:v>
                </c:pt>
                <c:pt idx="1914">
                  <c:v>1277.2979656521</c:v>
                </c:pt>
                <c:pt idx="1915">
                  <c:v>1276.56549707808</c:v>
                </c:pt>
                <c:pt idx="1916">
                  <c:v>1277.38970927815</c:v>
                </c:pt>
                <c:pt idx="1917">
                  <c:v>1278.49574199287</c:v>
                </c:pt>
                <c:pt idx="1918">
                  <c:v>1278.71482060927</c:v>
                </c:pt>
                <c:pt idx="1919">
                  <c:v>1276.08050151632</c:v>
                </c:pt>
                <c:pt idx="1920">
                  <c:v>1276.40171745064</c:v>
                </c:pt>
                <c:pt idx="1921">
                  <c:v>1276.22501157711</c:v>
                </c:pt>
                <c:pt idx="1922">
                  <c:v>1270.51750270755</c:v>
                </c:pt>
                <c:pt idx="1923">
                  <c:v>1274.87661756309</c:v>
                </c:pt>
                <c:pt idx="1924">
                  <c:v>1276.59288719557</c:v>
                </c:pt>
                <c:pt idx="1925">
                  <c:v>1278.44636006197</c:v>
                </c:pt>
                <c:pt idx="1926">
                  <c:v>1278.66564552708</c:v>
                </c:pt>
                <c:pt idx="1927">
                  <c:v>1278.22971294945</c:v>
                </c:pt>
                <c:pt idx="1928">
                  <c:v>1278.92910115963</c:v>
                </c:pt>
                <c:pt idx="1929">
                  <c:v>1279.10028398534</c:v>
                </c:pt>
                <c:pt idx="1930">
                  <c:v>1279.87699885987</c:v>
                </c:pt>
                <c:pt idx="1931">
                  <c:v>1279.57361856436</c:v>
                </c:pt>
                <c:pt idx="1932">
                  <c:v>1280.13180790984</c:v>
                </c:pt>
                <c:pt idx="1933">
                  <c:v>1279.43126337774</c:v>
                </c:pt>
                <c:pt idx="1934">
                  <c:v>1280.72560602817</c:v>
                </c:pt>
                <c:pt idx="1935">
                  <c:v>1282.73573433547</c:v>
                </c:pt>
                <c:pt idx="1936">
                  <c:v>1280.61632007845</c:v>
                </c:pt>
                <c:pt idx="1937">
                  <c:v>1280.24322892087</c:v>
                </c:pt>
                <c:pt idx="1938">
                  <c:v>1280.60665099141</c:v>
                </c:pt>
                <c:pt idx="1939">
                  <c:v>1281.23222240571</c:v>
                </c:pt>
                <c:pt idx="1940">
                  <c:v>1282.34020856642</c:v>
                </c:pt>
                <c:pt idx="1941">
                  <c:v>1281.62367699588</c:v>
                </c:pt>
                <c:pt idx="1942">
                  <c:v>1281.98024478957</c:v>
                </c:pt>
                <c:pt idx="1943">
                  <c:v>1281.94294296587</c:v>
                </c:pt>
                <c:pt idx="1944">
                  <c:v>1281.62052707686</c:v>
                </c:pt>
                <c:pt idx="1945">
                  <c:v>1281.89710175321</c:v>
                </c:pt>
                <c:pt idx="1946">
                  <c:v>1281.98319276185</c:v>
                </c:pt>
                <c:pt idx="1947">
                  <c:v>1282.78414790233</c:v>
                </c:pt>
                <c:pt idx="1948">
                  <c:v>1283.66039158647</c:v>
                </c:pt>
                <c:pt idx="1949">
                  <c:v>1283.97355196945</c:v>
                </c:pt>
                <c:pt idx="1950">
                  <c:v>1283.69142269132</c:v>
                </c:pt>
                <c:pt idx="1951">
                  <c:v>1283.38092486895</c:v>
                </c:pt>
                <c:pt idx="1952">
                  <c:v>1283.87901329046</c:v>
                </c:pt>
                <c:pt idx="1953">
                  <c:v>1284.14737771808</c:v>
                </c:pt>
                <c:pt idx="1954">
                  <c:v>1284.9501934587</c:v>
                </c:pt>
                <c:pt idx="1955">
                  <c:v>1284.94735401725</c:v>
                </c:pt>
                <c:pt idx="1956">
                  <c:v>1280.04641228197</c:v>
                </c:pt>
                <c:pt idx="1957">
                  <c:v>1279.31699321638</c:v>
                </c:pt>
                <c:pt idx="1958">
                  <c:v>1279.22131204198</c:v>
                </c:pt>
                <c:pt idx="1959">
                  <c:v>1279.80189071159</c:v>
                </c:pt>
                <c:pt idx="1960">
                  <c:v>1279.65291760172</c:v>
                </c:pt>
                <c:pt idx="1961">
                  <c:v>1280.34361513361</c:v>
                </c:pt>
                <c:pt idx="1962">
                  <c:v>1281.14033501986</c:v>
                </c:pt>
                <c:pt idx="1963">
                  <c:v>1281.7055528921</c:v>
                </c:pt>
                <c:pt idx="1964">
                  <c:v>1277.91735483211</c:v>
                </c:pt>
                <c:pt idx="1965">
                  <c:v>1281.45715064132</c:v>
                </c:pt>
                <c:pt idx="1966">
                  <c:v>1282.58360930921</c:v>
                </c:pt>
                <c:pt idx="1967">
                  <c:v>1283.23712098446</c:v>
                </c:pt>
                <c:pt idx="1968">
                  <c:v>1285.22450342951</c:v>
                </c:pt>
                <c:pt idx="1969">
                  <c:v>1286.19489853734</c:v>
                </c:pt>
                <c:pt idx="1970">
                  <c:v>1287.26410442161</c:v>
                </c:pt>
                <c:pt idx="1971">
                  <c:v>1288.45143515578</c:v>
                </c:pt>
                <c:pt idx="1972">
                  <c:v>1290.17093484124</c:v>
                </c:pt>
                <c:pt idx="1973">
                  <c:v>1289.30656260587</c:v>
                </c:pt>
                <c:pt idx="1974">
                  <c:v>1289.47758653921</c:v>
                </c:pt>
                <c:pt idx="1975">
                  <c:v>1289.75890341031</c:v>
                </c:pt>
                <c:pt idx="1976">
                  <c:v>1290.99796731472</c:v>
                </c:pt>
                <c:pt idx="1977">
                  <c:v>1289.08714717077</c:v>
                </c:pt>
                <c:pt idx="1978">
                  <c:v>1289.75065777684</c:v>
                </c:pt>
                <c:pt idx="1979">
                  <c:v>1289.58588720287</c:v>
                </c:pt>
                <c:pt idx="1980">
                  <c:v>1289.53907880959</c:v>
                </c:pt>
                <c:pt idx="1981">
                  <c:v>1289.52374388871</c:v>
                </c:pt>
                <c:pt idx="1982">
                  <c:v>1289.71885823521</c:v>
                </c:pt>
                <c:pt idx="1983">
                  <c:v>1291.33562164467</c:v>
                </c:pt>
                <c:pt idx="1984">
                  <c:v>1291.76850900166</c:v>
                </c:pt>
                <c:pt idx="1985">
                  <c:v>1290.81122471554</c:v>
                </c:pt>
                <c:pt idx="1986">
                  <c:v>1290.03311206261</c:v>
                </c:pt>
                <c:pt idx="1987">
                  <c:v>1289.71587170035</c:v>
                </c:pt>
                <c:pt idx="1988">
                  <c:v>1290.77997915239</c:v>
                </c:pt>
                <c:pt idx="1989">
                  <c:v>1289.96306885663</c:v>
                </c:pt>
                <c:pt idx="1990">
                  <c:v>1290.14362661121</c:v>
                </c:pt>
                <c:pt idx="1991">
                  <c:v>1289.70476501639</c:v>
                </c:pt>
                <c:pt idx="1992">
                  <c:v>1289.17442225325</c:v>
                </c:pt>
                <c:pt idx="1993">
                  <c:v>1289.22414096482</c:v>
                </c:pt>
                <c:pt idx="1994">
                  <c:v>1289.85057695067</c:v>
                </c:pt>
                <c:pt idx="1995">
                  <c:v>1289.10644379288</c:v>
                </c:pt>
                <c:pt idx="1996">
                  <c:v>1287.52663793802</c:v>
                </c:pt>
                <c:pt idx="1997">
                  <c:v>1286.48175278622</c:v>
                </c:pt>
                <c:pt idx="1998">
                  <c:v>1286.85872461393</c:v>
                </c:pt>
                <c:pt idx="1999">
                  <c:v>1289.66957096122</c:v>
                </c:pt>
                <c:pt idx="2000">
                  <c:v>1290.3327761443</c:v>
                </c:pt>
                <c:pt idx="2001">
                  <c:v>1290.48780834979</c:v>
                </c:pt>
                <c:pt idx="2002">
                  <c:v>1292.51535260065</c:v>
                </c:pt>
                <c:pt idx="2003">
                  <c:v>1291.96924874279</c:v>
                </c:pt>
                <c:pt idx="2004">
                  <c:v>1292.95535486161</c:v>
                </c:pt>
                <c:pt idx="2005">
                  <c:v>1292.40539900622</c:v>
                </c:pt>
                <c:pt idx="2006">
                  <c:v>1293.45476066223</c:v>
                </c:pt>
                <c:pt idx="2007">
                  <c:v>1292.97119609285</c:v>
                </c:pt>
                <c:pt idx="2008">
                  <c:v>1293.29398957592</c:v>
                </c:pt>
                <c:pt idx="2009">
                  <c:v>1292.03991696688</c:v>
                </c:pt>
                <c:pt idx="2010">
                  <c:v>1291.52953649407</c:v>
                </c:pt>
                <c:pt idx="2011">
                  <c:v>1289.77923772645</c:v>
                </c:pt>
                <c:pt idx="2012">
                  <c:v>1289.20605658901</c:v>
                </c:pt>
                <c:pt idx="2013">
                  <c:v>1287.94587243417</c:v>
                </c:pt>
                <c:pt idx="2014">
                  <c:v>1285.07646395234</c:v>
                </c:pt>
                <c:pt idx="2015">
                  <c:v>1284.0095341733</c:v>
                </c:pt>
                <c:pt idx="2016">
                  <c:v>1288.00879445471</c:v>
                </c:pt>
                <c:pt idx="2017">
                  <c:v>1289.45955623998</c:v>
                </c:pt>
                <c:pt idx="2018">
                  <c:v>1289.89360581235</c:v>
                </c:pt>
                <c:pt idx="2019">
                  <c:v>1282.9037382007</c:v>
                </c:pt>
                <c:pt idx="2020">
                  <c:v>1284.10699347893</c:v>
                </c:pt>
                <c:pt idx="2021">
                  <c:v>1279.30846632959</c:v>
                </c:pt>
                <c:pt idx="2022">
                  <c:v>1278.02506433067</c:v>
                </c:pt>
                <c:pt idx="2023">
                  <c:v>1273.42075107276</c:v>
                </c:pt>
                <c:pt idx="2024">
                  <c:v>1272.23146274013</c:v>
                </c:pt>
                <c:pt idx="2025">
                  <c:v>1272.64840896051</c:v>
                </c:pt>
                <c:pt idx="2026">
                  <c:v>1257.29706435692</c:v>
                </c:pt>
                <c:pt idx="2027">
                  <c:v>1256.79823983991</c:v>
                </c:pt>
                <c:pt idx="2028">
                  <c:v>1254.87910849053</c:v>
                </c:pt>
                <c:pt idx="2029">
                  <c:v>1251.55928953298</c:v>
                </c:pt>
                <c:pt idx="2030">
                  <c:v>1252.01092985888</c:v>
                </c:pt>
                <c:pt idx="2031">
                  <c:v>1251.57080105682</c:v>
                </c:pt>
                <c:pt idx="2032">
                  <c:v>1250.21778578469</c:v>
                </c:pt>
                <c:pt idx="2033">
                  <c:v>1248.30410844576</c:v>
                </c:pt>
                <c:pt idx="2034">
                  <c:v>1257.74460968952</c:v>
                </c:pt>
                <c:pt idx="2035">
                  <c:v>1247.00673821315</c:v>
                </c:pt>
                <c:pt idx="2036">
                  <c:v>1261.28907760123</c:v>
                </c:pt>
                <c:pt idx="2037">
                  <c:v>1263.62830274826</c:v>
                </c:pt>
                <c:pt idx="2038">
                  <c:v>1261.82682106738</c:v>
                </c:pt>
                <c:pt idx="2039">
                  <c:v>1262.62444965846</c:v>
                </c:pt>
                <c:pt idx="2040">
                  <c:v>1262.64792214993</c:v>
                </c:pt>
                <c:pt idx="2041">
                  <c:v>1255.52784484991</c:v>
                </c:pt>
                <c:pt idx="2042">
                  <c:v>1254.66620099089</c:v>
                </c:pt>
                <c:pt idx="2043">
                  <c:v>1267.9938734907</c:v>
                </c:pt>
                <c:pt idx="2044">
                  <c:v>1271.3039665712</c:v>
                </c:pt>
                <c:pt idx="2045">
                  <c:v>1282.30694683534</c:v>
                </c:pt>
                <c:pt idx="2046">
                  <c:v>1285.11000921696</c:v>
                </c:pt>
                <c:pt idx="2047">
                  <c:v>1274.77636292779</c:v>
                </c:pt>
                <c:pt idx="2048">
                  <c:v>1275.96811251016</c:v>
                </c:pt>
                <c:pt idx="2049">
                  <c:v>1279.20575422147</c:v>
                </c:pt>
                <c:pt idx="2050">
                  <c:v>1277.41318666814</c:v>
                </c:pt>
                <c:pt idx="2051">
                  <c:v>1276.15758436928</c:v>
                </c:pt>
                <c:pt idx="2052">
                  <c:v>1277.6250325121</c:v>
                </c:pt>
                <c:pt idx="2053">
                  <c:v>1278.78832759174</c:v>
                </c:pt>
                <c:pt idx="2054">
                  <c:v>1282.05347490758</c:v>
                </c:pt>
                <c:pt idx="2055">
                  <c:v>1285.59042976601</c:v>
                </c:pt>
                <c:pt idx="2056">
                  <c:v>1287.41710398001</c:v>
                </c:pt>
                <c:pt idx="2057">
                  <c:v>1289.41889775195</c:v>
                </c:pt>
                <c:pt idx="2058">
                  <c:v>1286.11754972299</c:v>
                </c:pt>
                <c:pt idx="2059">
                  <c:v>1285.12670724046</c:v>
                </c:pt>
                <c:pt idx="2060">
                  <c:v>1285.60377672996</c:v>
                </c:pt>
                <c:pt idx="2061">
                  <c:v>1286.0149102564</c:v>
                </c:pt>
                <c:pt idx="2062">
                  <c:v>1286.43259134857</c:v>
                </c:pt>
                <c:pt idx="2063">
                  <c:v>1288.14674471194</c:v>
                </c:pt>
                <c:pt idx="2064">
                  <c:v>1291.41265042193</c:v>
                </c:pt>
                <c:pt idx="2065">
                  <c:v>1290.50142081369</c:v>
                </c:pt>
                <c:pt idx="2066">
                  <c:v>1290.03303643844</c:v>
                </c:pt>
                <c:pt idx="2067">
                  <c:v>1290.01799166422</c:v>
                </c:pt>
                <c:pt idx="2068">
                  <c:v>1290.39037360283</c:v>
                </c:pt>
                <c:pt idx="2069">
                  <c:v>1290.1238793449</c:v>
                </c:pt>
                <c:pt idx="2070">
                  <c:v>1285.15872076156</c:v>
                </c:pt>
                <c:pt idx="2071">
                  <c:v>1284.78890523497</c:v>
                </c:pt>
                <c:pt idx="2072">
                  <c:v>1285.9154520698</c:v>
                </c:pt>
                <c:pt idx="2073">
                  <c:v>1285.28709458697</c:v>
                </c:pt>
                <c:pt idx="2074">
                  <c:v>1289.67280758784</c:v>
                </c:pt>
                <c:pt idx="2075">
                  <c:v>1289.55698226508</c:v>
                </c:pt>
                <c:pt idx="2076">
                  <c:v>1289.30933486179</c:v>
                </c:pt>
                <c:pt idx="2077">
                  <c:v>1289.83425192076</c:v>
                </c:pt>
                <c:pt idx="2078">
                  <c:v>1290.82453401859</c:v>
                </c:pt>
                <c:pt idx="2079">
                  <c:v>1294.49746272539</c:v>
                </c:pt>
                <c:pt idx="2080">
                  <c:v>1296.1923471991</c:v>
                </c:pt>
                <c:pt idx="2081">
                  <c:v>1296.09192196703</c:v>
                </c:pt>
                <c:pt idx="2082">
                  <c:v>1298.16156146167</c:v>
                </c:pt>
                <c:pt idx="2083">
                  <c:v>1275.88942385438</c:v>
                </c:pt>
                <c:pt idx="2084">
                  <c:v>1278.56797486372</c:v>
                </c:pt>
                <c:pt idx="2085">
                  <c:v>1277.10377257207</c:v>
                </c:pt>
                <c:pt idx="2086">
                  <c:v>1280.15682027663</c:v>
                </c:pt>
                <c:pt idx="2087">
                  <c:v>1274.09642613095</c:v>
                </c:pt>
                <c:pt idx="2088">
                  <c:v>1273.51340772524</c:v>
                </c:pt>
                <c:pt idx="2089">
                  <c:v>1273.21481434018</c:v>
                </c:pt>
                <c:pt idx="2090">
                  <c:v>1269.65242972437</c:v>
                </c:pt>
                <c:pt idx="2091">
                  <c:v>1273.18761444059</c:v>
                </c:pt>
                <c:pt idx="2092">
                  <c:v>1275.44901327622</c:v>
                </c:pt>
                <c:pt idx="2093">
                  <c:v>1275.20830145559</c:v>
                </c:pt>
                <c:pt idx="2094">
                  <c:v>1277.62006172933</c:v>
                </c:pt>
                <c:pt idx="2095">
                  <c:v>1277.93613676477</c:v>
                </c:pt>
                <c:pt idx="2096">
                  <c:v>1276.38325906422</c:v>
                </c:pt>
                <c:pt idx="2097">
                  <c:v>1276.93482021344</c:v>
                </c:pt>
                <c:pt idx="2098">
                  <c:v>1275.13769324607</c:v>
                </c:pt>
                <c:pt idx="2099">
                  <c:v>1276.82635490188</c:v>
                </c:pt>
                <c:pt idx="2100">
                  <c:v>1276.49771357484</c:v>
                </c:pt>
                <c:pt idx="2101">
                  <c:v>1278.2716537147</c:v>
                </c:pt>
                <c:pt idx="2102">
                  <c:v>1283.27311776061</c:v>
                </c:pt>
                <c:pt idx="2103">
                  <c:v>1279.64675382173</c:v>
                </c:pt>
                <c:pt idx="2104">
                  <c:v>1279.40723819326</c:v>
                </c:pt>
                <c:pt idx="2105">
                  <c:v>1280.63521697653</c:v>
                </c:pt>
                <c:pt idx="2106">
                  <c:v>1279.2555170834</c:v>
                </c:pt>
                <c:pt idx="2107">
                  <c:v>1280.41749400584</c:v>
                </c:pt>
                <c:pt idx="2108">
                  <c:v>1275.81440316419</c:v>
                </c:pt>
                <c:pt idx="2109">
                  <c:v>1277.24602634392</c:v>
                </c:pt>
                <c:pt idx="2110">
                  <c:v>1279.04659509002</c:v>
                </c:pt>
                <c:pt idx="2111">
                  <c:v>1279.26452620931</c:v>
                </c:pt>
                <c:pt idx="2112">
                  <c:v>1281.97066749219</c:v>
                </c:pt>
                <c:pt idx="2113">
                  <c:v>1284.6698459958</c:v>
                </c:pt>
                <c:pt idx="2114">
                  <c:v>1285.43644842602</c:v>
                </c:pt>
                <c:pt idx="2115">
                  <c:v>1286.33342411517</c:v>
                </c:pt>
                <c:pt idx="2116">
                  <c:v>1286.21285263971</c:v>
                </c:pt>
                <c:pt idx="2117">
                  <c:v>1286.49321441478</c:v>
                </c:pt>
                <c:pt idx="2118">
                  <c:v>1287.27648524829</c:v>
                </c:pt>
                <c:pt idx="2119">
                  <c:v>1287.12149430473</c:v>
                </c:pt>
                <c:pt idx="2120">
                  <c:v>1288.01361060638</c:v>
                </c:pt>
                <c:pt idx="2121">
                  <c:v>1286.26041221579</c:v>
                </c:pt>
                <c:pt idx="2122">
                  <c:v>1287.32829259297</c:v>
                </c:pt>
                <c:pt idx="2123">
                  <c:v>1288.61186651526</c:v>
                </c:pt>
                <c:pt idx="2124">
                  <c:v>1290.09092616227</c:v>
                </c:pt>
                <c:pt idx="2125">
                  <c:v>1290.58509354416</c:v>
                </c:pt>
                <c:pt idx="2126">
                  <c:v>1292.58063793848</c:v>
                </c:pt>
                <c:pt idx="2127">
                  <c:v>1294.16835489131</c:v>
                </c:pt>
                <c:pt idx="2128">
                  <c:v>1295.53861895939</c:v>
                </c:pt>
                <c:pt idx="2129">
                  <c:v>1294.97102057439</c:v>
                </c:pt>
                <c:pt idx="2130">
                  <c:v>1294.11318249352</c:v>
                </c:pt>
                <c:pt idx="2131">
                  <c:v>1295.68828085997</c:v>
                </c:pt>
                <c:pt idx="2132">
                  <c:v>1296.21616745936</c:v>
                </c:pt>
                <c:pt idx="2133">
                  <c:v>1297.67123612686</c:v>
                </c:pt>
                <c:pt idx="2134">
                  <c:v>1298.03072535227</c:v>
                </c:pt>
                <c:pt idx="2135">
                  <c:v>1298.18853597413</c:v>
                </c:pt>
                <c:pt idx="2136">
                  <c:v>1298.81499131866</c:v>
                </c:pt>
                <c:pt idx="2137">
                  <c:v>1299.62966032672</c:v>
                </c:pt>
                <c:pt idx="2138">
                  <c:v>1300.81108503087</c:v>
                </c:pt>
                <c:pt idx="2139">
                  <c:v>1301.89862877442</c:v>
                </c:pt>
                <c:pt idx="2140">
                  <c:v>1300.45351190932</c:v>
                </c:pt>
                <c:pt idx="2141">
                  <c:v>1301.12715149471</c:v>
                </c:pt>
                <c:pt idx="2142">
                  <c:v>1307.51359074873</c:v>
                </c:pt>
                <c:pt idx="2143">
                  <c:v>1309.06196349377</c:v>
                </c:pt>
                <c:pt idx="2144">
                  <c:v>1312.41100922657</c:v>
                </c:pt>
                <c:pt idx="2145">
                  <c:v>1306.47539823808</c:v>
                </c:pt>
                <c:pt idx="2146">
                  <c:v>1299.95173089269</c:v>
                </c:pt>
                <c:pt idx="2147">
                  <c:v>1299.75050302606</c:v>
                </c:pt>
                <c:pt idx="2148">
                  <c:v>1298.81544571706</c:v>
                </c:pt>
                <c:pt idx="2149">
                  <c:v>1299.49639805084</c:v>
                </c:pt>
                <c:pt idx="2150">
                  <c:v>1299.33318889121</c:v>
                </c:pt>
                <c:pt idx="2151">
                  <c:v>1299.52750220672</c:v>
                </c:pt>
                <c:pt idx="2152">
                  <c:v>1301.03319384955</c:v>
                </c:pt>
                <c:pt idx="2153">
                  <c:v>1302.36836313888</c:v>
                </c:pt>
                <c:pt idx="2154">
                  <c:v>1301.72809345523</c:v>
                </c:pt>
                <c:pt idx="2155">
                  <c:v>1301.01376184267</c:v>
                </c:pt>
                <c:pt idx="2156">
                  <c:v>1300.92699262186</c:v>
                </c:pt>
                <c:pt idx="2157">
                  <c:v>1299.08959203727</c:v>
                </c:pt>
                <c:pt idx="2158">
                  <c:v>1299.32307141847</c:v>
                </c:pt>
                <c:pt idx="2159">
                  <c:v>1298.81657207048</c:v>
                </c:pt>
                <c:pt idx="2160">
                  <c:v>1298.45757912879</c:v>
                </c:pt>
                <c:pt idx="2161">
                  <c:v>1299.84931966446</c:v>
                </c:pt>
                <c:pt idx="2162">
                  <c:v>1302.66084657323</c:v>
                </c:pt>
                <c:pt idx="2163">
                  <c:v>1302.18883205939</c:v>
                </c:pt>
                <c:pt idx="2164">
                  <c:v>1300.71801978334</c:v>
                </c:pt>
                <c:pt idx="2165">
                  <c:v>1304.07607284156</c:v>
                </c:pt>
                <c:pt idx="2166">
                  <c:v>1305.46099850144</c:v>
                </c:pt>
                <c:pt idx="2167">
                  <c:v>1307.12310833667</c:v>
                </c:pt>
                <c:pt idx="2168">
                  <c:v>1306.57192775743</c:v>
                </c:pt>
                <c:pt idx="2169">
                  <c:v>1307.34393399146</c:v>
                </c:pt>
                <c:pt idx="2170">
                  <c:v>1310.97157826196</c:v>
                </c:pt>
                <c:pt idx="2171">
                  <c:v>1314.18911094861</c:v>
                </c:pt>
                <c:pt idx="2172">
                  <c:v>1315.04055888073</c:v>
                </c:pt>
                <c:pt idx="2173">
                  <c:v>1312.93719271671</c:v>
                </c:pt>
                <c:pt idx="2174">
                  <c:v>1313.73948881433</c:v>
                </c:pt>
                <c:pt idx="2175">
                  <c:v>1313.02630047064</c:v>
                </c:pt>
                <c:pt idx="2176">
                  <c:v>1312.21105560305</c:v>
                </c:pt>
                <c:pt idx="2177">
                  <c:v>1312.52645182239</c:v>
                </c:pt>
                <c:pt idx="2178">
                  <c:v>1311.12843026147</c:v>
                </c:pt>
                <c:pt idx="2179">
                  <c:v>1312.29698459543</c:v>
                </c:pt>
                <c:pt idx="2180">
                  <c:v>1312.9315944734</c:v>
                </c:pt>
                <c:pt idx="2181">
                  <c:v>1313.65695694032</c:v>
                </c:pt>
                <c:pt idx="2182">
                  <c:v>1311.85908614438</c:v>
                </c:pt>
                <c:pt idx="2183">
                  <c:v>1312.483118042</c:v>
                </c:pt>
                <c:pt idx="2184">
                  <c:v>1309.64912512289</c:v>
                </c:pt>
                <c:pt idx="2185">
                  <c:v>1310.1414791416</c:v>
                </c:pt>
                <c:pt idx="2186">
                  <c:v>1309.46679843108</c:v>
                </c:pt>
                <c:pt idx="2187">
                  <c:v>1309.68754275573</c:v>
                </c:pt>
                <c:pt idx="2188">
                  <c:v>1304.69898575075</c:v>
                </c:pt>
                <c:pt idx="2189">
                  <c:v>1311.82394269995</c:v>
                </c:pt>
                <c:pt idx="2190">
                  <c:v>1314.64802444129</c:v>
                </c:pt>
                <c:pt idx="2191">
                  <c:v>1321.71571084575</c:v>
                </c:pt>
                <c:pt idx="2192">
                  <c:v>1303.13157906713</c:v>
                </c:pt>
                <c:pt idx="2193">
                  <c:v>1305.08889328668</c:v>
                </c:pt>
                <c:pt idx="2194">
                  <c:v>1308.55582426816</c:v>
                </c:pt>
                <c:pt idx="2195">
                  <c:v>1308.20365922354</c:v>
                </c:pt>
                <c:pt idx="2196">
                  <c:v>1308.7006816058</c:v>
                </c:pt>
                <c:pt idx="2197">
                  <c:v>1311.73709860914</c:v>
                </c:pt>
                <c:pt idx="2198">
                  <c:v>1310.16902003834</c:v>
                </c:pt>
                <c:pt idx="2199">
                  <c:v>1310.32298151984</c:v>
                </c:pt>
                <c:pt idx="2200">
                  <c:v>1311.04495408477</c:v>
                </c:pt>
                <c:pt idx="2201">
                  <c:v>1310.81917879109</c:v>
                </c:pt>
                <c:pt idx="2202">
                  <c:v>1312.0882562048</c:v>
                </c:pt>
                <c:pt idx="2203">
                  <c:v>1313.47569044664</c:v>
                </c:pt>
                <c:pt idx="2204">
                  <c:v>1314.37354668493</c:v>
                </c:pt>
                <c:pt idx="2205">
                  <c:v>1315.35368918217</c:v>
                </c:pt>
                <c:pt idx="2206">
                  <c:v>1315.48884145132</c:v>
                </c:pt>
                <c:pt idx="2207">
                  <c:v>1317.24337478127</c:v>
                </c:pt>
                <c:pt idx="2208">
                  <c:v>1317.72304060987</c:v>
                </c:pt>
                <c:pt idx="2209">
                  <c:v>1319.11649284154</c:v>
                </c:pt>
                <c:pt idx="2210">
                  <c:v>1320.42590466095</c:v>
                </c:pt>
                <c:pt idx="2211">
                  <c:v>1320.52492743503</c:v>
                </c:pt>
                <c:pt idx="2212">
                  <c:v>1320.18917787391</c:v>
                </c:pt>
                <c:pt idx="2213">
                  <c:v>1320.39129536631</c:v>
                </c:pt>
                <c:pt idx="2214">
                  <c:v>1319.99222070577</c:v>
                </c:pt>
                <c:pt idx="2215">
                  <c:v>1318.58263272576</c:v>
                </c:pt>
                <c:pt idx="2216">
                  <c:v>1320.71582317377</c:v>
                </c:pt>
                <c:pt idx="2217">
                  <c:v>1321.26305369473</c:v>
                </c:pt>
                <c:pt idx="2218">
                  <c:v>1322.84779381521</c:v>
                </c:pt>
                <c:pt idx="2219">
                  <c:v>1322.02802988762</c:v>
                </c:pt>
                <c:pt idx="2220">
                  <c:v>1319.24649979523</c:v>
                </c:pt>
                <c:pt idx="2221">
                  <c:v>1319.59126838709</c:v>
                </c:pt>
                <c:pt idx="2222">
                  <c:v>1320.19683908011</c:v>
                </c:pt>
                <c:pt idx="2223">
                  <c:v>1322.27462563296</c:v>
                </c:pt>
                <c:pt idx="2224">
                  <c:v>1322.65230492137</c:v>
                </c:pt>
                <c:pt idx="2225">
                  <c:v>1323.15860460611</c:v>
                </c:pt>
                <c:pt idx="2226">
                  <c:v>1323.5188787539</c:v>
                </c:pt>
                <c:pt idx="2227">
                  <c:v>1321.86682293076</c:v>
                </c:pt>
                <c:pt idx="2228">
                  <c:v>1323.07311370484</c:v>
                </c:pt>
                <c:pt idx="2229">
                  <c:v>1323.96805434396</c:v>
                </c:pt>
                <c:pt idx="2230">
                  <c:v>1324.45190100057</c:v>
                </c:pt>
                <c:pt idx="2231">
                  <c:v>1324.65764064071</c:v>
                </c:pt>
                <c:pt idx="2232">
                  <c:v>1326.1043611065</c:v>
                </c:pt>
                <c:pt idx="2233">
                  <c:v>1326.71270835121</c:v>
                </c:pt>
                <c:pt idx="2234">
                  <c:v>1327.70621556866</c:v>
                </c:pt>
                <c:pt idx="2235">
                  <c:v>1327.84543997531</c:v>
                </c:pt>
                <c:pt idx="2236">
                  <c:v>1327.91431795663</c:v>
                </c:pt>
                <c:pt idx="2237">
                  <c:v>1328.86587592479</c:v>
                </c:pt>
                <c:pt idx="2238">
                  <c:v>1329.72338808807</c:v>
                </c:pt>
                <c:pt idx="2239">
                  <c:v>1331.36273730568</c:v>
                </c:pt>
                <c:pt idx="2240">
                  <c:v>1330.44661007319</c:v>
                </c:pt>
                <c:pt idx="2241">
                  <c:v>1328.80996289636</c:v>
                </c:pt>
                <c:pt idx="2242">
                  <c:v>1328.92474843161</c:v>
                </c:pt>
                <c:pt idx="2243">
                  <c:v>1327.21577509305</c:v>
                </c:pt>
                <c:pt idx="2244">
                  <c:v>1326.90857196981</c:v>
                </c:pt>
                <c:pt idx="2245">
                  <c:v>1325.11452119002</c:v>
                </c:pt>
                <c:pt idx="2246">
                  <c:v>1327.70073383565</c:v>
                </c:pt>
                <c:pt idx="2247">
                  <c:v>1330.64743522313</c:v>
                </c:pt>
                <c:pt idx="2248">
                  <c:v>1332.63206327648</c:v>
                </c:pt>
                <c:pt idx="2249">
                  <c:v>1335.59899488905</c:v>
                </c:pt>
                <c:pt idx="2250">
                  <c:v>1336.82728097026</c:v>
                </c:pt>
                <c:pt idx="2251">
                  <c:v>1337.90977993125</c:v>
                </c:pt>
                <c:pt idx="2252">
                  <c:v>1338.68034438099</c:v>
                </c:pt>
                <c:pt idx="2253">
                  <c:v>1339.0941707432</c:v>
                </c:pt>
                <c:pt idx="2254">
                  <c:v>1339.70036242779</c:v>
                </c:pt>
                <c:pt idx="2255">
                  <c:v>1340.56595049846</c:v>
                </c:pt>
                <c:pt idx="2256">
                  <c:v>1341.06831940401</c:v>
                </c:pt>
                <c:pt idx="2257">
                  <c:v>1340.81998703959</c:v>
                </c:pt>
                <c:pt idx="2258">
                  <c:v>1339.89475453478</c:v>
                </c:pt>
                <c:pt idx="2259">
                  <c:v>1340.08307663347</c:v>
                </c:pt>
                <c:pt idx="2260">
                  <c:v>1339.63680858163</c:v>
                </c:pt>
                <c:pt idx="2261">
                  <c:v>1339.14444451077</c:v>
                </c:pt>
                <c:pt idx="2262">
                  <c:v>1340.27436422885</c:v>
                </c:pt>
                <c:pt idx="2263">
                  <c:v>1337.00151800996</c:v>
                </c:pt>
                <c:pt idx="2264">
                  <c:v>1337.49227810413</c:v>
                </c:pt>
                <c:pt idx="2265">
                  <c:v>1341.56571011299</c:v>
                </c:pt>
                <c:pt idx="2266">
                  <c:v>1339.61222763131</c:v>
                </c:pt>
                <c:pt idx="2267">
                  <c:v>1339.01850014053</c:v>
                </c:pt>
                <c:pt idx="2268">
                  <c:v>1338.01121963642</c:v>
                </c:pt>
                <c:pt idx="2269">
                  <c:v>1338.88672134338</c:v>
                </c:pt>
                <c:pt idx="2270">
                  <c:v>1339.07070402059</c:v>
                </c:pt>
                <c:pt idx="2271">
                  <c:v>1337.63636225356</c:v>
                </c:pt>
                <c:pt idx="2272">
                  <c:v>1341.56405536987</c:v>
                </c:pt>
                <c:pt idx="2273">
                  <c:v>1343.04181411874</c:v>
                </c:pt>
                <c:pt idx="2274">
                  <c:v>1344.40307838951</c:v>
                </c:pt>
                <c:pt idx="2275">
                  <c:v>1345.55017429506</c:v>
                </c:pt>
                <c:pt idx="2276">
                  <c:v>1345.69573472975</c:v>
                </c:pt>
                <c:pt idx="2277">
                  <c:v>1345.86777685301</c:v>
                </c:pt>
                <c:pt idx="2278">
                  <c:v>1345.37772954189</c:v>
                </c:pt>
                <c:pt idx="2279">
                  <c:v>1345.83406198062</c:v>
                </c:pt>
                <c:pt idx="2280">
                  <c:v>1347.05053580531</c:v>
                </c:pt>
                <c:pt idx="2281">
                  <c:v>1346.55943463901</c:v>
                </c:pt>
                <c:pt idx="2282">
                  <c:v>1346.13502743362</c:v>
                </c:pt>
                <c:pt idx="2283">
                  <c:v>1346.39826803261</c:v>
                </c:pt>
                <c:pt idx="2284">
                  <c:v>1346.79317287413</c:v>
                </c:pt>
                <c:pt idx="2285">
                  <c:v>1344.44390040009</c:v>
                </c:pt>
                <c:pt idx="2286">
                  <c:v>1347.14680948469</c:v>
                </c:pt>
                <c:pt idx="2287">
                  <c:v>1348.17873714857</c:v>
                </c:pt>
                <c:pt idx="2288">
                  <c:v>1350.59815958886</c:v>
                </c:pt>
                <c:pt idx="2289">
                  <c:v>1349.70392961436</c:v>
                </c:pt>
                <c:pt idx="2290">
                  <c:v>1352.48434817503</c:v>
                </c:pt>
                <c:pt idx="2291">
                  <c:v>1353.54356188758</c:v>
                </c:pt>
                <c:pt idx="2292">
                  <c:v>1355.26994022172</c:v>
                </c:pt>
                <c:pt idx="2293">
                  <c:v>1354.6788620061</c:v>
                </c:pt>
                <c:pt idx="2294">
                  <c:v>1356.15293874457</c:v>
                </c:pt>
                <c:pt idx="2295">
                  <c:v>1357.39012350946</c:v>
                </c:pt>
                <c:pt idx="2296">
                  <c:v>1358.11629094133</c:v>
                </c:pt>
                <c:pt idx="2297">
                  <c:v>1358.16917140979</c:v>
                </c:pt>
                <c:pt idx="2298">
                  <c:v>1359.74340520172</c:v>
                </c:pt>
                <c:pt idx="2299">
                  <c:v>1359.58937146975</c:v>
                </c:pt>
                <c:pt idx="2300">
                  <c:v>1359.10297670898</c:v>
                </c:pt>
                <c:pt idx="2301">
                  <c:v>1359.79467554601</c:v>
                </c:pt>
                <c:pt idx="2302">
                  <c:v>1359.34841481719</c:v>
                </c:pt>
                <c:pt idx="2303">
                  <c:v>1360.01354939651</c:v>
                </c:pt>
                <c:pt idx="2304">
                  <c:v>1361.17446762821</c:v>
                </c:pt>
                <c:pt idx="2305">
                  <c:v>1361.68440079504</c:v>
                </c:pt>
                <c:pt idx="2306">
                  <c:v>1362.60688966045</c:v>
                </c:pt>
                <c:pt idx="2307">
                  <c:v>1363.05739659475</c:v>
                </c:pt>
                <c:pt idx="2308">
                  <c:v>1362.26785529984</c:v>
                </c:pt>
                <c:pt idx="2309">
                  <c:v>1362.29839779727</c:v>
                </c:pt>
                <c:pt idx="2310">
                  <c:v>1361.0588475886</c:v>
                </c:pt>
                <c:pt idx="2311">
                  <c:v>1361.1407251032</c:v>
                </c:pt>
                <c:pt idx="2312">
                  <c:v>1361.18659640505</c:v>
                </c:pt>
                <c:pt idx="2313">
                  <c:v>1361.00231930762</c:v>
                </c:pt>
                <c:pt idx="2314">
                  <c:v>1360.25722096522</c:v>
                </c:pt>
                <c:pt idx="2315">
                  <c:v>1358.21864754572</c:v>
                </c:pt>
                <c:pt idx="2316">
                  <c:v>1357.64375911727</c:v>
                </c:pt>
                <c:pt idx="2317">
                  <c:v>1356.6469264896</c:v>
                </c:pt>
                <c:pt idx="2318">
                  <c:v>1360.77057471129</c:v>
                </c:pt>
                <c:pt idx="2319">
                  <c:v>1360.4468937823</c:v>
                </c:pt>
                <c:pt idx="2320">
                  <c:v>1360.30074995071</c:v>
                </c:pt>
                <c:pt idx="2321">
                  <c:v>1359.24797119918</c:v>
                </c:pt>
                <c:pt idx="2322">
                  <c:v>1359.77897868929</c:v>
                </c:pt>
                <c:pt idx="2323">
                  <c:v>1360.74408528238</c:v>
                </c:pt>
                <c:pt idx="2324">
                  <c:v>1361.30559481812</c:v>
                </c:pt>
                <c:pt idx="2325">
                  <c:v>1361.68257385093</c:v>
                </c:pt>
                <c:pt idx="2326">
                  <c:v>1363.10972162187</c:v>
                </c:pt>
                <c:pt idx="2327">
                  <c:v>1363.18217838686</c:v>
                </c:pt>
                <c:pt idx="2328">
                  <c:v>1363.6040795183</c:v>
                </c:pt>
                <c:pt idx="2329">
                  <c:v>1363.86579147504</c:v>
                </c:pt>
                <c:pt idx="2330">
                  <c:v>1364.423913124</c:v>
                </c:pt>
                <c:pt idx="2331">
                  <c:v>1363.58689920777</c:v>
                </c:pt>
                <c:pt idx="2332">
                  <c:v>1364.65943857054</c:v>
                </c:pt>
                <c:pt idx="2333">
                  <c:v>1364.53109541279</c:v>
                </c:pt>
                <c:pt idx="2334">
                  <c:v>1364.212606265</c:v>
                </c:pt>
                <c:pt idx="2335">
                  <c:v>1364.04237006755</c:v>
                </c:pt>
                <c:pt idx="2336">
                  <c:v>1365.19002059657</c:v>
                </c:pt>
                <c:pt idx="2337">
                  <c:v>1365.93709099346</c:v>
                </c:pt>
                <c:pt idx="2338">
                  <c:v>1365.79592437204</c:v>
                </c:pt>
                <c:pt idx="2339">
                  <c:v>1365.53147093345</c:v>
                </c:pt>
                <c:pt idx="2340">
                  <c:v>1365.48067356629</c:v>
                </c:pt>
                <c:pt idx="2341">
                  <c:v>1365.44059675173</c:v>
                </c:pt>
                <c:pt idx="2342">
                  <c:v>1364.50708024913</c:v>
                </c:pt>
                <c:pt idx="2343">
                  <c:v>1365.89015484331</c:v>
                </c:pt>
                <c:pt idx="2344">
                  <c:v>1366.45330791417</c:v>
                </c:pt>
                <c:pt idx="2345">
                  <c:v>1366.9220662705</c:v>
                </c:pt>
                <c:pt idx="2346">
                  <c:v>1366.66036555921</c:v>
                </c:pt>
                <c:pt idx="2347">
                  <c:v>1368.55932954784</c:v>
                </c:pt>
                <c:pt idx="2348">
                  <c:v>1369.29853171733</c:v>
                </c:pt>
                <c:pt idx="2349">
                  <c:v>1369.78327171398</c:v>
                </c:pt>
                <c:pt idx="2350">
                  <c:v>1370.51927652032</c:v>
                </c:pt>
                <c:pt idx="2351">
                  <c:v>1371.13023141778</c:v>
                </c:pt>
                <c:pt idx="2352">
                  <c:v>1371.60955790343</c:v>
                </c:pt>
                <c:pt idx="2353">
                  <c:v>1370.14313438598</c:v>
                </c:pt>
                <c:pt idx="2354">
                  <c:v>1371.28562285793</c:v>
                </c:pt>
                <c:pt idx="2355">
                  <c:v>1365.56670642887</c:v>
                </c:pt>
                <c:pt idx="2356">
                  <c:v>1366.14762452306</c:v>
                </c:pt>
                <c:pt idx="2357">
                  <c:v>1367.91799945608</c:v>
                </c:pt>
                <c:pt idx="2358">
                  <c:v>1367.92738791294</c:v>
                </c:pt>
                <c:pt idx="2359">
                  <c:v>1368.27990597839</c:v>
                </c:pt>
                <c:pt idx="2360">
                  <c:v>1368.22275052015</c:v>
                </c:pt>
                <c:pt idx="2361">
                  <c:v>1368.1697442611</c:v>
                </c:pt>
                <c:pt idx="2362">
                  <c:v>1366.98788424146</c:v>
                </c:pt>
                <c:pt idx="2363">
                  <c:v>1366.69722825376</c:v>
                </c:pt>
                <c:pt idx="2364">
                  <c:v>1368.94196801395</c:v>
                </c:pt>
                <c:pt idx="2365">
                  <c:v>1369.96359530533</c:v>
                </c:pt>
                <c:pt idx="2366">
                  <c:v>1368.73607802011</c:v>
                </c:pt>
                <c:pt idx="2367">
                  <c:v>1370.0794893097</c:v>
                </c:pt>
                <c:pt idx="2368">
                  <c:v>1367.66263986726</c:v>
                </c:pt>
                <c:pt idx="2369">
                  <c:v>1368.66955578785</c:v>
                </c:pt>
                <c:pt idx="2370">
                  <c:v>1369.58085675757</c:v>
                </c:pt>
                <c:pt idx="2371">
                  <c:v>1368.92263398088</c:v>
                </c:pt>
                <c:pt idx="2372">
                  <c:v>1368.41342675412</c:v>
                </c:pt>
                <c:pt idx="2373">
                  <c:v>1369.33128999253</c:v>
                </c:pt>
                <c:pt idx="2374">
                  <c:v>1368.7323520836</c:v>
                </c:pt>
                <c:pt idx="2375">
                  <c:v>1369.00827974391</c:v>
                </c:pt>
                <c:pt idx="2376">
                  <c:v>1370.64215180809</c:v>
                </c:pt>
                <c:pt idx="2377">
                  <c:v>1370.86395859231</c:v>
                </c:pt>
                <c:pt idx="2378">
                  <c:v>1371.16783095064</c:v>
                </c:pt>
                <c:pt idx="2379">
                  <c:v>1371.49177744503</c:v>
                </c:pt>
                <c:pt idx="2380">
                  <c:v>1371.79522645405</c:v>
                </c:pt>
                <c:pt idx="2381">
                  <c:v>1372.83016077476</c:v>
                </c:pt>
                <c:pt idx="2382">
                  <c:v>1371.7894072638</c:v>
                </c:pt>
                <c:pt idx="2383">
                  <c:v>1370.4277569013</c:v>
                </c:pt>
                <c:pt idx="2384">
                  <c:v>1369.76456079226</c:v>
                </c:pt>
                <c:pt idx="2385">
                  <c:v>1369.78442395618</c:v>
                </c:pt>
                <c:pt idx="2386">
                  <c:v>1371.50540553787</c:v>
                </c:pt>
                <c:pt idx="2387">
                  <c:v>1373.03647024242</c:v>
                </c:pt>
                <c:pt idx="2388">
                  <c:v>1374.29808690719</c:v>
                </c:pt>
                <c:pt idx="2389">
                  <c:v>1375.89575874267</c:v>
                </c:pt>
                <c:pt idx="2390">
                  <c:v>1375.08238691497</c:v>
                </c:pt>
                <c:pt idx="2391">
                  <c:v>1376.66865245183</c:v>
                </c:pt>
                <c:pt idx="2392">
                  <c:v>1378.1699216355</c:v>
                </c:pt>
                <c:pt idx="2393">
                  <c:v>1377.83866116185</c:v>
                </c:pt>
                <c:pt idx="2394">
                  <c:v>1378.33770583777</c:v>
                </c:pt>
                <c:pt idx="2395">
                  <c:v>1377.90409505294</c:v>
                </c:pt>
                <c:pt idx="2396">
                  <c:v>1379.68708360565</c:v>
                </c:pt>
                <c:pt idx="2397">
                  <c:v>1379.16414648982</c:v>
                </c:pt>
                <c:pt idx="2398">
                  <c:v>1379.10858256676</c:v>
                </c:pt>
                <c:pt idx="2399">
                  <c:v>1378.57281697207</c:v>
                </c:pt>
                <c:pt idx="2400">
                  <c:v>1378.2739110169</c:v>
                </c:pt>
                <c:pt idx="2401">
                  <c:v>1378.54486373396</c:v>
                </c:pt>
                <c:pt idx="2402">
                  <c:v>1378.18649916818</c:v>
                </c:pt>
                <c:pt idx="2403">
                  <c:v>1379.23140575572</c:v>
                </c:pt>
                <c:pt idx="2404">
                  <c:v>1378.03006041327</c:v>
                </c:pt>
                <c:pt idx="2405">
                  <c:v>1377.56522503609</c:v>
                </c:pt>
                <c:pt idx="2406">
                  <c:v>1376.77429592114</c:v>
                </c:pt>
                <c:pt idx="2407">
                  <c:v>1376.94821907616</c:v>
                </c:pt>
                <c:pt idx="2408">
                  <c:v>1378.70738041746</c:v>
                </c:pt>
                <c:pt idx="2409">
                  <c:v>1380.59966316465</c:v>
                </c:pt>
                <c:pt idx="2410">
                  <c:v>1382.08482966932</c:v>
                </c:pt>
                <c:pt idx="2411">
                  <c:v>1383.06687122518</c:v>
                </c:pt>
                <c:pt idx="2412">
                  <c:v>1380.94395990018</c:v>
                </c:pt>
                <c:pt idx="2413">
                  <c:v>1380.78904546932</c:v>
                </c:pt>
                <c:pt idx="2414">
                  <c:v>1379.66295297537</c:v>
                </c:pt>
                <c:pt idx="2415">
                  <c:v>1380.92914573561</c:v>
                </c:pt>
                <c:pt idx="2416">
                  <c:v>1376.86934420554</c:v>
                </c:pt>
                <c:pt idx="2417">
                  <c:v>1376.90495035031</c:v>
                </c:pt>
                <c:pt idx="2418">
                  <c:v>1375.25613115897</c:v>
                </c:pt>
                <c:pt idx="2419">
                  <c:v>1372.38253539401</c:v>
                </c:pt>
                <c:pt idx="2420">
                  <c:v>1373.8397026998</c:v>
                </c:pt>
                <c:pt idx="2421">
                  <c:v>1373.35767789734</c:v>
                </c:pt>
                <c:pt idx="2422">
                  <c:v>1373.47251315311</c:v>
                </c:pt>
                <c:pt idx="2423">
                  <c:v>1373.96863959523</c:v>
                </c:pt>
                <c:pt idx="2424">
                  <c:v>1374.33258823461</c:v>
                </c:pt>
                <c:pt idx="2425">
                  <c:v>1375.31499479843</c:v>
                </c:pt>
                <c:pt idx="2426">
                  <c:v>1378.77526145986</c:v>
                </c:pt>
                <c:pt idx="2427">
                  <c:v>1381.61614348745</c:v>
                </c:pt>
                <c:pt idx="2428">
                  <c:v>1381.08228235</c:v>
                </c:pt>
                <c:pt idx="2429">
                  <c:v>1381.36201322411</c:v>
                </c:pt>
                <c:pt idx="2430">
                  <c:v>1379.89866640017</c:v>
                </c:pt>
                <c:pt idx="2431">
                  <c:v>1381.22719547372</c:v>
                </c:pt>
                <c:pt idx="2432">
                  <c:v>1378.96725065728</c:v>
                </c:pt>
                <c:pt idx="2433">
                  <c:v>1379.50848832442</c:v>
                </c:pt>
                <c:pt idx="2434">
                  <c:v>1379.62070770484</c:v>
                </c:pt>
                <c:pt idx="2435">
                  <c:v>1378.81006418473</c:v>
                </c:pt>
                <c:pt idx="2436">
                  <c:v>1380.15548878624</c:v>
                </c:pt>
                <c:pt idx="2437">
                  <c:v>1380.49710178982</c:v>
                </c:pt>
                <c:pt idx="2438">
                  <c:v>1381.16538791635</c:v>
                </c:pt>
                <c:pt idx="2439">
                  <c:v>1382.54486854609</c:v>
                </c:pt>
                <c:pt idx="2440">
                  <c:v>1375.5004805337</c:v>
                </c:pt>
                <c:pt idx="2441">
                  <c:v>1377.70950191271</c:v>
                </c:pt>
                <c:pt idx="2442">
                  <c:v>1377.20764389462</c:v>
                </c:pt>
                <c:pt idx="2443">
                  <c:v>1377.23223816676</c:v>
                </c:pt>
                <c:pt idx="2444">
                  <c:v>1377.53260023551</c:v>
                </c:pt>
                <c:pt idx="2445">
                  <c:v>1378.19689011458</c:v>
                </c:pt>
                <c:pt idx="2446">
                  <c:v>1378.78613186766</c:v>
                </c:pt>
                <c:pt idx="2447">
                  <c:v>1378.84148626201</c:v>
                </c:pt>
                <c:pt idx="2448">
                  <c:v>1379.15337746326</c:v>
                </c:pt>
                <c:pt idx="2449">
                  <c:v>1379.08172542875</c:v>
                </c:pt>
                <c:pt idx="2450">
                  <c:v>1379.09613994988</c:v>
                </c:pt>
                <c:pt idx="2451">
                  <c:v>1375.20862821227</c:v>
                </c:pt>
                <c:pt idx="2452">
                  <c:v>1374.92486302147</c:v>
                </c:pt>
                <c:pt idx="2453">
                  <c:v>1375.63844160458</c:v>
                </c:pt>
                <c:pt idx="2454">
                  <c:v>1372.86599481437</c:v>
                </c:pt>
                <c:pt idx="2455">
                  <c:v>1372.08014765817</c:v>
                </c:pt>
                <c:pt idx="2456">
                  <c:v>1367.07204019485</c:v>
                </c:pt>
                <c:pt idx="2457">
                  <c:v>1369.41925279059</c:v>
                </c:pt>
                <c:pt idx="2458">
                  <c:v>1368.14010487253</c:v>
                </c:pt>
                <c:pt idx="2459">
                  <c:v>1370.57909638997</c:v>
                </c:pt>
                <c:pt idx="2460">
                  <c:v>1370.98706196095</c:v>
                </c:pt>
                <c:pt idx="2461">
                  <c:v>1374.98889547149</c:v>
                </c:pt>
                <c:pt idx="2462">
                  <c:v>1374.20537069012</c:v>
                </c:pt>
                <c:pt idx="2463">
                  <c:v>1377.33244557205</c:v>
                </c:pt>
                <c:pt idx="2464">
                  <c:v>1375.71983146828</c:v>
                </c:pt>
                <c:pt idx="2465">
                  <c:v>1375.40042636267</c:v>
                </c:pt>
                <c:pt idx="2466">
                  <c:v>1375.00821074513</c:v>
                </c:pt>
                <c:pt idx="2467">
                  <c:v>1373.57911647425</c:v>
                </c:pt>
                <c:pt idx="2468">
                  <c:v>1373.47089982147</c:v>
                </c:pt>
                <c:pt idx="2469">
                  <c:v>1372.64532361611</c:v>
                </c:pt>
                <c:pt idx="2470">
                  <c:v>1374.52121467631</c:v>
                </c:pt>
                <c:pt idx="2471">
                  <c:v>1377.12858985379</c:v>
                </c:pt>
                <c:pt idx="2472">
                  <c:v>1377.89586058068</c:v>
                </c:pt>
                <c:pt idx="2473">
                  <c:v>1380.81628041963</c:v>
                </c:pt>
                <c:pt idx="2474">
                  <c:v>1382.74173432391</c:v>
                </c:pt>
                <c:pt idx="2475">
                  <c:v>1384.05263937869</c:v>
                </c:pt>
                <c:pt idx="2476">
                  <c:v>1384.39302339934</c:v>
                </c:pt>
                <c:pt idx="2477">
                  <c:v>1384.72634267549</c:v>
                </c:pt>
                <c:pt idx="2478">
                  <c:v>1385.28536410925</c:v>
                </c:pt>
                <c:pt idx="2479">
                  <c:v>1384.96391940021</c:v>
                </c:pt>
                <c:pt idx="2480">
                  <c:v>1384.47713838878</c:v>
                </c:pt>
                <c:pt idx="2481">
                  <c:v>1384.68111746828</c:v>
                </c:pt>
                <c:pt idx="2482">
                  <c:v>1384.64788339198</c:v>
                </c:pt>
                <c:pt idx="2483">
                  <c:v>1383.07104683504</c:v>
                </c:pt>
                <c:pt idx="2484">
                  <c:v>1382.79343614227</c:v>
                </c:pt>
                <c:pt idx="2485">
                  <c:v>1382.58174844218</c:v>
                </c:pt>
                <c:pt idx="2486">
                  <c:v>1382.20050409207</c:v>
                </c:pt>
                <c:pt idx="2487">
                  <c:v>1382.91307495564</c:v>
                </c:pt>
                <c:pt idx="2488">
                  <c:v>1381.18624831301</c:v>
                </c:pt>
                <c:pt idx="2489">
                  <c:v>1380.92169091483</c:v>
                </c:pt>
                <c:pt idx="2490">
                  <c:v>1379.94361487106</c:v>
                </c:pt>
                <c:pt idx="2491">
                  <c:v>1379.05708285139</c:v>
                </c:pt>
                <c:pt idx="2492">
                  <c:v>1378.19652087873</c:v>
                </c:pt>
                <c:pt idx="2493">
                  <c:v>1377.55175286734</c:v>
                </c:pt>
                <c:pt idx="2494">
                  <c:v>1375.91518719746</c:v>
                </c:pt>
                <c:pt idx="2495">
                  <c:v>1375.26689654716</c:v>
                </c:pt>
                <c:pt idx="2496">
                  <c:v>1376.35253608321</c:v>
                </c:pt>
                <c:pt idx="2497">
                  <c:v>1380.65054738994</c:v>
                </c:pt>
                <c:pt idx="2498">
                  <c:v>1383.77214067767</c:v>
                </c:pt>
                <c:pt idx="2499">
                  <c:v>1386.71140699792</c:v>
                </c:pt>
                <c:pt idx="2500">
                  <c:v>1382.90806560767</c:v>
                </c:pt>
                <c:pt idx="2501">
                  <c:v>1384.60395906749</c:v>
                </c:pt>
                <c:pt idx="2502">
                  <c:v>1385.0768076448</c:v>
                </c:pt>
                <c:pt idx="2503">
                  <c:v>1385.16247168494</c:v>
                </c:pt>
                <c:pt idx="2504">
                  <c:v>1384.85529043898</c:v>
                </c:pt>
                <c:pt idx="2505">
                  <c:v>1382.698412355</c:v>
                </c:pt>
                <c:pt idx="2506">
                  <c:v>1382.0829676799</c:v>
                </c:pt>
                <c:pt idx="2507">
                  <c:v>1382.13239510015</c:v>
                </c:pt>
                <c:pt idx="2508">
                  <c:v>1383.40561080822</c:v>
                </c:pt>
                <c:pt idx="2509">
                  <c:v>1383.09883020976</c:v>
                </c:pt>
                <c:pt idx="2510">
                  <c:v>1381.14024011512</c:v>
                </c:pt>
                <c:pt idx="2511">
                  <c:v>1381.44733523861</c:v>
                </c:pt>
                <c:pt idx="2512">
                  <c:v>1381.42001152588</c:v>
                </c:pt>
                <c:pt idx="2513">
                  <c:v>1380.86888621094</c:v>
                </c:pt>
                <c:pt idx="2514">
                  <c:v>1380.40927276078</c:v>
                </c:pt>
                <c:pt idx="2515">
                  <c:v>1382.22003246476</c:v>
                </c:pt>
                <c:pt idx="2516">
                  <c:v>1379.18308046756</c:v>
                </c:pt>
                <c:pt idx="2517">
                  <c:v>1378.55878476763</c:v>
                </c:pt>
                <c:pt idx="2518">
                  <c:v>1382.48066805326</c:v>
                </c:pt>
                <c:pt idx="2519">
                  <c:v>1382.2775764278</c:v>
                </c:pt>
                <c:pt idx="2520">
                  <c:v>1381.86965079497</c:v>
                </c:pt>
                <c:pt idx="2521">
                  <c:v>1380.82527494714</c:v>
                </c:pt>
                <c:pt idx="2522">
                  <c:v>1380.34551469144</c:v>
                </c:pt>
                <c:pt idx="2523">
                  <c:v>1381.10423389032</c:v>
                </c:pt>
                <c:pt idx="2524">
                  <c:v>1379.97372203262</c:v>
                </c:pt>
                <c:pt idx="2525">
                  <c:v>1380.08167714192</c:v>
                </c:pt>
                <c:pt idx="2526">
                  <c:v>1379.8062088512</c:v>
                </c:pt>
                <c:pt idx="2527">
                  <c:v>1380.58435707134</c:v>
                </c:pt>
                <c:pt idx="2528">
                  <c:v>1379.12914811917</c:v>
                </c:pt>
                <c:pt idx="2529">
                  <c:v>1383.18670377863</c:v>
                </c:pt>
                <c:pt idx="2530">
                  <c:v>1384.95220687002</c:v>
                </c:pt>
                <c:pt idx="2531">
                  <c:v>1386.57484566384</c:v>
                </c:pt>
                <c:pt idx="2532">
                  <c:v>1386.70122232449</c:v>
                </c:pt>
                <c:pt idx="2533">
                  <c:v>1387.350124178</c:v>
                </c:pt>
                <c:pt idx="2534">
                  <c:v>1388.78056241163</c:v>
                </c:pt>
                <c:pt idx="2535">
                  <c:v>1388.97012373964</c:v>
                </c:pt>
                <c:pt idx="2536">
                  <c:v>1389.61792408954</c:v>
                </c:pt>
                <c:pt idx="2537">
                  <c:v>1386.57060305952</c:v>
                </c:pt>
                <c:pt idx="2538">
                  <c:v>1389.36403818292</c:v>
                </c:pt>
                <c:pt idx="2539">
                  <c:v>1389.54360176957</c:v>
                </c:pt>
                <c:pt idx="2540">
                  <c:v>1390.16467807317</c:v>
                </c:pt>
                <c:pt idx="2541">
                  <c:v>1391.23913139763</c:v>
                </c:pt>
                <c:pt idx="2542">
                  <c:v>1390.45122183045</c:v>
                </c:pt>
                <c:pt idx="2543">
                  <c:v>1390.38845904088</c:v>
                </c:pt>
                <c:pt idx="2544">
                  <c:v>1390.13835893552</c:v>
                </c:pt>
                <c:pt idx="2545">
                  <c:v>1390.48646415987</c:v>
                </c:pt>
                <c:pt idx="2546">
                  <c:v>1389.37930361015</c:v>
                </c:pt>
                <c:pt idx="2547">
                  <c:v>1388.77624539249</c:v>
                </c:pt>
                <c:pt idx="2548">
                  <c:v>1390.32604329883</c:v>
                </c:pt>
                <c:pt idx="2549">
                  <c:v>1389.73225885696</c:v>
                </c:pt>
                <c:pt idx="2550">
                  <c:v>1389.49848237333</c:v>
                </c:pt>
                <c:pt idx="2551">
                  <c:v>1388.98704983848</c:v>
                </c:pt>
                <c:pt idx="2552">
                  <c:v>1389.44086895826</c:v>
                </c:pt>
                <c:pt idx="2553">
                  <c:v>1385.72011160258</c:v>
                </c:pt>
                <c:pt idx="2554">
                  <c:v>1385.03881783524</c:v>
                </c:pt>
                <c:pt idx="2555">
                  <c:v>1385.0765988797</c:v>
                </c:pt>
                <c:pt idx="2556">
                  <c:v>1383.03434058936</c:v>
                </c:pt>
                <c:pt idx="2557">
                  <c:v>1383.35833596671</c:v>
                </c:pt>
                <c:pt idx="2558">
                  <c:v>1384.52633199034</c:v>
                </c:pt>
                <c:pt idx="2559">
                  <c:v>1382.16664272221</c:v>
                </c:pt>
                <c:pt idx="2560">
                  <c:v>1381.16144861765</c:v>
                </c:pt>
                <c:pt idx="2561">
                  <c:v>1382.31301058616</c:v>
                </c:pt>
                <c:pt idx="2562">
                  <c:v>1380.50516148825</c:v>
                </c:pt>
                <c:pt idx="2563">
                  <c:v>1366.49091356967</c:v>
                </c:pt>
                <c:pt idx="2564">
                  <c:v>1368.22395597657</c:v>
                </c:pt>
                <c:pt idx="2565">
                  <c:v>1365.88744979733</c:v>
                </c:pt>
                <c:pt idx="2566">
                  <c:v>1365.81457320843</c:v>
                </c:pt>
                <c:pt idx="2567">
                  <c:v>1365.5822151596</c:v>
                </c:pt>
                <c:pt idx="2568">
                  <c:v>1365.42899976576</c:v>
                </c:pt>
                <c:pt idx="2569">
                  <c:v>1366.25403533488</c:v>
                </c:pt>
                <c:pt idx="2570">
                  <c:v>1367.38000445277</c:v>
                </c:pt>
                <c:pt idx="2571">
                  <c:v>1368.72812660879</c:v>
                </c:pt>
                <c:pt idx="2572">
                  <c:v>1364.41185802888</c:v>
                </c:pt>
                <c:pt idx="2573">
                  <c:v>1364.83992817795</c:v>
                </c:pt>
                <c:pt idx="2574">
                  <c:v>1364.61820894005</c:v>
                </c:pt>
                <c:pt idx="2575">
                  <c:v>1366.36478681442</c:v>
                </c:pt>
                <c:pt idx="2576">
                  <c:v>1362.85867673183</c:v>
                </c:pt>
                <c:pt idx="2577">
                  <c:v>1363.59906177642</c:v>
                </c:pt>
                <c:pt idx="2578">
                  <c:v>1366.66216896826</c:v>
                </c:pt>
                <c:pt idx="2579">
                  <c:v>1369.06263521146</c:v>
                </c:pt>
                <c:pt idx="2580">
                  <c:v>1370.20671032828</c:v>
                </c:pt>
                <c:pt idx="2581">
                  <c:v>1370.44685621508</c:v>
                </c:pt>
                <c:pt idx="2582">
                  <c:v>1372.60383300493</c:v>
                </c:pt>
                <c:pt idx="2583">
                  <c:v>1369.92669720937</c:v>
                </c:pt>
                <c:pt idx="2584">
                  <c:v>1369.07196116667</c:v>
                </c:pt>
                <c:pt idx="2585">
                  <c:v>1369.67581413554</c:v>
                </c:pt>
                <c:pt idx="2586">
                  <c:v>1369.62028950246</c:v>
                </c:pt>
                <c:pt idx="2587">
                  <c:v>1369.11699225097</c:v>
                </c:pt>
                <c:pt idx="2588">
                  <c:v>1368.85219938475</c:v>
                </c:pt>
                <c:pt idx="2589">
                  <c:v>1367.18604336537</c:v>
                </c:pt>
                <c:pt idx="2590">
                  <c:v>1367.72582657313</c:v>
                </c:pt>
                <c:pt idx="2591">
                  <c:v>1367.47947394197</c:v>
                </c:pt>
                <c:pt idx="2592">
                  <c:v>1362.62384620357</c:v>
                </c:pt>
                <c:pt idx="2593">
                  <c:v>1364.20250217908</c:v>
                </c:pt>
                <c:pt idx="2594">
                  <c:v>1367.84048561462</c:v>
                </c:pt>
                <c:pt idx="2595">
                  <c:v>1369.42582950846</c:v>
                </c:pt>
                <c:pt idx="2596">
                  <c:v>1370.30289253088</c:v>
                </c:pt>
                <c:pt idx="2597">
                  <c:v>1370.58633726993</c:v>
                </c:pt>
                <c:pt idx="2598">
                  <c:v>1374.43321598268</c:v>
                </c:pt>
                <c:pt idx="2599">
                  <c:v>1373.89112146975</c:v>
                </c:pt>
                <c:pt idx="2600">
                  <c:v>1374.46288659343</c:v>
                </c:pt>
                <c:pt idx="2601">
                  <c:v>1374.33950820345</c:v>
                </c:pt>
                <c:pt idx="2602">
                  <c:v>1375.29229521373</c:v>
                </c:pt>
                <c:pt idx="2603">
                  <c:v>1373.62710787389</c:v>
                </c:pt>
                <c:pt idx="2604">
                  <c:v>1373.61765284496</c:v>
                </c:pt>
                <c:pt idx="2605">
                  <c:v>1375.69220005619</c:v>
                </c:pt>
                <c:pt idx="2606">
                  <c:v>1377.66753988256</c:v>
                </c:pt>
                <c:pt idx="2607">
                  <c:v>1376.17371490388</c:v>
                </c:pt>
                <c:pt idx="2608">
                  <c:v>1375.58726168997</c:v>
                </c:pt>
                <c:pt idx="2609">
                  <c:v>1376.22800077967</c:v>
                </c:pt>
                <c:pt idx="2610">
                  <c:v>1374.50813326259</c:v>
                </c:pt>
                <c:pt idx="2611">
                  <c:v>1376.15892853972</c:v>
                </c:pt>
                <c:pt idx="2612">
                  <c:v>1376.75069460395</c:v>
                </c:pt>
                <c:pt idx="2613">
                  <c:v>1375.60268091743</c:v>
                </c:pt>
                <c:pt idx="2614">
                  <c:v>1379.71432860646</c:v>
                </c:pt>
                <c:pt idx="2615">
                  <c:v>1379.57209131187</c:v>
                </c:pt>
                <c:pt idx="2616">
                  <c:v>1380.51295590322</c:v>
                </c:pt>
                <c:pt idx="2617">
                  <c:v>1381.83447253164</c:v>
                </c:pt>
                <c:pt idx="2618">
                  <c:v>1381.1852986685</c:v>
                </c:pt>
                <c:pt idx="2619">
                  <c:v>1380.00407374098</c:v>
                </c:pt>
                <c:pt idx="2620">
                  <c:v>1380.64276834368</c:v>
                </c:pt>
                <c:pt idx="2621">
                  <c:v>1381.1785032175</c:v>
                </c:pt>
                <c:pt idx="2622">
                  <c:v>1382.7964512777</c:v>
                </c:pt>
                <c:pt idx="2623">
                  <c:v>1382.24876600426</c:v>
                </c:pt>
                <c:pt idx="2624">
                  <c:v>1384.82493659901</c:v>
                </c:pt>
                <c:pt idx="2625">
                  <c:v>1385.459948486</c:v>
                </c:pt>
                <c:pt idx="2626">
                  <c:v>1385.71458463037</c:v>
                </c:pt>
                <c:pt idx="2627">
                  <c:v>1384.7427378444</c:v>
                </c:pt>
                <c:pt idx="2628">
                  <c:v>1384.75472973314</c:v>
                </c:pt>
                <c:pt idx="2629">
                  <c:v>1385.63164147869</c:v>
                </c:pt>
                <c:pt idx="2630">
                  <c:v>1385.2480491206</c:v>
                </c:pt>
                <c:pt idx="2631">
                  <c:v>1387.66069681369</c:v>
                </c:pt>
                <c:pt idx="2632">
                  <c:v>1390.18529314964</c:v>
                </c:pt>
                <c:pt idx="2633">
                  <c:v>1391.16288422999</c:v>
                </c:pt>
                <c:pt idx="2634">
                  <c:v>1389.73155619782</c:v>
                </c:pt>
                <c:pt idx="2635">
                  <c:v>1390.63581038688</c:v>
                </c:pt>
                <c:pt idx="2636">
                  <c:v>1389.71259146228</c:v>
                </c:pt>
                <c:pt idx="2637">
                  <c:v>1388.83048706701</c:v>
                </c:pt>
                <c:pt idx="2638">
                  <c:v>1388.74440535678</c:v>
                </c:pt>
                <c:pt idx="2639">
                  <c:v>1389.50629663746</c:v>
                </c:pt>
                <c:pt idx="2640">
                  <c:v>1389.29681948657</c:v>
                </c:pt>
                <c:pt idx="2641">
                  <c:v>1386.65998232126</c:v>
                </c:pt>
                <c:pt idx="2642">
                  <c:v>1386.8500457527</c:v>
                </c:pt>
                <c:pt idx="2643">
                  <c:v>1386.41471914092</c:v>
                </c:pt>
                <c:pt idx="2644">
                  <c:v>1386.40181192292</c:v>
                </c:pt>
                <c:pt idx="2645">
                  <c:v>1386.4383803769</c:v>
                </c:pt>
                <c:pt idx="2646">
                  <c:v>1384.67256375904</c:v>
                </c:pt>
                <c:pt idx="2647">
                  <c:v>1384.83985870429</c:v>
                </c:pt>
                <c:pt idx="2648">
                  <c:v>1386.25251129601</c:v>
                </c:pt>
                <c:pt idx="2649">
                  <c:v>1386.75300733418</c:v>
                </c:pt>
                <c:pt idx="2650">
                  <c:v>1386.57376288965</c:v>
                </c:pt>
                <c:pt idx="2651">
                  <c:v>1384.17252186063</c:v>
                </c:pt>
                <c:pt idx="2652">
                  <c:v>1370.00607781249</c:v>
                </c:pt>
                <c:pt idx="2653">
                  <c:v>1370.6143756773</c:v>
                </c:pt>
                <c:pt idx="2654">
                  <c:v>1370.27105626824</c:v>
                </c:pt>
                <c:pt idx="2655">
                  <c:v>1370.19025053353</c:v>
                </c:pt>
                <c:pt idx="2656">
                  <c:v>1370.7736570059</c:v>
                </c:pt>
                <c:pt idx="2657">
                  <c:v>1369.68886181376</c:v>
                </c:pt>
                <c:pt idx="2658">
                  <c:v>1370.09863648873</c:v>
                </c:pt>
                <c:pt idx="2659">
                  <c:v>1370.51952164405</c:v>
                </c:pt>
                <c:pt idx="2660">
                  <c:v>1369.29356239464</c:v>
                </c:pt>
                <c:pt idx="2661">
                  <c:v>1368.91737684404</c:v>
                </c:pt>
                <c:pt idx="2662">
                  <c:v>1369.15760102571</c:v>
                </c:pt>
                <c:pt idx="2663">
                  <c:v>1370.33815244762</c:v>
                </c:pt>
                <c:pt idx="2664">
                  <c:v>1365.62173894769</c:v>
                </c:pt>
                <c:pt idx="2665">
                  <c:v>1365.69858918892</c:v>
                </c:pt>
                <c:pt idx="2666">
                  <c:v>1367.3423627866</c:v>
                </c:pt>
                <c:pt idx="2667">
                  <c:v>1364.69485854327</c:v>
                </c:pt>
                <c:pt idx="2668">
                  <c:v>1361.6239927605</c:v>
                </c:pt>
                <c:pt idx="2669">
                  <c:v>1361.21378028917</c:v>
                </c:pt>
                <c:pt idx="2670">
                  <c:v>1358.98474478587</c:v>
                </c:pt>
                <c:pt idx="2671">
                  <c:v>1359.02565960035</c:v>
                </c:pt>
                <c:pt idx="2672">
                  <c:v>1358.09206311165</c:v>
                </c:pt>
                <c:pt idx="2673">
                  <c:v>1358.51194133177</c:v>
                </c:pt>
                <c:pt idx="2674">
                  <c:v>1358.55833243168</c:v>
                </c:pt>
                <c:pt idx="2675">
                  <c:v>1357.87586207186</c:v>
                </c:pt>
                <c:pt idx="2676">
                  <c:v>1359.12189515493</c:v>
                </c:pt>
                <c:pt idx="2677">
                  <c:v>1359.68078997263</c:v>
                </c:pt>
                <c:pt idx="2678">
                  <c:v>1360.33161525444</c:v>
                </c:pt>
                <c:pt idx="2679">
                  <c:v>1360.53579645388</c:v>
                </c:pt>
                <c:pt idx="2680">
                  <c:v>1361.70266357059</c:v>
                </c:pt>
                <c:pt idx="2681">
                  <c:v>1365.05197081316</c:v>
                </c:pt>
                <c:pt idx="2682">
                  <c:v>1370.39356628791</c:v>
                </c:pt>
                <c:pt idx="2683">
                  <c:v>1372.89686883679</c:v>
                </c:pt>
                <c:pt idx="2684">
                  <c:v>1374.20322789742</c:v>
                </c:pt>
                <c:pt idx="2685">
                  <c:v>1376.45994398894</c:v>
                </c:pt>
                <c:pt idx="2686">
                  <c:v>1376.77915016934</c:v>
                </c:pt>
                <c:pt idx="2687">
                  <c:v>1377.06867178749</c:v>
                </c:pt>
                <c:pt idx="2688">
                  <c:v>1374.80838959461</c:v>
                </c:pt>
                <c:pt idx="2689">
                  <c:v>1374.76529396593</c:v>
                </c:pt>
                <c:pt idx="2690">
                  <c:v>1374.09646325342</c:v>
                </c:pt>
                <c:pt idx="2691">
                  <c:v>1374.95376059277</c:v>
                </c:pt>
                <c:pt idx="2692">
                  <c:v>1372.67321647909</c:v>
                </c:pt>
                <c:pt idx="2693">
                  <c:v>1373.24095887477</c:v>
                </c:pt>
                <c:pt idx="2694">
                  <c:v>1371.95272248507</c:v>
                </c:pt>
                <c:pt idx="2695">
                  <c:v>1379.23059706989</c:v>
                </c:pt>
                <c:pt idx="2696">
                  <c:v>1381.25178932509</c:v>
                </c:pt>
                <c:pt idx="2697">
                  <c:v>1375.60517052322</c:v>
                </c:pt>
                <c:pt idx="2698">
                  <c:v>1377.62685810075</c:v>
                </c:pt>
                <c:pt idx="2699">
                  <c:v>1377.38204701789</c:v>
                </c:pt>
                <c:pt idx="2700">
                  <c:v>1377.80174105378</c:v>
                </c:pt>
                <c:pt idx="2701">
                  <c:v>1378.36997171219</c:v>
                </c:pt>
                <c:pt idx="2702">
                  <c:v>1379.77233998814</c:v>
                </c:pt>
                <c:pt idx="2703">
                  <c:v>1382.05367368221</c:v>
                </c:pt>
                <c:pt idx="2704">
                  <c:v>1380.8361283091</c:v>
                </c:pt>
                <c:pt idx="2705">
                  <c:v>1380.35620601895</c:v>
                </c:pt>
                <c:pt idx="2706">
                  <c:v>1378.9914795101</c:v>
                </c:pt>
                <c:pt idx="2707">
                  <c:v>1379.49125364372</c:v>
                </c:pt>
                <c:pt idx="2708">
                  <c:v>1383.16058997552</c:v>
                </c:pt>
                <c:pt idx="2709">
                  <c:v>1379.79689342169</c:v>
                </c:pt>
                <c:pt idx="2710">
                  <c:v>1379.1982594711</c:v>
                </c:pt>
                <c:pt idx="2711">
                  <c:v>1379.26083151791</c:v>
                </c:pt>
                <c:pt idx="2712">
                  <c:v>1379.00596967835</c:v>
                </c:pt>
                <c:pt idx="2713">
                  <c:v>1379.66256803728</c:v>
                </c:pt>
                <c:pt idx="2714">
                  <c:v>1375.29101545196</c:v>
                </c:pt>
                <c:pt idx="2715">
                  <c:v>1376.58528487564</c:v>
                </c:pt>
                <c:pt idx="2716">
                  <c:v>1378.31622748013</c:v>
                </c:pt>
                <c:pt idx="2717">
                  <c:v>1374.12193749218</c:v>
                </c:pt>
                <c:pt idx="2718">
                  <c:v>1373.88837448047</c:v>
                </c:pt>
                <c:pt idx="2719">
                  <c:v>1373.66092697833</c:v>
                </c:pt>
                <c:pt idx="2720">
                  <c:v>1373.42165503305</c:v>
                </c:pt>
                <c:pt idx="2721">
                  <c:v>1374.66627707471</c:v>
                </c:pt>
                <c:pt idx="2722">
                  <c:v>1369.67372662356</c:v>
                </c:pt>
                <c:pt idx="2723">
                  <c:v>1370.67959078137</c:v>
                </c:pt>
                <c:pt idx="2724">
                  <c:v>1370.94332263763</c:v>
                </c:pt>
                <c:pt idx="2725">
                  <c:v>1370.55880355776</c:v>
                </c:pt>
                <c:pt idx="2726">
                  <c:v>1370.54279475909</c:v>
                </c:pt>
                <c:pt idx="2727">
                  <c:v>1369.57965382942</c:v>
                </c:pt>
                <c:pt idx="2728">
                  <c:v>1369.67981777861</c:v>
                </c:pt>
                <c:pt idx="2729">
                  <c:v>1369.75642212268</c:v>
                </c:pt>
                <c:pt idx="2730">
                  <c:v>1368.25689096154</c:v>
                </c:pt>
                <c:pt idx="2731">
                  <c:v>1369.98946501718</c:v>
                </c:pt>
                <c:pt idx="2732">
                  <c:v>1368.65699521134</c:v>
                </c:pt>
                <c:pt idx="2733">
                  <c:v>1370.5824395996</c:v>
                </c:pt>
                <c:pt idx="2734">
                  <c:v>1370.2981737865</c:v>
                </c:pt>
                <c:pt idx="2735">
                  <c:v>1382.68268447803</c:v>
                </c:pt>
                <c:pt idx="2736">
                  <c:v>1383.22775553991</c:v>
                </c:pt>
                <c:pt idx="2737">
                  <c:v>1383.81482681689</c:v>
                </c:pt>
                <c:pt idx="2738">
                  <c:v>1382.6463152614</c:v>
                </c:pt>
                <c:pt idx="2739">
                  <c:v>1382.38221640926</c:v>
                </c:pt>
                <c:pt idx="2740">
                  <c:v>1383.29729591717</c:v>
                </c:pt>
                <c:pt idx="2741">
                  <c:v>1381.99542266341</c:v>
                </c:pt>
                <c:pt idx="2742">
                  <c:v>1383.08734140823</c:v>
                </c:pt>
                <c:pt idx="2743">
                  <c:v>1377.82916389279</c:v>
                </c:pt>
                <c:pt idx="2744">
                  <c:v>1379.14953060644</c:v>
                </c:pt>
                <c:pt idx="2745">
                  <c:v>1380.82576785586</c:v>
                </c:pt>
                <c:pt idx="2746">
                  <c:v>1379.99268887092</c:v>
                </c:pt>
                <c:pt idx="2747">
                  <c:v>1380.86582594462</c:v>
                </c:pt>
                <c:pt idx="2748">
                  <c:v>1378.15783012514</c:v>
                </c:pt>
                <c:pt idx="2749">
                  <c:v>1375.89281584071</c:v>
                </c:pt>
                <c:pt idx="2750">
                  <c:v>1378.87685442464</c:v>
                </c:pt>
                <c:pt idx="2751">
                  <c:v>1377.471910202</c:v>
                </c:pt>
                <c:pt idx="2752">
                  <c:v>1378.1624902706</c:v>
                </c:pt>
                <c:pt idx="2753">
                  <c:v>1376.96374984995</c:v>
                </c:pt>
                <c:pt idx="2754">
                  <c:v>1376.44176713242</c:v>
                </c:pt>
                <c:pt idx="2755">
                  <c:v>1376.79858825555</c:v>
                </c:pt>
                <c:pt idx="2756">
                  <c:v>1377.60497770383</c:v>
                </c:pt>
                <c:pt idx="2757">
                  <c:v>1379.38252453878</c:v>
                </c:pt>
                <c:pt idx="2758">
                  <c:v>1379.13102616056</c:v>
                </c:pt>
                <c:pt idx="2759">
                  <c:v>1378.48415216405</c:v>
                </c:pt>
                <c:pt idx="2760">
                  <c:v>1378.60963028396</c:v>
                </c:pt>
                <c:pt idx="2761">
                  <c:v>1377.5314080985</c:v>
                </c:pt>
                <c:pt idx="2762">
                  <c:v>1377.7043393593</c:v>
                </c:pt>
                <c:pt idx="2763">
                  <c:v>1377.60018678915</c:v>
                </c:pt>
                <c:pt idx="2764">
                  <c:v>1376.32181239262</c:v>
                </c:pt>
                <c:pt idx="2765">
                  <c:v>1375.89290734781</c:v>
                </c:pt>
                <c:pt idx="2766">
                  <c:v>1375.83384582984</c:v>
                </c:pt>
                <c:pt idx="2767">
                  <c:v>1375.94860281273</c:v>
                </c:pt>
                <c:pt idx="2768">
                  <c:v>1376.14324664062</c:v>
                </c:pt>
                <c:pt idx="2769">
                  <c:v>1377.97892994624</c:v>
                </c:pt>
                <c:pt idx="2770">
                  <c:v>1378.64878486976</c:v>
                </c:pt>
                <c:pt idx="2771">
                  <c:v>1378.71622047695</c:v>
                </c:pt>
                <c:pt idx="2772">
                  <c:v>1378.73254627719</c:v>
                </c:pt>
                <c:pt idx="2773">
                  <c:v>1378.15133965744</c:v>
                </c:pt>
                <c:pt idx="2774">
                  <c:v>1377.85321624324</c:v>
                </c:pt>
                <c:pt idx="2775">
                  <c:v>1377.23711420317</c:v>
                </c:pt>
                <c:pt idx="2776">
                  <c:v>1378.28797144498</c:v>
                </c:pt>
                <c:pt idx="2777">
                  <c:v>1374.28801807038</c:v>
                </c:pt>
                <c:pt idx="2778">
                  <c:v>1375.06827914439</c:v>
                </c:pt>
                <c:pt idx="2779">
                  <c:v>1373.67510998854</c:v>
                </c:pt>
                <c:pt idx="2780">
                  <c:v>1375.1369407207</c:v>
                </c:pt>
                <c:pt idx="2781">
                  <c:v>1376.24976485669</c:v>
                </c:pt>
                <c:pt idx="2782">
                  <c:v>1376.02825233634</c:v>
                </c:pt>
                <c:pt idx="2783">
                  <c:v>1375.50325129116</c:v>
                </c:pt>
                <c:pt idx="2784">
                  <c:v>1375.68158956814</c:v>
                </c:pt>
                <c:pt idx="2785">
                  <c:v>1376.39869310357</c:v>
                </c:pt>
                <c:pt idx="2786">
                  <c:v>1376.31838458726</c:v>
                </c:pt>
                <c:pt idx="2787">
                  <c:v>1376.79675715323</c:v>
                </c:pt>
                <c:pt idx="2788">
                  <c:v>1377.84782149154</c:v>
                </c:pt>
                <c:pt idx="2789">
                  <c:v>1376.88361689877</c:v>
                </c:pt>
                <c:pt idx="2790">
                  <c:v>1381.2742562819</c:v>
                </c:pt>
                <c:pt idx="2791">
                  <c:v>1381.83903909784</c:v>
                </c:pt>
                <c:pt idx="2792">
                  <c:v>1382.05358927282</c:v>
                </c:pt>
                <c:pt idx="2793">
                  <c:v>1382.4279524535</c:v>
                </c:pt>
                <c:pt idx="2794">
                  <c:v>1382.94861905828</c:v>
                </c:pt>
                <c:pt idx="2795">
                  <c:v>1382.89098219789</c:v>
                </c:pt>
                <c:pt idx="2796">
                  <c:v>1383.07905186477</c:v>
                </c:pt>
                <c:pt idx="2797">
                  <c:v>1383.76237070349</c:v>
                </c:pt>
                <c:pt idx="2798">
                  <c:v>1384.04003485953</c:v>
                </c:pt>
                <c:pt idx="2799">
                  <c:v>1384.49513335922</c:v>
                </c:pt>
                <c:pt idx="2800">
                  <c:v>1384.47026660428</c:v>
                </c:pt>
                <c:pt idx="2801">
                  <c:v>1384.90427746539</c:v>
                </c:pt>
                <c:pt idx="2802">
                  <c:v>1384.4399323734</c:v>
                </c:pt>
                <c:pt idx="2803">
                  <c:v>1384.67900913412</c:v>
                </c:pt>
                <c:pt idx="2804">
                  <c:v>1384.83815976822</c:v>
                </c:pt>
                <c:pt idx="2805">
                  <c:v>1383.82922486026</c:v>
                </c:pt>
                <c:pt idx="2806">
                  <c:v>1384.07959171271</c:v>
                </c:pt>
                <c:pt idx="2807">
                  <c:v>1385.08998509464</c:v>
                </c:pt>
                <c:pt idx="2808">
                  <c:v>1387.47984259302</c:v>
                </c:pt>
                <c:pt idx="2809">
                  <c:v>1388.69286617733</c:v>
                </c:pt>
                <c:pt idx="2810">
                  <c:v>1381.92149638478</c:v>
                </c:pt>
                <c:pt idx="2811">
                  <c:v>1381.73356670471</c:v>
                </c:pt>
                <c:pt idx="2812">
                  <c:v>1381.27256986109</c:v>
                </c:pt>
                <c:pt idx="2813">
                  <c:v>1382.24193479736</c:v>
                </c:pt>
                <c:pt idx="2814">
                  <c:v>1382.88308804636</c:v>
                </c:pt>
                <c:pt idx="2815">
                  <c:v>1382.35718574942</c:v>
                </c:pt>
                <c:pt idx="2816">
                  <c:v>1382.4663101806</c:v>
                </c:pt>
                <c:pt idx="2817">
                  <c:v>1381.59109377141</c:v>
                </c:pt>
                <c:pt idx="2818">
                  <c:v>1381.54465023261</c:v>
                </c:pt>
                <c:pt idx="2819">
                  <c:v>1381.69332232279</c:v>
                </c:pt>
                <c:pt idx="2820">
                  <c:v>1381.36207901994</c:v>
                </c:pt>
                <c:pt idx="2821">
                  <c:v>1381.24237301427</c:v>
                </c:pt>
                <c:pt idx="2822">
                  <c:v>1380.24031625232</c:v>
                </c:pt>
                <c:pt idx="2823">
                  <c:v>1377.90901400583</c:v>
                </c:pt>
                <c:pt idx="2824">
                  <c:v>1381.26070190128</c:v>
                </c:pt>
                <c:pt idx="2825">
                  <c:v>1380.51673809866</c:v>
                </c:pt>
                <c:pt idx="2826">
                  <c:v>1380.22394016073</c:v>
                </c:pt>
                <c:pt idx="2827">
                  <c:v>1380.44569916517</c:v>
                </c:pt>
                <c:pt idx="2828">
                  <c:v>1380.27690426635</c:v>
                </c:pt>
                <c:pt idx="2829">
                  <c:v>1384.10277937302</c:v>
                </c:pt>
                <c:pt idx="2830">
                  <c:v>1382.12927158743</c:v>
                </c:pt>
                <c:pt idx="2831">
                  <c:v>1383.89341780318</c:v>
                </c:pt>
                <c:pt idx="2832">
                  <c:v>1384.04726873777</c:v>
                </c:pt>
                <c:pt idx="2833">
                  <c:v>1385.29340943015</c:v>
                </c:pt>
                <c:pt idx="2834">
                  <c:v>1386.49554017937</c:v>
                </c:pt>
                <c:pt idx="2835">
                  <c:v>1387.58725404486</c:v>
                </c:pt>
                <c:pt idx="2836">
                  <c:v>1388.10331665708</c:v>
                </c:pt>
                <c:pt idx="2837">
                  <c:v>1387.23842609657</c:v>
                </c:pt>
                <c:pt idx="2838">
                  <c:v>1386.20084939731</c:v>
                </c:pt>
                <c:pt idx="2839">
                  <c:v>1387.16306669683</c:v>
                </c:pt>
                <c:pt idx="2840">
                  <c:v>1388.85796711146</c:v>
                </c:pt>
                <c:pt idx="2841">
                  <c:v>1388.8928146541</c:v>
                </c:pt>
                <c:pt idx="2842">
                  <c:v>1390.66146875443</c:v>
                </c:pt>
                <c:pt idx="2843">
                  <c:v>1388.39275303647</c:v>
                </c:pt>
                <c:pt idx="2844">
                  <c:v>1388.25569681989</c:v>
                </c:pt>
                <c:pt idx="2845">
                  <c:v>1388.56375222134</c:v>
                </c:pt>
                <c:pt idx="2846">
                  <c:v>1388.06113235498</c:v>
                </c:pt>
                <c:pt idx="2847">
                  <c:v>1387.89977321906</c:v>
                </c:pt>
                <c:pt idx="2848">
                  <c:v>1388.25149184505</c:v>
                </c:pt>
                <c:pt idx="2849">
                  <c:v>1388.85661083989</c:v>
                </c:pt>
                <c:pt idx="2850">
                  <c:v>1388.89103092347</c:v>
                </c:pt>
                <c:pt idx="2851">
                  <c:v>1384.25437799626</c:v>
                </c:pt>
                <c:pt idx="2852">
                  <c:v>1386.64840382145</c:v>
                </c:pt>
                <c:pt idx="2853">
                  <c:v>1388.49568056146</c:v>
                </c:pt>
                <c:pt idx="2854">
                  <c:v>1382.99255690864</c:v>
                </c:pt>
                <c:pt idx="2855">
                  <c:v>1382.80753918133</c:v>
                </c:pt>
                <c:pt idx="2856">
                  <c:v>1382.83291593573</c:v>
                </c:pt>
                <c:pt idx="2857">
                  <c:v>1381.80588352532</c:v>
                </c:pt>
                <c:pt idx="2858">
                  <c:v>1380.72811079855</c:v>
                </c:pt>
                <c:pt idx="2859">
                  <c:v>1381.83107063457</c:v>
                </c:pt>
                <c:pt idx="2860">
                  <c:v>1384.93153643711</c:v>
                </c:pt>
                <c:pt idx="2861">
                  <c:v>1385.81007891377</c:v>
                </c:pt>
                <c:pt idx="2862">
                  <c:v>1386.40872347947</c:v>
                </c:pt>
                <c:pt idx="2863">
                  <c:v>1386.45121367718</c:v>
                </c:pt>
                <c:pt idx="2864">
                  <c:v>1386.08413284403</c:v>
                </c:pt>
                <c:pt idx="2865">
                  <c:v>1386.49143309329</c:v>
                </c:pt>
                <c:pt idx="2866">
                  <c:v>1386.89068532212</c:v>
                </c:pt>
                <c:pt idx="2867">
                  <c:v>1386.86007969966</c:v>
                </c:pt>
                <c:pt idx="2868">
                  <c:v>1388.28203073845</c:v>
                </c:pt>
                <c:pt idx="2869">
                  <c:v>1387.09525332813</c:v>
                </c:pt>
                <c:pt idx="2870">
                  <c:v>1386.65718614637</c:v>
                </c:pt>
                <c:pt idx="2871">
                  <c:v>1387.68578007941</c:v>
                </c:pt>
                <c:pt idx="2872">
                  <c:v>1387.51618203991</c:v>
                </c:pt>
                <c:pt idx="2873">
                  <c:v>1386.39322600754</c:v>
                </c:pt>
                <c:pt idx="2874">
                  <c:v>1386.36162110085</c:v>
                </c:pt>
                <c:pt idx="2875">
                  <c:v>1385.52745782372</c:v>
                </c:pt>
                <c:pt idx="2876">
                  <c:v>1386.27265577156</c:v>
                </c:pt>
                <c:pt idx="2877">
                  <c:v>1383.90483445276</c:v>
                </c:pt>
                <c:pt idx="2878">
                  <c:v>1383.47323041471</c:v>
                </c:pt>
                <c:pt idx="2879">
                  <c:v>1381.19772818912</c:v>
                </c:pt>
                <c:pt idx="2880">
                  <c:v>1381.45798771946</c:v>
                </c:pt>
                <c:pt idx="2881">
                  <c:v>1382.03916346327</c:v>
                </c:pt>
                <c:pt idx="2882">
                  <c:v>1380.69693629514</c:v>
                </c:pt>
                <c:pt idx="2883">
                  <c:v>1380.63786132827</c:v>
                </c:pt>
                <c:pt idx="2884">
                  <c:v>1380.48667359613</c:v>
                </c:pt>
                <c:pt idx="2885">
                  <c:v>1380.67453806061</c:v>
                </c:pt>
                <c:pt idx="2886">
                  <c:v>1381.0984624157</c:v>
                </c:pt>
                <c:pt idx="2887">
                  <c:v>1381.22231707351</c:v>
                </c:pt>
                <c:pt idx="2888">
                  <c:v>1381.45483989679</c:v>
                </c:pt>
                <c:pt idx="2889">
                  <c:v>1381.18129305054</c:v>
                </c:pt>
                <c:pt idx="2890">
                  <c:v>1382.07581210381</c:v>
                </c:pt>
                <c:pt idx="2891">
                  <c:v>1382.69156953279</c:v>
                </c:pt>
                <c:pt idx="2892">
                  <c:v>1383.55449188433</c:v>
                </c:pt>
                <c:pt idx="2893">
                  <c:v>1385.6002269123</c:v>
                </c:pt>
                <c:pt idx="2894">
                  <c:v>1385.64508082519</c:v>
                </c:pt>
                <c:pt idx="2895">
                  <c:v>1386.81380492362</c:v>
                </c:pt>
                <c:pt idx="2896">
                  <c:v>1386.3475463573</c:v>
                </c:pt>
                <c:pt idx="2897">
                  <c:v>1386.10031896772</c:v>
                </c:pt>
                <c:pt idx="2898">
                  <c:v>1385.80881148445</c:v>
                </c:pt>
                <c:pt idx="2899">
                  <c:v>1385.95772282206</c:v>
                </c:pt>
                <c:pt idx="2900">
                  <c:v>1386.36290615305</c:v>
                </c:pt>
                <c:pt idx="2901">
                  <c:v>1385.7936995398</c:v>
                </c:pt>
                <c:pt idx="2902">
                  <c:v>1386.32465862528</c:v>
                </c:pt>
                <c:pt idx="2903">
                  <c:v>1387.51185616608</c:v>
                </c:pt>
                <c:pt idx="2904">
                  <c:v>1386.0398852466</c:v>
                </c:pt>
                <c:pt idx="2905">
                  <c:v>1386.20152721203</c:v>
                </c:pt>
                <c:pt idx="2906">
                  <c:v>1385.78074525118</c:v>
                </c:pt>
                <c:pt idx="2907">
                  <c:v>1385.64466542782</c:v>
                </c:pt>
                <c:pt idx="2908">
                  <c:v>1385.11588076521</c:v>
                </c:pt>
                <c:pt idx="2909">
                  <c:v>1384.92221761068</c:v>
                </c:pt>
                <c:pt idx="2910">
                  <c:v>1385.3523936225</c:v>
                </c:pt>
                <c:pt idx="2911">
                  <c:v>1384.14394762892</c:v>
                </c:pt>
                <c:pt idx="2912">
                  <c:v>1383.88443415888</c:v>
                </c:pt>
                <c:pt idx="2913">
                  <c:v>1383.93651926191</c:v>
                </c:pt>
                <c:pt idx="2914">
                  <c:v>1383.85544343356</c:v>
                </c:pt>
                <c:pt idx="2915">
                  <c:v>1383.84333754949</c:v>
                </c:pt>
                <c:pt idx="2916">
                  <c:v>1382.7891598864</c:v>
                </c:pt>
                <c:pt idx="2917">
                  <c:v>1382.95071288122</c:v>
                </c:pt>
                <c:pt idx="2918">
                  <c:v>1382.44562126036</c:v>
                </c:pt>
                <c:pt idx="2919">
                  <c:v>1382.75419938888</c:v>
                </c:pt>
                <c:pt idx="2920">
                  <c:v>1383.87740138036</c:v>
                </c:pt>
                <c:pt idx="2921">
                  <c:v>1383.23627311226</c:v>
                </c:pt>
                <c:pt idx="2922">
                  <c:v>1385.28496488798</c:v>
                </c:pt>
                <c:pt idx="2923">
                  <c:v>1383.34544306209</c:v>
                </c:pt>
                <c:pt idx="2924">
                  <c:v>1383.11314044806</c:v>
                </c:pt>
                <c:pt idx="2925">
                  <c:v>1382.31696751245</c:v>
                </c:pt>
                <c:pt idx="2926">
                  <c:v>1382.10991690472</c:v>
                </c:pt>
                <c:pt idx="2927">
                  <c:v>1381.37119553335</c:v>
                </c:pt>
                <c:pt idx="2928">
                  <c:v>1381.09268957339</c:v>
                </c:pt>
                <c:pt idx="2929">
                  <c:v>1381.0131537707</c:v>
                </c:pt>
                <c:pt idx="2930">
                  <c:v>1381.23448444572</c:v>
                </c:pt>
                <c:pt idx="2931">
                  <c:v>1381.10151932597</c:v>
                </c:pt>
                <c:pt idx="2932">
                  <c:v>1380.11810631408</c:v>
                </c:pt>
                <c:pt idx="2933">
                  <c:v>1379.7644203006</c:v>
                </c:pt>
                <c:pt idx="2934">
                  <c:v>1379.93236861439</c:v>
                </c:pt>
                <c:pt idx="2935">
                  <c:v>1380.68029058881</c:v>
                </c:pt>
                <c:pt idx="2936">
                  <c:v>1382.04590731037</c:v>
                </c:pt>
                <c:pt idx="2937">
                  <c:v>1383.2822703248</c:v>
                </c:pt>
                <c:pt idx="2938">
                  <c:v>1382.93928845586</c:v>
                </c:pt>
                <c:pt idx="2939">
                  <c:v>1383.4997509833</c:v>
                </c:pt>
                <c:pt idx="2940">
                  <c:v>1387.4049238661</c:v>
                </c:pt>
                <c:pt idx="2941">
                  <c:v>1387.49399294609</c:v>
                </c:pt>
                <c:pt idx="2942">
                  <c:v>1388.35875745171</c:v>
                </c:pt>
                <c:pt idx="2943">
                  <c:v>1387.93612037304</c:v>
                </c:pt>
                <c:pt idx="2944">
                  <c:v>1389.14516729506</c:v>
                </c:pt>
                <c:pt idx="2945">
                  <c:v>1388.51361199467</c:v>
                </c:pt>
                <c:pt idx="2946">
                  <c:v>1372.01113286675</c:v>
                </c:pt>
                <c:pt idx="2947">
                  <c:v>1372.10439014935</c:v>
                </c:pt>
                <c:pt idx="2948">
                  <c:v>1374.23052523927</c:v>
                </c:pt>
                <c:pt idx="2949">
                  <c:v>1375.86586851932</c:v>
                </c:pt>
                <c:pt idx="2950">
                  <c:v>1377.52828648112</c:v>
                </c:pt>
                <c:pt idx="2951">
                  <c:v>1376.51499888847</c:v>
                </c:pt>
                <c:pt idx="2952">
                  <c:v>1377.5913386455</c:v>
                </c:pt>
                <c:pt idx="2953">
                  <c:v>1378.15672365681</c:v>
                </c:pt>
                <c:pt idx="2954">
                  <c:v>1377.88320570446</c:v>
                </c:pt>
                <c:pt idx="2955">
                  <c:v>1377.41725298479</c:v>
                </c:pt>
                <c:pt idx="2956">
                  <c:v>1377.16011701695</c:v>
                </c:pt>
                <c:pt idx="2957">
                  <c:v>1377.59694874429</c:v>
                </c:pt>
                <c:pt idx="2958">
                  <c:v>1374.39064227487</c:v>
                </c:pt>
                <c:pt idx="2959">
                  <c:v>1374.64625879347</c:v>
                </c:pt>
                <c:pt idx="2960">
                  <c:v>1374.59653653299</c:v>
                </c:pt>
                <c:pt idx="2961">
                  <c:v>1373.85232057402</c:v>
                </c:pt>
                <c:pt idx="2962">
                  <c:v>1375.41620857457</c:v>
                </c:pt>
                <c:pt idx="2963">
                  <c:v>1376.45374123369</c:v>
                </c:pt>
                <c:pt idx="2964">
                  <c:v>1379.81957536349</c:v>
                </c:pt>
                <c:pt idx="2965">
                  <c:v>1373.96358968013</c:v>
                </c:pt>
                <c:pt idx="2966">
                  <c:v>1374.31199737019</c:v>
                </c:pt>
                <c:pt idx="2967">
                  <c:v>1376.20898504571</c:v>
                </c:pt>
                <c:pt idx="2968">
                  <c:v>1379.16994511566</c:v>
                </c:pt>
                <c:pt idx="2969">
                  <c:v>1380.44335282944</c:v>
                </c:pt>
                <c:pt idx="2970">
                  <c:v>1378.29404597619</c:v>
                </c:pt>
                <c:pt idx="2971">
                  <c:v>1377.67019846644</c:v>
                </c:pt>
                <c:pt idx="2972">
                  <c:v>1378.40461727422</c:v>
                </c:pt>
                <c:pt idx="2973">
                  <c:v>1380.05634982092</c:v>
                </c:pt>
                <c:pt idx="2974">
                  <c:v>1381.21445113814</c:v>
                </c:pt>
                <c:pt idx="2975">
                  <c:v>1381.5791565735</c:v>
                </c:pt>
                <c:pt idx="2976">
                  <c:v>1381.44520930705</c:v>
                </c:pt>
                <c:pt idx="2977">
                  <c:v>1380.75016459519</c:v>
                </c:pt>
                <c:pt idx="2978">
                  <c:v>1380.44577915847</c:v>
                </c:pt>
                <c:pt idx="2979">
                  <c:v>1380.35898726928</c:v>
                </c:pt>
                <c:pt idx="2980">
                  <c:v>1380.12873750777</c:v>
                </c:pt>
                <c:pt idx="2981">
                  <c:v>1380.66789747826</c:v>
                </c:pt>
                <c:pt idx="2982">
                  <c:v>1380.31966720797</c:v>
                </c:pt>
                <c:pt idx="2983">
                  <c:v>1380.42479237268</c:v>
                </c:pt>
                <c:pt idx="2984">
                  <c:v>1381.16215311238</c:v>
                </c:pt>
                <c:pt idx="2985">
                  <c:v>1382.00403114079</c:v>
                </c:pt>
                <c:pt idx="2986">
                  <c:v>1381.83750278865</c:v>
                </c:pt>
                <c:pt idx="2987">
                  <c:v>1381.56092943828</c:v>
                </c:pt>
                <c:pt idx="2988">
                  <c:v>1381.25426512821</c:v>
                </c:pt>
                <c:pt idx="2989">
                  <c:v>1383.69708464876</c:v>
                </c:pt>
                <c:pt idx="2990">
                  <c:v>1385.08664017697</c:v>
                </c:pt>
                <c:pt idx="2991">
                  <c:v>1387.69523496441</c:v>
                </c:pt>
                <c:pt idx="2992">
                  <c:v>1386.24336801853</c:v>
                </c:pt>
                <c:pt idx="2993">
                  <c:v>1386.44353227376</c:v>
                </c:pt>
                <c:pt idx="2994">
                  <c:v>1386.98407437849</c:v>
                </c:pt>
                <c:pt idx="2995">
                  <c:v>1386.91612035821</c:v>
                </c:pt>
                <c:pt idx="2996">
                  <c:v>1387.65034424541</c:v>
                </c:pt>
                <c:pt idx="2997">
                  <c:v>1386.84345785123</c:v>
                </c:pt>
                <c:pt idx="2998">
                  <c:v>1387.5491810499</c:v>
                </c:pt>
                <c:pt idx="2999">
                  <c:v>1388.54374894261</c:v>
                </c:pt>
                <c:pt idx="3000">
                  <c:v>1387.09662024185</c:v>
                </c:pt>
                <c:pt idx="3001">
                  <c:v>1387.92879691878</c:v>
                </c:pt>
                <c:pt idx="3002">
                  <c:v>1388.92899929163</c:v>
                </c:pt>
                <c:pt idx="3003">
                  <c:v>1389.52920877194</c:v>
                </c:pt>
                <c:pt idx="3004">
                  <c:v>1390.4577931039</c:v>
                </c:pt>
                <c:pt idx="3005">
                  <c:v>1390.34472293959</c:v>
                </c:pt>
                <c:pt idx="3006">
                  <c:v>1388.71482369468</c:v>
                </c:pt>
                <c:pt idx="3007">
                  <c:v>1388.89367678794</c:v>
                </c:pt>
                <c:pt idx="3008">
                  <c:v>1389.12344343421</c:v>
                </c:pt>
                <c:pt idx="3009">
                  <c:v>1388.97170561931</c:v>
                </c:pt>
                <c:pt idx="3010">
                  <c:v>1388.61380157075</c:v>
                </c:pt>
                <c:pt idx="3011">
                  <c:v>1388.4738456252</c:v>
                </c:pt>
                <c:pt idx="3012">
                  <c:v>1385.87513712208</c:v>
                </c:pt>
                <c:pt idx="3013">
                  <c:v>1389.77980286798</c:v>
                </c:pt>
                <c:pt idx="3014">
                  <c:v>1391.07171231204</c:v>
                </c:pt>
                <c:pt idx="3015">
                  <c:v>1392.06893160375</c:v>
                </c:pt>
                <c:pt idx="3016">
                  <c:v>1392.30604008917</c:v>
                </c:pt>
                <c:pt idx="3017">
                  <c:v>1393.25044172561</c:v>
                </c:pt>
                <c:pt idx="3018">
                  <c:v>1394.25833876077</c:v>
                </c:pt>
                <c:pt idx="3019">
                  <c:v>1394.39776358115</c:v>
                </c:pt>
                <c:pt idx="3020">
                  <c:v>1392.54665460954</c:v>
                </c:pt>
                <c:pt idx="3021">
                  <c:v>1391.78430526541</c:v>
                </c:pt>
                <c:pt idx="3022">
                  <c:v>1391.41761917638</c:v>
                </c:pt>
                <c:pt idx="3023">
                  <c:v>1389.77106613402</c:v>
                </c:pt>
                <c:pt idx="3024">
                  <c:v>1389.61970889437</c:v>
                </c:pt>
                <c:pt idx="3025">
                  <c:v>1391.75252550454</c:v>
                </c:pt>
                <c:pt idx="3026">
                  <c:v>1392.5357525221</c:v>
                </c:pt>
                <c:pt idx="3027">
                  <c:v>1392.17327519559</c:v>
                </c:pt>
                <c:pt idx="3028">
                  <c:v>1391.97819925077</c:v>
                </c:pt>
                <c:pt idx="3029">
                  <c:v>1391.46782997568</c:v>
                </c:pt>
                <c:pt idx="3030">
                  <c:v>1391.46443279374</c:v>
                </c:pt>
                <c:pt idx="3031">
                  <c:v>1392.91938751776</c:v>
                </c:pt>
                <c:pt idx="3032">
                  <c:v>1392.94547020308</c:v>
                </c:pt>
                <c:pt idx="3033">
                  <c:v>1394.01808432029</c:v>
                </c:pt>
                <c:pt idx="3034">
                  <c:v>1394.94461971269</c:v>
                </c:pt>
                <c:pt idx="3035">
                  <c:v>1395.23004245457</c:v>
                </c:pt>
                <c:pt idx="3036">
                  <c:v>1395.85486161928</c:v>
                </c:pt>
                <c:pt idx="3037">
                  <c:v>1396.0546892493</c:v>
                </c:pt>
                <c:pt idx="3038">
                  <c:v>1396.28062444132</c:v>
                </c:pt>
                <c:pt idx="3039">
                  <c:v>1395.03782239674</c:v>
                </c:pt>
                <c:pt idx="3040">
                  <c:v>1394.94521246991</c:v>
                </c:pt>
                <c:pt idx="3041">
                  <c:v>1392.40647693516</c:v>
                </c:pt>
                <c:pt idx="3042">
                  <c:v>1393.05244141897</c:v>
                </c:pt>
                <c:pt idx="3043">
                  <c:v>1394.21062731436</c:v>
                </c:pt>
                <c:pt idx="3044">
                  <c:v>1393.80979493473</c:v>
                </c:pt>
                <c:pt idx="3045">
                  <c:v>1393.03655819738</c:v>
                </c:pt>
                <c:pt idx="3046">
                  <c:v>1393.69069930422</c:v>
                </c:pt>
                <c:pt idx="3047">
                  <c:v>1390.29396368583</c:v>
                </c:pt>
                <c:pt idx="3048">
                  <c:v>1388.91725150757</c:v>
                </c:pt>
                <c:pt idx="3049">
                  <c:v>1389.64771718235</c:v>
                </c:pt>
                <c:pt idx="3050">
                  <c:v>1388.79533631296</c:v>
                </c:pt>
                <c:pt idx="3051">
                  <c:v>1388.83655883203</c:v>
                </c:pt>
                <c:pt idx="3052">
                  <c:v>1388.71352551679</c:v>
                </c:pt>
                <c:pt idx="3053">
                  <c:v>1389.12325263244</c:v>
                </c:pt>
                <c:pt idx="3054">
                  <c:v>1390.31370141032</c:v>
                </c:pt>
                <c:pt idx="3055">
                  <c:v>1390.08269023018</c:v>
                </c:pt>
                <c:pt idx="3056">
                  <c:v>1387.18223544837</c:v>
                </c:pt>
                <c:pt idx="3057">
                  <c:v>1388.62068446679</c:v>
                </c:pt>
                <c:pt idx="3058">
                  <c:v>1389.63689134775</c:v>
                </c:pt>
                <c:pt idx="3059">
                  <c:v>1389.03983673754</c:v>
                </c:pt>
                <c:pt idx="3060">
                  <c:v>1389.56847208748</c:v>
                </c:pt>
                <c:pt idx="3061">
                  <c:v>1390.41267159937</c:v>
                </c:pt>
                <c:pt idx="3062">
                  <c:v>1393.81659633264</c:v>
                </c:pt>
                <c:pt idx="3063">
                  <c:v>1394.72833257675</c:v>
                </c:pt>
                <c:pt idx="3064">
                  <c:v>1394.47861740864</c:v>
                </c:pt>
                <c:pt idx="3065">
                  <c:v>1396.20367702287</c:v>
                </c:pt>
                <c:pt idx="3066">
                  <c:v>1397.93187592962</c:v>
                </c:pt>
                <c:pt idx="3067">
                  <c:v>1398.56139758608</c:v>
                </c:pt>
                <c:pt idx="3068">
                  <c:v>1398.43393805973</c:v>
                </c:pt>
                <c:pt idx="3069">
                  <c:v>1398.81951019704</c:v>
                </c:pt>
                <c:pt idx="3070">
                  <c:v>1403.55500936827</c:v>
                </c:pt>
                <c:pt idx="3071">
                  <c:v>1404.63018721971</c:v>
                </c:pt>
                <c:pt idx="3072">
                  <c:v>1406.53618878073</c:v>
                </c:pt>
                <c:pt idx="3073">
                  <c:v>1407.06628840313</c:v>
                </c:pt>
                <c:pt idx="3074">
                  <c:v>1407.15998011253</c:v>
                </c:pt>
                <c:pt idx="3075">
                  <c:v>1406.46568491018</c:v>
                </c:pt>
                <c:pt idx="3076">
                  <c:v>1405.69550640751</c:v>
                </c:pt>
                <c:pt idx="3077">
                  <c:v>1406.62623040806</c:v>
                </c:pt>
                <c:pt idx="3078">
                  <c:v>1406.44130494875</c:v>
                </c:pt>
                <c:pt idx="3079">
                  <c:v>1406.00000965507</c:v>
                </c:pt>
                <c:pt idx="3080">
                  <c:v>1406.12392096784</c:v>
                </c:pt>
                <c:pt idx="3081">
                  <c:v>1406.06758427304</c:v>
                </c:pt>
                <c:pt idx="3082">
                  <c:v>1405.00363976336</c:v>
                </c:pt>
                <c:pt idx="3083">
                  <c:v>1404.71166122724</c:v>
                </c:pt>
                <c:pt idx="3084">
                  <c:v>1405.23565370214</c:v>
                </c:pt>
                <c:pt idx="3085">
                  <c:v>1406.58767642192</c:v>
                </c:pt>
                <c:pt idx="3086">
                  <c:v>1408.93612134212</c:v>
                </c:pt>
                <c:pt idx="3087">
                  <c:v>1410.49918268189</c:v>
                </c:pt>
                <c:pt idx="3088">
                  <c:v>1409.87871096646</c:v>
                </c:pt>
                <c:pt idx="3089">
                  <c:v>1406.66168530352</c:v>
                </c:pt>
                <c:pt idx="3090">
                  <c:v>1407.95743846381</c:v>
                </c:pt>
                <c:pt idx="3091">
                  <c:v>1406.93327889129</c:v>
                </c:pt>
                <c:pt idx="3092">
                  <c:v>1405.45138917895</c:v>
                </c:pt>
                <c:pt idx="3093">
                  <c:v>1407.40156464</c:v>
                </c:pt>
                <c:pt idx="3094">
                  <c:v>1406.59320579207</c:v>
                </c:pt>
                <c:pt idx="3095">
                  <c:v>1407.01450432947</c:v>
                </c:pt>
                <c:pt idx="3096">
                  <c:v>1407.06224590044</c:v>
                </c:pt>
                <c:pt idx="3097">
                  <c:v>1407.33346956548</c:v>
                </c:pt>
                <c:pt idx="3098">
                  <c:v>1407.44718641395</c:v>
                </c:pt>
                <c:pt idx="3099">
                  <c:v>1407.38385820572</c:v>
                </c:pt>
                <c:pt idx="3100">
                  <c:v>1405.86266878576</c:v>
                </c:pt>
                <c:pt idx="3101">
                  <c:v>1406.3114717038</c:v>
                </c:pt>
                <c:pt idx="3102">
                  <c:v>1406.57665408562</c:v>
                </c:pt>
                <c:pt idx="3103">
                  <c:v>1406.7185860439</c:v>
                </c:pt>
                <c:pt idx="3104">
                  <c:v>1408.0918876904</c:v>
                </c:pt>
                <c:pt idx="3105">
                  <c:v>1409.42155805173</c:v>
                </c:pt>
                <c:pt idx="3106">
                  <c:v>1410.25940240142</c:v>
                </c:pt>
                <c:pt idx="3107">
                  <c:v>1409.41131128125</c:v>
                </c:pt>
                <c:pt idx="3108">
                  <c:v>1408.79962299669</c:v>
                </c:pt>
                <c:pt idx="3109">
                  <c:v>1406.35382879431</c:v>
                </c:pt>
                <c:pt idx="3110">
                  <c:v>1406.39941371336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29709591"/>
        <c:axId val="510902067"/>
      </c:lineChart>
      <c:dateAx>
        <c:axId val="82970959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10902067"/>
        <c:crosses val="autoZero"/>
        <c:auto val="1"/>
        <c:lblOffset val="100"/>
        <c:baseTimeUnit val="days"/>
        <c:majorUnit val="2"/>
        <c:majorTimeUnit val="years"/>
      </c:dateAx>
      <c:valAx>
        <c:axId val="510902067"/>
        <c:scaling>
          <c:orientation val="minMax"/>
          <c:min val="8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9709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b="1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沪深300股指期权隐含波动率、历史波动率及波动率溢价情况</a:t>
            </a:r>
            <a:endParaRPr b="1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c:rich>
      </c:tx>
      <c:layout>
        <c:manualLayout>
          <c:xMode val="edge"/>
          <c:yMode val="edge"/>
          <c:x val="0.221111111111111"/>
          <c:y val="0.034722222222222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areaChart>
        <c:grouping val="standard"/>
        <c:varyColors val="0"/>
        <c:ser>
          <c:idx val="2"/>
          <c:order val="2"/>
          <c:tx>
            <c:strRef>
              <c:f>csi300_vol_premium.csv!$D$1</c:f>
              <c:strCache>
                <c:ptCount val="1"/>
                <c:pt idx="0">
                  <c:v>波动率溢价(右轴)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dLbls>
            <c:delete val="1"/>
          </c:dLbls>
          <c:cat>
            <c:numRef>
              <c:f>csi300_vol_premium.csv!$A$2:$A$1204</c:f>
              <c:numCache>
                <c:formatCode>yyyy/m/d</c:formatCode>
                <c:ptCount val="1203"/>
                <c:pt idx="0" c:formatCode="yyyy/m/d">
                  <c:v>43823</c:v>
                </c:pt>
                <c:pt idx="1" c:formatCode="yyyy/m/d">
                  <c:v>43824</c:v>
                </c:pt>
                <c:pt idx="2" c:formatCode="yyyy/m/d">
                  <c:v>43825</c:v>
                </c:pt>
                <c:pt idx="3" c:formatCode="yyyy/m/d">
                  <c:v>43826</c:v>
                </c:pt>
                <c:pt idx="4" c:formatCode="yyyy/m/d">
                  <c:v>43829</c:v>
                </c:pt>
                <c:pt idx="5" c:formatCode="yyyy/m/d">
                  <c:v>43830</c:v>
                </c:pt>
                <c:pt idx="6" c:formatCode="yyyy/m/d">
                  <c:v>43832</c:v>
                </c:pt>
                <c:pt idx="7" c:formatCode="yyyy/m/d">
                  <c:v>43833</c:v>
                </c:pt>
                <c:pt idx="8" c:formatCode="yyyy/m/d">
                  <c:v>43836</c:v>
                </c:pt>
                <c:pt idx="9" c:formatCode="yyyy/m/d">
                  <c:v>43837</c:v>
                </c:pt>
                <c:pt idx="10" c:formatCode="yyyy/m/d">
                  <c:v>43838</c:v>
                </c:pt>
                <c:pt idx="11" c:formatCode="yyyy/m/d">
                  <c:v>43839</c:v>
                </c:pt>
                <c:pt idx="12" c:formatCode="yyyy/m/d">
                  <c:v>43840</c:v>
                </c:pt>
                <c:pt idx="13" c:formatCode="yyyy/m/d">
                  <c:v>43843</c:v>
                </c:pt>
                <c:pt idx="14" c:formatCode="yyyy/m/d">
                  <c:v>43844</c:v>
                </c:pt>
                <c:pt idx="15" c:formatCode="yyyy/m/d">
                  <c:v>43845</c:v>
                </c:pt>
                <c:pt idx="16" c:formatCode="yyyy/m/d">
                  <c:v>43846</c:v>
                </c:pt>
                <c:pt idx="17" c:formatCode="yyyy/m/d">
                  <c:v>43847</c:v>
                </c:pt>
                <c:pt idx="18" c:formatCode="yyyy/m/d">
                  <c:v>43850</c:v>
                </c:pt>
                <c:pt idx="19" c:formatCode="yyyy/m/d">
                  <c:v>43851</c:v>
                </c:pt>
                <c:pt idx="20" c:formatCode="yyyy/m/d">
                  <c:v>43852</c:v>
                </c:pt>
                <c:pt idx="21" c:formatCode="yyyy/m/d">
                  <c:v>43853</c:v>
                </c:pt>
                <c:pt idx="22" c:formatCode="yyyy/m/d">
                  <c:v>43864</c:v>
                </c:pt>
                <c:pt idx="23" c:formatCode="yyyy/m/d">
                  <c:v>43865</c:v>
                </c:pt>
                <c:pt idx="24" c:formatCode="yyyy/m/d">
                  <c:v>43866</c:v>
                </c:pt>
                <c:pt idx="25" c:formatCode="yyyy/m/d">
                  <c:v>43867</c:v>
                </c:pt>
                <c:pt idx="26" c:formatCode="yyyy/m/d">
                  <c:v>43868</c:v>
                </c:pt>
                <c:pt idx="27" c:formatCode="yyyy/m/d">
                  <c:v>43871</c:v>
                </c:pt>
                <c:pt idx="28" c:formatCode="yyyy/m/d">
                  <c:v>43872</c:v>
                </c:pt>
                <c:pt idx="29" c:formatCode="yyyy/m/d">
                  <c:v>43873</c:v>
                </c:pt>
                <c:pt idx="30" c:formatCode="yyyy/m/d">
                  <c:v>43874</c:v>
                </c:pt>
                <c:pt idx="31" c:formatCode="yyyy/m/d">
                  <c:v>43875</c:v>
                </c:pt>
                <c:pt idx="32" c:formatCode="yyyy/m/d">
                  <c:v>43878</c:v>
                </c:pt>
                <c:pt idx="33" c:formatCode="yyyy/m/d">
                  <c:v>43879</c:v>
                </c:pt>
                <c:pt idx="34" c:formatCode="yyyy/m/d">
                  <c:v>43880</c:v>
                </c:pt>
                <c:pt idx="35" c:formatCode="yyyy/m/d">
                  <c:v>43881</c:v>
                </c:pt>
                <c:pt idx="36" c:formatCode="yyyy/m/d">
                  <c:v>43882</c:v>
                </c:pt>
                <c:pt idx="37" c:formatCode="yyyy/m/d">
                  <c:v>43885</c:v>
                </c:pt>
                <c:pt idx="38" c:formatCode="yyyy/m/d">
                  <c:v>43886</c:v>
                </c:pt>
                <c:pt idx="39" c:formatCode="yyyy/m/d">
                  <c:v>43887</c:v>
                </c:pt>
                <c:pt idx="40" c:formatCode="yyyy/m/d">
                  <c:v>43888</c:v>
                </c:pt>
                <c:pt idx="41" c:formatCode="yyyy/m/d">
                  <c:v>43889</c:v>
                </c:pt>
                <c:pt idx="42" c:formatCode="yyyy/m/d">
                  <c:v>43892</c:v>
                </c:pt>
                <c:pt idx="43" c:formatCode="yyyy/m/d">
                  <c:v>43893</c:v>
                </c:pt>
                <c:pt idx="44" c:formatCode="yyyy/m/d">
                  <c:v>43894</c:v>
                </c:pt>
                <c:pt idx="45" c:formatCode="yyyy/m/d">
                  <c:v>43895</c:v>
                </c:pt>
                <c:pt idx="46" c:formatCode="yyyy/m/d">
                  <c:v>43896</c:v>
                </c:pt>
                <c:pt idx="47" c:formatCode="yyyy/m/d">
                  <c:v>43899</c:v>
                </c:pt>
                <c:pt idx="48" c:formatCode="yyyy/m/d">
                  <c:v>43900</c:v>
                </c:pt>
                <c:pt idx="49" c:formatCode="yyyy/m/d">
                  <c:v>43901</c:v>
                </c:pt>
                <c:pt idx="50" c:formatCode="yyyy/m/d">
                  <c:v>43902</c:v>
                </c:pt>
                <c:pt idx="51" c:formatCode="yyyy/m/d">
                  <c:v>43903</c:v>
                </c:pt>
                <c:pt idx="52" c:formatCode="yyyy/m/d">
                  <c:v>43906</c:v>
                </c:pt>
                <c:pt idx="53" c:formatCode="yyyy/m/d">
                  <c:v>43907</c:v>
                </c:pt>
                <c:pt idx="54" c:formatCode="yyyy/m/d">
                  <c:v>43908</c:v>
                </c:pt>
                <c:pt idx="55" c:formatCode="yyyy/m/d">
                  <c:v>43909</c:v>
                </c:pt>
                <c:pt idx="56" c:formatCode="yyyy/m/d">
                  <c:v>43910</c:v>
                </c:pt>
                <c:pt idx="57" c:formatCode="yyyy/m/d">
                  <c:v>43913</c:v>
                </c:pt>
                <c:pt idx="58" c:formatCode="yyyy/m/d">
                  <c:v>43914</c:v>
                </c:pt>
                <c:pt idx="59" c:formatCode="yyyy/m/d">
                  <c:v>43915</c:v>
                </c:pt>
                <c:pt idx="60" c:formatCode="yyyy/m/d">
                  <c:v>43916</c:v>
                </c:pt>
                <c:pt idx="61" c:formatCode="yyyy/m/d">
                  <c:v>43917</c:v>
                </c:pt>
                <c:pt idx="62" c:formatCode="yyyy/m/d">
                  <c:v>43920</c:v>
                </c:pt>
                <c:pt idx="63" c:formatCode="yyyy/m/d">
                  <c:v>43921</c:v>
                </c:pt>
                <c:pt idx="64" c:formatCode="yyyy/m/d">
                  <c:v>43922</c:v>
                </c:pt>
                <c:pt idx="65" c:formatCode="yyyy/m/d">
                  <c:v>43923</c:v>
                </c:pt>
                <c:pt idx="66" c:formatCode="yyyy/m/d">
                  <c:v>43924</c:v>
                </c:pt>
                <c:pt idx="67" c:formatCode="yyyy/m/d">
                  <c:v>43928</c:v>
                </c:pt>
                <c:pt idx="68" c:formatCode="yyyy/m/d">
                  <c:v>43929</c:v>
                </c:pt>
                <c:pt idx="69" c:formatCode="yyyy/m/d">
                  <c:v>43930</c:v>
                </c:pt>
                <c:pt idx="70" c:formatCode="yyyy/m/d">
                  <c:v>43931</c:v>
                </c:pt>
                <c:pt idx="71" c:formatCode="yyyy/m/d">
                  <c:v>43934</c:v>
                </c:pt>
                <c:pt idx="72" c:formatCode="yyyy/m/d">
                  <c:v>43935</c:v>
                </c:pt>
                <c:pt idx="73" c:formatCode="yyyy/m/d">
                  <c:v>43936</c:v>
                </c:pt>
                <c:pt idx="74" c:formatCode="yyyy/m/d">
                  <c:v>43937</c:v>
                </c:pt>
                <c:pt idx="75" c:formatCode="yyyy/m/d">
                  <c:v>43938</c:v>
                </c:pt>
                <c:pt idx="76" c:formatCode="yyyy/m/d">
                  <c:v>43941</c:v>
                </c:pt>
                <c:pt idx="77" c:formatCode="yyyy/m/d">
                  <c:v>43942</c:v>
                </c:pt>
                <c:pt idx="78" c:formatCode="yyyy/m/d">
                  <c:v>43943</c:v>
                </c:pt>
                <c:pt idx="79" c:formatCode="yyyy/m/d">
                  <c:v>43944</c:v>
                </c:pt>
                <c:pt idx="80" c:formatCode="yyyy/m/d">
                  <c:v>43945</c:v>
                </c:pt>
                <c:pt idx="81" c:formatCode="yyyy/m/d">
                  <c:v>43948</c:v>
                </c:pt>
                <c:pt idx="82" c:formatCode="yyyy/m/d">
                  <c:v>43949</c:v>
                </c:pt>
                <c:pt idx="83" c:formatCode="yyyy/m/d">
                  <c:v>43950</c:v>
                </c:pt>
                <c:pt idx="84" c:formatCode="yyyy/m/d">
                  <c:v>43951</c:v>
                </c:pt>
                <c:pt idx="85" c:formatCode="yyyy/m/d">
                  <c:v>43957</c:v>
                </c:pt>
                <c:pt idx="86" c:formatCode="yyyy/m/d">
                  <c:v>43958</c:v>
                </c:pt>
                <c:pt idx="87" c:formatCode="yyyy/m/d">
                  <c:v>43959</c:v>
                </c:pt>
                <c:pt idx="88" c:formatCode="yyyy/m/d">
                  <c:v>43962</c:v>
                </c:pt>
                <c:pt idx="89" c:formatCode="yyyy/m/d">
                  <c:v>43963</c:v>
                </c:pt>
                <c:pt idx="90" c:formatCode="yyyy/m/d">
                  <c:v>43964</c:v>
                </c:pt>
                <c:pt idx="91" c:formatCode="yyyy/m/d">
                  <c:v>43965</c:v>
                </c:pt>
                <c:pt idx="92" c:formatCode="yyyy/m/d">
                  <c:v>43966</c:v>
                </c:pt>
                <c:pt idx="93" c:formatCode="yyyy/m/d">
                  <c:v>43969</c:v>
                </c:pt>
                <c:pt idx="94" c:formatCode="yyyy/m/d">
                  <c:v>43970</c:v>
                </c:pt>
                <c:pt idx="95" c:formatCode="yyyy/m/d">
                  <c:v>43971</c:v>
                </c:pt>
                <c:pt idx="96" c:formatCode="yyyy/m/d">
                  <c:v>43972</c:v>
                </c:pt>
                <c:pt idx="97" c:formatCode="yyyy/m/d">
                  <c:v>43973</c:v>
                </c:pt>
                <c:pt idx="98" c:formatCode="yyyy/m/d">
                  <c:v>43976</c:v>
                </c:pt>
                <c:pt idx="99" c:formatCode="yyyy/m/d">
                  <c:v>43977</c:v>
                </c:pt>
                <c:pt idx="100" c:formatCode="yyyy/m/d">
                  <c:v>43978</c:v>
                </c:pt>
                <c:pt idx="101" c:formatCode="yyyy/m/d">
                  <c:v>43979</c:v>
                </c:pt>
                <c:pt idx="102" c:formatCode="yyyy/m/d">
                  <c:v>43980</c:v>
                </c:pt>
                <c:pt idx="103" c:formatCode="yyyy/m/d">
                  <c:v>43983</c:v>
                </c:pt>
                <c:pt idx="104" c:formatCode="yyyy/m/d">
                  <c:v>43984</c:v>
                </c:pt>
                <c:pt idx="105" c:formatCode="yyyy/m/d">
                  <c:v>43985</c:v>
                </c:pt>
                <c:pt idx="106" c:formatCode="yyyy/m/d">
                  <c:v>43986</c:v>
                </c:pt>
                <c:pt idx="107" c:formatCode="yyyy/m/d">
                  <c:v>43987</c:v>
                </c:pt>
                <c:pt idx="108" c:formatCode="yyyy/m/d">
                  <c:v>43990</c:v>
                </c:pt>
                <c:pt idx="109" c:formatCode="yyyy/m/d">
                  <c:v>43991</c:v>
                </c:pt>
                <c:pt idx="110" c:formatCode="yyyy/m/d">
                  <c:v>43992</c:v>
                </c:pt>
                <c:pt idx="111" c:formatCode="yyyy/m/d">
                  <c:v>43993</c:v>
                </c:pt>
                <c:pt idx="112" c:formatCode="yyyy/m/d">
                  <c:v>43994</c:v>
                </c:pt>
                <c:pt idx="113" c:formatCode="yyyy/m/d">
                  <c:v>43997</c:v>
                </c:pt>
                <c:pt idx="114" c:formatCode="yyyy/m/d">
                  <c:v>43998</c:v>
                </c:pt>
                <c:pt idx="115" c:formatCode="yyyy/m/d">
                  <c:v>43999</c:v>
                </c:pt>
                <c:pt idx="116" c:formatCode="yyyy/m/d">
                  <c:v>44000</c:v>
                </c:pt>
                <c:pt idx="117" c:formatCode="yyyy/m/d">
                  <c:v>44001</c:v>
                </c:pt>
                <c:pt idx="118" c:formatCode="yyyy/m/d">
                  <c:v>44004</c:v>
                </c:pt>
                <c:pt idx="119" c:formatCode="yyyy/m/d">
                  <c:v>44005</c:v>
                </c:pt>
                <c:pt idx="120" c:formatCode="yyyy/m/d">
                  <c:v>44006</c:v>
                </c:pt>
                <c:pt idx="121" c:formatCode="yyyy/m/d">
                  <c:v>44011</c:v>
                </c:pt>
                <c:pt idx="122" c:formatCode="yyyy/m/d">
                  <c:v>44012</c:v>
                </c:pt>
                <c:pt idx="123" c:formatCode="yyyy/m/d">
                  <c:v>44013</c:v>
                </c:pt>
                <c:pt idx="124" c:formatCode="yyyy/m/d">
                  <c:v>44014</c:v>
                </c:pt>
                <c:pt idx="125" c:formatCode="yyyy/m/d">
                  <c:v>44015</c:v>
                </c:pt>
                <c:pt idx="126" c:formatCode="yyyy/m/d">
                  <c:v>44018</c:v>
                </c:pt>
                <c:pt idx="127" c:formatCode="yyyy/m/d">
                  <c:v>44019</c:v>
                </c:pt>
                <c:pt idx="128" c:formatCode="yyyy/m/d">
                  <c:v>44020</c:v>
                </c:pt>
                <c:pt idx="129" c:formatCode="yyyy/m/d">
                  <c:v>44021</c:v>
                </c:pt>
                <c:pt idx="130" c:formatCode="yyyy/m/d">
                  <c:v>44022</c:v>
                </c:pt>
                <c:pt idx="131" c:formatCode="yyyy/m/d">
                  <c:v>44025</c:v>
                </c:pt>
                <c:pt idx="132" c:formatCode="yyyy/m/d">
                  <c:v>44026</c:v>
                </c:pt>
                <c:pt idx="133" c:formatCode="yyyy/m/d">
                  <c:v>44027</c:v>
                </c:pt>
                <c:pt idx="134" c:formatCode="yyyy/m/d">
                  <c:v>44028</c:v>
                </c:pt>
                <c:pt idx="135" c:formatCode="yyyy/m/d">
                  <c:v>44029</c:v>
                </c:pt>
                <c:pt idx="136" c:formatCode="yyyy/m/d">
                  <c:v>44032</c:v>
                </c:pt>
                <c:pt idx="137" c:formatCode="yyyy/m/d">
                  <c:v>44033</c:v>
                </c:pt>
                <c:pt idx="138" c:formatCode="yyyy/m/d">
                  <c:v>44034</c:v>
                </c:pt>
                <c:pt idx="139" c:formatCode="yyyy/m/d">
                  <c:v>44035</c:v>
                </c:pt>
                <c:pt idx="140" c:formatCode="yyyy/m/d">
                  <c:v>44036</c:v>
                </c:pt>
                <c:pt idx="141" c:formatCode="yyyy/m/d">
                  <c:v>44039</c:v>
                </c:pt>
                <c:pt idx="142" c:formatCode="yyyy/m/d">
                  <c:v>44040</c:v>
                </c:pt>
                <c:pt idx="143" c:formatCode="yyyy/m/d">
                  <c:v>44041</c:v>
                </c:pt>
                <c:pt idx="144" c:formatCode="yyyy/m/d">
                  <c:v>44042</c:v>
                </c:pt>
                <c:pt idx="145" c:formatCode="yyyy/m/d">
                  <c:v>44043</c:v>
                </c:pt>
                <c:pt idx="146" c:formatCode="yyyy/m/d">
                  <c:v>44046</c:v>
                </c:pt>
                <c:pt idx="147" c:formatCode="yyyy/m/d">
                  <c:v>44047</c:v>
                </c:pt>
                <c:pt idx="148" c:formatCode="yyyy/m/d">
                  <c:v>44048</c:v>
                </c:pt>
                <c:pt idx="149" c:formatCode="yyyy/m/d">
                  <c:v>44049</c:v>
                </c:pt>
                <c:pt idx="150" c:formatCode="yyyy/m/d">
                  <c:v>44050</c:v>
                </c:pt>
                <c:pt idx="151" c:formatCode="yyyy/m/d">
                  <c:v>44053</c:v>
                </c:pt>
                <c:pt idx="152" c:formatCode="yyyy/m/d">
                  <c:v>44054</c:v>
                </c:pt>
                <c:pt idx="153" c:formatCode="yyyy/m/d">
                  <c:v>44055</c:v>
                </c:pt>
                <c:pt idx="154" c:formatCode="yyyy/m/d">
                  <c:v>44056</c:v>
                </c:pt>
                <c:pt idx="155" c:formatCode="yyyy/m/d">
                  <c:v>44057</c:v>
                </c:pt>
                <c:pt idx="156" c:formatCode="yyyy/m/d">
                  <c:v>44060</c:v>
                </c:pt>
                <c:pt idx="157" c:formatCode="yyyy/m/d">
                  <c:v>44061</c:v>
                </c:pt>
                <c:pt idx="158" c:formatCode="yyyy/m/d">
                  <c:v>44062</c:v>
                </c:pt>
                <c:pt idx="159" c:formatCode="yyyy/m/d">
                  <c:v>44063</c:v>
                </c:pt>
                <c:pt idx="160" c:formatCode="yyyy/m/d">
                  <c:v>44064</c:v>
                </c:pt>
                <c:pt idx="161" c:formatCode="yyyy/m/d">
                  <c:v>44067</c:v>
                </c:pt>
                <c:pt idx="162" c:formatCode="yyyy/m/d">
                  <c:v>44068</c:v>
                </c:pt>
                <c:pt idx="163" c:formatCode="yyyy/m/d">
                  <c:v>44069</c:v>
                </c:pt>
                <c:pt idx="164" c:formatCode="yyyy/m/d">
                  <c:v>44070</c:v>
                </c:pt>
                <c:pt idx="165" c:formatCode="yyyy/m/d">
                  <c:v>44071</c:v>
                </c:pt>
                <c:pt idx="166" c:formatCode="yyyy/m/d">
                  <c:v>44074</c:v>
                </c:pt>
                <c:pt idx="167" c:formatCode="yyyy/m/d">
                  <c:v>44075</c:v>
                </c:pt>
                <c:pt idx="168" c:formatCode="yyyy/m/d">
                  <c:v>44076</c:v>
                </c:pt>
                <c:pt idx="169" c:formatCode="yyyy/m/d">
                  <c:v>44077</c:v>
                </c:pt>
                <c:pt idx="170" c:formatCode="yyyy/m/d">
                  <c:v>44078</c:v>
                </c:pt>
                <c:pt idx="171" c:formatCode="yyyy/m/d">
                  <c:v>44081</c:v>
                </c:pt>
                <c:pt idx="172" c:formatCode="yyyy/m/d">
                  <c:v>44082</c:v>
                </c:pt>
                <c:pt idx="173" c:formatCode="yyyy/m/d">
                  <c:v>44083</c:v>
                </c:pt>
                <c:pt idx="174" c:formatCode="yyyy/m/d">
                  <c:v>44084</c:v>
                </c:pt>
                <c:pt idx="175" c:formatCode="yyyy/m/d">
                  <c:v>44085</c:v>
                </c:pt>
                <c:pt idx="176" c:formatCode="yyyy/m/d">
                  <c:v>44088</c:v>
                </c:pt>
                <c:pt idx="177" c:formatCode="yyyy/m/d">
                  <c:v>44089</c:v>
                </c:pt>
                <c:pt idx="178" c:formatCode="yyyy/m/d">
                  <c:v>44090</c:v>
                </c:pt>
                <c:pt idx="179" c:formatCode="yyyy/m/d">
                  <c:v>44091</c:v>
                </c:pt>
                <c:pt idx="180" c:formatCode="yyyy/m/d">
                  <c:v>44092</c:v>
                </c:pt>
                <c:pt idx="181" c:formatCode="yyyy/m/d">
                  <c:v>44095</c:v>
                </c:pt>
                <c:pt idx="182" c:formatCode="yyyy/m/d">
                  <c:v>44096</c:v>
                </c:pt>
                <c:pt idx="183" c:formatCode="yyyy/m/d">
                  <c:v>44097</c:v>
                </c:pt>
                <c:pt idx="184" c:formatCode="yyyy/m/d">
                  <c:v>44098</c:v>
                </c:pt>
                <c:pt idx="185" c:formatCode="yyyy/m/d">
                  <c:v>44099</c:v>
                </c:pt>
                <c:pt idx="186" c:formatCode="yyyy/m/d">
                  <c:v>44102</c:v>
                </c:pt>
                <c:pt idx="187" c:formatCode="yyyy/m/d">
                  <c:v>44103</c:v>
                </c:pt>
                <c:pt idx="188" c:formatCode="yyyy/m/d">
                  <c:v>44104</c:v>
                </c:pt>
                <c:pt idx="189" c:formatCode="yyyy/m/d">
                  <c:v>44113</c:v>
                </c:pt>
                <c:pt idx="190" c:formatCode="yyyy/m/d">
                  <c:v>44116</c:v>
                </c:pt>
                <c:pt idx="191" c:formatCode="yyyy/m/d">
                  <c:v>44117</c:v>
                </c:pt>
                <c:pt idx="192" c:formatCode="yyyy/m/d">
                  <c:v>44118</c:v>
                </c:pt>
                <c:pt idx="193" c:formatCode="yyyy/m/d">
                  <c:v>44119</c:v>
                </c:pt>
                <c:pt idx="194" c:formatCode="yyyy/m/d">
                  <c:v>44120</c:v>
                </c:pt>
                <c:pt idx="195" c:formatCode="yyyy/m/d">
                  <c:v>44123</c:v>
                </c:pt>
                <c:pt idx="196" c:formatCode="yyyy/m/d">
                  <c:v>44124</c:v>
                </c:pt>
                <c:pt idx="197" c:formatCode="yyyy/m/d">
                  <c:v>44125</c:v>
                </c:pt>
                <c:pt idx="198" c:formatCode="yyyy/m/d">
                  <c:v>44126</c:v>
                </c:pt>
                <c:pt idx="199" c:formatCode="yyyy/m/d">
                  <c:v>44127</c:v>
                </c:pt>
                <c:pt idx="200" c:formatCode="yyyy/m/d">
                  <c:v>44130</c:v>
                </c:pt>
                <c:pt idx="201" c:formatCode="yyyy/m/d">
                  <c:v>44131</c:v>
                </c:pt>
                <c:pt idx="202" c:formatCode="yyyy/m/d">
                  <c:v>44132</c:v>
                </c:pt>
                <c:pt idx="203" c:formatCode="yyyy/m/d">
                  <c:v>44133</c:v>
                </c:pt>
                <c:pt idx="204" c:formatCode="yyyy/m/d">
                  <c:v>44134</c:v>
                </c:pt>
                <c:pt idx="205" c:formatCode="yyyy/m/d">
                  <c:v>44137</c:v>
                </c:pt>
                <c:pt idx="206" c:formatCode="yyyy/m/d">
                  <c:v>44138</c:v>
                </c:pt>
                <c:pt idx="207" c:formatCode="yyyy/m/d">
                  <c:v>44139</c:v>
                </c:pt>
                <c:pt idx="208" c:formatCode="yyyy/m/d">
                  <c:v>44140</c:v>
                </c:pt>
                <c:pt idx="209" c:formatCode="yyyy/m/d">
                  <c:v>44141</c:v>
                </c:pt>
                <c:pt idx="210" c:formatCode="yyyy/m/d">
                  <c:v>44144</c:v>
                </c:pt>
                <c:pt idx="211" c:formatCode="yyyy/m/d">
                  <c:v>44145</c:v>
                </c:pt>
                <c:pt idx="212" c:formatCode="yyyy/m/d">
                  <c:v>44146</c:v>
                </c:pt>
                <c:pt idx="213" c:formatCode="yyyy/m/d">
                  <c:v>44147</c:v>
                </c:pt>
                <c:pt idx="214" c:formatCode="yyyy/m/d">
                  <c:v>44148</c:v>
                </c:pt>
                <c:pt idx="215" c:formatCode="yyyy/m/d">
                  <c:v>44151</c:v>
                </c:pt>
                <c:pt idx="216" c:formatCode="yyyy/m/d">
                  <c:v>44152</c:v>
                </c:pt>
                <c:pt idx="217" c:formatCode="yyyy/m/d">
                  <c:v>44153</c:v>
                </c:pt>
                <c:pt idx="218" c:formatCode="yyyy/m/d">
                  <c:v>44154</c:v>
                </c:pt>
                <c:pt idx="219" c:formatCode="yyyy/m/d">
                  <c:v>44155</c:v>
                </c:pt>
                <c:pt idx="220" c:formatCode="yyyy/m/d">
                  <c:v>44158</c:v>
                </c:pt>
                <c:pt idx="221" c:formatCode="yyyy/m/d">
                  <c:v>44159</c:v>
                </c:pt>
                <c:pt idx="222" c:formatCode="yyyy/m/d">
                  <c:v>44160</c:v>
                </c:pt>
                <c:pt idx="223" c:formatCode="yyyy/m/d">
                  <c:v>44161</c:v>
                </c:pt>
                <c:pt idx="224" c:formatCode="yyyy/m/d">
                  <c:v>44162</c:v>
                </c:pt>
                <c:pt idx="225" c:formatCode="yyyy/m/d">
                  <c:v>44165</c:v>
                </c:pt>
                <c:pt idx="226" c:formatCode="yyyy/m/d">
                  <c:v>44166</c:v>
                </c:pt>
                <c:pt idx="227" c:formatCode="yyyy/m/d">
                  <c:v>44167</c:v>
                </c:pt>
                <c:pt idx="228" c:formatCode="yyyy/m/d">
                  <c:v>44168</c:v>
                </c:pt>
                <c:pt idx="229" c:formatCode="yyyy/m/d">
                  <c:v>44169</c:v>
                </c:pt>
                <c:pt idx="230" c:formatCode="yyyy/m/d">
                  <c:v>44172</c:v>
                </c:pt>
                <c:pt idx="231" c:formatCode="yyyy/m/d">
                  <c:v>44173</c:v>
                </c:pt>
                <c:pt idx="232" c:formatCode="yyyy/m/d">
                  <c:v>44174</c:v>
                </c:pt>
                <c:pt idx="233" c:formatCode="yyyy/m/d">
                  <c:v>44175</c:v>
                </c:pt>
                <c:pt idx="234" c:formatCode="yyyy/m/d">
                  <c:v>44176</c:v>
                </c:pt>
                <c:pt idx="235" c:formatCode="yyyy/m/d">
                  <c:v>44179</c:v>
                </c:pt>
                <c:pt idx="236" c:formatCode="yyyy/m/d">
                  <c:v>44180</c:v>
                </c:pt>
                <c:pt idx="237" c:formatCode="yyyy/m/d">
                  <c:v>44181</c:v>
                </c:pt>
                <c:pt idx="238" c:formatCode="yyyy/m/d">
                  <c:v>44182</c:v>
                </c:pt>
                <c:pt idx="239" c:formatCode="yyyy/m/d">
                  <c:v>44183</c:v>
                </c:pt>
                <c:pt idx="240" c:formatCode="yyyy/m/d">
                  <c:v>44186</c:v>
                </c:pt>
                <c:pt idx="241" c:formatCode="yyyy/m/d">
                  <c:v>44187</c:v>
                </c:pt>
                <c:pt idx="242" c:formatCode="yyyy/m/d">
                  <c:v>44188</c:v>
                </c:pt>
                <c:pt idx="243" c:formatCode="yyyy/m/d">
                  <c:v>44189</c:v>
                </c:pt>
                <c:pt idx="244" c:formatCode="yyyy/m/d">
                  <c:v>44190</c:v>
                </c:pt>
                <c:pt idx="245" c:formatCode="yyyy/m/d">
                  <c:v>44193</c:v>
                </c:pt>
                <c:pt idx="246" c:formatCode="yyyy/m/d">
                  <c:v>44194</c:v>
                </c:pt>
                <c:pt idx="247" c:formatCode="yyyy/m/d">
                  <c:v>44195</c:v>
                </c:pt>
                <c:pt idx="248" c:formatCode="yyyy/m/d">
                  <c:v>44196</c:v>
                </c:pt>
                <c:pt idx="249" c:formatCode="yyyy/m/d">
                  <c:v>44200</c:v>
                </c:pt>
                <c:pt idx="250" c:formatCode="yyyy/m/d">
                  <c:v>44201</c:v>
                </c:pt>
                <c:pt idx="251" c:formatCode="yyyy/m/d">
                  <c:v>44202</c:v>
                </c:pt>
                <c:pt idx="252" c:formatCode="yyyy/m/d">
                  <c:v>44203</c:v>
                </c:pt>
                <c:pt idx="253" c:formatCode="yyyy/m/d">
                  <c:v>44204</c:v>
                </c:pt>
                <c:pt idx="254" c:formatCode="yyyy/m/d">
                  <c:v>44207</c:v>
                </c:pt>
                <c:pt idx="255" c:formatCode="yyyy/m/d">
                  <c:v>44208</c:v>
                </c:pt>
                <c:pt idx="256" c:formatCode="yyyy/m/d">
                  <c:v>44209</c:v>
                </c:pt>
                <c:pt idx="257" c:formatCode="yyyy/m/d">
                  <c:v>44210</c:v>
                </c:pt>
                <c:pt idx="258" c:formatCode="yyyy/m/d">
                  <c:v>44211</c:v>
                </c:pt>
                <c:pt idx="259" c:formatCode="yyyy/m/d">
                  <c:v>44214</c:v>
                </c:pt>
                <c:pt idx="260" c:formatCode="yyyy/m/d">
                  <c:v>44215</c:v>
                </c:pt>
                <c:pt idx="261" c:formatCode="yyyy/m/d">
                  <c:v>44216</c:v>
                </c:pt>
                <c:pt idx="262" c:formatCode="yyyy/m/d">
                  <c:v>44217</c:v>
                </c:pt>
                <c:pt idx="263" c:formatCode="yyyy/m/d">
                  <c:v>44218</c:v>
                </c:pt>
                <c:pt idx="264" c:formatCode="yyyy/m/d">
                  <c:v>44221</c:v>
                </c:pt>
                <c:pt idx="265" c:formatCode="yyyy/m/d">
                  <c:v>44222</c:v>
                </c:pt>
                <c:pt idx="266" c:formatCode="yyyy/m/d">
                  <c:v>44223</c:v>
                </c:pt>
                <c:pt idx="267" c:formatCode="yyyy/m/d">
                  <c:v>44224</c:v>
                </c:pt>
                <c:pt idx="268" c:formatCode="yyyy/m/d">
                  <c:v>44225</c:v>
                </c:pt>
                <c:pt idx="269" c:formatCode="yyyy/m/d">
                  <c:v>44228</c:v>
                </c:pt>
                <c:pt idx="270" c:formatCode="yyyy/m/d">
                  <c:v>44229</c:v>
                </c:pt>
                <c:pt idx="271" c:formatCode="yyyy/m/d">
                  <c:v>44230</c:v>
                </c:pt>
                <c:pt idx="272" c:formatCode="yyyy/m/d">
                  <c:v>44231</c:v>
                </c:pt>
                <c:pt idx="273" c:formatCode="yyyy/m/d">
                  <c:v>44232</c:v>
                </c:pt>
                <c:pt idx="274" c:formatCode="yyyy/m/d">
                  <c:v>44235</c:v>
                </c:pt>
                <c:pt idx="275" c:formatCode="yyyy/m/d">
                  <c:v>44236</c:v>
                </c:pt>
                <c:pt idx="276" c:formatCode="yyyy/m/d">
                  <c:v>44237</c:v>
                </c:pt>
                <c:pt idx="277" c:formatCode="yyyy/m/d">
                  <c:v>44245</c:v>
                </c:pt>
                <c:pt idx="278" c:formatCode="yyyy/m/d">
                  <c:v>44246</c:v>
                </c:pt>
                <c:pt idx="279" c:formatCode="yyyy/m/d">
                  <c:v>44249</c:v>
                </c:pt>
                <c:pt idx="280" c:formatCode="yyyy/m/d">
                  <c:v>44250</c:v>
                </c:pt>
                <c:pt idx="281" c:formatCode="yyyy/m/d">
                  <c:v>44251</c:v>
                </c:pt>
                <c:pt idx="282" c:formatCode="yyyy/m/d">
                  <c:v>44252</c:v>
                </c:pt>
                <c:pt idx="283" c:formatCode="yyyy/m/d">
                  <c:v>44253</c:v>
                </c:pt>
                <c:pt idx="284" c:formatCode="yyyy/m/d">
                  <c:v>44256</c:v>
                </c:pt>
                <c:pt idx="285" c:formatCode="yyyy/m/d">
                  <c:v>44257</c:v>
                </c:pt>
                <c:pt idx="286" c:formatCode="yyyy/m/d">
                  <c:v>44258</c:v>
                </c:pt>
                <c:pt idx="287" c:formatCode="yyyy/m/d">
                  <c:v>44259</c:v>
                </c:pt>
                <c:pt idx="288" c:formatCode="yyyy/m/d">
                  <c:v>44260</c:v>
                </c:pt>
                <c:pt idx="289" c:formatCode="yyyy/m/d">
                  <c:v>44263</c:v>
                </c:pt>
                <c:pt idx="290" c:formatCode="yyyy/m/d">
                  <c:v>44264</c:v>
                </c:pt>
                <c:pt idx="291" c:formatCode="yyyy/m/d">
                  <c:v>44265</c:v>
                </c:pt>
                <c:pt idx="292" c:formatCode="yyyy/m/d">
                  <c:v>44266</c:v>
                </c:pt>
                <c:pt idx="293" c:formatCode="yyyy/m/d">
                  <c:v>44267</c:v>
                </c:pt>
                <c:pt idx="294" c:formatCode="yyyy/m/d">
                  <c:v>44270</c:v>
                </c:pt>
                <c:pt idx="295" c:formatCode="yyyy/m/d">
                  <c:v>44271</c:v>
                </c:pt>
                <c:pt idx="296" c:formatCode="yyyy/m/d">
                  <c:v>44272</c:v>
                </c:pt>
                <c:pt idx="297" c:formatCode="yyyy/m/d">
                  <c:v>44273</c:v>
                </c:pt>
                <c:pt idx="298" c:formatCode="yyyy/m/d">
                  <c:v>44274</c:v>
                </c:pt>
                <c:pt idx="299" c:formatCode="yyyy/m/d">
                  <c:v>44277</c:v>
                </c:pt>
                <c:pt idx="300" c:formatCode="yyyy/m/d">
                  <c:v>44278</c:v>
                </c:pt>
                <c:pt idx="301" c:formatCode="yyyy/m/d">
                  <c:v>44279</c:v>
                </c:pt>
                <c:pt idx="302" c:formatCode="yyyy/m/d">
                  <c:v>44280</c:v>
                </c:pt>
                <c:pt idx="303" c:formatCode="yyyy/m/d">
                  <c:v>44281</c:v>
                </c:pt>
                <c:pt idx="304" c:formatCode="yyyy/m/d">
                  <c:v>44284</c:v>
                </c:pt>
                <c:pt idx="305" c:formatCode="yyyy/m/d">
                  <c:v>44285</c:v>
                </c:pt>
                <c:pt idx="306" c:formatCode="yyyy/m/d">
                  <c:v>44286</c:v>
                </c:pt>
                <c:pt idx="307" c:formatCode="yyyy/m/d">
                  <c:v>44287</c:v>
                </c:pt>
                <c:pt idx="308" c:formatCode="yyyy/m/d">
                  <c:v>44288</c:v>
                </c:pt>
                <c:pt idx="309" c:formatCode="yyyy/m/d">
                  <c:v>44292</c:v>
                </c:pt>
                <c:pt idx="310" c:formatCode="yyyy/m/d">
                  <c:v>44293</c:v>
                </c:pt>
                <c:pt idx="311" c:formatCode="yyyy/m/d">
                  <c:v>44294</c:v>
                </c:pt>
                <c:pt idx="312" c:formatCode="yyyy/m/d">
                  <c:v>44295</c:v>
                </c:pt>
                <c:pt idx="313" c:formatCode="yyyy/m/d">
                  <c:v>44298</c:v>
                </c:pt>
                <c:pt idx="314" c:formatCode="yyyy/m/d">
                  <c:v>44299</c:v>
                </c:pt>
                <c:pt idx="315" c:formatCode="yyyy/m/d">
                  <c:v>44300</c:v>
                </c:pt>
                <c:pt idx="316" c:formatCode="yyyy/m/d">
                  <c:v>44301</c:v>
                </c:pt>
                <c:pt idx="317" c:formatCode="yyyy/m/d">
                  <c:v>44302</c:v>
                </c:pt>
                <c:pt idx="318" c:formatCode="yyyy/m/d">
                  <c:v>44305</c:v>
                </c:pt>
                <c:pt idx="319" c:formatCode="yyyy/m/d">
                  <c:v>44306</c:v>
                </c:pt>
                <c:pt idx="320" c:formatCode="yyyy/m/d">
                  <c:v>44307</c:v>
                </c:pt>
                <c:pt idx="321" c:formatCode="yyyy/m/d">
                  <c:v>44308</c:v>
                </c:pt>
                <c:pt idx="322" c:formatCode="yyyy/m/d">
                  <c:v>44309</c:v>
                </c:pt>
                <c:pt idx="323" c:formatCode="yyyy/m/d">
                  <c:v>44312</c:v>
                </c:pt>
                <c:pt idx="324" c:formatCode="yyyy/m/d">
                  <c:v>44313</c:v>
                </c:pt>
                <c:pt idx="325" c:formatCode="yyyy/m/d">
                  <c:v>44314</c:v>
                </c:pt>
                <c:pt idx="326" c:formatCode="yyyy/m/d">
                  <c:v>44315</c:v>
                </c:pt>
                <c:pt idx="327" c:formatCode="yyyy/m/d">
                  <c:v>44316</c:v>
                </c:pt>
                <c:pt idx="328" c:formatCode="yyyy/m/d">
                  <c:v>44322</c:v>
                </c:pt>
                <c:pt idx="329" c:formatCode="yyyy/m/d">
                  <c:v>44323</c:v>
                </c:pt>
                <c:pt idx="330" c:formatCode="yyyy/m/d">
                  <c:v>44326</c:v>
                </c:pt>
                <c:pt idx="331" c:formatCode="yyyy/m/d">
                  <c:v>44327</c:v>
                </c:pt>
                <c:pt idx="332" c:formatCode="yyyy/m/d">
                  <c:v>44328</c:v>
                </c:pt>
                <c:pt idx="333" c:formatCode="yyyy/m/d">
                  <c:v>44329</c:v>
                </c:pt>
                <c:pt idx="334" c:formatCode="yyyy/m/d">
                  <c:v>44330</c:v>
                </c:pt>
                <c:pt idx="335" c:formatCode="yyyy/m/d">
                  <c:v>44333</c:v>
                </c:pt>
                <c:pt idx="336" c:formatCode="yyyy/m/d">
                  <c:v>44334</c:v>
                </c:pt>
                <c:pt idx="337" c:formatCode="yyyy/m/d">
                  <c:v>44335</c:v>
                </c:pt>
                <c:pt idx="338" c:formatCode="yyyy/m/d">
                  <c:v>44336</c:v>
                </c:pt>
                <c:pt idx="339" c:formatCode="yyyy/m/d">
                  <c:v>44337</c:v>
                </c:pt>
                <c:pt idx="340" c:formatCode="yyyy/m/d">
                  <c:v>44340</c:v>
                </c:pt>
                <c:pt idx="341" c:formatCode="yyyy/m/d">
                  <c:v>44341</c:v>
                </c:pt>
                <c:pt idx="342" c:formatCode="yyyy/m/d">
                  <c:v>44342</c:v>
                </c:pt>
                <c:pt idx="343" c:formatCode="yyyy/m/d">
                  <c:v>44343</c:v>
                </c:pt>
                <c:pt idx="344" c:formatCode="yyyy/m/d">
                  <c:v>44344</c:v>
                </c:pt>
                <c:pt idx="345" c:formatCode="yyyy/m/d">
                  <c:v>44347</c:v>
                </c:pt>
                <c:pt idx="346" c:formatCode="yyyy/m/d">
                  <c:v>44348</c:v>
                </c:pt>
                <c:pt idx="347" c:formatCode="yyyy/m/d">
                  <c:v>44349</c:v>
                </c:pt>
                <c:pt idx="348" c:formatCode="yyyy/m/d">
                  <c:v>44350</c:v>
                </c:pt>
                <c:pt idx="349" c:formatCode="yyyy/m/d">
                  <c:v>44351</c:v>
                </c:pt>
                <c:pt idx="350" c:formatCode="yyyy/m/d">
                  <c:v>44354</c:v>
                </c:pt>
                <c:pt idx="351" c:formatCode="yyyy/m/d">
                  <c:v>44355</c:v>
                </c:pt>
                <c:pt idx="352" c:formatCode="yyyy/m/d">
                  <c:v>44356</c:v>
                </c:pt>
                <c:pt idx="353" c:formatCode="yyyy/m/d">
                  <c:v>44357</c:v>
                </c:pt>
                <c:pt idx="354" c:formatCode="yyyy/m/d">
                  <c:v>44358</c:v>
                </c:pt>
                <c:pt idx="355" c:formatCode="yyyy/m/d">
                  <c:v>44362</c:v>
                </c:pt>
                <c:pt idx="356" c:formatCode="yyyy/m/d">
                  <c:v>44363</c:v>
                </c:pt>
                <c:pt idx="357" c:formatCode="yyyy/m/d">
                  <c:v>44364</c:v>
                </c:pt>
                <c:pt idx="358" c:formatCode="yyyy/m/d">
                  <c:v>44365</c:v>
                </c:pt>
                <c:pt idx="359" c:formatCode="yyyy/m/d">
                  <c:v>44368</c:v>
                </c:pt>
                <c:pt idx="360" c:formatCode="yyyy/m/d">
                  <c:v>44369</c:v>
                </c:pt>
                <c:pt idx="361" c:formatCode="yyyy/m/d">
                  <c:v>44370</c:v>
                </c:pt>
                <c:pt idx="362" c:formatCode="yyyy/m/d">
                  <c:v>44371</c:v>
                </c:pt>
                <c:pt idx="363" c:formatCode="yyyy/m/d">
                  <c:v>44372</c:v>
                </c:pt>
                <c:pt idx="364" c:formatCode="yyyy/m/d">
                  <c:v>44375</c:v>
                </c:pt>
                <c:pt idx="365" c:formatCode="yyyy/m/d">
                  <c:v>44376</c:v>
                </c:pt>
                <c:pt idx="366" c:formatCode="yyyy/m/d">
                  <c:v>44377</c:v>
                </c:pt>
                <c:pt idx="367" c:formatCode="yyyy/m/d">
                  <c:v>44378</c:v>
                </c:pt>
                <c:pt idx="368" c:formatCode="yyyy/m/d">
                  <c:v>44379</c:v>
                </c:pt>
                <c:pt idx="369" c:formatCode="yyyy/m/d">
                  <c:v>44382</c:v>
                </c:pt>
                <c:pt idx="370" c:formatCode="yyyy/m/d">
                  <c:v>44383</c:v>
                </c:pt>
                <c:pt idx="371" c:formatCode="yyyy/m/d">
                  <c:v>44384</c:v>
                </c:pt>
                <c:pt idx="372" c:formatCode="yyyy/m/d">
                  <c:v>44385</c:v>
                </c:pt>
                <c:pt idx="373" c:formatCode="yyyy/m/d">
                  <c:v>44386</c:v>
                </c:pt>
                <c:pt idx="374" c:formatCode="yyyy/m/d">
                  <c:v>44389</c:v>
                </c:pt>
                <c:pt idx="375" c:formatCode="yyyy/m/d">
                  <c:v>44390</c:v>
                </c:pt>
                <c:pt idx="376" c:formatCode="yyyy/m/d">
                  <c:v>44391</c:v>
                </c:pt>
                <c:pt idx="377" c:formatCode="yyyy/m/d">
                  <c:v>44392</c:v>
                </c:pt>
                <c:pt idx="378" c:formatCode="yyyy/m/d">
                  <c:v>44393</c:v>
                </c:pt>
                <c:pt idx="379" c:formatCode="yyyy/m/d">
                  <c:v>44396</c:v>
                </c:pt>
                <c:pt idx="380" c:formatCode="yyyy/m/d">
                  <c:v>44397</c:v>
                </c:pt>
                <c:pt idx="381" c:formatCode="yyyy/m/d">
                  <c:v>44398</c:v>
                </c:pt>
                <c:pt idx="382" c:formatCode="yyyy/m/d">
                  <c:v>44399</c:v>
                </c:pt>
                <c:pt idx="383" c:formatCode="yyyy/m/d">
                  <c:v>44400</c:v>
                </c:pt>
                <c:pt idx="384" c:formatCode="yyyy/m/d">
                  <c:v>44403</c:v>
                </c:pt>
                <c:pt idx="385" c:formatCode="yyyy/m/d">
                  <c:v>44404</c:v>
                </c:pt>
                <c:pt idx="386" c:formatCode="yyyy/m/d">
                  <c:v>44405</c:v>
                </c:pt>
                <c:pt idx="387" c:formatCode="yyyy/m/d">
                  <c:v>44406</c:v>
                </c:pt>
                <c:pt idx="388" c:formatCode="yyyy/m/d">
                  <c:v>44407</c:v>
                </c:pt>
                <c:pt idx="389" c:formatCode="yyyy/m/d">
                  <c:v>44410</c:v>
                </c:pt>
                <c:pt idx="390" c:formatCode="yyyy/m/d">
                  <c:v>44411</c:v>
                </c:pt>
                <c:pt idx="391" c:formatCode="yyyy/m/d">
                  <c:v>44412</c:v>
                </c:pt>
                <c:pt idx="392" c:formatCode="yyyy/m/d">
                  <c:v>44413</c:v>
                </c:pt>
                <c:pt idx="393" c:formatCode="yyyy/m/d">
                  <c:v>44414</c:v>
                </c:pt>
                <c:pt idx="394" c:formatCode="yyyy/m/d">
                  <c:v>44417</c:v>
                </c:pt>
                <c:pt idx="395" c:formatCode="yyyy/m/d">
                  <c:v>44418</c:v>
                </c:pt>
                <c:pt idx="396" c:formatCode="yyyy/m/d">
                  <c:v>44419</c:v>
                </c:pt>
                <c:pt idx="397" c:formatCode="yyyy/m/d">
                  <c:v>44420</c:v>
                </c:pt>
                <c:pt idx="398" c:formatCode="yyyy/m/d">
                  <c:v>44421</c:v>
                </c:pt>
                <c:pt idx="399" c:formatCode="yyyy/m/d">
                  <c:v>44424</c:v>
                </c:pt>
                <c:pt idx="400" c:formatCode="yyyy/m/d">
                  <c:v>44425</c:v>
                </c:pt>
                <c:pt idx="401" c:formatCode="yyyy/m/d">
                  <c:v>44426</c:v>
                </c:pt>
                <c:pt idx="402" c:formatCode="yyyy/m/d">
                  <c:v>44427</c:v>
                </c:pt>
                <c:pt idx="403" c:formatCode="yyyy/m/d">
                  <c:v>44428</c:v>
                </c:pt>
                <c:pt idx="404" c:formatCode="yyyy/m/d">
                  <c:v>44431</c:v>
                </c:pt>
                <c:pt idx="405" c:formatCode="yyyy/m/d">
                  <c:v>44432</c:v>
                </c:pt>
                <c:pt idx="406" c:formatCode="yyyy/m/d">
                  <c:v>44433</c:v>
                </c:pt>
                <c:pt idx="407" c:formatCode="yyyy/m/d">
                  <c:v>44434</c:v>
                </c:pt>
                <c:pt idx="408" c:formatCode="yyyy/m/d">
                  <c:v>44435</c:v>
                </c:pt>
                <c:pt idx="409" c:formatCode="yyyy/m/d">
                  <c:v>44438</c:v>
                </c:pt>
                <c:pt idx="410" c:formatCode="yyyy/m/d">
                  <c:v>44439</c:v>
                </c:pt>
                <c:pt idx="411" c:formatCode="yyyy/m/d">
                  <c:v>44440</c:v>
                </c:pt>
                <c:pt idx="412" c:formatCode="yyyy/m/d">
                  <c:v>44441</c:v>
                </c:pt>
                <c:pt idx="413" c:formatCode="yyyy/m/d">
                  <c:v>44442</c:v>
                </c:pt>
                <c:pt idx="414" c:formatCode="yyyy/m/d">
                  <c:v>44445</c:v>
                </c:pt>
                <c:pt idx="415" c:formatCode="yyyy/m/d">
                  <c:v>44446</c:v>
                </c:pt>
                <c:pt idx="416" c:formatCode="yyyy/m/d">
                  <c:v>44447</c:v>
                </c:pt>
                <c:pt idx="417" c:formatCode="yyyy/m/d">
                  <c:v>44448</c:v>
                </c:pt>
                <c:pt idx="418" c:formatCode="yyyy/m/d">
                  <c:v>44449</c:v>
                </c:pt>
                <c:pt idx="419" c:formatCode="yyyy/m/d">
                  <c:v>44452</c:v>
                </c:pt>
                <c:pt idx="420" c:formatCode="yyyy/m/d">
                  <c:v>44453</c:v>
                </c:pt>
                <c:pt idx="421" c:formatCode="yyyy/m/d">
                  <c:v>44454</c:v>
                </c:pt>
                <c:pt idx="422" c:formatCode="yyyy/m/d">
                  <c:v>44455</c:v>
                </c:pt>
                <c:pt idx="423" c:formatCode="yyyy/m/d">
                  <c:v>44456</c:v>
                </c:pt>
                <c:pt idx="424" c:formatCode="yyyy/m/d">
                  <c:v>44461</c:v>
                </c:pt>
                <c:pt idx="425" c:formatCode="yyyy/m/d">
                  <c:v>44462</c:v>
                </c:pt>
                <c:pt idx="426" c:formatCode="yyyy/m/d">
                  <c:v>44463</c:v>
                </c:pt>
                <c:pt idx="427" c:formatCode="yyyy/m/d">
                  <c:v>44466</c:v>
                </c:pt>
                <c:pt idx="428" c:formatCode="yyyy/m/d">
                  <c:v>44467</c:v>
                </c:pt>
                <c:pt idx="429" c:formatCode="yyyy/m/d">
                  <c:v>44468</c:v>
                </c:pt>
                <c:pt idx="430" c:formatCode="yyyy/m/d">
                  <c:v>44469</c:v>
                </c:pt>
                <c:pt idx="431" c:formatCode="yyyy/m/d">
                  <c:v>44477</c:v>
                </c:pt>
                <c:pt idx="432" c:formatCode="yyyy/m/d">
                  <c:v>44480</c:v>
                </c:pt>
                <c:pt idx="433" c:formatCode="yyyy/m/d">
                  <c:v>44481</c:v>
                </c:pt>
                <c:pt idx="434" c:formatCode="yyyy/m/d">
                  <c:v>44482</c:v>
                </c:pt>
                <c:pt idx="435" c:formatCode="yyyy/m/d">
                  <c:v>44483</c:v>
                </c:pt>
                <c:pt idx="436" c:formatCode="yyyy/m/d">
                  <c:v>44484</c:v>
                </c:pt>
                <c:pt idx="437" c:formatCode="yyyy/m/d">
                  <c:v>44487</c:v>
                </c:pt>
                <c:pt idx="438" c:formatCode="yyyy/m/d">
                  <c:v>44488</c:v>
                </c:pt>
                <c:pt idx="439" c:formatCode="yyyy/m/d">
                  <c:v>44489</c:v>
                </c:pt>
                <c:pt idx="440" c:formatCode="yyyy/m/d">
                  <c:v>44490</c:v>
                </c:pt>
                <c:pt idx="441" c:formatCode="yyyy/m/d">
                  <c:v>44491</c:v>
                </c:pt>
                <c:pt idx="442" c:formatCode="yyyy/m/d">
                  <c:v>44494</c:v>
                </c:pt>
                <c:pt idx="443" c:formatCode="yyyy/m/d">
                  <c:v>44495</c:v>
                </c:pt>
                <c:pt idx="444" c:formatCode="yyyy/m/d">
                  <c:v>44496</c:v>
                </c:pt>
                <c:pt idx="445" c:formatCode="yyyy/m/d">
                  <c:v>44497</c:v>
                </c:pt>
                <c:pt idx="446" c:formatCode="yyyy/m/d">
                  <c:v>44498</c:v>
                </c:pt>
                <c:pt idx="447" c:formatCode="yyyy/m/d">
                  <c:v>44501</c:v>
                </c:pt>
                <c:pt idx="448" c:formatCode="yyyy/m/d">
                  <c:v>44502</c:v>
                </c:pt>
                <c:pt idx="449" c:formatCode="yyyy/m/d">
                  <c:v>44503</c:v>
                </c:pt>
                <c:pt idx="450" c:formatCode="yyyy/m/d">
                  <c:v>44504</c:v>
                </c:pt>
                <c:pt idx="451" c:formatCode="yyyy/m/d">
                  <c:v>44505</c:v>
                </c:pt>
                <c:pt idx="452" c:formatCode="yyyy/m/d">
                  <c:v>44508</c:v>
                </c:pt>
                <c:pt idx="453" c:formatCode="yyyy/m/d">
                  <c:v>44509</c:v>
                </c:pt>
                <c:pt idx="454" c:formatCode="yyyy/m/d">
                  <c:v>44510</c:v>
                </c:pt>
                <c:pt idx="455" c:formatCode="yyyy/m/d">
                  <c:v>44511</c:v>
                </c:pt>
                <c:pt idx="456" c:formatCode="yyyy/m/d">
                  <c:v>44512</c:v>
                </c:pt>
                <c:pt idx="457" c:formatCode="yyyy/m/d">
                  <c:v>44515</c:v>
                </c:pt>
                <c:pt idx="458" c:formatCode="yyyy/m/d">
                  <c:v>44516</c:v>
                </c:pt>
                <c:pt idx="459" c:formatCode="yyyy/m/d">
                  <c:v>44517</c:v>
                </c:pt>
                <c:pt idx="460" c:formatCode="yyyy/m/d">
                  <c:v>44518</c:v>
                </c:pt>
                <c:pt idx="461" c:formatCode="yyyy/m/d">
                  <c:v>44519</c:v>
                </c:pt>
                <c:pt idx="462" c:formatCode="yyyy/m/d">
                  <c:v>44522</c:v>
                </c:pt>
                <c:pt idx="463" c:formatCode="yyyy/m/d">
                  <c:v>44523</c:v>
                </c:pt>
                <c:pt idx="464" c:formatCode="yyyy/m/d">
                  <c:v>44524</c:v>
                </c:pt>
                <c:pt idx="465" c:formatCode="yyyy/m/d">
                  <c:v>44525</c:v>
                </c:pt>
                <c:pt idx="466" c:formatCode="yyyy/m/d">
                  <c:v>44526</c:v>
                </c:pt>
                <c:pt idx="467" c:formatCode="yyyy/m/d">
                  <c:v>44529</c:v>
                </c:pt>
                <c:pt idx="468" c:formatCode="yyyy/m/d">
                  <c:v>44530</c:v>
                </c:pt>
                <c:pt idx="469" c:formatCode="yyyy/m/d">
                  <c:v>44531</c:v>
                </c:pt>
                <c:pt idx="470" c:formatCode="yyyy/m/d">
                  <c:v>44532</c:v>
                </c:pt>
                <c:pt idx="471" c:formatCode="yyyy/m/d">
                  <c:v>44533</c:v>
                </c:pt>
                <c:pt idx="472" c:formatCode="yyyy/m/d">
                  <c:v>44536</c:v>
                </c:pt>
                <c:pt idx="473" c:formatCode="yyyy/m/d">
                  <c:v>44537</c:v>
                </c:pt>
                <c:pt idx="474" c:formatCode="yyyy/m/d">
                  <c:v>44538</c:v>
                </c:pt>
                <c:pt idx="475" c:formatCode="yyyy/m/d">
                  <c:v>44539</c:v>
                </c:pt>
                <c:pt idx="476" c:formatCode="yyyy/m/d">
                  <c:v>44540</c:v>
                </c:pt>
                <c:pt idx="477" c:formatCode="yyyy/m/d">
                  <c:v>44543</c:v>
                </c:pt>
                <c:pt idx="478" c:formatCode="yyyy/m/d">
                  <c:v>44544</c:v>
                </c:pt>
                <c:pt idx="479" c:formatCode="yyyy/m/d">
                  <c:v>44545</c:v>
                </c:pt>
                <c:pt idx="480" c:formatCode="yyyy/m/d">
                  <c:v>44546</c:v>
                </c:pt>
                <c:pt idx="481" c:formatCode="yyyy/m/d">
                  <c:v>44547</c:v>
                </c:pt>
                <c:pt idx="482" c:formatCode="yyyy/m/d">
                  <c:v>44550</c:v>
                </c:pt>
                <c:pt idx="483" c:formatCode="yyyy/m/d">
                  <c:v>44551</c:v>
                </c:pt>
                <c:pt idx="484" c:formatCode="yyyy/m/d">
                  <c:v>44552</c:v>
                </c:pt>
                <c:pt idx="485" c:formatCode="yyyy/m/d">
                  <c:v>44553</c:v>
                </c:pt>
                <c:pt idx="486" c:formatCode="yyyy/m/d">
                  <c:v>44554</c:v>
                </c:pt>
                <c:pt idx="487" c:formatCode="yyyy/m/d">
                  <c:v>44557</c:v>
                </c:pt>
                <c:pt idx="488" c:formatCode="yyyy/m/d">
                  <c:v>44558</c:v>
                </c:pt>
                <c:pt idx="489" c:formatCode="yyyy/m/d">
                  <c:v>44559</c:v>
                </c:pt>
                <c:pt idx="490" c:formatCode="yyyy/m/d">
                  <c:v>44560</c:v>
                </c:pt>
                <c:pt idx="491" c:formatCode="yyyy/m/d">
                  <c:v>44561</c:v>
                </c:pt>
                <c:pt idx="492" c:formatCode="yyyy/m/d">
                  <c:v>44565</c:v>
                </c:pt>
                <c:pt idx="493" c:formatCode="yyyy/m/d">
                  <c:v>44566</c:v>
                </c:pt>
                <c:pt idx="494" c:formatCode="yyyy/m/d">
                  <c:v>44567</c:v>
                </c:pt>
                <c:pt idx="495" c:formatCode="yyyy/m/d">
                  <c:v>44568</c:v>
                </c:pt>
                <c:pt idx="496" c:formatCode="yyyy/m/d">
                  <c:v>44571</c:v>
                </c:pt>
                <c:pt idx="497" c:formatCode="yyyy/m/d">
                  <c:v>44572</c:v>
                </c:pt>
                <c:pt idx="498" c:formatCode="yyyy/m/d">
                  <c:v>44573</c:v>
                </c:pt>
                <c:pt idx="499" c:formatCode="yyyy/m/d">
                  <c:v>44574</c:v>
                </c:pt>
                <c:pt idx="500" c:formatCode="yyyy/m/d">
                  <c:v>44575</c:v>
                </c:pt>
                <c:pt idx="501" c:formatCode="yyyy/m/d">
                  <c:v>44578</c:v>
                </c:pt>
                <c:pt idx="502" c:formatCode="yyyy/m/d">
                  <c:v>44579</c:v>
                </c:pt>
                <c:pt idx="503" c:formatCode="yyyy/m/d">
                  <c:v>44580</c:v>
                </c:pt>
                <c:pt idx="504" c:formatCode="yyyy/m/d">
                  <c:v>44581</c:v>
                </c:pt>
                <c:pt idx="505" c:formatCode="yyyy/m/d">
                  <c:v>44582</c:v>
                </c:pt>
                <c:pt idx="506" c:formatCode="yyyy/m/d">
                  <c:v>44585</c:v>
                </c:pt>
                <c:pt idx="507" c:formatCode="yyyy/m/d">
                  <c:v>44586</c:v>
                </c:pt>
                <c:pt idx="508" c:formatCode="yyyy/m/d">
                  <c:v>44587</c:v>
                </c:pt>
                <c:pt idx="509" c:formatCode="yyyy/m/d">
                  <c:v>44588</c:v>
                </c:pt>
                <c:pt idx="510" c:formatCode="yyyy/m/d">
                  <c:v>44589</c:v>
                </c:pt>
                <c:pt idx="511" c:formatCode="yyyy/m/d">
                  <c:v>44599</c:v>
                </c:pt>
                <c:pt idx="512" c:formatCode="yyyy/m/d">
                  <c:v>44600</c:v>
                </c:pt>
                <c:pt idx="513" c:formatCode="yyyy/m/d">
                  <c:v>44601</c:v>
                </c:pt>
                <c:pt idx="514" c:formatCode="yyyy/m/d">
                  <c:v>44602</c:v>
                </c:pt>
                <c:pt idx="515" c:formatCode="yyyy/m/d">
                  <c:v>44603</c:v>
                </c:pt>
                <c:pt idx="516" c:formatCode="yyyy/m/d">
                  <c:v>44606</c:v>
                </c:pt>
                <c:pt idx="517" c:formatCode="yyyy/m/d">
                  <c:v>44607</c:v>
                </c:pt>
                <c:pt idx="518" c:formatCode="yyyy/m/d">
                  <c:v>44608</c:v>
                </c:pt>
                <c:pt idx="519" c:formatCode="yyyy/m/d">
                  <c:v>44609</c:v>
                </c:pt>
                <c:pt idx="520" c:formatCode="yyyy/m/d">
                  <c:v>44610</c:v>
                </c:pt>
                <c:pt idx="521" c:formatCode="yyyy/m/d">
                  <c:v>44613</c:v>
                </c:pt>
                <c:pt idx="522" c:formatCode="yyyy/m/d">
                  <c:v>44614</c:v>
                </c:pt>
                <c:pt idx="523" c:formatCode="yyyy/m/d">
                  <c:v>44615</c:v>
                </c:pt>
                <c:pt idx="524" c:formatCode="yyyy/m/d">
                  <c:v>44616</c:v>
                </c:pt>
                <c:pt idx="525" c:formatCode="yyyy/m/d">
                  <c:v>44617</c:v>
                </c:pt>
                <c:pt idx="526" c:formatCode="yyyy/m/d">
                  <c:v>44620</c:v>
                </c:pt>
                <c:pt idx="527" c:formatCode="yyyy/m/d">
                  <c:v>44621</c:v>
                </c:pt>
                <c:pt idx="528" c:formatCode="yyyy/m/d">
                  <c:v>44622</c:v>
                </c:pt>
                <c:pt idx="529" c:formatCode="yyyy/m/d">
                  <c:v>44623</c:v>
                </c:pt>
                <c:pt idx="530" c:formatCode="yyyy/m/d">
                  <c:v>44624</c:v>
                </c:pt>
                <c:pt idx="531" c:formatCode="yyyy/m/d">
                  <c:v>44627</c:v>
                </c:pt>
                <c:pt idx="532" c:formatCode="yyyy/m/d">
                  <c:v>44628</c:v>
                </c:pt>
                <c:pt idx="533" c:formatCode="yyyy/m/d">
                  <c:v>44629</c:v>
                </c:pt>
                <c:pt idx="534" c:formatCode="yyyy/m/d">
                  <c:v>44630</c:v>
                </c:pt>
                <c:pt idx="535" c:formatCode="yyyy/m/d">
                  <c:v>44631</c:v>
                </c:pt>
                <c:pt idx="536" c:formatCode="yyyy/m/d">
                  <c:v>44634</c:v>
                </c:pt>
                <c:pt idx="537" c:formatCode="yyyy/m/d">
                  <c:v>44635</c:v>
                </c:pt>
                <c:pt idx="538" c:formatCode="yyyy/m/d">
                  <c:v>44636</c:v>
                </c:pt>
                <c:pt idx="539" c:formatCode="yyyy/m/d">
                  <c:v>44637</c:v>
                </c:pt>
                <c:pt idx="540" c:formatCode="yyyy/m/d">
                  <c:v>44638</c:v>
                </c:pt>
                <c:pt idx="541" c:formatCode="yyyy/m/d">
                  <c:v>44641</c:v>
                </c:pt>
                <c:pt idx="542" c:formatCode="yyyy/m/d">
                  <c:v>44642</c:v>
                </c:pt>
                <c:pt idx="543" c:formatCode="yyyy/m/d">
                  <c:v>44643</c:v>
                </c:pt>
                <c:pt idx="544" c:formatCode="yyyy/m/d">
                  <c:v>44644</c:v>
                </c:pt>
                <c:pt idx="545" c:formatCode="yyyy/m/d">
                  <c:v>44645</c:v>
                </c:pt>
                <c:pt idx="546" c:formatCode="yyyy/m/d">
                  <c:v>44648</c:v>
                </c:pt>
                <c:pt idx="547" c:formatCode="yyyy/m/d">
                  <c:v>44649</c:v>
                </c:pt>
                <c:pt idx="548" c:formatCode="yyyy/m/d">
                  <c:v>44650</c:v>
                </c:pt>
                <c:pt idx="549" c:formatCode="yyyy/m/d">
                  <c:v>44651</c:v>
                </c:pt>
                <c:pt idx="550" c:formatCode="yyyy/m/d">
                  <c:v>44652</c:v>
                </c:pt>
                <c:pt idx="551" c:formatCode="yyyy/m/d">
                  <c:v>44657</c:v>
                </c:pt>
                <c:pt idx="552" c:formatCode="yyyy/m/d">
                  <c:v>44658</c:v>
                </c:pt>
                <c:pt idx="553" c:formatCode="yyyy/m/d">
                  <c:v>44659</c:v>
                </c:pt>
                <c:pt idx="554" c:formatCode="yyyy/m/d">
                  <c:v>44662</c:v>
                </c:pt>
                <c:pt idx="555" c:formatCode="yyyy/m/d">
                  <c:v>44663</c:v>
                </c:pt>
                <c:pt idx="556" c:formatCode="yyyy/m/d">
                  <c:v>44664</c:v>
                </c:pt>
                <c:pt idx="557" c:formatCode="yyyy/m/d">
                  <c:v>44665</c:v>
                </c:pt>
                <c:pt idx="558" c:formatCode="yyyy/m/d">
                  <c:v>44666</c:v>
                </c:pt>
                <c:pt idx="559" c:formatCode="yyyy/m/d">
                  <c:v>44669</c:v>
                </c:pt>
                <c:pt idx="560" c:formatCode="yyyy/m/d">
                  <c:v>44670</c:v>
                </c:pt>
                <c:pt idx="561" c:formatCode="yyyy/m/d">
                  <c:v>44671</c:v>
                </c:pt>
                <c:pt idx="562" c:formatCode="yyyy/m/d">
                  <c:v>44672</c:v>
                </c:pt>
                <c:pt idx="563" c:formatCode="yyyy/m/d">
                  <c:v>44673</c:v>
                </c:pt>
                <c:pt idx="564" c:formatCode="yyyy/m/d">
                  <c:v>44676</c:v>
                </c:pt>
                <c:pt idx="565" c:formatCode="yyyy/m/d">
                  <c:v>44677</c:v>
                </c:pt>
                <c:pt idx="566" c:formatCode="yyyy/m/d">
                  <c:v>44678</c:v>
                </c:pt>
                <c:pt idx="567" c:formatCode="yyyy/m/d">
                  <c:v>44679</c:v>
                </c:pt>
                <c:pt idx="568" c:formatCode="yyyy/m/d">
                  <c:v>44680</c:v>
                </c:pt>
                <c:pt idx="569" c:formatCode="yyyy/m/d">
                  <c:v>44686</c:v>
                </c:pt>
                <c:pt idx="570" c:formatCode="yyyy/m/d">
                  <c:v>44687</c:v>
                </c:pt>
                <c:pt idx="571" c:formatCode="yyyy/m/d">
                  <c:v>44690</c:v>
                </c:pt>
                <c:pt idx="572" c:formatCode="yyyy/m/d">
                  <c:v>44691</c:v>
                </c:pt>
                <c:pt idx="573" c:formatCode="yyyy/m/d">
                  <c:v>44692</c:v>
                </c:pt>
                <c:pt idx="574" c:formatCode="yyyy/m/d">
                  <c:v>44693</c:v>
                </c:pt>
                <c:pt idx="575" c:formatCode="yyyy/m/d">
                  <c:v>44694</c:v>
                </c:pt>
                <c:pt idx="576" c:formatCode="yyyy/m/d">
                  <c:v>44697</c:v>
                </c:pt>
                <c:pt idx="577" c:formatCode="yyyy/m/d">
                  <c:v>44698</c:v>
                </c:pt>
                <c:pt idx="578" c:formatCode="yyyy/m/d">
                  <c:v>44699</c:v>
                </c:pt>
                <c:pt idx="579" c:formatCode="yyyy/m/d">
                  <c:v>44700</c:v>
                </c:pt>
                <c:pt idx="580" c:formatCode="yyyy/m/d">
                  <c:v>44701</c:v>
                </c:pt>
                <c:pt idx="581" c:formatCode="yyyy/m/d">
                  <c:v>44704</c:v>
                </c:pt>
                <c:pt idx="582" c:formatCode="yyyy/m/d">
                  <c:v>44705</c:v>
                </c:pt>
                <c:pt idx="583" c:formatCode="yyyy/m/d">
                  <c:v>44706</c:v>
                </c:pt>
                <c:pt idx="584" c:formatCode="yyyy/m/d">
                  <c:v>44707</c:v>
                </c:pt>
                <c:pt idx="585" c:formatCode="yyyy/m/d">
                  <c:v>44708</c:v>
                </c:pt>
                <c:pt idx="586" c:formatCode="yyyy/m/d">
                  <c:v>44711</c:v>
                </c:pt>
                <c:pt idx="587" c:formatCode="yyyy/m/d">
                  <c:v>44712</c:v>
                </c:pt>
                <c:pt idx="588" c:formatCode="yyyy/m/d">
                  <c:v>44713</c:v>
                </c:pt>
                <c:pt idx="589" c:formatCode="yyyy/m/d">
                  <c:v>44714</c:v>
                </c:pt>
                <c:pt idx="590" c:formatCode="yyyy/m/d">
                  <c:v>44718</c:v>
                </c:pt>
                <c:pt idx="591" c:formatCode="yyyy/m/d">
                  <c:v>44719</c:v>
                </c:pt>
                <c:pt idx="592" c:formatCode="yyyy/m/d">
                  <c:v>44720</c:v>
                </c:pt>
                <c:pt idx="593" c:formatCode="yyyy/m/d">
                  <c:v>44721</c:v>
                </c:pt>
                <c:pt idx="594" c:formatCode="yyyy/m/d">
                  <c:v>44722</c:v>
                </c:pt>
                <c:pt idx="595" c:formatCode="yyyy/m/d">
                  <c:v>44725</c:v>
                </c:pt>
                <c:pt idx="596" c:formatCode="yyyy/m/d">
                  <c:v>44726</c:v>
                </c:pt>
                <c:pt idx="597" c:formatCode="yyyy/m/d">
                  <c:v>44727</c:v>
                </c:pt>
                <c:pt idx="598" c:formatCode="yyyy/m/d">
                  <c:v>44728</c:v>
                </c:pt>
                <c:pt idx="599" c:formatCode="yyyy/m/d">
                  <c:v>44729</c:v>
                </c:pt>
                <c:pt idx="600" c:formatCode="yyyy/m/d">
                  <c:v>44732</c:v>
                </c:pt>
                <c:pt idx="601" c:formatCode="yyyy/m/d">
                  <c:v>44733</c:v>
                </c:pt>
                <c:pt idx="602" c:formatCode="yyyy/m/d">
                  <c:v>44734</c:v>
                </c:pt>
                <c:pt idx="603" c:formatCode="yyyy/m/d">
                  <c:v>44735</c:v>
                </c:pt>
                <c:pt idx="604" c:formatCode="yyyy/m/d">
                  <c:v>44736</c:v>
                </c:pt>
                <c:pt idx="605" c:formatCode="yyyy/m/d">
                  <c:v>44739</c:v>
                </c:pt>
                <c:pt idx="606" c:formatCode="yyyy/m/d">
                  <c:v>44740</c:v>
                </c:pt>
                <c:pt idx="607" c:formatCode="yyyy/m/d">
                  <c:v>44741</c:v>
                </c:pt>
                <c:pt idx="608" c:formatCode="yyyy/m/d">
                  <c:v>44742</c:v>
                </c:pt>
                <c:pt idx="609" c:formatCode="yyyy/m/d">
                  <c:v>44743</c:v>
                </c:pt>
                <c:pt idx="610" c:formatCode="yyyy/m/d">
                  <c:v>44746</c:v>
                </c:pt>
                <c:pt idx="611" c:formatCode="yyyy/m/d">
                  <c:v>44747</c:v>
                </c:pt>
                <c:pt idx="612" c:formatCode="yyyy/m/d">
                  <c:v>44748</c:v>
                </c:pt>
                <c:pt idx="613" c:formatCode="yyyy/m/d">
                  <c:v>44749</c:v>
                </c:pt>
                <c:pt idx="614" c:formatCode="yyyy/m/d">
                  <c:v>44750</c:v>
                </c:pt>
                <c:pt idx="615" c:formatCode="yyyy/m/d">
                  <c:v>44753</c:v>
                </c:pt>
                <c:pt idx="616" c:formatCode="yyyy/m/d">
                  <c:v>44754</c:v>
                </c:pt>
                <c:pt idx="617" c:formatCode="yyyy/m/d">
                  <c:v>44755</c:v>
                </c:pt>
                <c:pt idx="618" c:formatCode="yyyy/m/d">
                  <c:v>44756</c:v>
                </c:pt>
                <c:pt idx="619" c:formatCode="yyyy/m/d">
                  <c:v>44757</c:v>
                </c:pt>
                <c:pt idx="620" c:formatCode="yyyy/m/d">
                  <c:v>44760</c:v>
                </c:pt>
                <c:pt idx="621" c:formatCode="yyyy/m/d">
                  <c:v>44761</c:v>
                </c:pt>
                <c:pt idx="622" c:formatCode="yyyy/m/d">
                  <c:v>44762</c:v>
                </c:pt>
                <c:pt idx="623" c:formatCode="yyyy/m/d">
                  <c:v>44763</c:v>
                </c:pt>
                <c:pt idx="624" c:formatCode="yyyy/m/d">
                  <c:v>44764</c:v>
                </c:pt>
                <c:pt idx="625" c:formatCode="yyyy/m/d">
                  <c:v>44767</c:v>
                </c:pt>
                <c:pt idx="626" c:formatCode="yyyy/m/d">
                  <c:v>44768</c:v>
                </c:pt>
                <c:pt idx="627" c:formatCode="yyyy/m/d">
                  <c:v>44769</c:v>
                </c:pt>
                <c:pt idx="628" c:formatCode="yyyy/m/d">
                  <c:v>44770</c:v>
                </c:pt>
                <c:pt idx="629" c:formatCode="yyyy/m/d">
                  <c:v>44771</c:v>
                </c:pt>
                <c:pt idx="630" c:formatCode="yyyy/m/d">
                  <c:v>44774</c:v>
                </c:pt>
                <c:pt idx="631" c:formatCode="yyyy/m/d">
                  <c:v>44775</c:v>
                </c:pt>
                <c:pt idx="632" c:formatCode="yyyy/m/d">
                  <c:v>44776</c:v>
                </c:pt>
                <c:pt idx="633" c:formatCode="yyyy/m/d">
                  <c:v>44777</c:v>
                </c:pt>
                <c:pt idx="634" c:formatCode="yyyy/m/d">
                  <c:v>44778</c:v>
                </c:pt>
                <c:pt idx="635" c:formatCode="yyyy/m/d">
                  <c:v>44781</c:v>
                </c:pt>
                <c:pt idx="636" c:formatCode="yyyy/m/d">
                  <c:v>44782</c:v>
                </c:pt>
                <c:pt idx="637" c:formatCode="yyyy/m/d">
                  <c:v>44783</c:v>
                </c:pt>
                <c:pt idx="638" c:formatCode="yyyy/m/d">
                  <c:v>44784</c:v>
                </c:pt>
                <c:pt idx="639" c:formatCode="yyyy/m/d">
                  <c:v>44785</c:v>
                </c:pt>
                <c:pt idx="640" c:formatCode="yyyy/m/d">
                  <c:v>44788</c:v>
                </c:pt>
                <c:pt idx="641" c:formatCode="yyyy/m/d">
                  <c:v>44789</c:v>
                </c:pt>
                <c:pt idx="642" c:formatCode="yyyy/m/d">
                  <c:v>44790</c:v>
                </c:pt>
                <c:pt idx="643" c:formatCode="yyyy/m/d">
                  <c:v>44791</c:v>
                </c:pt>
                <c:pt idx="644" c:formatCode="yyyy/m/d">
                  <c:v>44792</c:v>
                </c:pt>
                <c:pt idx="645" c:formatCode="yyyy/m/d">
                  <c:v>44795</c:v>
                </c:pt>
                <c:pt idx="646" c:formatCode="yyyy/m/d">
                  <c:v>44796</c:v>
                </c:pt>
                <c:pt idx="647" c:formatCode="yyyy/m/d">
                  <c:v>44797</c:v>
                </c:pt>
                <c:pt idx="648" c:formatCode="yyyy/m/d">
                  <c:v>44798</c:v>
                </c:pt>
                <c:pt idx="649" c:formatCode="yyyy/m/d">
                  <c:v>44799</c:v>
                </c:pt>
                <c:pt idx="650" c:formatCode="yyyy/m/d">
                  <c:v>44802</c:v>
                </c:pt>
                <c:pt idx="651" c:formatCode="yyyy/m/d">
                  <c:v>44803</c:v>
                </c:pt>
                <c:pt idx="652" c:formatCode="yyyy/m/d">
                  <c:v>44804</c:v>
                </c:pt>
                <c:pt idx="653" c:formatCode="yyyy/m/d">
                  <c:v>44805</c:v>
                </c:pt>
                <c:pt idx="654" c:formatCode="yyyy/m/d">
                  <c:v>44806</c:v>
                </c:pt>
                <c:pt idx="655" c:formatCode="yyyy/m/d">
                  <c:v>44809</c:v>
                </c:pt>
                <c:pt idx="656" c:formatCode="yyyy/m/d">
                  <c:v>44810</c:v>
                </c:pt>
                <c:pt idx="657" c:formatCode="yyyy/m/d">
                  <c:v>44811</c:v>
                </c:pt>
                <c:pt idx="658" c:formatCode="yyyy/m/d">
                  <c:v>44812</c:v>
                </c:pt>
                <c:pt idx="659" c:formatCode="yyyy/m/d">
                  <c:v>44813</c:v>
                </c:pt>
                <c:pt idx="660" c:formatCode="yyyy/m/d">
                  <c:v>44817</c:v>
                </c:pt>
                <c:pt idx="661" c:formatCode="yyyy/m/d">
                  <c:v>44818</c:v>
                </c:pt>
                <c:pt idx="662" c:formatCode="yyyy/m/d">
                  <c:v>44819</c:v>
                </c:pt>
                <c:pt idx="663" c:formatCode="yyyy/m/d">
                  <c:v>44820</c:v>
                </c:pt>
                <c:pt idx="664" c:formatCode="yyyy/m/d">
                  <c:v>44823</c:v>
                </c:pt>
                <c:pt idx="665" c:formatCode="yyyy/m/d">
                  <c:v>44824</c:v>
                </c:pt>
                <c:pt idx="666" c:formatCode="yyyy/m/d">
                  <c:v>44825</c:v>
                </c:pt>
                <c:pt idx="667" c:formatCode="yyyy/m/d">
                  <c:v>44826</c:v>
                </c:pt>
                <c:pt idx="668" c:formatCode="yyyy/m/d">
                  <c:v>44827</c:v>
                </c:pt>
                <c:pt idx="669" c:formatCode="yyyy/m/d">
                  <c:v>44830</c:v>
                </c:pt>
                <c:pt idx="670" c:formatCode="yyyy/m/d">
                  <c:v>44831</c:v>
                </c:pt>
                <c:pt idx="671" c:formatCode="yyyy/m/d">
                  <c:v>44832</c:v>
                </c:pt>
                <c:pt idx="672" c:formatCode="yyyy/m/d">
                  <c:v>44833</c:v>
                </c:pt>
                <c:pt idx="673" c:formatCode="yyyy/m/d">
                  <c:v>44834</c:v>
                </c:pt>
                <c:pt idx="674" c:formatCode="yyyy/m/d">
                  <c:v>44844</c:v>
                </c:pt>
                <c:pt idx="675" c:formatCode="yyyy/m/d">
                  <c:v>44845</c:v>
                </c:pt>
                <c:pt idx="676" c:formatCode="yyyy/m/d">
                  <c:v>44846</c:v>
                </c:pt>
                <c:pt idx="677" c:formatCode="yyyy/m/d">
                  <c:v>44847</c:v>
                </c:pt>
                <c:pt idx="678" c:formatCode="yyyy/m/d">
                  <c:v>44848</c:v>
                </c:pt>
                <c:pt idx="679" c:formatCode="yyyy/m/d">
                  <c:v>44851</c:v>
                </c:pt>
                <c:pt idx="680" c:formatCode="yyyy/m/d">
                  <c:v>44852</c:v>
                </c:pt>
                <c:pt idx="681" c:formatCode="yyyy/m/d">
                  <c:v>44853</c:v>
                </c:pt>
                <c:pt idx="682" c:formatCode="yyyy/m/d">
                  <c:v>44854</c:v>
                </c:pt>
                <c:pt idx="683" c:formatCode="yyyy/m/d">
                  <c:v>44855</c:v>
                </c:pt>
                <c:pt idx="684" c:formatCode="yyyy/m/d">
                  <c:v>44858</c:v>
                </c:pt>
                <c:pt idx="685" c:formatCode="yyyy/m/d">
                  <c:v>44859</c:v>
                </c:pt>
                <c:pt idx="686" c:formatCode="yyyy/m/d">
                  <c:v>44860</c:v>
                </c:pt>
                <c:pt idx="687" c:formatCode="yyyy/m/d">
                  <c:v>44861</c:v>
                </c:pt>
                <c:pt idx="688" c:formatCode="yyyy/m/d">
                  <c:v>44862</c:v>
                </c:pt>
                <c:pt idx="689" c:formatCode="yyyy/m/d">
                  <c:v>44865</c:v>
                </c:pt>
                <c:pt idx="690" c:formatCode="yyyy/m/d">
                  <c:v>44866</c:v>
                </c:pt>
                <c:pt idx="691" c:formatCode="yyyy/m/d">
                  <c:v>44867</c:v>
                </c:pt>
                <c:pt idx="692" c:formatCode="yyyy/m/d">
                  <c:v>44868</c:v>
                </c:pt>
                <c:pt idx="693" c:formatCode="yyyy/m/d">
                  <c:v>44869</c:v>
                </c:pt>
                <c:pt idx="694" c:formatCode="yyyy/m/d">
                  <c:v>44872</c:v>
                </c:pt>
                <c:pt idx="695" c:formatCode="yyyy/m/d">
                  <c:v>44873</c:v>
                </c:pt>
                <c:pt idx="696" c:formatCode="yyyy/m/d">
                  <c:v>44874</c:v>
                </c:pt>
                <c:pt idx="697" c:formatCode="yyyy/m/d">
                  <c:v>44875</c:v>
                </c:pt>
                <c:pt idx="698" c:formatCode="yyyy/m/d">
                  <c:v>44876</c:v>
                </c:pt>
                <c:pt idx="699" c:formatCode="yyyy/m/d">
                  <c:v>44879</c:v>
                </c:pt>
                <c:pt idx="700" c:formatCode="yyyy/m/d">
                  <c:v>44880</c:v>
                </c:pt>
                <c:pt idx="701" c:formatCode="yyyy/m/d">
                  <c:v>44881</c:v>
                </c:pt>
                <c:pt idx="702" c:formatCode="yyyy/m/d">
                  <c:v>44882</c:v>
                </c:pt>
                <c:pt idx="703" c:formatCode="yyyy/m/d">
                  <c:v>44883</c:v>
                </c:pt>
                <c:pt idx="704" c:formatCode="yyyy/m/d">
                  <c:v>44886</c:v>
                </c:pt>
                <c:pt idx="705" c:formatCode="yyyy/m/d">
                  <c:v>44887</c:v>
                </c:pt>
                <c:pt idx="706" c:formatCode="yyyy/m/d">
                  <c:v>44888</c:v>
                </c:pt>
                <c:pt idx="707" c:formatCode="yyyy/m/d">
                  <c:v>44889</c:v>
                </c:pt>
                <c:pt idx="708" c:formatCode="yyyy/m/d">
                  <c:v>44890</c:v>
                </c:pt>
                <c:pt idx="709" c:formatCode="yyyy/m/d">
                  <c:v>44893</c:v>
                </c:pt>
                <c:pt idx="710" c:formatCode="yyyy/m/d">
                  <c:v>44894</c:v>
                </c:pt>
                <c:pt idx="711" c:formatCode="yyyy/m/d">
                  <c:v>44895</c:v>
                </c:pt>
                <c:pt idx="712" c:formatCode="yyyy/m/d">
                  <c:v>44896</c:v>
                </c:pt>
                <c:pt idx="713" c:formatCode="yyyy/m/d">
                  <c:v>44897</c:v>
                </c:pt>
                <c:pt idx="714" c:formatCode="yyyy/m/d">
                  <c:v>44900</c:v>
                </c:pt>
                <c:pt idx="715" c:formatCode="yyyy/m/d">
                  <c:v>44901</c:v>
                </c:pt>
                <c:pt idx="716" c:formatCode="yyyy/m/d">
                  <c:v>44902</c:v>
                </c:pt>
                <c:pt idx="717" c:formatCode="yyyy/m/d">
                  <c:v>44903</c:v>
                </c:pt>
                <c:pt idx="718" c:formatCode="yyyy/m/d">
                  <c:v>44904</c:v>
                </c:pt>
                <c:pt idx="719" c:formatCode="yyyy/m/d">
                  <c:v>44907</c:v>
                </c:pt>
                <c:pt idx="720" c:formatCode="yyyy/m/d">
                  <c:v>44908</c:v>
                </c:pt>
                <c:pt idx="721" c:formatCode="yyyy/m/d">
                  <c:v>44909</c:v>
                </c:pt>
                <c:pt idx="722" c:formatCode="yyyy/m/d">
                  <c:v>44910</c:v>
                </c:pt>
                <c:pt idx="723" c:formatCode="yyyy/m/d">
                  <c:v>44911</c:v>
                </c:pt>
                <c:pt idx="724" c:formatCode="yyyy/m/d">
                  <c:v>44914</c:v>
                </c:pt>
                <c:pt idx="725" c:formatCode="yyyy/m/d">
                  <c:v>44915</c:v>
                </c:pt>
                <c:pt idx="726" c:formatCode="yyyy/m/d">
                  <c:v>44916</c:v>
                </c:pt>
                <c:pt idx="727" c:formatCode="yyyy/m/d">
                  <c:v>44917</c:v>
                </c:pt>
                <c:pt idx="728" c:formatCode="yyyy/m/d">
                  <c:v>44918</c:v>
                </c:pt>
                <c:pt idx="729" c:formatCode="yyyy/m/d">
                  <c:v>44921</c:v>
                </c:pt>
                <c:pt idx="730" c:formatCode="yyyy/m/d">
                  <c:v>44922</c:v>
                </c:pt>
                <c:pt idx="731" c:formatCode="yyyy/m/d">
                  <c:v>44923</c:v>
                </c:pt>
                <c:pt idx="732" c:formatCode="yyyy/m/d">
                  <c:v>44924</c:v>
                </c:pt>
                <c:pt idx="733" c:formatCode="yyyy/m/d">
                  <c:v>44925</c:v>
                </c:pt>
                <c:pt idx="734" c:formatCode="yyyy/m/d">
                  <c:v>44929</c:v>
                </c:pt>
                <c:pt idx="735" c:formatCode="yyyy/m/d">
                  <c:v>44930</c:v>
                </c:pt>
                <c:pt idx="736" c:formatCode="yyyy/m/d">
                  <c:v>44931</c:v>
                </c:pt>
                <c:pt idx="737" c:formatCode="yyyy/m/d">
                  <c:v>44932</c:v>
                </c:pt>
                <c:pt idx="738" c:formatCode="yyyy/m/d">
                  <c:v>44935</c:v>
                </c:pt>
                <c:pt idx="739" c:formatCode="yyyy/m/d">
                  <c:v>44936</c:v>
                </c:pt>
                <c:pt idx="740" c:formatCode="yyyy/m/d">
                  <c:v>44937</c:v>
                </c:pt>
                <c:pt idx="741" c:formatCode="yyyy/m/d">
                  <c:v>44938</c:v>
                </c:pt>
                <c:pt idx="742" c:formatCode="yyyy/m/d">
                  <c:v>44939</c:v>
                </c:pt>
                <c:pt idx="743" c:formatCode="yyyy/m/d">
                  <c:v>44942</c:v>
                </c:pt>
                <c:pt idx="744" c:formatCode="yyyy/m/d">
                  <c:v>44943</c:v>
                </c:pt>
                <c:pt idx="745" c:formatCode="yyyy/m/d">
                  <c:v>44944</c:v>
                </c:pt>
                <c:pt idx="746" c:formatCode="yyyy/m/d">
                  <c:v>44945</c:v>
                </c:pt>
                <c:pt idx="747" c:formatCode="yyyy/m/d">
                  <c:v>44946</c:v>
                </c:pt>
                <c:pt idx="748" c:formatCode="yyyy/m/d">
                  <c:v>44956</c:v>
                </c:pt>
                <c:pt idx="749" c:formatCode="yyyy/m/d">
                  <c:v>44957</c:v>
                </c:pt>
                <c:pt idx="750" c:formatCode="yyyy/m/d">
                  <c:v>44958</c:v>
                </c:pt>
                <c:pt idx="751" c:formatCode="yyyy/m/d">
                  <c:v>44959</c:v>
                </c:pt>
                <c:pt idx="752" c:formatCode="yyyy/m/d">
                  <c:v>44960</c:v>
                </c:pt>
                <c:pt idx="753" c:formatCode="yyyy/m/d">
                  <c:v>44963</c:v>
                </c:pt>
                <c:pt idx="754" c:formatCode="yyyy/m/d">
                  <c:v>44964</c:v>
                </c:pt>
                <c:pt idx="755" c:formatCode="yyyy/m/d">
                  <c:v>44965</c:v>
                </c:pt>
                <c:pt idx="756" c:formatCode="yyyy/m/d">
                  <c:v>44966</c:v>
                </c:pt>
                <c:pt idx="757" c:formatCode="yyyy/m/d">
                  <c:v>44967</c:v>
                </c:pt>
                <c:pt idx="758" c:formatCode="yyyy/m/d">
                  <c:v>44970</c:v>
                </c:pt>
                <c:pt idx="759" c:formatCode="yyyy/m/d">
                  <c:v>44971</c:v>
                </c:pt>
                <c:pt idx="760" c:formatCode="yyyy/m/d">
                  <c:v>44972</c:v>
                </c:pt>
                <c:pt idx="761" c:formatCode="yyyy/m/d">
                  <c:v>44973</c:v>
                </c:pt>
                <c:pt idx="762" c:formatCode="yyyy/m/d">
                  <c:v>44974</c:v>
                </c:pt>
                <c:pt idx="763" c:formatCode="yyyy/m/d">
                  <c:v>44977</c:v>
                </c:pt>
                <c:pt idx="764" c:formatCode="yyyy/m/d">
                  <c:v>44978</c:v>
                </c:pt>
                <c:pt idx="765" c:formatCode="yyyy/m/d">
                  <c:v>44979</c:v>
                </c:pt>
                <c:pt idx="766" c:formatCode="yyyy/m/d">
                  <c:v>44980</c:v>
                </c:pt>
                <c:pt idx="767" c:formatCode="yyyy/m/d">
                  <c:v>44981</c:v>
                </c:pt>
                <c:pt idx="768" c:formatCode="yyyy/m/d">
                  <c:v>44984</c:v>
                </c:pt>
                <c:pt idx="769" c:formatCode="yyyy/m/d">
                  <c:v>44985</c:v>
                </c:pt>
                <c:pt idx="770" c:formatCode="yyyy/m/d">
                  <c:v>44986</c:v>
                </c:pt>
                <c:pt idx="771" c:formatCode="yyyy/m/d">
                  <c:v>44987</c:v>
                </c:pt>
                <c:pt idx="772" c:formatCode="yyyy/m/d">
                  <c:v>44988</c:v>
                </c:pt>
                <c:pt idx="773" c:formatCode="yyyy/m/d">
                  <c:v>44991</c:v>
                </c:pt>
                <c:pt idx="774" c:formatCode="yyyy/m/d">
                  <c:v>44992</c:v>
                </c:pt>
                <c:pt idx="775" c:formatCode="yyyy/m/d">
                  <c:v>44993</c:v>
                </c:pt>
                <c:pt idx="776" c:formatCode="yyyy/m/d">
                  <c:v>44994</c:v>
                </c:pt>
                <c:pt idx="777" c:formatCode="yyyy/m/d">
                  <c:v>44995</c:v>
                </c:pt>
                <c:pt idx="778" c:formatCode="yyyy/m/d">
                  <c:v>44998</c:v>
                </c:pt>
                <c:pt idx="779" c:formatCode="yyyy/m/d">
                  <c:v>44999</c:v>
                </c:pt>
                <c:pt idx="780" c:formatCode="yyyy/m/d">
                  <c:v>45000</c:v>
                </c:pt>
                <c:pt idx="781" c:formatCode="yyyy/m/d">
                  <c:v>45001</c:v>
                </c:pt>
                <c:pt idx="782" c:formatCode="yyyy/m/d">
                  <c:v>45002</c:v>
                </c:pt>
                <c:pt idx="783" c:formatCode="yyyy/m/d">
                  <c:v>45005</c:v>
                </c:pt>
                <c:pt idx="784" c:formatCode="yyyy/m/d">
                  <c:v>45006</c:v>
                </c:pt>
                <c:pt idx="785" c:formatCode="yyyy/m/d">
                  <c:v>45007</c:v>
                </c:pt>
                <c:pt idx="786" c:formatCode="yyyy/m/d">
                  <c:v>45008</c:v>
                </c:pt>
                <c:pt idx="787" c:formatCode="yyyy/m/d">
                  <c:v>45009</c:v>
                </c:pt>
                <c:pt idx="788" c:formatCode="yyyy/m/d">
                  <c:v>45012</c:v>
                </c:pt>
                <c:pt idx="789" c:formatCode="yyyy/m/d">
                  <c:v>45013</c:v>
                </c:pt>
                <c:pt idx="790" c:formatCode="yyyy/m/d">
                  <c:v>45014</c:v>
                </c:pt>
                <c:pt idx="791" c:formatCode="yyyy/m/d">
                  <c:v>45015</c:v>
                </c:pt>
                <c:pt idx="792" c:formatCode="yyyy/m/d">
                  <c:v>45016</c:v>
                </c:pt>
                <c:pt idx="793" c:formatCode="yyyy/m/d">
                  <c:v>45019</c:v>
                </c:pt>
                <c:pt idx="794" c:formatCode="yyyy/m/d">
                  <c:v>45020</c:v>
                </c:pt>
                <c:pt idx="795" c:formatCode="yyyy/m/d">
                  <c:v>45022</c:v>
                </c:pt>
                <c:pt idx="796" c:formatCode="yyyy/m/d">
                  <c:v>45023</c:v>
                </c:pt>
                <c:pt idx="797" c:formatCode="yyyy/m/d">
                  <c:v>45026</c:v>
                </c:pt>
                <c:pt idx="798" c:formatCode="yyyy/m/d">
                  <c:v>45027</c:v>
                </c:pt>
                <c:pt idx="799" c:formatCode="yyyy/m/d">
                  <c:v>45028</c:v>
                </c:pt>
                <c:pt idx="800" c:formatCode="yyyy/m/d">
                  <c:v>45029</c:v>
                </c:pt>
                <c:pt idx="801" c:formatCode="yyyy/m/d">
                  <c:v>45030</c:v>
                </c:pt>
                <c:pt idx="802" c:formatCode="yyyy/m/d">
                  <c:v>45033</c:v>
                </c:pt>
                <c:pt idx="803" c:formatCode="yyyy/m/d">
                  <c:v>45034</c:v>
                </c:pt>
                <c:pt idx="804" c:formatCode="yyyy/m/d">
                  <c:v>45035</c:v>
                </c:pt>
                <c:pt idx="805" c:formatCode="yyyy/m/d">
                  <c:v>45036</c:v>
                </c:pt>
                <c:pt idx="806" c:formatCode="yyyy/m/d">
                  <c:v>45037</c:v>
                </c:pt>
                <c:pt idx="807" c:formatCode="yyyy/m/d">
                  <c:v>45040</c:v>
                </c:pt>
                <c:pt idx="808" c:formatCode="yyyy/m/d">
                  <c:v>45041</c:v>
                </c:pt>
                <c:pt idx="809" c:formatCode="yyyy/m/d">
                  <c:v>45042</c:v>
                </c:pt>
                <c:pt idx="810" c:formatCode="yyyy/m/d">
                  <c:v>45043</c:v>
                </c:pt>
                <c:pt idx="811" c:formatCode="yyyy/m/d">
                  <c:v>45044</c:v>
                </c:pt>
                <c:pt idx="812" c:formatCode="yyyy/m/d">
                  <c:v>45050</c:v>
                </c:pt>
                <c:pt idx="813" c:formatCode="yyyy/m/d">
                  <c:v>45051</c:v>
                </c:pt>
                <c:pt idx="814" c:formatCode="yyyy/m/d">
                  <c:v>45054</c:v>
                </c:pt>
                <c:pt idx="815" c:formatCode="yyyy/m/d">
                  <c:v>45055</c:v>
                </c:pt>
                <c:pt idx="816" c:formatCode="yyyy/m/d">
                  <c:v>45056</c:v>
                </c:pt>
                <c:pt idx="817" c:formatCode="yyyy/m/d">
                  <c:v>45057</c:v>
                </c:pt>
                <c:pt idx="818" c:formatCode="yyyy/m/d">
                  <c:v>45058</c:v>
                </c:pt>
                <c:pt idx="819" c:formatCode="yyyy/m/d">
                  <c:v>45061</c:v>
                </c:pt>
                <c:pt idx="820" c:formatCode="yyyy/m/d">
                  <c:v>45062</c:v>
                </c:pt>
                <c:pt idx="821" c:formatCode="yyyy/m/d">
                  <c:v>45063</c:v>
                </c:pt>
                <c:pt idx="822" c:formatCode="yyyy/m/d">
                  <c:v>45064</c:v>
                </c:pt>
                <c:pt idx="823" c:formatCode="yyyy/m/d">
                  <c:v>45065</c:v>
                </c:pt>
                <c:pt idx="824" c:formatCode="yyyy/m/d">
                  <c:v>45068</c:v>
                </c:pt>
                <c:pt idx="825" c:formatCode="yyyy/m/d">
                  <c:v>45069</c:v>
                </c:pt>
                <c:pt idx="826" c:formatCode="yyyy/m/d">
                  <c:v>45070</c:v>
                </c:pt>
                <c:pt idx="827" c:formatCode="yyyy/m/d">
                  <c:v>45071</c:v>
                </c:pt>
                <c:pt idx="828" c:formatCode="yyyy/m/d">
                  <c:v>45072</c:v>
                </c:pt>
                <c:pt idx="829" c:formatCode="yyyy/m/d">
                  <c:v>45075</c:v>
                </c:pt>
                <c:pt idx="830" c:formatCode="yyyy/m/d">
                  <c:v>45076</c:v>
                </c:pt>
                <c:pt idx="831" c:formatCode="yyyy/m/d">
                  <c:v>45077</c:v>
                </c:pt>
                <c:pt idx="832" c:formatCode="yyyy/m/d">
                  <c:v>45078</c:v>
                </c:pt>
                <c:pt idx="833" c:formatCode="yyyy/m/d">
                  <c:v>45079</c:v>
                </c:pt>
                <c:pt idx="834" c:formatCode="yyyy/m/d">
                  <c:v>45082</c:v>
                </c:pt>
                <c:pt idx="835" c:formatCode="yyyy/m/d">
                  <c:v>45083</c:v>
                </c:pt>
                <c:pt idx="836" c:formatCode="yyyy/m/d">
                  <c:v>45084</c:v>
                </c:pt>
                <c:pt idx="837" c:formatCode="yyyy/m/d">
                  <c:v>45085</c:v>
                </c:pt>
                <c:pt idx="838" c:formatCode="yyyy/m/d">
                  <c:v>45086</c:v>
                </c:pt>
                <c:pt idx="839" c:formatCode="yyyy/m/d">
                  <c:v>45089</c:v>
                </c:pt>
                <c:pt idx="840" c:formatCode="yyyy/m/d">
                  <c:v>45090</c:v>
                </c:pt>
                <c:pt idx="841" c:formatCode="yyyy/m/d">
                  <c:v>45091</c:v>
                </c:pt>
                <c:pt idx="842" c:formatCode="yyyy/m/d">
                  <c:v>45092</c:v>
                </c:pt>
                <c:pt idx="843" c:formatCode="yyyy/m/d">
                  <c:v>45093</c:v>
                </c:pt>
                <c:pt idx="844" c:formatCode="yyyy/m/d">
                  <c:v>45096</c:v>
                </c:pt>
                <c:pt idx="845" c:formatCode="yyyy/m/d">
                  <c:v>45097</c:v>
                </c:pt>
                <c:pt idx="846" c:formatCode="yyyy/m/d">
                  <c:v>45098</c:v>
                </c:pt>
                <c:pt idx="847" c:formatCode="yyyy/m/d">
                  <c:v>45103</c:v>
                </c:pt>
                <c:pt idx="848" c:formatCode="yyyy/m/d">
                  <c:v>45104</c:v>
                </c:pt>
                <c:pt idx="849" c:formatCode="yyyy/m/d">
                  <c:v>45105</c:v>
                </c:pt>
                <c:pt idx="850" c:formatCode="yyyy/m/d">
                  <c:v>45106</c:v>
                </c:pt>
                <c:pt idx="851" c:formatCode="yyyy/m/d">
                  <c:v>45107</c:v>
                </c:pt>
                <c:pt idx="852" c:formatCode="yyyy/m/d">
                  <c:v>45110</c:v>
                </c:pt>
                <c:pt idx="853" c:formatCode="yyyy/m/d">
                  <c:v>45111</c:v>
                </c:pt>
                <c:pt idx="854" c:formatCode="yyyy/m/d">
                  <c:v>45112</c:v>
                </c:pt>
                <c:pt idx="855" c:formatCode="yyyy/m/d">
                  <c:v>45113</c:v>
                </c:pt>
                <c:pt idx="856" c:formatCode="yyyy/m/d">
                  <c:v>45114</c:v>
                </c:pt>
                <c:pt idx="857" c:formatCode="yyyy/m/d">
                  <c:v>45117</c:v>
                </c:pt>
                <c:pt idx="858" c:formatCode="yyyy/m/d">
                  <c:v>45118</c:v>
                </c:pt>
                <c:pt idx="859" c:formatCode="yyyy/m/d">
                  <c:v>45119</c:v>
                </c:pt>
                <c:pt idx="860" c:formatCode="yyyy/m/d">
                  <c:v>45120</c:v>
                </c:pt>
                <c:pt idx="861" c:formatCode="yyyy/m/d">
                  <c:v>45121</c:v>
                </c:pt>
                <c:pt idx="862" c:formatCode="yyyy/m/d">
                  <c:v>45124</c:v>
                </c:pt>
                <c:pt idx="863" c:formatCode="yyyy/m/d">
                  <c:v>45125</c:v>
                </c:pt>
                <c:pt idx="864" c:formatCode="yyyy/m/d">
                  <c:v>45126</c:v>
                </c:pt>
                <c:pt idx="865" c:formatCode="yyyy/m/d">
                  <c:v>45127</c:v>
                </c:pt>
                <c:pt idx="866" c:formatCode="yyyy/m/d">
                  <c:v>45128</c:v>
                </c:pt>
                <c:pt idx="867" c:formatCode="yyyy/m/d">
                  <c:v>45131</c:v>
                </c:pt>
                <c:pt idx="868" c:formatCode="yyyy/m/d">
                  <c:v>45132</c:v>
                </c:pt>
                <c:pt idx="869" c:formatCode="yyyy/m/d">
                  <c:v>45133</c:v>
                </c:pt>
                <c:pt idx="870" c:formatCode="yyyy/m/d">
                  <c:v>45134</c:v>
                </c:pt>
                <c:pt idx="871" c:formatCode="yyyy/m/d">
                  <c:v>45135</c:v>
                </c:pt>
                <c:pt idx="872" c:formatCode="yyyy/m/d">
                  <c:v>45138</c:v>
                </c:pt>
                <c:pt idx="873" c:formatCode="yyyy/m/d">
                  <c:v>45139</c:v>
                </c:pt>
                <c:pt idx="874" c:formatCode="yyyy/m/d">
                  <c:v>45140</c:v>
                </c:pt>
                <c:pt idx="875" c:formatCode="yyyy/m/d">
                  <c:v>45141</c:v>
                </c:pt>
                <c:pt idx="876" c:formatCode="yyyy/m/d">
                  <c:v>45142</c:v>
                </c:pt>
                <c:pt idx="877" c:formatCode="yyyy/m/d">
                  <c:v>45145</c:v>
                </c:pt>
                <c:pt idx="878" c:formatCode="yyyy/m/d">
                  <c:v>45146</c:v>
                </c:pt>
                <c:pt idx="879" c:formatCode="yyyy/m/d">
                  <c:v>45147</c:v>
                </c:pt>
                <c:pt idx="880" c:formatCode="yyyy/m/d">
                  <c:v>45148</c:v>
                </c:pt>
                <c:pt idx="881" c:formatCode="yyyy/m/d">
                  <c:v>45149</c:v>
                </c:pt>
                <c:pt idx="882" c:formatCode="yyyy/m/d">
                  <c:v>45152</c:v>
                </c:pt>
                <c:pt idx="883" c:formatCode="yyyy/m/d">
                  <c:v>45153</c:v>
                </c:pt>
                <c:pt idx="884" c:formatCode="yyyy/m/d">
                  <c:v>45154</c:v>
                </c:pt>
                <c:pt idx="885" c:formatCode="yyyy/m/d">
                  <c:v>45155</c:v>
                </c:pt>
                <c:pt idx="886" c:formatCode="yyyy/m/d">
                  <c:v>45156</c:v>
                </c:pt>
                <c:pt idx="887" c:formatCode="yyyy/m/d">
                  <c:v>45159</c:v>
                </c:pt>
                <c:pt idx="888" c:formatCode="yyyy/m/d">
                  <c:v>45160</c:v>
                </c:pt>
                <c:pt idx="889" c:formatCode="yyyy/m/d">
                  <c:v>45161</c:v>
                </c:pt>
                <c:pt idx="890" c:formatCode="yyyy/m/d">
                  <c:v>45162</c:v>
                </c:pt>
                <c:pt idx="891" c:formatCode="yyyy/m/d">
                  <c:v>45163</c:v>
                </c:pt>
                <c:pt idx="892" c:formatCode="yyyy/m/d">
                  <c:v>45166</c:v>
                </c:pt>
                <c:pt idx="893" c:formatCode="yyyy/m/d">
                  <c:v>45167</c:v>
                </c:pt>
                <c:pt idx="894" c:formatCode="yyyy/m/d">
                  <c:v>45168</c:v>
                </c:pt>
                <c:pt idx="895" c:formatCode="yyyy/m/d">
                  <c:v>45169</c:v>
                </c:pt>
                <c:pt idx="896" c:formatCode="yyyy/m/d">
                  <c:v>45170</c:v>
                </c:pt>
                <c:pt idx="897" c:formatCode="yyyy/m/d">
                  <c:v>45173</c:v>
                </c:pt>
                <c:pt idx="898" c:formatCode="yyyy/m/d">
                  <c:v>45174</c:v>
                </c:pt>
                <c:pt idx="899" c:formatCode="yyyy/m/d">
                  <c:v>45175</c:v>
                </c:pt>
                <c:pt idx="900" c:formatCode="yyyy/m/d">
                  <c:v>45176</c:v>
                </c:pt>
                <c:pt idx="901" c:formatCode="yyyy/m/d">
                  <c:v>45177</c:v>
                </c:pt>
                <c:pt idx="902" c:formatCode="yyyy/m/d">
                  <c:v>45180</c:v>
                </c:pt>
                <c:pt idx="903" c:formatCode="yyyy/m/d">
                  <c:v>45181</c:v>
                </c:pt>
                <c:pt idx="904" c:formatCode="yyyy/m/d">
                  <c:v>45182</c:v>
                </c:pt>
                <c:pt idx="905" c:formatCode="yyyy/m/d">
                  <c:v>45183</c:v>
                </c:pt>
                <c:pt idx="906" c:formatCode="yyyy/m/d">
                  <c:v>45184</c:v>
                </c:pt>
                <c:pt idx="907" c:formatCode="yyyy/m/d">
                  <c:v>45187</c:v>
                </c:pt>
                <c:pt idx="908" c:formatCode="yyyy/m/d">
                  <c:v>45188</c:v>
                </c:pt>
                <c:pt idx="909" c:formatCode="yyyy/m/d">
                  <c:v>45189</c:v>
                </c:pt>
                <c:pt idx="910" c:formatCode="yyyy/m/d">
                  <c:v>45190</c:v>
                </c:pt>
                <c:pt idx="911" c:formatCode="yyyy/m/d">
                  <c:v>45191</c:v>
                </c:pt>
                <c:pt idx="912" c:formatCode="yyyy/m/d">
                  <c:v>45194</c:v>
                </c:pt>
                <c:pt idx="913" c:formatCode="yyyy/m/d">
                  <c:v>45195</c:v>
                </c:pt>
                <c:pt idx="914" c:formatCode="yyyy/m/d">
                  <c:v>45196</c:v>
                </c:pt>
                <c:pt idx="915" c:formatCode="yyyy/m/d">
                  <c:v>45197</c:v>
                </c:pt>
                <c:pt idx="916" c:formatCode="yyyy/m/d">
                  <c:v>45208</c:v>
                </c:pt>
                <c:pt idx="917" c:formatCode="yyyy/m/d">
                  <c:v>45209</c:v>
                </c:pt>
                <c:pt idx="918" c:formatCode="yyyy/m/d">
                  <c:v>45210</c:v>
                </c:pt>
                <c:pt idx="919" c:formatCode="yyyy/m/d">
                  <c:v>45211</c:v>
                </c:pt>
                <c:pt idx="920" c:formatCode="yyyy/m/d">
                  <c:v>45212</c:v>
                </c:pt>
                <c:pt idx="921" c:formatCode="yyyy/m/d">
                  <c:v>45215</c:v>
                </c:pt>
                <c:pt idx="922" c:formatCode="yyyy/m/d">
                  <c:v>45216</c:v>
                </c:pt>
                <c:pt idx="923" c:formatCode="yyyy/m/d">
                  <c:v>45217</c:v>
                </c:pt>
                <c:pt idx="924" c:formatCode="yyyy/m/d">
                  <c:v>45218</c:v>
                </c:pt>
                <c:pt idx="925" c:formatCode="yyyy/m/d">
                  <c:v>45219</c:v>
                </c:pt>
                <c:pt idx="926" c:formatCode="yyyy/m/d">
                  <c:v>45222</c:v>
                </c:pt>
                <c:pt idx="927" c:formatCode="yyyy/m/d">
                  <c:v>45223</c:v>
                </c:pt>
                <c:pt idx="928" c:formatCode="yyyy/m/d">
                  <c:v>45224</c:v>
                </c:pt>
                <c:pt idx="929" c:formatCode="yyyy/m/d">
                  <c:v>45225</c:v>
                </c:pt>
                <c:pt idx="930" c:formatCode="yyyy/m/d">
                  <c:v>45226</c:v>
                </c:pt>
                <c:pt idx="931" c:formatCode="yyyy/m/d">
                  <c:v>45229</c:v>
                </c:pt>
                <c:pt idx="932" c:formatCode="yyyy/m/d">
                  <c:v>45230</c:v>
                </c:pt>
                <c:pt idx="933" c:formatCode="yyyy/m/d">
                  <c:v>45231</c:v>
                </c:pt>
                <c:pt idx="934" c:formatCode="yyyy/m/d">
                  <c:v>45232</c:v>
                </c:pt>
                <c:pt idx="935" c:formatCode="yyyy/m/d">
                  <c:v>45233</c:v>
                </c:pt>
                <c:pt idx="936" c:formatCode="yyyy/m/d">
                  <c:v>45236</c:v>
                </c:pt>
                <c:pt idx="937" c:formatCode="yyyy/m/d">
                  <c:v>45237</c:v>
                </c:pt>
                <c:pt idx="938" c:formatCode="yyyy/m/d">
                  <c:v>45238</c:v>
                </c:pt>
                <c:pt idx="939" c:formatCode="yyyy/m/d">
                  <c:v>45239</c:v>
                </c:pt>
                <c:pt idx="940" c:formatCode="yyyy/m/d">
                  <c:v>45240</c:v>
                </c:pt>
                <c:pt idx="941" c:formatCode="yyyy/m/d">
                  <c:v>45243</c:v>
                </c:pt>
                <c:pt idx="942" c:formatCode="yyyy/m/d">
                  <c:v>45244</c:v>
                </c:pt>
                <c:pt idx="943" c:formatCode="yyyy/m/d">
                  <c:v>45245</c:v>
                </c:pt>
                <c:pt idx="944" c:formatCode="yyyy/m/d">
                  <c:v>45246</c:v>
                </c:pt>
                <c:pt idx="945" c:formatCode="yyyy/m/d">
                  <c:v>45247</c:v>
                </c:pt>
                <c:pt idx="946" c:formatCode="yyyy/m/d">
                  <c:v>45250</c:v>
                </c:pt>
                <c:pt idx="947" c:formatCode="yyyy/m/d">
                  <c:v>45251</c:v>
                </c:pt>
                <c:pt idx="948" c:formatCode="yyyy/m/d">
                  <c:v>45252</c:v>
                </c:pt>
                <c:pt idx="949" c:formatCode="yyyy/m/d">
                  <c:v>45253</c:v>
                </c:pt>
                <c:pt idx="950" c:formatCode="yyyy/m/d">
                  <c:v>45254</c:v>
                </c:pt>
                <c:pt idx="951" c:formatCode="yyyy/m/d">
                  <c:v>45257</c:v>
                </c:pt>
                <c:pt idx="952" c:formatCode="yyyy/m/d">
                  <c:v>45258</c:v>
                </c:pt>
                <c:pt idx="953" c:formatCode="yyyy/m/d">
                  <c:v>45259</c:v>
                </c:pt>
                <c:pt idx="954" c:formatCode="yyyy/m/d">
                  <c:v>45260</c:v>
                </c:pt>
                <c:pt idx="955" c:formatCode="yyyy/m/d">
                  <c:v>45261</c:v>
                </c:pt>
                <c:pt idx="956" c:formatCode="yyyy/m/d">
                  <c:v>45264</c:v>
                </c:pt>
                <c:pt idx="957" c:formatCode="yyyy/m/d">
                  <c:v>45265</c:v>
                </c:pt>
                <c:pt idx="958" c:formatCode="yyyy/m/d">
                  <c:v>45266</c:v>
                </c:pt>
                <c:pt idx="959" c:formatCode="yyyy/m/d">
                  <c:v>45267</c:v>
                </c:pt>
                <c:pt idx="960" c:formatCode="yyyy/m/d">
                  <c:v>45268</c:v>
                </c:pt>
                <c:pt idx="961" c:formatCode="yyyy/m/d">
                  <c:v>45271</c:v>
                </c:pt>
                <c:pt idx="962" c:formatCode="yyyy/m/d">
                  <c:v>45272</c:v>
                </c:pt>
                <c:pt idx="963" c:formatCode="yyyy/m/d">
                  <c:v>45273</c:v>
                </c:pt>
                <c:pt idx="964" c:formatCode="yyyy/m/d">
                  <c:v>45274</c:v>
                </c:pt>
                <c:pt idx="965" c:formatCode="yyyy/m/d">
                  <c:v>45275</c:v>
                </c:pt>
                <c:pt idx="966" c:formatCode="yyyy/m/d">
                  <c:v>45278</c:v>
                </c:pt>
                <c:pt idx="967" c:formatCode="yyyy/m/d">
                  <c:v>45279</c:v>
                </c:pt>
                <c:pt idx="968" c:formatCode="yyyy/m/d">
                  <c:v>45280</c:v>
                </c:pt>
                <c:pt idx="969" c:formatCode="yyyy/m/d">
                  <c:v>45281</c:v>
                </c:pt>
                <c:pt idx="970" c:formatCode="yyyy/m/d">
                  <c:v>45282</c:v>
                </c:pt>
                <c:pt idx="971" c:formatCode="yyyy/m/d">
                  <c:v>45285</c:v>
                </c:pt>
                <c:pt idx="972" c:formatCode="yyyy/m/d">
                  <c:v>45286</c:v>
                </c:pt>
                <c:pt idx="973" c:formatCode="yyyy/m/d">
                  <c:v>45287</c:v>
                </c:pt>
                <c:pt idx="974" c:formatCode="yyyy/m/d">
                  <c:v>45288</c:v>
                </c:pt>
                <c:pt idx="975" c:formatCode="yyyy/m/d">
                  <c:v>45289</c:v>
                </c:pt>
                <c:pt idx="976" c:formatCode="yyyy/m/d">
                  <c:v>45293</c:v>
                </c:pt>
                <c:pt idx="977" c:formatCode="yyyy/m/d">
                  <c:v>45294</c:v>
                </c:pt>
                <c:pt idx="978" c:formatCode="yyyy/m/d">
                  <c:v>45295</c:v>
                </c:pt>
                <c:pt idx="979" c:formatCode="yyyy/m/d">
                  <c:v>45296</c:v>
                </c:pt>
                <c:pt idx="980" c:formatCode="yyyy/m/d">
                  <c:v>45299</c:v>
                </c:pt>
                <c:pt idx="981" c:formatCode="yyyy/m/d">
                  <c:v>45300</c:v>
                </c:pt>
                <c:pt idx="982" c:formatCode="yyyy/m/d">
                  <c:v>45301</c:v>
                </c:pt>
                <c:pt idx="983" c:formatCode="yyyy/m/d">
                  <c:v>45302</c:v>
                </c:pt>
                <c:pt idx="984" c:formatCode="yyyy/m/d">
                  <c:v>45303</c:v>
                </c:pt>
                <c:pt idx="985" c:formatCode="yyyy/m/d">
                  <c:v>45306</c:v>
                </c:pt>
                <c:pt idx="986" c:formatCode="yyyy/m/d">
                  <c:v>45307</c:v>
                </c:pt>
                <c:pt idx="987" c:formatCode="yyyy/m/d">
                  <c:v>45308</c:v>
                </c:pt>
                <c:pt idx="988" c:formatCode="yyyy/m/d">
                  <c:v>45309</c:v>
                </c:pt>
                <c:pt idx="989" c:formatCode="yyyy/m/d">
                  <c:v>45310</c:v>
                </c:pt>
                <c:pt idx="990" c:formatCode="yyyy/m/d">
                  <c:v>45313</c:v>
                </c:pt>
                <c:pt idx="991" c:formatCode="yyyy/m/d">
                  <c:v>45314</c:v>
                </c:pt>
                <c:pt idx="992" c:formatCode="yyyy/m/d">
                  <c:v>45315</c:v>
                </c:pt>
                <c:pt idx="993" c:formatCode="yyyy/m/d">
                  <c:v>45316</c:v>
                </c:pt>
                <c:pt idx="994" c:formatCode="yyyy/m/d">
                  <c:v>45317</c:v>
                </c:pt>
                <c:pt idx="995" c:formatCode="yyyy/m/d">
                  <c:v>45320</c:v>
                </c:pt>
                <c:pt idx="996" c:formatCode="yyyy/m/d">
                  <c:v>45321</c:v>
                </c:pt>
                <c:pt idx="997" c:formatCode="yyyy/m/d">
                  <c:v>45322</c:v>
                </c:pt>
                <c:pt idx="998" c:formatCode="yyyy/m/d">
                  <c:v>45323</c:v>
                </c:pt>
                <c:pt idx="999" c:formatCode="yyyy/m/d">
                  <c:v>45324</c:v>
                </c:pt>
                <c:pt idx="1000" c:formatCode="yyyy/m/d">
                  <c:v>45327</c:v>
                </c:pt>
                <c:pt idx="1001" c:formatCode="yyyy/m/d">
                  <c:v>45328</c:v>
                </c:pt>
                <c:pt idx="1002" c:formatCode="yyyy/m/d">
                  <c:v>45329</c:v>
                </c:pt>
                <c:pt idx="1003" c:formatCode="yyyy/m/d">
                  <c:v>45330</c:v>
                </c:pt>
                <c:pt idx="1004" c:formatCode="yyyy/m/d">
                  <c:v>45341</c:v>
                </c:pt>
                <c:pt idx="1005" c:formatCode="yyyy/m/d">
                  <c:v>45342</c:v>
                </c:pt>
                <c:pt idx="1006" c:formatCode="yyyy/m/d">
                  <c:v>45343</c:v>
                </c:pt>
                <c:pt idx="1007" c:formatCode="yyyy/m/d">
                  <c:v>45344</c:v>
                </c:pt>
                <c:pt idx="1008" c:formatCode="yyyy/m/d">
                  <c:v>45345</c:v>
                </c:pt>
                <c:pt idx="1009" c:formatCode="yyyy/m/d">
                  <c:v>45348</c:v>
                </c:pt>
                <c:pt idx="1010" c:formatCode="yyyy/m/d">
                  <c:v>45349</c:v>
                </c:pt>
                <c:pt idx="1011" c:formatCode="yyyy/m/d">
                  <c:v>45350</c:v>
                </c:pt>
                <c:pt idx="1012" c:formatCode="yyyy/m/d">
                  <c:v>45351</c:v>
                </c:pt>
                <c:pt idx="1013" c:formatCode="yyyy/m/d">
                  <c:v>45352</c:v>
                </c:pt>
                <c:pt idx="1014" c:formatCode="yyyy/m/d">
                  <c:v>45355</c:v>
                </c:pt>
                <c:pt idx="1015" c:formatCode="yyyy/m/d">
                  <c:v>45356</c:v>
                </c:pt>
                <c:pt idx="1016" c:formatCode="yyyy/m/d">
                  <c:v>45357</c:v>
                </c:pt>
                <c:pt idx="1017" c:formatCode="yyyy/m/d">
                  <c:v>45358</c:v>
                </c:pt>
                <c:pt idx="1018" c:formatCode="yyyy/m/d">
                  <c:v>45359</c:v>
                </c:pt>
                <c:pt idx="1019" c:formatCode="yyyy/m/d">
                  <c:v>45362</c:v>
                </c:pt>
                <c:pt idx="1020" c:formatCode="yyyy/m/d">
                  <c:v>45363</c:v>
                </c:pt>
                <c:pt idx="1021" c:formatCode="yyyy/m/d">
                  <c:v>45364</c:v>
                </c:pt>
                <c:pt idx="1022" c:formatCode="yyyy/m/d">
                  <c:v>45365</c:v>
                </c:pt>
                <c:pt idx="1023" c:formatCode="yyyy/m/d">
                  <c:v>45366</c:v>
                </c:pt>
                <c:pt idx="1024" c:formatCode="yyyy/m/d">
                  <c:v>45369</c:v>
                </c:pt>
                <c:pt idx="1025" c:formatCode="yyyy/m/d">
                  <c:v>45370</c:v>
                </c:pt>
                <c:pt idx="1026" c:formatCode="yyyy/m/d">
                  <c:v>45371</c:v>
                </c:pt>
                <c:pt idx="1027" c:formatCode="yyyy/m/d">
                  <c:v>45372</c:v>
                </c:pt>
                <c:pt idx="1028" c:formatCode="yyyy/m/d">
                  <c:v>45373</c:v>
                </c:pt>
                <c:pt idx="1029" c:formatCode="yyyy/m/d">
                  <c:v>45376</c:v>
                </c:pt>
                <c:pt idx="1030" c:formatCode="yyyy/m/d">
                  <c:v>45377</c:v>
                </c:pt>
                <c:pt idx="1031" c:formatCode="yyyy/m/d">
                  <c:v>45378</c:v>
                </c:pt>
                <c:pt idx="1032" c:formatCode="yyyy/m/d">
                  <c:v>45379</c:v>
                </c:pt>
                <c:pt idx="1033" c:formatCode="yyyy/m/d">
                  <c:v>45380</c:v>
                </c:pt>
                <c:pt idx="1034" c:formatCode="yyyy/m/d">
                  <c:v>45383</c:v>
                </c:pt>
                <c:pt idx="1035" c:formatCode="yyyy/m/d">
                  <c:v>45384</c:v>
                </c:pt>
                <c:pt idx="1036" c:formatCode="yyyy/m/d">
                  <c:v>45385</c:v>
                </c:pt>
                <c:pt idx="1037" c:formatCode="yyyy/m/d">
                  <c:v>45390</c:v>
                </c:pt>
                <c:pt idx="1038" c:formatCode="yyyy/m/d">
                  <c:v>45391</c:v>
                </c:pt>
                <c:pt idx="1039" c:formatCode="yyyy/m/d">
                  <c:v>45392</c:v>
                </c:pt>
                <c:pt idx="1040" c:formatCode="yyyy/m/d">
                  <c:v>45393</c:v>
                </c:pt>
                <c:pt idx="1041" c:formatCode="yyyy/m/d">
                  <c:v>45394</c:v>
                </c:pt>
                <c:pt idx="1042" c:formatCode="yyyy/m/d">
                  <c:v>45397</c:v>
                </c:pt>
                <c:pt idx="1043" c:formatCode="yyyy/m/d">
                  <c:v>45398</c:v>
                </c:pt>
                <c:pt idx="1044" c:formatCode="yyyy/m/d">
                  <c:v>45399</c:v>
                </c:pt>
                <c:pt idx="1045" c:formatCode="yyyy/m/d">
                  <c:v>45400</c:v>
                </c:pt>
                <c:pt idx="1046" c:formatCode="yyyy/m/d">
                  <c:v>45401</c:v>
                </c:pt>
                <c:pt idx="1047" c:formatCode="yyyy/m/d">
                  <c:v>45404</c:v>
                </c:pt>
                <c:pt idx="1048" c:formatCode="yyyy/m/d">
                  <c:v>45405</c:v>
                </c:pt>
                <c:pt idx="1049" c:formatCode="yyyy/m/d">
                  <c:v>45406</c:v>
                </c:pt>
                <c:pt idx="1050" c:formatCode="yyyy/m/d">
                  <c:v>45407</c:v>
                </c:pt>
                <c:pt idx="1051" c:formatCode="yyyy/m/d">
                  <c:v>45408</c:v>
                </c:pt>
                <c:pt idx="1052" c:formatCode="yyyy/m/d">
                  <c:v>45411</c:v>
                </c:pt>
                <c:pt idx="1053" c:formatCode="yyyy/m/d">
                  <c:v>45412</c:v>
                </c:pt>
                <c:pt idx="1054" c:formatCode="yyyy/m/d">
                  <c:v>45418</c:v>
                </c:pt>
                <c:pt idx="1055" c:formatCode="yyyy/m/d">
                  <c:v>45419</c:v>
                </c:pt>
                <c:pt idx="1056" c:formatCode="yyyy/m/d">
                  <c:v>45420</c:v>
                </c:pt>
                <c:pt idx="1057" c:formatCode="yyyy/m/d">
                  <c:v>45421</c:v>
                </c:pt>
                <c:pt idx="1058" c:formatCode="yyyy/m/d">
                  <c:v>45422</c:v>
                </c:pt>
                <c:pt idx="1059" c:formatCode="yyyy/m/d">
                  <c:v>45425</c:v>
                </c:pt>
                <c:pt idx="1060" c:formatCode="yyyy/m/d">
                  <c:v>45426</c:v>
                </c:pt>
                <c:pt idx="1061" c:formatCode="yyyy/m/d">
                  <c:v>45427</c:v>
                </c:pt>
                <c:pt idx="1062" c:formatCode="yyyy/m/d">
                  <c:v>45428</c:v>
                </c:pt>
                <c:pt idx="1063" c:formatCode="yyyy/m/d">
                  <c:v>45429</c:v>
                </c:pt>
                <c:pt idx="1064" c:formatCode="yyyy/m/d">
                  <c:v>45432</c:v>
                </c:pt>
                <c:pt idx="1065" c:formatCode="yyyy/m/d">
                  <c:v>45433</c:v>
                </c:pt>
                <c:pt idx="1066" c:formatCode="yyyy/m/d">
                  <c:v>45434</c:v>
                </c:pt>
                <c:pt idx="1067" c:formatCode="yyyy/m/d">
                  <c:v>45435</c:v>
                </c:pt>
                <c:pt idx="1068" c:formatCode="yyyy/m/d">
                  <c:v>45436</c:v>
                </c:pt>
                <c:pt idx="1069" c:formatCode="yyyy/m/d">
                  <c:v>45439</c:v>
                </c:pt>
                <c:pt idx="1070" c:formatCode="yyyy/m/d">
                  <c:v>45440</c:v>
                </c:pt>
                <c:pt idx="1071" c:formatCode="yyyy/m/d">
                  <c:v>45441</c:v>
                </c:pt>
                <c:pt idx="1072" c:formatCode="yyyy/m/d">
                  <c:v>45442</c:v>
                </c:pt>
                <c:pt idx="1073" c:formatCode="yyyy/m/d">
                  <c:v>45443</c:v>
                </c:pt>
                <c:pt idx="1074" c:formatCode="yyyy/m/d">
                  <c:v>45446</c:v>
                </c:pt>
                <c:pt idx="1075" c:formatCode="yyyy/m/d">
                  <c:v>45447</c:v>
                </c:pt>
                <c:pt idx="1076" c:formatCode="yyyy/m/d">
                  <c:v>45448</c:v>
                </c:pt>
                <c:pt idx="1077" c:formatCode="yyyy/m/d">
                  <c:v>45449</c:v>
                </c:pt>
                <c:pt idx="1078" c:formatCode="yyyy/m/d">
                  <c:v>45450</c:v>
                </c:pt>
                <c:pt idx="1079" c:formatCode="yyyy/m/d">
                  <c:v>45454</c:v>
                </c:pt>
                <c:pt idx="1080" c:formatCode="yyyy/m/d">
                  <c:v>45455</c:v>
                </c:pt>
                <c:pt idx="1081" c:formatCode="yyyy/m/d">
                  <c:v>45456</c:v>
                </c:pt>
                <c:pt idx="1082" c:formatCode="yyyy/m/d">
                  <c:v>45457</c:v>
                </c:pt>
                <c:pt idx="1083" c:formatCode="yyyy/m/d">
                  <c:v>45460</c:v>
                </c:pt>
                <c:pt idx="1084" c:formatCode="yyyy/m/d">
                  <c:v>45461</c:v>
                </c:pt>
                <c:pt idx="1085" c:formatCode="yyyy/m/d">
                  <c:v>45462</c:v>
                </c:pt>
                <c:pt idx="1086" c:formatCode="yyyy/m/d">
                  <c:v>45463</c:v>
                </c:pt>
                <c:pt idx="1087" c:formatCode="yyyy/m/d">
                  <c:v>45464</c:v>
                </c:pt>
                <c:pt idx="1088" c:formatCode="yyyy/m/d">
                  <c:v>45467</c:v>
                </c:pt>
                <c:pt idx="1089" c:formatCode="yyyy/m/d">
                  <c:v>45468</c:v>
                </c:pt>
                <c:pt idx="1090" c:formatCode="yyyy/m/d">
                  <c:v>45469</c:v>
                </c:pt>
                <c:pt idx="1091" c:formatCode="yyyy/m/d">
                  <c:v>45470</c:v>
                </c:pt>
                <c:pt idx="1092" c:formatCode="yyyy/m/d">
                  <c:v>45471</c:v>
                </c:pt>
                <c:pt idx="1093" c:formatCode="yyyy/m/d">
                  <c:v>45474</c:v>
                </c:pt>
                <c:pt idx="1094" c:formatCode="yyyy/m/d">
                  <c:v>45475</c:v>
                </c:pt>
                <c:pt idx="1095" c:formatCode="yyyy/m/d">
                  <c:v>45476</c:v>
                </c:pt>
                <c:pt idx="1096" c:formatCode="yyyy/m/d">
                  <c:v>45477</c:v>
                </c:pt>
                <c:pt idx="1097" c:formatCode="yyyy/m/d">
                  <c:v>45478</c:v>
                </c:pt>
                <c:pt idx="1098" c:formatCode="yyyy/m/d">
                  <c:v>45481</c:v>
                </c:pt>
                <c:pt idx="1099" c:formatCode="yyyy/m/d">
                  <c:v>45482</c:v>
                </c:pt>
                <c:pt idx="1100" c:formatCode="yyyy/m/d">
                  <c:v>45483</c:v>
                </c:pt>
                <c:pt idx="1101" c:formatCode="yyyy/m/d">
                  <c:v>45484</c:v>
                </c:pt>
                <c:pt idx="1102" c:formatCode="yyyy/m/d">
                  <c:v>45485</c:v>
                </c:pt>
                <c:pt idx="1103" c:formatCode="yyyy/m/d">
                  <c:v>45488</c:v>
                </c:pt>
                <c:pt idx="1104" c:formatCode="yyyy/m/d">
                  <c:v>45489</c:v>
                </c:pt>
                <c:pt idx="1105" c:formatCode="yyyy/m/d">
                  <c:v>45490</c:v>
                </c:pt>
                <c:pt idx="1106" c:formatCode="yyyy/m/d">
                  <c:v>45491</c:v>
                </c:pt>
                <c:pt idx="1107" c:formatCode="yyyy/m/d">
                  <c:v>45492</c:v>
                </c:pt>
                <c:pt idx="1108" c:formatCode="yyyy/m/d">
                  <c:v>45495</c:v>
                </c:pt>
                <c:pt idx="1109" c:formatCode="yyyy/m/d">
                  <c:v>45496</c:v>
                </c:pt>
                <c:pt idx="1110" c:formatCode="yyyy/m/d">
                  <c:v>45497</c:v>
                </c:pt>
                <c:pt idx="1111" c:formatCode="yyyy/m/d">
                  <c:v>45498</c:v>
                </c:pt>
                <c:pt idx="1112" c:formatCode="yyyy/m/d">
                  <c:v>45499</c:v>
                </c:pt>
                <c:pt idx="1113" c:formatCode="yyyy/m/d">
                  <c:v>45502</c:v>
                </c:pt>
                <c:pt idx="1114" c:formatCode="yyyy/m/d">
                  <c:v>45503</c:v>
                </c:pt>
                <c:pt idx="1115" c:formatCode="yyyy/m/d">
                  <c:v>45504</c:v>
                </c:pt>
                <c:pt idx="1116" c:formatCode="yyyy/m/d">
                  <c:v>45505</c:v>
                </c:pt>
                <c:pt idx="1117" c:formatCode="yyyy/m/d">
                  <c:v>45506</c:v>
                </c:pt>
                <c:pt idx="1118" c:formatCode="yyyy/m/d">
                  <c:v>45509</c:v>
                </c:pt>
                <c:pt idx="1119" c:formatCode="yyyy/m/d">
                  <c:v>45510</c:v>
                </c:pt>
                <c:pt idx="1120" c:formatCode="yyyy/m/d">
                  <c:v>45511</c:v>
                </c:pt>
                <c:pt idx="1121" c:formatCode="yyyy/m/d">
                  <c:v>45512</c:v>
                </c:pt>
                <c:pt idx="1122" c:formatCode="yyyy/m/d">
                  <c:v>45513</c:v>
                </c:pt>
                <c:pt idx="1123" c:formatCode="yyyy/m/d">
                  <c:v>45516</c:v>
                </c:pt>
                <c:pt idx="1124" c:formatCode="yyyy/m/d">
                  <c:v>45517</c:v>
                </c:pt>
                <c:pt idx="1125" c:formatCode="yyyy/m/d">
                  <c:v>45518</c:v>
                </c:pt>
                <c:pt idx="1126" c:formatCode="yyyy/m/d">
                  <c:v>45519</c:v>
                </c:pt>
                <c:pt idx="1127" c:formatCode="yyyy/m/d">
                  <c:v>45520</c:v>
                </c:pt>
                <c:pt idx="1128" c:formatCode="yyyy/m/d">
                  <c:v>45523</c:v>
                </c:pt>
                <c:pt idx="1129" c:formatCode="yyyy/m/d">
                  <c:v>45524</c:v>
                </c:pt>
                <c:pt idx="1130" c:formatCode="yyyy/m/d">
                  <c:v>45525</c:v>
                </c:pt>
                <c:pt idx="1131" c:formatCode="yyyy/m/d">
                  <c:v>45526</c:v>
                </c:pt>
                <c:pt idx="1132" c:formatCode="yyyy/m/d">
                  <c:v>45527</c:v>
                </c:pt>
                <c:pt idx="1133" c:formatCode="yyyy/m/d">
                  <c:v>45530</c:v>
                </c:pt>
                <c:pt idx="1134" c:formatCode="yyyy/m/d">
                  <c:v>45531</c:v>
                </c:pt>
                <c:pt idx="1135" c:formatCode="yyyy/m/d">
                  <c:v>45532</c:v>
                </c:pt>
                <c:pt idx="1136" c:formatCode="yyyy/m/d">
                  <c:v>45533</c:v>
                </c:pt>
                <c:pt idx="1137" c:formatCode="yyyy/m/d">
                  <c:v>45534</c:v>
                </c:pt>
                <c:pt idx="1138" c:formatCode="yyyy/m/d">
                  <c:v>45537</c:v>
                </c:pt>
                <c:pt idx="1139" c:formatCode="yyyy/m/d">
                  <c:v>45538</c:v>
                </c:pt>
                <c:pt idx="1140" c:formatCode="yyyy/m/d">
                  <c:v>45539</c:v>
                </c:pt>
                <c:pt idx="1141" c:formatCode="yyyy/m/d">
                  <c:v>45540</c:v>
                </c:pt>
                <c:pt idx="1142" c:formatCode="yyyy/m/d">
                  <c:v>45541</c:v>
                </c:pt>
                <c:pt idx="1143" c:formatCode="yyyy/m/d">
                  <c:v>45544</c:v>
                </c:pt>
                <c:pt idx="1144" c:formatCode="yyyy/m/d">
                  <c:v>45545</c:v>
                </c:pt>
                <c:pt idx="1145" c:formatCode="yyyy/m/d">
                  <c:v>45546</c:v>
                </c:pt>
                <c:pt idx="1146" c:formatCode="yyyy/m/d">
                  <c:v>45547</c:v>
                </c:pt>
                <c:pt idx="1147" c:formatCode="yyyy/m/d">
                  <c:v>45548</c:v>
                </c:pt>
                <c:pt idx="1148" c:formatCode="yyyy/m/d">
                  <c:v>45553</c:v>
                </c:pt>
                <c:pt idx="1149" c:formatCode="yyyy/m/d">
                  <c:v>45554</c:v>
                </c:pt>
                <c:pt idx="1150" c:formatCode="yyyy/m/d">
                  <c:v>45555</c:v>
                </c:pt>
                <c:pt idx="1151" c:formatCode="yyyy/m/d">
                  <c:v>45558</c:v>
                </c:pt>
                <c:pt idx="1152" c:formatCode="yyyy/m/d">
                  <c:v>45559</c:v>
                </c:pt>
                <c:pt idx="1153" c:formatCode="yyyy/m/d">
                  <c:v>45560</c:v>
                </c:pt>
                <c:pt idx="1154" c:formatCode="yyyy/m/d">
                  <c:v>45561</c:v>
                </c:pt>
                <c:pt idx="1155" c:formatCode="yyyy/m/d">
                  <c:v>45562</c:v>
                </c:pt>
                <c:pt idx="1156" c:formatCode="yyyy/m/d">
                  <c:v>45565</c:v>
                </c:pt>
                <c:pt idx="1157" c:formatCode="yyyy/m/d">
                  <c:v>45573</c:v>
                </c:pt>
                <c:pt idx="1158" c:formatCode="yyyy/m/d">
                  <c:v>45574</c:v>
                </c:pt>
                <c:pt idx="1159" c:formatCode="yyyy/m/d">
                  <c:v>45575</c:v>
                </c:pt>
                <c:pt idx="1160" c:formatCode="yyyy/m/d">
                  <c:v>45576</c:v>
                </c:pt>
                <c:pt idx="1161" c:formatCode="yyyy/m/d">
                  <c:v>45579</c:v>
                </c:pt>
                <c:pt idx="1162" c:formatCode="yyyy/m/d">
                  <c:v>45580</c:v>
                </c:pt>
                <c:pt idx="1163" c:formatCode="yyyy/m/d">
                  <c:v>45581</c:v>
                </c:pt>
                <c:pt idx="1164" c:formatCode="yyyy/m/d">
                  <c:v>45582</c:v>
                </c:pt>
                <c:pt idx="1165" c:formatCode="yyyy/m/d">
                  <c:v>45583</c:v>
                </c:pt>
                <c:pt idx="1166" c:formatCode="yyyy/m/d">
                  <c:v>45586</c:v>
                </c:pt>
                <c:pt idx="1167" c:formatCode="yyyy/m/d">
                  <c:v>45587</c:v>
                </c:pt>
                <c:pt idx="1168" c:formatCode="yyyy/m/d">
                  <c:v>45588</c:v>
                </c:pt>
                <c:pt idx="1169" c:formatCode="yyyy/m/d">
                  <c:v>45589</c:v>
                </c:pt>
                <c:pt idx="1170" c:formatCode="yyyy/m/d">
                  <c:v>45590</c:v>
                </c:pt>
                <c:pt idx="1171" c:formatCode="yyyy/m/d">
                  <c:v>45593</c:v>
                </c:pt>
                <c:pt idx="1172" c:formatCode="yyyy/m/d">
                  <c:v>45594</c:v>
                </c:pt>
                <c:pt idx="1173" c:formatCode="yyyy/m/d">
                  <c:v>45595</c:v>
                </c:pt>
                <c:pt idx="1174" c:formatCode="yyyy/m/d">
                  <c:v>45596</c:v>
                </c:pt>
                <c:pt idx="1175" c:formatCode="yyyy/m/d">
                  <c:v>45597</c:v>
                </c:pt>
                <c:pt idx="1176" c:formatCode="yyyy/m/d">
                  <c:v>45600</c:v>
                </c:pt>
                <c:pt idx="1177" c:formatCode="yyyy/m/d">
                  <c:v>45601</c:v>
                </c:pt>
                <c:pt idx="1178" c:formatCode="yyyy/m/d">
                  <c:v>45602</c:v>
                </c:pt>
                <c:pt idx="1179" c:formatCode="yyyy/m/d">
                  <c:v>45603</c:v>
                </c:pt>
                <c:pt idx="1180" c:formatCode="yyyy/m/d">
                  <c:v>45604</c:v>
                </c:pt>
                <c:pt idx="1181" c:formatCode="yyyy/m/d">
                  <c:v>45607</c:v>
                </c:pt>
                <c:pt idx="1182" c:formatCode="yyyy/m/d">
                  <c:v>45608</c:v>
                </c:pt>
                <c:pt idx="1183" c:formatCode="yyyy/m/d">
                  <c:v>45609</c:v>
                </c:pt>
                <c:pt idx="1184" c:formatCode="yyyy/m/d">
                  <c:v>45610</c:v>
                </c:pt>
                <c:pt idx="1185" c:formatCode="yyyy/m/d">
                  <c:v>45611</c:v>
                </c:pt>
                <c:pt idx="1186" c:formatCode="yyyy/m/d">
                  <c:v>45614</c:v>
                </c:pt>
                <c:pt idx="1187" c:formatCode="yyyy/m/d">
                  <c:v>45615</c:v>
                </c:pt>
                <c:pt idx="1188" c:formatCode="yyyy/m/d">
                  <c:v>45616</c:v>
                </c:pt>
                <c:pt idx="1189" c:formatCode="yyyy/m/d">
                  <c:v>45617</c:v>
                </c:pt>
                <c:pt idx="1190" c:formatCode="yyyy/m/d">
                  <c:v>45618</c:v>
                </c:pt>
                <c:pt idx="1191" c:formatCode="yyyy/m/d">
                  <c:v>45621</c:v>
                </c:pt>
                <c:pt idx="1192" c:formatCode="yyyy/m/d">
                  <c:v>45622</c:v>
                </c:pt>
                <c:pt idx="1193" c:formatCode="yyyy/m/d">
                  <c:v>45623</c:v>
                </c:pt>
                <c:pt idx="1194" c:formatCode="yyyy/m/d">
                  <c:v>45624</c:v>
                </c:pt>
                <c:pt idx="1195" c:formatCode="yyyy/m/d">
                  <c:v>45625</c:v>
                </c:pt>
                <c:pt idx="1196" c:formatCode="yyyy/m/d">
                  <c:v>45628</c:v>
                </c:pt>
                <c:pt idx="1197" c:formatCode="yyyy/m/d">
                  <c:v>45629</c:v>
                </c:pt>
                <c:pt idx="1198" c:formatCode="yyyy/m/d">
                  <c:v>45630</c:v>
                </c:pt>
                <c:pt idx="1199" c:formatCode="yyyy/m/d">
                  <c:v>45631</c:v>
                </c:pt>
                <c:pt idx="1200" c:formatCode="yyyy/m/d">
                  <c:v>45632</c:v>
                </c:pt>
                <c:pt idx="1201" c:formatCode="yyyy/m/d">
                  <c:v>45635</c:v>
                </c:pt>
                <c:pt idx="1202" c:formatCode="yyyy/m/d">
                  <c:v>45636</c:v>
                </c:pt>
              </c:numCache>
            </c:numRef>
          </c:cat>
          <c:val>
            <c:numRef>
              <c:f>csi300_vol_premium.csv!$D$2:$D$1204</c:f>
              <c:numCache>
                <c:formatCode>0.00%</c:formatCode>
                <c:ptCount val="1203"/>
                <c:pt idx="0">
                  <c:v>0.0492056655372478</c:v>
                </c:pt>
                <c:pt idx="1">
                  <c:v>-0.0102536809407482</c:v>
                </c:pt>
                <c:pt idx="2">
                  <c:v>-0.213561323111588</c:v>
                </c:pt>
                <c:pt idx="3">
                  <c:v>-0.23730864905469</c:v>
                </c:pt>
                <c:pt idx="4">
                  <c:v>-0.223183928110627</c:v>
                </c:pt>
                <c:pt idx="5">
                  <c:v>-0.220173530832178</c:v>
                </c:pt>
                <c:pt idx="6">
                  <c:v>-0.193124517867794</c:v>
                </c:pt>
                <c:pt idx="7">
                  <c:v>-0.19465718317314</c:v>
                </c:pt>
                <c:pt idx="8">
                  <c:v>-0.190150596755785</c:v>
                </c:pt>
                <c:pt idx="9">
                  <c:v>-0.189834920313936</c:v>
                </c:pt>
                <c:pt idx="10">
                  <c:v>-0.187039606529656</c:v>
                </c:pt>
                <c:pt idx="11">
                  <c:v>-0.193221482132857</c:v>
                </c:pt>
                <c:pt idx="12">
                  <c:v>-0.218653310139621</c:v>
                </c:pt>
                <c:pt idx="13">
                  <c:v>-0.22664343243306</c:v>
                </c:pt>
                <c:pt idx="14">
                  <c:v>-0.230156804717492</c:v>
                </c:pt>
                <c:pt idx="15">
                  <c:v>-0.236533907586505</c:v>
                </c:pt>
                <c:pt idx="16">
                  <c:v>-0.245180142860724</c:v>
                </c:pt>
                <c:pt idx="17">
                  <c:v>-0.256904395377028</c:v>
                </c:pt>
                <c:pt idx="18">
                  <c:v>-0.258523710423812</c:v>
                </c:pt>
                <c:pt idx="19">
                  <c:v>-0.233301403735794</c:v>
                </c:pt>
                <c:pt idx="20">
                  <c:v>-0.227486608315236</c:v>
                </c:pt>
                <c:pt idx="21">
                  <c:v>-0.173263479795203</c:v>
                </c:pt>
                <c:pt idx="22">
                  <c:v>0.0550895301890688</c:v>
                </c:pt>
                <c:pt idx="23">
                  <c:v>0.0189774489007505</c:v>
                </c:pt>
                <c:pt idx="24">
                  <c:v>-0.0112681842154329</c:v>
                </c:pt>
                <c:pt idx="25">
                  <c:v>-0.00997180094545349</c:v>
                </c:pt>
                <c:pt idx="26">
                  <c:v>-0.0049482404523016</c:v>
                </c:pt>
                <c:pt idx="27">
                  <c:v>-0.0569861486203085</c:v>
                </c:pt>
                <c:pt idx="28">
                  <c:v>-0.0915222617044736</c:v>
                </c:pt>
                <c:pt idx="29">
                  <c:v>-0.117589624244755</c:v>
                </c:pt>
                <c:pt idx="30">
                  <c:v>-0.11713455395893</c:v>
                </c:pt>
                <c:pt idx="31">
                  <c:v>-0.133835965441501</c:v>
                </c:pt>
                <c:pt idx="32">
                  <c:v>-0.126967790536934</c:v>
                </c:pt>
                <c:pt idx="33">
                  <c:v>-0.115804302005074</c:v>
                </c:pt>
                <c:pt idx="34">
                  <c:v>-0.116485243668193</c:v>
                </c:pt>
                <c:pt idx="35">
                  <c:v>-0.108173875232901</c:v>
                </c:pt>
                <c:pt idx="36">
                  <c:v>-0.0916252479099667</c:v>
                </c:pt>
                <c:pt idx="37">
                  <c:v>-0.0768726957320437</c:v>
                </c:pt>
                <c:pt idx="38">
                  <c:v>-0.0931522668215691</c:v>
                </c:pt>
                <c:pt idx="39">
                  <c:v>-0.105855659800814</c:v>
                </c:pt>
                <c:pt idx="40">
                  <c:v>-0.118794713399694</c:v>
                </c:pt>
                <c:pt idx="41">
                  <c:v>-0.0748338394239947</c:v>
                </c:pt>
                <c:pt idx="42">
                  <c:v>-0.0734320165186221</c:v>
                </c:pt>
                <c:pt idx="43">
                  <c:v>-0.0762935822303016</c:v>
                </c:pt>
                <c:pt idx="44">
                  <c:v>-0.0724448735286354</c:v>
                </c:pt>
                <c:pt idx="45">
                  <c:v>-0.06429286752805</c:v>
                </c:pt>
                <c:pt idx="46">
                  <c:v>-0.03573534396114</c:v>
                </c:pt>
                <c:pt idx="47">
                  <c:v>0.00769342320762928</c:v>
                </c:pt>
                <c:pt idx="48">
                  <c:v>0.0193191103225277</c:v>
                </c:pt>
                <c:pt idx="49">
                  <c:v>0.0424094703635334</c:v>
                </c:pt>
                <c:pt idx="50">
                  <c:v>0.0813737361160109</c:v>
                </c:pt>
                <c:pt idx="51">
                  <c:v>0.168672884502567</c:v>
                </c:pt>
                <c:pt idx="52">
                  <c:v>0.207949407296174</c:v>
                </c:pt>
                <c:pt idx="53">
                  <c:v>0.23450743501159</c:v>
                </c:pt>
                <c:pt idx="54">
                  <c:v>0.184231970293559</c:v>
                </c:pt>
                <c:pt idx="55">
                  <c:v>0.220275167674904</c:v>
                </c:pt>
                <c:pt idx="56">
                  <c:v>0.166529200647383</c:v>
                </c:pt>
                <c:pt idx="57">
                  <c:v>0.224004502100942</c:v>
                </c:pt>
                <c:pt idx="58">
                  <c:v>0.212920660956817</c:v>
                </c:pt>
                <c:pt idx="59">
                  <c:v>0.225288134397415</c:v>
                </c:pt>
                <c:pt idx="60">
                  <c:v>0.223198843806628</c:v>
                </c:pt>
                <c:pt idx="61">
                  <c:v>0.222009629092687</c:v>
                </c:pt>
                <c:pt idx="62">
                  <c:v>0.216452201107353</c:v>
                </c:pt>
                <c:pt idx="63">
                  <c:v>0.191774722781054</c:v>
                </c:pt>
                <c:pt idx="64">
                  <c:v>0.17003325981311</c:v>
                </c:pt>
                <c:pt idx="65">
                  <c:v>0.154765497600943</c:v>
                </c:pt>
                <c:pt idx="66">
                  <c:v>0.184106008157739</c:v>
                </c:pt>
                <c:pt idx="67">
                  <c:v>0.162977229318672</c:v>
                </c:pt>
                <c:pt idx="68">
                  <c:v>0.14255537600587</c:v>
                </c:pt>
                <c:pt idx="69">
                  <c:v>0.118874716647429</c:v>
                </c:pt>
                <c:pt idx="70">
                  <c:v>0.124040922290519</c:v>
                </c:pt>
                <c:pt idx="71">
                  <c:v>0.100262500055126</c:v>
                </c:pt>
                <c:pt idx="72">
                  <c:v>0.0964732352637617</c:v>
                </c:pt>
                <c:pt idx="73">
                  <c:v>0.109432350748541</c:v>
                </c:pt>
                <c:pt idx="74">
                  <c:v>0.10410460524747</c:v>
                </c:pt>
                <c:pt idx="75">
                  <c:v>0.108575091901834</c:v>
                </c:pt>
                <c:pt idx="76">
                  <c:v>0.106323100723977</c:v>
                </c:pt>
                <c:pt idx="77">
                  <c:v>0.0869955547168976</c:v>
                </c:pt>
                <c:pt idx="78">
                  <c:v>0.0881476929350754</c:v>
                </c:pt>
                <c:pt idx="79">
                  <c:v>0.0836059326337386</c:v>
                </c:pt>
                <c:pt idx="80">
                  <c:v>0.0825486054694167</c:v>
                </c:pt>
                <c:pt idx="81">
                  <c:v>0.0690166296969137</c:v>
                </c:pt>
                <c:pt idx="82">
                  <c:v>0.079055113931312</c:v>
                </c:pt>
                <c:pt idx="83">
                  <c:v>0.0468341803147503</c:v>
                </c:pt>
                <c:pt idx="84">
                  <c:v>0.094443903784894</c:v>
                </c:pt>
                <c:pt idx="85">
                  <c:v>0.0545597750806896</c:v>
                </c:pt>
                <c:pt idx="86">
                  <c:v>0.0326868424494712</c:v>
                </c:pt>
                <c:pt idx="87">
                  <c:v>0.0268832078221648</c:v>
                </c:pt>
                <c:pt idx="88">
                  <c:v>0.0346909844369544</c:v>
                </c:pt>
                <c:pt idx="89">
                  <c:v>0.0301566304330666</c:v>
                </c:pt>
                <c:pt idx="90">
                  <c:v>0.0292256331285223</c:v>
                </c:pt>
                <c:pt idx="91">
                  <c:v>0.0194557970674569</c:v>
                </c:pt>
                <c:pt idx="92">
                  <c:v>0.0222567630373624</c:v>
                </c:pt>
                <c:pt idx="93">
                  <c:v>0.00613065156453873</c:v>
                </c:pt>
                <c:pt idx="94">
                  <c:v>-0.00896439934280177</c:v>
                </c:pt>
                <c:pt idx="95">
                  <c:v>-0.0190658691521617</c:v>
                </c:pt>
                <c:pt idx="96">
                  <c:v>-0.0111847067441579</c:v>
                </c:pt>
                <c:pt idx="97">
                  <c:v>0.0296288852827067</c:v>
                </c:pt>
                <c:pt idx="98">
                  <c:v>0.0144278846512435</c:v>
                </c:pt>
                <c:pt idx="99">
                  <c:v>0.000397665679275488</c:v>
                </c:pt>
                <c:pt idx="100">
                  <c:v>0.0174915137333613</c:v>
                </c:pt>
                <c:pt idx="101">
                  <c:v>0.015572258725611</c:v>
                </c:pt>
                <c:pt idx="102">
                  <c:v>0.0168495505508919</c:v>
                </c:pt>
                <c:pt idx="103">
                  <c:v>0.0280323109598069</c:v>
                </c:pt>
                <c:pt idx="104">
                  <c:v>0.00315487537303657</c:v>
                </c:pt>
                <c:pt idx="105">
                  <c:v>0.00737256387570903</c:v>
                </c:pt>
                <c:pt idx="106">
                  <c:v>-0.114392472569467</c:v>
                </c:pt>
                <c:pt idx="107">
                  <c:v>-0.113842200994254</c:v>
                </c:pt>
                <c:pt idx="108">
                  <c:v>-0.133695938989041</c:v>
                </c:pt>
                <c:pt idx="109">
                  <c:v>-0.1331846823918</c:v>
                </c:pt>
                <c:pt idx="110">
                  <c:v>-0.131881226624647</c:v>
                </c:pt>
                <c:pt idx="111">
                  <c:v>-0.117751352304658</c:v>
                </c:pt>
                <c:pt idx="112">
                  <c:v>-0.134929983616467</c:v>
                </c:pt>
                <c:pt idx="113">
                  <c:v>-0.0971280635614063</c:v>
                </c:pt>
                <c:pt idx="114">
                  <c:v>-0.177698305443156</c:v>
                </c:pt>
                <c:pt idx="115">
                  <c:v>-0.171005119890944</c:v>
                </c:pt>
                <c:pt idx="116">
                  <c:v>-0.178967129874846</c:v>
                </c:pt>
                <c:pt idx="117">
                  <c:v>-0.170166909925983</c:v>
                </c:pt>
                <c:pt idx="118">
                  <c:v>-0.161814915182912</c:v>
                </c:pt>
                <c:pt idx="119">
                  <c:v>-0.151565369613986</c:v>
                </c:pt>
                <c:pt idx="120">
                  <c:v>-0.187850731400367</c:v>
                </c:pt>
                <c:pt idx="121">
                  <c:v>-0.210270386276463</c:v>
                </c:pt>
                <c:pt idx="122">
                  <c:v>-0.222869031158793</c:v>
                </c:pt>
                <c:pt idx="123">
                  <c:v>-0.230575511545396</c:v>
                </c:pt>
                <c:pt idx="124">
                  <c:v>-0.170754534986664</c:v>
                </c:pt>
                <c:pt idx="125">
                  <c:v>-0.137850601692299</c:v>
                </c:pt>
                <c:pt idx="126">
                  <c:v>0.0643812462062689</c:v>
                </c:pt>
                <c:pt idx="127">
                  <c:v>0.0869023582768436</c:v>
                </c:pt>
                <c:pt idx="128">
                  <c:v>0.089739371565898</c:v>
                </c:pt>
                <c:pt idx="129">
                  <c:v>0.0922770333770415</c:v>
                </c:pt>
                <c:pt idx="130">
                  <c:v>0.0762549902185368</c:v>
                </c:pt>
                <c:pt idx="131">
                  <c:v>0.0337541047143479</c:v>
                </c:pt>
                <c:pt idx="132">
                  <c:v>0.0174289044679516</c:v>
                </c:pt>
                <c:pt idx="133">
                  <c:v>0.0213837183222643</c:v>
                </c:pt>
                <c:pt idx="134">
                  <c:v>0.106995127169397</c:v>
                </c:pt>
                <c:pt idx="135">
                  <c:v>0.0604826137701832</c:v>
                </c:pt>
                <c:pt idx="136">
                  <c:v>0.0448760237800655</c:v>
                </c:pt>
                <c:pt idx="137">
                  <c:v>0.0320573614997093</c:v>
                </c:pt>
                <c:pt idx="138">
                  <c:v>0.0362550843651346</c:v>
                </c:pt>
                <c:pt idx="139">
                  <c:v>0.0228235614008825</c:v>
                </c:pt>
                <c:pt idx="140">
                  <c:v>0.121164035967199</c:v>
                </c:pt>
                <c:pt idx="141">
                  <c:v>0.097599029786832</c:v>
                </c:pt>
                <c:pt idx="142">
                  <c:v>0.0924266061910919</c:v>
                </c:pt>
                <c:pt idx="143">
                  <c:v>0.125839381565042</c:v>
                </c:pt>
                <c:pt idx="144">
                  <c:v>0.138759853130203</c:v>
                </c:pt>
                <c:pt idx="145">
                  <c:v>0.121614703627737</c:v>
                </c:pt>
                <c:pt idx="146">
                  <c:v>0.136436530606051</c:v>
                </c:pt>
                <c:pt idx="147">
                  <c:v>0.128897139350795</c:v>
                </c:pt>
                <c:pt idx="148">
                  <c:v>0.129090643909292</c:v>
                </c:pt>
                <c:pt idx="149">
                  <c:v>0.123404178945869</c:v>
                </c:pt>
                <c:pt idx="150">
                  <c:v>0.127811127152381</c:v>
                </c:pt>
                <c:pt idx="151">
                  <c:v>0.110807298426637</c:v>
                </c:pt>
                <c:pt idx="152">
                  <c:v>0.0983372448453706</c:v>
                </c:pt>
                <c:pt idx="153">
                  <c:v>0.0818117711246628</c:v>
                </c:pt>
                <c:pt idx="154">
                  <c:v>0.0853386550167372</c:v>
                </c:pt>
                <c:pt idx="155">
                  <c:v>0.0725936369019465</c:v>
                </c:pt>
                <c:pt idx="156">
                  <c:v>0.13584233905097</c:v>
                </c:pt>
                <c:pt idx="157">
                  <c:v>0.138639450354442</c:v>
                </c:pt>
                <c:pt idx="158">
                  <c:v>0.13519569829179</c:v>
                </c:pt>
                <c:pt idx="159">
                  <c:v>0.130640597678561</c:v>
                </c:pt>
                <c:pt idx="160">
                  <c:v>0.105895194762409</c:v>
                </c:pt>
                <c:pt idx="161">
                  <c:v>0.10402368204159</c:v>
                </c:pt>
                <c:pt idx="162">
                  <c:v>0.0833065720469678</c:v>
                </c:pt>
                <c:pt idx="163">
                  <c:v>0.0967263184899578</c:v>
                </c:pt>
                <c:pt idx="164">
                  <c:v>0.0833240692379028</c:v>
                </c:pt>
                <c:pt idx="165">
                  <c:v>0.118106277094102</c:v>
                </c:pt>
                <c:pt idx="166">
                  <c:v>0.129974379109029</c:v>
                </c:pt>
                <c:pt idx="167">
                  <c:v>0.110189328735291</c:v>
                </c:pt>
                <c:pt idx="168">
                  <c:v>0.132899324768714</c:v>
                </c:pt>
                <c:pt idx="169">
                  <c:v>0.110626489174779</c:v>
                </c:pt>
                <c:pt idx="170">
                  <c:v>0.0686425451285245</c:v>
                </c:pt>
                <c:pt idx="171">
                  <c:v>0.0885423479679818</c:v>
                </c:pt>
                <c:pt idx="172">
                  <c:v>0.0722585117177571</c:v>
                </c:pt>
                <c:pt idx="173">
                  <c:v>0.0978564655847691</c:v>
                </c:pt>
                <c:pt idx="174">
                  <c:v>0.068480270334116</c:v>
                </c:pt>
                <c:pt idx="175">
                  <c:v>0.0268139904533349</c:v>
                </c:pt>
                <c:pt idx="176">
                  <c:v>0.073811509112987</c:v>
                </c:pt>
                <c:pt idx="177">
                  <c:v>0.0655251519642648</c:v>
                </c:pt>
                <c:pt idx="178">
                  <c:v>0.056394506901338</c:v>
                </c:pt>
                <c:pt idx="179">
                  <c:v>0.0588205207687627</c:v>
                </c:pt>
                <c:pt idx="180">
                  <c:v>0.0743263566746265</c:v>
                </c:pt>
                <c:pt idx="181">
                  <c:v>0.0963531646152286</c:v>
                </c:pt>
                <c:pt idx="182">
                  <c:v>0.106671934647446</c:v>
                </c:pt>
                <c:pt idx="183">
                  <c:v>0.0931192269036643</c:v>
                </c:pt>
                <c:pt idx="184">
                  <c:v>0.102542475898836</c:v>
                </c:pt>
                <c:pt idx="185">
                  <c:v>0.112197084526644</c:v>
                </c:pt>
                <c:pt idx="186">
                  <c:v>0.127172091015592</c:v>
                </c:pt>
                <c:pt idx="187">
                  <c:v>0.151117000169015</c:v>
                </c:pt>
                <c:pt idx="188">
                  <c:v>0.162712588670702</c:v>
                </c:pt>
                <c:pt idx="189">
                  <c:v>0.0480016598078592</c:v>
                </c:pt>
                <c:pt idx="190">
                  <c:v>0.0862939534715811</c:v>
                </c:pt>
                <c:pt idx="191">
                  <c:v>0.0854618933344344</c:v>
                </c:pt>
                <c:pt idx="192">
                  <c:v>0.0742531557084364</c:v>
                </c:pt>
                <c:pt idx="193">
                  <c:v>0.0792372039388884</c:v>
                </c:pt>
                <c:pt idx="194">
                  <c:v>0.0707528139394269</c:v>
                </c:pt>
                <c:pt idx="195">
                  <c:v>0.0486917446575958</c:v>
                </c:pt>
                <c:pt idx="196">
                  <c:v>0.0398183252805763</c:v>
                </c:pt>
                <c:pt idx="197">
                  <c:v>0.0453165841191818</c:v>
                </c:pt>
                <c:pt idx="198">
                  <c:v>0.0480526182115392</c:v>
                </c:pt>
                <c:pt idx="199">
                  <c:v>0.0664481235200549</c:v>
                </c:pt>
                <c:pt idx="200">
                  <c:v>0.0547548072628391</c:v>
                </c:pt>
                <c:pt idx="201">
                  <c:v>0.044933335989692</c:v>
                </c:pt>
                <c:pt idx="202">
                  <c:v>0.0444090549956438</c:v>
                </c:pt>
                <c:pt idx="203">
                  <c:v>0.0463697436289901</c:v>
                </c:pt>
                <c:pt idx="204">
                  <c:v>0.0757619086436804</c:v>
                </c:pt>
                <c:pt idx="205">
                  <c:v>0.0696612618140893</c:v>
                </c:pt>
                <c:pt idx="206">
                  <c:v>0.0654142024618415</c:v>
                </c:pt>
                <c:pt idx="207">
                  <c:v>0.0549497981302142</c:v>
                </c:pt>
                <c:pt idx="208">
                  <c:v>0.0601596041628003</c:v>
                </c:pt>
                <c:pt idx="209">
                  <c:v>0.0477485219998668</c:v>
                </c:pt>
                <c:pt idx="210">
                  <c:v>0.104422496417693</c:v>
                </c:pt>
                <c:pt idx="211">
                  <c:v>0.0867876991852504</c:v>
                </c:pt>
                <c:pt idx="212">
                  <c:v>0.0790138555335302</c:v>
                </c:pt>
                <c:pt idx="213">
                  <c:v>0.0728446650893514</c:v>
                </c:pt>
                <c:pt idx="214">
                  <c:v>0.0485876616770074</c:v>
                </c:pt>
                <c:pt idx="215">
                  <c:v>0.0640832842739985</c:v>
                </c:pt>
                <c:pt idx="216">
                  <c:v>0.0595520108248399</c:v>
                </c:pt>
                <c:pt idx="217">
                  <c:v>0.0701632776565318</c:v>
                </c:pt>
                <c:pt idx="218">
                  <c:v>0.0715178833095765</c:v>
                </c:pt>
                <c:pt idx="219">
                  <c:v>0.0644190915020207</c:v>
                </c:pt>
                <c:pt idx="220">
                  <c:v>0.0748215978595688</c:v>
                </c:pt>
                <c:pt idx="221">
                  <c:v>0.0618825168081902</c:v>
                </c:pt>
                <c:pt idx="222">
                  <c:v>0.0674312339447694</c:v>
                </c:pt>
                <c:pt idx="223">
                  <c:v>0.056515449066926</c:v>
                </c:pt>
                <c:pt idx="224">
                  <c:v>0.0454248334034045</c:v>
                </c:pt>
                <c:pt idx="225">
                  <c:v>0.0672438759750792</c:v>
                </c:pt>
                <c:pt idx="226">
                  <c:v>0.104409329199432</c:v>
                </c:pt>
                <c:pt idx="227">
                  <c:v>0.116616929548959</c:v>
                </c:pt>
                <c:pt idx="228">
                  <c:v>0.0985057811022901</c:v>
                </c:pt>
                <c:pt idx="229">
                  <c:v>0.0831827693445207</c:v>
                </c:pt>
                <c:pt idx="230">
                  <c:v>0.0552082655817565</c:v>
                </c:pt>
                <c:pt idx="231">
                  <c:v>0.0486421707840577</c:v>
                </c:pt>
                <c:pt idx="232">
                  <c:v>0.0476912879226088</c:v>
                </c:pt>
                <c:pt idx="233">
                  <c:v>0.037261440352626</c:v>
                </c:pt>
                <c:pt idx="234">
                  <c:v>0.0404036956887146</c:v>
                </c:pt>
                <c:pt idx="235">
                  <c:v>0.0282345629845734</c:v>
                </c:pt>
                <c:pt idx="236">
                  <c:v>0.0255864317190038</c:v>
                </c:pt>
                <c:pt idx="237">
                  <c:v>0.0160000620690005</c:v>
                </c:pt>
                <c:pt idx="238">
                  <c:v>0.0171030523949193</c:v>
                </c:pt>
                <c:pt idx="239">
                  <c:v>0.0179716049765939</c:v>
                </c:pt>
                <c:pt idx="240">
                  <c:v>0.0130220681833531</c:v>
                </c:pt>
                <c:pt idx="241">
                  <c:v>0.019940569210906</c:v>
                </c:pt>
                <c:pt idx="242">
                  <c:v>0.014100485470411</c:v>
                </c:pt>
                <c:pt idx="243">
                  <c:v>0.0127303871298667</c:v>
                </c:pt>
                <c:pt idx="244">
                  <c:v>0.0150274343562931</c:v>
                </c:pt>
                <c:pt idx="245">
                  <c:v>0.00301659438642595</c:v>
                </c:pt>
                <c:pt idx="246">
                  <c:v>0.0100210336412195</c:v>
                </c:pt>
                <c:pt idx="247">
                  <c:v>-0.00777932217021687</c:v>
                </c:pt>
                <c:pt idx="248">
                  <c:v>0.0221881183589181</c:v>
                </c:pt>
                <c:pt idx="249">
                  <c:v>0.0290060727868986</c:v>
                </c:pt>
                <c:pt idx="250">
                  <c:v>0.0111985229369795</c:v>
                </c:pt>
                <c:pt idx="251">
                  <c:v>0.0425120099910232</c:v>
                </c:pt>
                <c:pt idx="252">
                  <c:v>0.0583475644565891</c:v>
                </c:pt>
                <c:pt idx="253">
                  <c:v>0.103487932602089</c:v>
                </c:pt>
                <c:pt idx="254">
                  <c:v>0.078966025290534</c:v>
                </c:pt>
                <c:pt idx="255">
                  <c:v>0.088219699409741</c:v>
                </c:pt>
                <c:pt idx="256">
                  <c:v>0.0727315581626925</c:v>
                </c:pt>
                <c:pt idx="257">
                  <c:v>0.0857239180476233</c:v>
                </c:pt>
                <c:pt idx="258">
                  <c:v>0.0711947415576593</c:v>
                </c:pt>
                <c:pt idx="259">
                  <c:v>0.0436387028084288</c:v>
                </c:pt>
                <c:pt idx="260">
                  <c:v>0.0522663893374277</c:v>
                </c:pt>
                <c:pt idx="261">
                  <c:v>0.0238874959365265</c:v>
                </c:pt>
                <c:pt idx="262">
                  <c:v>0.0438727465920453</c:v>
                </c:pt>
                <c:pt idx="263">
                  <c:v>0.0248985878825234</c:v>
                </c:pt>
                <c:pt idx="264">
                  <c:v>0.0225152195183875</c:v>
                </c:pt>
                <c:pt idx="265">
                  <c:v>0.0236967671082003</c:v>
                </c:pt>
                <c:pt idx="266">
                  <c:v>0.0121653747821864</c:v>
                </c:pt>
                <c:pt idx="267">
                  <c:v>0.0277133086130335</c:v>
                </c:pt>
                <c:pt idx="268">
                  <c:v>0.0584260847434129</c:v>
                </c:pt>
                <c:pt idx="269">
                  <c:v>0.0111976976953665</c:v>
                </c:pt>
                <c:pt idx="270">
                  <c:v>-0.0139049121809033</c:v>
                </c:pt>
                <c:pt idx="271">
                  <c:v>-0.0172183156702171</c:v>
                </c:pt>
                <c:pt idx="272">
                  <c:v>-0.0187508749050423</c:v>
                </c:pt>
                <c:pt idx="273">
                  <c:v>-0.0143814575048872</c:v>
                </c:pt>
                <c:pt idx="274">
                  <c:v>-0.0299180129781864</c:v>
                </c:pt>
                <c:pt idx="275">
                  <c:v>-0.0210105801176242</c:v>
                </c:pt>
                <c:pt idx="276">
                  <c:v>0.0139662878842183</c:v>
                </c:pt>
                <c:pt idx="277">
                  <c:v>-0.0150218550207336</c:v>
                </c:pt>
                <c:pt idx="278">
                  <c:v>-0.037816074351251</c:v>
                </c:pt>
                <c:pt idx="279">
                  <c:v>-0.0272592405194447</c:v>
                </c:pt>
                <c:pt idx="280">
                  <c:v>-0.0251946249174837</c:v>
                </c:pt>
                <c:pt idx="281">
                  <c:v>0.0230625136956454</c:v>
                </c:pt>
                <c:pt idx="282">
                  <c:v>-0.00102904597829034</c:v>
                </c:pt>
                <c:pt idx="283">
                  <c:v>0.00551342072081195</c:v>
                </c:pt>
                <c:pt idx="284">
                  <c:v>-0.0139238742269344</c:v>
                </c:pt>
                <c:pt idx="285">
                  <c:v>-0.0166250702563107</c:v>
                </c:pt>
                <c:pt idx="286">
                  <c:v>-0.0181509538413466</c:v>
                </c:pt>
                <c:pt idx="287">
                  <c:v>0.0355440801515373</c:v>
                </c:pt>
                <c:pt idx="288">
                  <c:v>0.0388954782658906</c:v>
                </c:pt>
                <c:pt idx="289">
                  <c:v>0.119086779758968</c:v>
                </c:pt>
                <c:pt idx="290">
                  <c:v>0.122284552645641</c:v>
                </c:pt>
                <c:pt idx="291">
                  <c:v>0.0956853493414393</c:v>
                </c:pt>
                <c:pt idx="292">
                  <c:v>0.0534812171838573</c:v>
                </c:pt>
                <c:pt idx="293">
                  <c:v>0.0274800767176693</c:v>
                </c:pt>
                <c:pt idx="294">
                  <c:v>0.043063762093052</c:v>
                </c:pt>
                <c:pt idx="295">
                  <c:v>0.0390918290832021</c:v>
                </c:pt>
                <c:pt idx="296">
                  <c:v>0.041634573862562</c:v>
                </c:pt>
                <c:pt idx="297">
                  <c:v>0.0353023877403877</c:v>
                </c:pt>
                <c:pt idx="298">
                  <c:v>0.0570836075696212</c:v>
                </c:pt>
                <c:pt idx="299">
                  <c:v>0.045844245905599</c:v>
                </c:pt>
                <c:pt idx="300">
                  <c:v>0.0491678650828518</c:v>
                </c:pt>
                <c:pt idx="301">
                  <c:v>0.0704957761608935</c:v>
                </c:pt>
                <c:pt idx="302">
                  <c:v>0.0620676259278089</c:v>
                </c:pt>
                <c:pt idx="303">
                  <c:v>0.0541486689861554</c:v>
                </c:pt>
                <c:pt idx="304">
                  <c:v>0.0516490438051347</c:v>
                </c:pt>
                <c:pt idx="305">
                  <c:v>0.047102076193842</c:v>
                </c:pt>
                <c:pt idx="306">
                  <c:v>0.0414312368634902</c:v>
                </c:pt>
                <c:pt idx="307">
                  <c:v>0.0354778209509853</c:v>
                </c:pt>
                <c:pt idx="308">
                  <c:v>0.0484667262333569</c:v>
                </c:pt>
                <c:pt idx="309">
                  <c:v>0.0411011823578942</c:v>
                </c:pt>
                <c:pt idx="310">
                  <c:v>0.0278803652609328</c:v>
                </c:pt>
                <c:pt idx="311">
                  <c:v>0.0148723446239043</c:v>
                </c:pt>
                <c:pt idx="312">
                  <c:v>0.0135205112915914</c:v>
                </c:pt>
                <c:pt idx="313">
                  <c:v>0.0444567802120372</c:v>
                </c:pt>
                <c:pt idx="314">
                  <c:v>0.0253967491437829</c:v>
                </c:pt>
                <c:pt idx="315">
                  <c:v>0.0180185761575016</c:v>
                </c:pt>
                <c:pt idx="316">
                  <c:v>0.0256260377996937</c:v>
                </c:pt>
                <c:pt idx="317">
                  <c:v>0.0221978511406919</c:v>
                </c:pt>
                <c:pt idx="318">
                  <c:v>0.0394305045600901</c:v>
                </c:pt>
                <c:pt idx="319">
                  <c:v>0.0345614275123115</c:v>
                </c:pt>
                <c:pt idx="320">
                  <c:v>0.0359717224223196</c:v>
                </c:pt>
                <c:pt idx="321">
                  <c:v>-0.00252471947341817</c:v>
                </c:pt>
                <c:pt idx="322">
                  <c:v>0.00332249752150143</c:v>
                </c:pt>
                <c:pt idx="323">
                  <c:v>0.00824538575473343</c:v>
                </c:pt>
                <c:pt idx="324">
                  <c:v>-0.00531797922376514</c:v>
                </c:pt>
                <c:pt idx="325">
                  <c:v>-0.00629984970530733</c:v>
                </c:pt>
                <c:pt idx="326">
                  <c:v>0.00894203067136553</c:v>
                </c:pt>
                <c:pt idx="327">
                  <c:v>0.00913002419435468</c:v>
                </c:pt>
                <c:pt idx="328">
                  <c:v>-0.000851767629290178</c:v>
                </c:pt>
                <c:pt idx="329">
                  <c:v>0.00466858867176978</c:v>
                </c:pt>
                <c:pt idx="330">
                  <c:v>-0.0124939676852296</c:v>
                </c:pt>
                <c:pt idx="331">
                  <c:v>-0.0099171306031669</c:v>
                </c:pt>
                <c:pt idx="332">
                  <c:v>-0.00582794845523571</c:v>
                </c:pt>
                <c:pt idx="333">
                  <c:v>0.008314000021861</c:v>
                </c:pt>
                <c:pt idx="334">
                  <c:v>0.0294166859498614</c:v>
                </c:pt>
                <c:pt idx="335">
                  <c:v>0.0508208689794562</c:v>
                </c:pt>
                <c:pt idx="336">
                  <c:v>0.0404848461398374</c:v>
                </c:pt>
                <c:pt idx="337">
                  <c:v>0.0378917647359415</c:v>
                </c:pt>
                <c:pt idx="338">
                  <c:v>0.0391648558886746</c:v>
                </c:pt>
                <c:pt idx="339">
                  <c:v>0.0397752205718748</c:v>
                </c:pt>
                <c:pt idx="340">
                  <c:v>0.0305632903814717</c:v>
                </c:pt>
                <c:pt idx="341">
                  <c:v>0.120625522445794</c:v>
                </c:pt>
                <c:pt idx="342">
                  <c:v>0.134388773303015</c:v>
                </c:pt>
                <c:pt idx="343">
                  <c:v>0.115828334705515</c:v>
                </c:pt>
                <c:pt idx="344">
                  <c:v>0.126323412823416</c:v>
                </c:pt>
                <c:pt idx="345">
                  <c:v>0.120080883586514</c:v>
                </c:pt>
                <c:pt idx="346">
                  <c:v>0.12575438886856</c:v>
                </c:pt>
                <c:pt idx="347">
                  <c:v>0.108905187673719</c:v>
                </c:pt>
                <c:pt idx="348">
                  <c:v>0.085394097158297</c:v>
                </c:pt>
                <c:pt idx="349">
                  <c:v>0.0773313570309147</c:v>
                </c:pt>
                <c:pt idx="350">
                  <c:v>0.0790311974917933</c:v>
                </c:pt>
                <c:pt idx="351">
                  <c:v>0.0808557127420088</c:v>
                </c:pt>
                <c:pt idx="352">
                  <c:v>0.0665130093063349</c:v>
                </c:pt>
                <c:pt idx="353">
                  <c:v>0.0546093630643569</c:v>
                </c:pt>
                <c:pt idx="354">
                  <c:v>0.0548213333345726</c:v>
                </c:pt>
                <c:pt idx="355">
                  <c:v>0.0503705588008915</c:v>
                </c:pt>
                <c:pt idx="356">
                  <c:v>0.055695260958945</c:v>
                </c:pt>
                <c:pt idx="357">
                  <c:v>0.033816914234274</c:v>
                </c:pt>
                <c:pt idx="358">
                  <c:v>0.0286709330529624</c:v>
                </c:pt>
                <c:pt idx="359">
                  <c:v>0.0285179738064014</c:v>
                </c:pt>
                <c:pt idx="360">
                  <c:v>0.0255769903687376</c:v>
                </c:pt>
                <c:pt idx="361">
                  <c:v>0.0180260341017288</c:v>
                </c:pt>
                <c:pt idx="362">
                  <c:v>0.014641278146131</c:v>
                </c:pt>
                <c:pt idx="363">
                  <c:v>0.035327777529177</c:v>
                </c:pt>
                <c:pt idx="364">
                  <c:v>-0.00644903553026249</c:v>
                </c:pt>
                <c:pt idx="365">
                  <c:v>-0.0214129069268001</c:v>
                </c:pt>
                <c:pt idx="366">
                  <c:v>-0.017666538085298</c:v>
                </c:pt>
                <c:pt idx="367">
                  <c:v>-0.021470557021024</c:v>
                </c:pt>
                <c:pt idx="368">
                  <c:v>-0.0126962842813095</c:v>
                </c:pt>
                <c:pt idx="369">
                  <c:v>-0.0639098192670142</c:v>
                </c:pt>
                <c:pt idx="370">
                  <c:v>-0.0642468404765235</c:v>
                </c:pt>
                <c:pt idx="371">
                  <c:v>-0.0527832656598946</c:v>
                </c:pt>
                <c:pt idx="372">
                  <c:v>-0.0428464950555214</c:v>
                </c:pt>
                <c:pt idx="373">
                  <c:v>-0.040355997581902</c:v>
                </c:pt>
                <c:pt idx="374">
                  <c:v>-0.0426216892534733</c:v>
                </c:pt>
                <c:pt idx="375">
                  <c:v>-0.0479665012554893</c:v>
                </c:pt>
                <c:pt idx="376">
                  <c:v>-0.0464197403605464</c:v>
                </c:pt>
                <c:pt idx="377">
                  <c:v>-0.0422019678352888</c:v>
                </c:pt>
                <c:pt idx="378">
                  <c:v>-0.0417630870338753</c:v>
                </c:pt>
                <c:pt idx="379">
                  <c:v>-0.0463885994884414</c:v>
                </c:pt>
                <c:pt idx="380">
                  <c:v>-0.0467637763740795</c:v>
                </c:pt>
                <c:pt idx="381">
                  <c:v>-0.0522476521754279</c:v>
                </c:pt>
                <c:pt idx="382">
                  <c:v>-0.0501058094185934</c:v>
                </c:pt>
                <c:pt idx="383">
                  <c:v>-0.0593477009908855</c:v>
                </c:pt>
                <c:pt idx="384">
                  <c:v>-0.0127556620028022</c:v>
                </c:pt>
                <c:pt idx="385">
                  <c:v>0.0222431707935643</c:v>
                </c:pt>
                <c:pt idx="386">
                  <c:v>0.0072298851150383</c:v>
                </c:pt>
                <c:pt idx="387">
                  <c:v>-0.0097697310055736</c:v>
                </c:pt>
                <c:pt idx="388">
                  <c:v>-0.0107355580532541</c:v>
                </c:pt>
                <c:pt idx="389">
                  <c:v>0.00350169042187345</c:v>
                </c:pt>
                <c:pt idx="390">
                  <c:v>0.00140411328892517</c:v>
                </c:pt>
                <c:pt idx="391">
                  <c:v>-0.010375888923618</c:v>
                </c:pt>
                <c:pt idx="392">
                  <c:v>-0.0058216138448994</c:v>
                </c:pt>
                <c:pt idx="393">
                  <c:v>-0.0101835467649002</c:v>
                </c:pt>
                <c:pt idx="394">
                  <c:v>-0.0144840547566567</c:v>
                </c:pt>
                <c:pt idx="395">
                  <c:v>-0.0235697421147277</c:v>
                </c:pt>
                <c:pt idx="396">
                  <c:v>-0.0148159968153273</c:v>
                </c:pt>
                <c:pt idx="397">
                  <c:v>-0.011635555359518</c:v>
                </c:pt>
                <c:pt idx="398">
                  <c:v>-0.0223832518594137</c:v>
                </c:pt>
                <c:pt idx="399">
                  <c:v>-0.015794443841015</c:v>
                </c:pt>
                <c:pt idx="400">
                  <c:v>0.0021318618826841</c:v>
                </c:pt>
                <c:pt idx="401">
                  <c:v>-0.0128858009208771</c:v>
                </c:pt>
                <c:pt idx="402">
                  <c:v>-0.00233422828854315</c:v>
                </c:pt>
                <c:pt idx="403">
                  <c:v>0.0314213823231434</c:v>
                </c:pt>
                <c:pt idx="404">
                  <c:v>0.0154147362133124</c:v>
                </c:pt>
                <c:pt idx="405">
                  <c:v>0.0122635101145931</c:v>
                </c:pt>
                <c:pt idx="406">
                  <c:v>0.0123157300381255</c:v>
                </c:pt>
                <c:pt idx="407">
                  <c:v>0.0342269810695569</c:v>
                </c:pt>
                <c:pt idx="408">
                  <c:v>0.0348047331893188</c:v>
                </c:pt>
                <c:pt idx="409">
                  <c:v>0.0404795097199798</c:v>
                </c:pt>
                <c:pt idx="410">
                  <c:v>0.0404524439447053</c:v>
                </c:pt>
                <c:pt idx="411">
                  <c:v>0.0530060244589047</c:v>
                </c:pt>
                <c:pt idx="412">
                  <c:v>0.0587471476131854</c:v>
                </c:pt>
                <c:pt idx="413">
                  <c:v>0.0510213917488974</c:v>
                </c:pt>
                <c:pt idx="414">
                  <c:v>0.0396476630100638</c:v>
                </c:pt>
                <c:pt idx="415">
                  <c:v>0.0487886767435774</c:v>
                </c:pt>
                <c:pt idx="416">
                  <c:v>0.0560923167053509</c:v>
                </c:pt>
                <c:pt idx="417">
                  <c:v>0.0419304472922401</c:v>
                </c:pt>
                <c:pt idx="418">
                  <c:v>0.046222299941878</c:v>
                </c:pt>
                <c:pt idx="419">
                  <c:v>0.0669311429627108</c:v>
                </c:pt>
                <c:pt idx="420">
                  <c:v>0.0730806891353268</c:v>
                </c:pt>
                <c:pt idx="421">
                  <c:v>0.0805409687494929</c:v>
                </c:pt>
                <c:pt idx="422">
                  <c:v>0.0983692717696829</c:v>
                </c:pt>
                <c:pt idx="423">
                  <c:v>0.082121070319179</c:v>
                </c:pt>
                <c:pt idx="424">
                  <c:v>0.0847091004828261</c:v>
                </c:pt>
                <c:pt idx="425">
                  <c:v>0.077014354828599</c:v>
                </c:pt>
                <c:pt idx="426">
                  <c:v>0.0703066150464766</c:v>
                </c:pt>
                <c:pt idx="427">
                  <c:v>0.0576437434323952</c:v>
                </c:pt>
                <c:pt idx="428">
                  <c:v>0.0642132555021825</c:v>
                </c:pt>
                <c:pt idx="429">
                  <c:v>0.078188649680234</c:v>
                </c:pt>
                <c:pt idx="430">
                  <c:v>0.0765074691559218</c:v>
                </c:pt>
                <c:pt idx="431">
                  <c:v>0.0300186714460339</c:v>
                </c:pt>
                <c:pt idx="432">
                  <c:v>0.0200207067048856</c:v>
                </c:pt>
                <c:pt idx="433">
                  <c:v>0.0345995030048799</c:v>
                </c:pt>
                <c:pt idx="434">
                  <c:v>0.0395024701439393</c:v>
                </c:pt>
                <c:pt idx="435">
                  <c:v>0.0234294456988117</c:v>
                </c:pt>
                <c:pt idx="436">
                  <c:v>0.0187820528278915</c:v>
                </c:pt>
                <c:pt idx="437">
                  <c:v>0.0382482744490018</c:v>
                </c:pt>
                <c:pt idx="438">
                  <c:v>0.0384505807098541</c:v>
                </c:pt>
                <c:pt idx="439">
                  <c:v>0.0436463911830597</c:v>
                </c:pt>
                <c:pt idx="440">
                  <c:v>0.0373283794683353</c:v>
                </c:pt>
                <c:pt idx="441">
                  <c:v>0.0453844046204503</c:v>
                </c:pt>
                <c:pt idx="442">
                  <c:v>0.0426691782349296</c:v>
                </c:pt>
                <c:pt idx="443">
                  <c:v>0.0447591605399972</c:v>
                </c:pt>
                <c:pt idx="444">
                  <c:v>0.0554325417784629</c:v>
                </c:pt>
                <c:pt idx="445">
                  <c:v>0.0567185833254647</c:v>
                </c:pt>
                <c:pt idx="446">
                  <c:v>0.0519808217484942</c:v>
                </c:pt>
                <c:pt idx="447">
                  <c:v>0.0502629139038349</c:v>
                </c:pt>
                <c:pt idx="448">
                  <c:v>0.0659780950698169</c:v>
                </c:pt>
                <c:pt idx="449">
                  <c:v>0.0703210160128209</c:v>
                </c:pt>
                <c:pt idx="450">
                  <c:v>0.0582168078283152</c:v>
                </c:pt>
                <c:pt idx="451">
                  <c:v>0.054959415513784</c:v>
                </c:pt>
                <c:pt idx="452">
                  <c:v>0.0577537839267908</c:v>
                </c:pt>
                <c:pt idx="453">
                  <c:v>0.0577209428231374</c:v>
                </c:pt>
                <c:pt idx="454">
                  <c:v>0.0489910752082096</c:v>
                </c:pt>
                <c:pt idx="455">
                  <c:v>0.0345713908060165</c:v>
                </c:pt>
                <c:pt idx="456">
                  <c:v>0.0315291452570311</c:v>
                </c:pt>
                <c:pt idx="457">
                  <c:v>0.0402806648454602</c:v>
                </c:pt>
                <c:pt idx="458">
                  <c:v>0.0353382336983488</c:v>
                </c:pt>
                <c:pt idx="459">
                  <c:v>0.0296764993580819</c:v>
                </c:pt>
                <c:pt idx="460">
                  <c:v>0.0376024941610881</c:v>
                </c:pt>
                <c:pt idx="461">
                  <c:v>0.0284992218012078</c:v>
                </c:pt>
                <c:pt idx="462">
                  <c:v>0.0135301829176208</c:v>
                </c:pt>
                <c:pt idx="463">
                  <c:v>0.0118754598509254</c:v>
                </c:pt>
                <c:pt idx="464">
                  <c:v>0.0115167986325794</c:v>
                </c:pt>
                <c:pt idx="465">
                  <c:v>0.00648062127655951</c:v>
                </c:pt>
                <c:pt idx="466">
                  <c:v>0.00684230849926043</c:v>
                </c:pt>
                <c:pt idx="467">
                  <c:v>0.00576707300805331</c:v>
                </c:pt>
                <c:pt idx="468">
                  <c:v>0.00917369221917394</c:v>
                </c:pt>
                <c:pt idx="469">
                  <c:v>-0.00681179724689301</c:v>
                </c:pt>
                <c:pt idx="470">
                  <c:v>-0.0132407928564574</c:v>
                </c:pt>
                <c:pt idx="471">
                  <c:v>-0.0152042617629575</c:v>
                </c:pt>
                <c:pt idx="472">
                  <c:v>-0.0152642049511751</c:v>
                </c:pt>
                <c:pt idx="473">
                  <c:v>-0.0237553292500281</c:v>
                </c:pt>
                <c:pt idx="474">
                  <c:v>0.00683471617183081</c:v>
                </c:pt>
                <c:pt idx="475">
                  <c:v>0.07697805767101</c:v>
                </c:pt>
                <c:pt idx="476">
                  <c:v>0.05093885154225</c:v>
                </c:pt>
                <c:pt idx="477">
                  <c:v>0.0559610270288808</c:v>
                </c:pt>
                <c:pt idx="478">
                  <c:v>0.0361815276984112</c:v>
                </c:pt>
                <c:pt idx="479">
                  <c:v>0.0253478486756715</c:v>
                </c:pt>
                <c:pt idx="480">
                  <c:v>0.0228005411907466</c:v>
                </c:pt>
                <c:pt idx="481">
                  <c:v>0.02408964234589</c:v>
                </c:pt>
                <c:pt idx="482">
                  <c:v>0.0301234991239593</c:v>
                </c:pt>
                <c:pt idx="483">
                  <c:v>0.0242052455444754</c:v>
                </c:pt>
                <c:pt idx="484">
                  <c:v>0.0142333421016955</c:v>
                </c:pt>
                <c:pt idx="485">
                  <c:v>0.00855821180714286</c:v>
                </c:pt>
                <c:pt idx="486">
                  <c:v>0.0145855026698322</c:v>
                </c:pt>
                <c:pt idx="487">
                  <c:v>5.84131282057032e-5</c:v>
                </c:pt>
                <c:pt idx="488">
                  <c:v>0.00485322945993774</c:v>
                </c:pt>
                <c:pt idx="489">
                  <c:v>0.0237051057025413</c:v>
                </c:pt>
                <c:pt idx="490">
                  <c:v>0.0162297549217813</c:v>
                </c:pt>
                <c:pt idx="491">
                  <c:v>0.0143010011304176</c:v>
                </c:pt>
                <c:pt idx="492">
                  <c:v>0.00483965813903131</c:v>
                </c:pt>
                <c:pt idx="493">
                  <c:v>0.000569070540625688</c:v>
                </c:pt>
                <c:pt idx="494">
                  <c:v>0.017065286908636</c:v>
                </c:pt>
                <c:pt idx="495">
                  <c:v>-0.000738139818013683</c:v>
                </c:pt>
                <c:pt idx="496">
                  <c:v>-0.00951854069545285</c:v>
                </c:pt>
                <c:pt idx="497">
                  <c:v>-0.00383597103344876</c:v>
                </c:pt>
                <c:pt idx="498">
                  <c:v>-0.0139384729134085</c:v>
                </c:pt>
                <c:pt idx="499">
                  <c:v>0.0185129663216591</c:v>
                </c:pt>
                <c:pt idx="500">
                  <c:v>0.0174772438443971</c:v>
                </c:pt>
                <c:pt idx="501">
                  <c:v>0.0240867097979149</c:v>
                </c:pt>
                <c:pt idx="502">
                  <c:v>0.0123897404161263</c:v>
                </c:pt>
                <c:pt idx="503">
                  <c:v>0.0132855211425554</c:v>
                </c:pt>
                <c:pt idx="504">
                  <c:v>0.00597247088456595</c:v>
                </c:pt>
                <c:pt idx="505">
                  <c:v>0.00639281430826971</c:v>
                </c:pt>
                <c:pt idx="506">
                  <c:v>0.0119970812835049</c:v>
                </c:pt>
                <c:pt idx="507">
                  <c:v>0.0532857552668619</c:v>
                </c:pt>
                <c:pt idx="508">
                  <c:v>0.034498685430717</c:v>
                </c:pt>
                <c:pt idx="509">
                  <c:v>0.066635115481968</c:v>
                </c:pt>
                <c:pt idx="510">
                  <c:v>0.0937354060018269</c:v>
                </c:pt>
                <c:pt idx="511">
                  <c:v>-0.0146639136233794</c:v>
                </c:pt>
                <c:pt idx="512">
                  <c:v>-0.0385355641336839</c:v>
                </c:pt>
                <c:pt idx="513">
                  <c:v>-0.0477460902992433</c:v>
                </c:pt>
                <c:pt idx="514">
                  <c:v>-0.0796574669257279</c:v>
                </c:pt>
                <c:pt idx="515">
                  <c:v>-0.0727616630176919</c:v>
                </c:pt>
                <c:pt idx="516">
                  <c:v>-0.0798049825809013</c:v>
                </c:pt>
                <c:pt idx="517">
                  <c:v>-0.122200486391455</c:v>
                </c:pt>
                <c:pt idx="518">
                  <c:v>-0.166162135051357</c:v>
                </c:pt>
                <c:pt idx="519">
                  <c:v>-0.176900701270449</c:v>
                </c:pt>
                <c:pt idx="520">
                  <c:v>-0.182960125888685</c:v>
                </c:pt>
                <c:pt idx="521">
                  <c:v>-0.184275035168461</c:v>
                </c:pt>
                <c:pt idx="522">
                  <c:v>-0.176117883218554</c:v>
                </c:pt>
                <c:pt idx="523">
                  <c:v>-0.179512166469016</c:v>
                </c:pt>
                <c:pt idx="524">
                  <c:v>-0.146808376898255</c:v>
                </c:pt>
                <c:pt idx="525">
                  <c:v>-0.158524825860261</c:v>
                </c:pt>
                <c:pt idx="526">
                  <c:v>-0.156366150474663</c:v>
                </c:pt>
                <c:pt idx="527">
                  <c:v>-0.161684510282371</c:v>
                </c:pt>
                <c:pt idx="528">
                  <c:v>-0.182269586313252</c:v>
                </c:pt>
                <c:pt idx="529">
                  <c:v>-0.175411419811132</c:v>
                </c:pt>
                <c:pt idx="530">
                  <c:v>-0.168071821182294</c:v>
                </c:pt>
                <c:pt idx="531">
                  <c:v>-0.104434909665404</c:v>
                </c:pt>
                <c:pt idx="532">
                  <c:v>-0.0708384400787202</c:v>
                </c:pt>
                <c:pt idx="533">
                  <c:v>-0.0227909423365108</c:v>
                </c:pt>
                <c:pt idx="534">
                  <c:v>-0.0901746241699909</c:v>
                </c:pt>
                <c:pt idx="535">
                  <c:v>-0.0889746421193705</c:v>
                </c:pt>
                <c:pt idx="536">
                  <c:v>-0.0464736920433835</c:v>
                </c:pt>
                <c:pt idx="537">
                  <c:v>0.0774843427025425</c:v>
                </c:pt>
                <c:pt idx="538">
                  <c:v>0.0480287340837491</c:v>
                </c:pt>
                <c:pt idx="539">
                  <c:v>0.0343921264270401</c:v>
                </c:pt>
                <c:pt idx="540">
                  <c:v>0.029860462476652</c:v>
                </c:pt>
                <c:pt idx="541">
                  <c:v>0.0203549694418604</c:v>
                </c:pt>
                <c:pt idx="542">
                  <c:v>0.000363793059226513</c:v>
                </c:pt>
                <c:pt idx="543">
                  <c:v>-0.00963905724529257</c:v>
                </c:pt>
                <c:pt idx="544">
                  <c:v>-0.062858978574106</c:v>
                </c:pt>
                <c:pt idx="545">
                  <c:v>-0.0430806480376223</c:v>
                </c:pt>
                <c:pt idx="546">
                  <c:v>-0.0421941615976611</c:v>
                </c:pt>
                <c:pt idx="547">
                  <c:v>-0.0444741194508466</c:v>
                </c:pt>
                <c:pt idx="548">
                  <c:v>-0.054488272743412</c:v>
                </c:pt>
                <c:pt idx="549">
                  <c:v>-0.0503745288246382</c:v>
                </c:pt>
                <c:pt idx="550">
                  <c:v>-0.061043128501436</c:v>
                </c:pt>
                <c:pt idx="551">
                  <c:v>-0.0705814407953641</c:v>
                </c:pt>
                <c:pt idx="552">
                  <c:v>-0.075635739856472</c:v>
                </c:pt>
                <c:pt idx="553">
                  <c:v>-0.0879970463814708</c:v>
                </c:pt>
                <c:pt idx="554">
                  <c:v>-0.0550498065212826</c:v>
                </c:pt>
                <c:pt idx="555">
                  <c:v>-0.0683988838882748</c:v>
                </c:pt>
                <c:pt idx="556">
                  <c:v>-0.0668263525792849</c:v>
                </c:pt>
                <c:pt idx="557">
                  <c:v>-0.0737365565127506</c:v>
                </c:pt>
                <c:pt idx="558">
                  <c:v>-0.0727139512409102</c:v>
                </c:pt>
                <c:pt idx="559">
                  <c:v>-0.0698815766486186</c:v>
                </c:pt>
                <c:pt idx="560">
                  <c:v>-0.0702160814554195</c:v>
                </c:pt>
                <c:pt idx="561">
                  <c:v>-0.0461338450527702</c:v>
                </c:pt>
                <c:pt idx="562">
                  <c:v>-0.022723090664886</c:v>
                </c:pt>
                <c:pt idx="563">
                  <c:v>-0.0357733109536377</c:v>
                </c:pt>
                <c:pt idx="564">
                  <c:v>0.0838279530462395</c:v>
                </c:pt>
                <c:pt idx="565">
                  <c:v>0.0688209037688977</c:v>
                </c:pt>
                <c:pt idx="566">
                  <c:v>0.056265236767389</c:v>
                </c:pt>
                <c:pt idx="567">
                  <c:v>0.0243014908410549</c:v>
                </c:pt>
                <c:pt idx="568">
                  <c:v>0.0313249093349459</c:v>
                </c:pt>
                <c:pt idx="569">
                  <c:v>0.0122961787701198</c:v>
                </c:pt>
                <c:pt idx="570">
                  <c:v>0.0553414556788504</c:v>
                </c:pt>
                <c:pt idx="571">
                  <c:v>0.0712413679217599</c:v>
                </c:pt>
                <c:pt idx="572">
                  <c:v>0.0659343062374302</c:v>
                </c:pt>
                <c:pt idx="573">
                  <c:v>0.0772901477732936</c:v>
                </c:pt>
                <c:pt idx="574">
                  <c:v>0.073585772256387</c:v>
                </c:pt>
                <c:pt idx="575">
                  <c:v>0.050821420914544</c:v>
                </c:pt>
                <c:pt idx="576">
                  <c:v>0.0552805091020038</c:v>
                </c:pt>
                <c:pt idx="577">
                  <c:v>0.0218093592493355</c:v>
                </c:pt>
                <c:pt idx="578">
                  <c:v>0.0111244598013725</c:v>
                </c:pt>
                <c:pt idx="579">
                  <c:v>0.0112805083566418</c:v>
                </c:pt>
                <c:pt idx="580">
                  <c:v>0.0180498529089934</c:v>
                </c:pt>
                <c:pt idx="581">
                  <c:v>0.0234494094619017</c:v>
                </c:pt>
                <c:pt idx="582">
                  <c:v>0.0401786446472301</c:v>
                </c:pt>
                <c:pt idx="583">
                  <c:v>0.030787443171286</c:v>
                </c:pt>
                <c:pt idx="584">
                  <c:v>0.024195408255617</c:v>
                </c:pt>
                <c:pt idx="585">
                  <c:v>0.0190042876761439</c:v>
                </c:pt>
                <c:pt idx="586">
                  <c:v>0.01695279214306</c:v>
                </c:pt>
                <c:pt idx="587">
                  <c:v>0.0144536552598319</c:v>
                </c:pt>
                <c:pt idx="588">
                  <c:v>0.0131464846046497</c:v>
                </c:pt>
                <c:pt idx="589">
                  <c:v>0.0153618152622772</c:v>
                </c:pt>
                <c:pt idx="590">
                  <c:v>0.0171008803622031</c:v>
                </c:pt>
                <c:pt idx="591">
                  <c:v>0.021446659523091</c:v>
                </c:pt>
                <c:pt idx="592">
                  <c:v>0.0155193719277037</c:v>
                </c:pt>
                <c:pt idx="593">
                  <c:v>0.0207555651796103</c:v>
                </c:pt>
                <c:pt idx="594">
                  <c:v>0.0296872090355199</c:v>
                </c:pt>
                <c:pt idx="595">
                  <c:v>0.0222259496396929</c:v>
                </c:pt>
                <c:pt idx="596">
                  <c:v>0.0103979910339608</c:v>
                </c:pt>
                <c:pt idx="597">
                  <c:v>0.0748184229033784</c:v>
                </c:pt>
                <c:pt idx="598">
                  <c:v>0.0692076911748697</c:v>
                </c:pt>
                <c:pt idx="599">
                  <c:v>0.0684457853415725</c:v>
                </c:pt>
                <c:pt idx="600">
                  <c:v>0.0622245449954695</c:v>
                </c:pt>
                <c:pt idx="601">
                  <c:v>0.0529734426147381</c:v>
                </c:pt>
                <c:pt idx="602">
                  <c:v>0.0509660242805714</c:v>
                </c:pt>
                <c:pt idx="603">
                  <c:v>0.0651519210400903</c:v>
                </c:pt>
                <c:pt idx="604">
                  <c:v>0.0674352426559099</c:v>
                </c:pt>
                <c:pt idx="605">
                  <c:v>0.0849812832500729</c:v>
                </c:pt>
                <c:pt idx="606">
                  <c:v>0.0861271033172903</c:v>
                </c:pt>
                <c:pt idx="607">
                  <c:v>0.100152675299128</c:v>
                </c:pt>
                <c:pt idx="608">
                  <c:v>0.12070250401545</c:v>
                </c:pt>
                <c:pt idx="609">
                  <c:v>0.108133615135937</c:v>
                </c:pt>
                <c:pt idx="610">
                  <c:v>0.10065531935198</c:v>
                </c:pt>
                <c:pt idx="611">
                  <c:v>0.0960166219992331</c:v>
                </c:pt>
                <c:pt idx="612">
                  <c:v>0.103027032748323</c:v>
                </c:pt>
                <c:pt idx="613">
                  <c:v>0.101540074165249</c:v>
                </c:pt>
                <c:pt idx="614">
                  <c:v>0.076107936560587</c:v>
                </c:pt>
                <c:pt idx="615">
                  <c:v>0.0896410415222133</c:v>
                </c:pt>
                <c:pt idx="616">
                  <c:v>0.0881601407733739</c:v>
                </c:pt>
                <c:pt idx="617">
                  <c:v>0.0777503028993367</c:v>
                </c:pt>
                <c:pt idx="618">
                  <c:v>0.0421785086963549</c:v>
                </c:pt>
                <c:pt idx="619">
                  <c:v>0.0476869637584331</c:v>
                </c:pt>
                <c:pt idx="620">
                  <c:v>0.0427209955204035</c:v>
                </c:pt>
                <c:pt idx="621">
                  <c:v>0.0415427171372171</c:v>
                </c:pt>
                <c:pt idx="622">
                  <c:v>0.0333568035855814</c:v>
                </c:pt>
                <c:pt idx="623">
                  <c:v>0.0385284047754737</c:v>
                </c:pt>
                <c:pt idx="624">
                  <c:v>0.0276781983091492</c:v>
                </c:pt>
                <c:pt idx="625">
                  <c:v>0.028925453199914</c:v>
                </c:pt>
                <c:pt idx="626">
                  <c:v>0.0231208848179503</c:v>
                </c:pt>
                <c:pt idx="627">
                  <c:v>0.0172772448922678</c:v>
                </c:pt>
                <c:pt idx="628">
                  <c:v>0.0165384792824969</c:v>
                </c:pt>
                <c:pt idx="629">
                  <c:v>0.0334888879807289</c:v>
                </c:pt>
                <c:pt idx="630">
                  <c:v>0.0223873590499121</c:v>
                </c:pt>
                <c:pt idx="631">
                  <c:v>0.0647394464654424</c:v>
                </c:pt>
                <c:pt idx="632">
                  <c:v>0.0689884163828306</c:v>
                </c:pt>
                <c:pt idx="633">
                  <c:v>0.0439348906184177</c:v>
                </c:pt>
                <c:pt idx="634">
                  <c:v>0.0330158571658872</c:v>
                </c:pt>
                <c:pt idx="635">
                  <c:v>0.0312177947980557</c:v>
                </c:pt>
                <c:pt idx="636">
                  <c:v>0.0238066325267788</c:v>
                </c:pt>
                <c:pt idx="637">
                  <c:v>0.0364728087717295</c:v>
                </c:pt>
                <c:pt idx="638">
                  <c:v>0.0696898733158668</c:v>
                </c:pt>
                <c:pt idx="639">
                  <c:v>0.0517113752423356</c:v>
                </c:pt>
                <c:pt idx="640">
                  <c:v>0.0565147200694261</c:v>
                </c:pt>
                <c:pt idx="641">
                  <c:v>0.0482151800541778</c:v>
                </c:pt>
                <c:pt idx="642">
                  <c:v>0.0494211642749355</c:v>
                </c:pt>
                <c:pt idx="643">
                  <c:v>0.0440842907199522</c:v>
                </c:pt>
                <c:pt idx="644">
                  <c:v>0.0402912309284238</c:v>
                </c:pt>
                <c:pt idx="645">
                  <c:v>0.0340237201484587</c:v>
                </c:pt>
                <c:pt idx="646">
                  <c:v>0.0345859517082003</c:v>
                </c:pt>
                <c:pt idx="647">
                  <c:v>0.055456442212427</c:v>
                </c:pt>
                <c:pt idx="648">
                  <c:v>0.0405589835626925</c:v>
                </c:pt>
                <c:pt idx="649">
                  <c:v>0.0422928963170078</c:v>
                </c:pt>
                <c:pt idx="650">
                  <c:v>0.0376583511496096</c:v>
                </c:pt>
                <c:pt idx="651">
                  <c:v>0.0360667243334134</c:v>
                </c:pt>
                <c:pt idx="652">
                  <c:v>0.0415296149771307</c:v>
                </c:pt>
                <c:pt idx="653">
                  <c:v>0.0532747067921598</c:v>
                </c:pt>
                <c:pt idx="654">
                  <c:v>0.043275279336491</c:v>
                </c:pt>
                <c:pt idx="655">
                  <c:v>0.0382002215134316</c:v>
                </c:pt>
                <c:pt idx="656">
                  <c:v>0.0199288590996291</c:v>
                </c:pt>
                <c:pt idx="657">
                  <c:v>0.0191335006900865</c:v>
                </c:pt>
                <c:pt idx="658">
                  <c:v>-0.0120699932676842</c:v>
                </c:pt>
                <c:pt idx="659">
                  <c:v>0.01364357835022</c:v>
                </c:pt>
                <c:pt idx="660">
                  <c:v>0.0093954561378074</c:v>
                </c:pt>
                <c:pt idx="661">
                  <c:v>0.00643731195842606</c:v>
                </c:pt>
                <c:pt idx="662">
                  <c:v>0.0171712665374666</c:v>
                </c:pt>
                <c:pt idx="663">
                  <c:v>0.0398788067779802</c:v>
                </c:pt>
                <c:pt idx="664">
                  <c:v>0.0102625372205091</c:v>
                </c:pt>
                <c:pt idx="665">
                  <c:v>0.00295073260291744</c:v>
                </c:pt>
                <c:pt idx="666">
                  <c:v>0.0145060194844409</c:v>
                </c:pt>
                <c:pt idx="667">
                  <c:v>0.0280235088351656</c:v>
                </c:pt>
                <c:pt idx="668">
                  <c:v>0.00659058763335979</c:v>
                </c:pt>
                <c:pt idx="669">
                  <c:v>0.0144843918709705</c:v>
                </c:pt>
                <c:pt idx="670">
                  <c:v>-0.0356232108360258</c:v>
                </c:pt>
                <c:pt idx="671">
                  <c:v>-0.0329094859890479</c:v>
                </c:pt>
                <c:pt idx="672">
                  <c:v>-0.0253061924186327</c:v>
                </c:pt>
                <c:pt idx="673">
                  <c:v>-0.0516920286522139</c:v>
                </c:pt>
                <c:pt idx="674">
                  <c:v>-0.0598267762652199</c:v>
                </c:pt>
                <c:pt idx="675">
                  <c:v>-0.0687771537244731</c:v>
                </c:pt>
                <c:pt idx="676">
                  <c:v>-0.0791923014994168</c:v>
                </c:pt>
                <c:pt idx="677">
                  <c:v>-0.0690876117516456</c:v>
                </c:pt>
                <c:pt idx="678">
                  <c:v>-0.0910689028960616</c:v>
                </c:pt>
                <c:pt idx="679">
                  <c:v>-0.0958585535577666</c:v>
                </c:pt>
                <c:pt idx="680">
                  <c:v>-0.110377480769097</c:v>
                </c:pt>
                <c:pt idx="681">
                  <c:v>-0.102130485195882</c:v>
                </c:pt>
                <c:pt idx="682">
                  <c:v>-0.095576225800941</c:v>
                </c:pt>
                <c:pt idx="683">
                  <c:v>-0.0914302874146324</c:v>
                </c:pt>
                <c:pt idx="684">
                  <c:v>-0.0289510845299265</c:v>
                </c:pt>
                <c:pt idx="685">
                  <c:v>-0.0361025548405761</c:v>
                </c:pt>
                <c:pt idx="686">
                  <c:v>-0.0547038215239065</c:v>
                </c:pt>
                <c:pt idx="687">
                  <c:v>-0.0623671550374069</c:v>
                </c:pt>
                <c:pt idx="688">
                  <c:v>-0.0164542301913407</c:v>
                </c:pt>
                <c:pt idx="689">
                  <c:v>-0.00128066164381551</c:v>
                </c:pt>
                <c:pt idx="690">
                  <c:v>-0.0397176115946792</c:v>
                </c:pt>
                <c:pt idx="691">
                  <c:v>-0.0402915601256986</c:v>
                </c:pt>
                <c:pt idx="692">
                  <c:v>-0.0297741068169913</c:v>
                </c:pt>
                <c:pt idx="693">
                  <c:v>0.00166316120557513</c:v>
                </c:pt>
                <c:pt idx="694">
                  <c:v>0.00235479524390144</c:v>
                </c:pt>
                <c:pt idx="695">
                  <c:v>-0.00815635730612318</c:v>
                </c:pt>
                <c:pt idx="696">
                  <c:v>0.0146230540855357</c:v>
                </c:pt>
                <c:pt idx="697">
                  <c:v>0.0190274867112065</c:v>
                </c:pt>
                <c:pt idx="698">
                  <c:v>0.0437120808719926</c:v>
                </c:pt>
                <c:pt idx="699">
                  <c:v>0.0429974938008548</c:v>
                </c:pt>
                <c:pt idx="700">
                  <c:v>0.0491750866742931</c:v>
                </c:pt>
                <c:pt idx="701">
                  <c:v>0.0486330904191431</c:v>
                </c:pt>
                <c:pt idx="702">
                  <c:v>0.0526627217708635</c:v>
                </c:pt>
                <c:pt idx="703">
                  <c:v>0.0453340615861532</c:v>
                </c:pt>
                <c:pt idx="704">
                  <c:v>0.0378111610400918</c:v>
                </c:pt>
                <c:pt idx="705">
                  <c:v>0.0297646675738332</c:v>
                </c:pt>
                <c:pt idx="706">
                  <c:v>0.0320848113880061</c:v>
                </c:pt>
                <c:pt idx="707">
                  <c:v>0.0419341187518737</c:v>
                </c:pt>
                <c:pt idx="708">
                  <c:v>0.0354684107046537</c:v>
                </c:pt>
                <c:pt idx="709">
                  <c:v>0.0448739469253724</c:v>
                </c:pt>
                <c:pt idx="710">
                  <c:v>0.0873912204212717</c:v>
                </c:pt>
                <c:pt idx="711">
                  <c:v>0.0825306421498485</c:v>
                </c:pt>
                <c:pt idx="712">
                  <c:v>0.0940295692038844</c:v>
                </c:pt>
                <c:pt idx="713">
                  <c:v>0.0940992159745012</c:v>
                </c:pt>
                <c:pt idx="714">
                  <c:v>0.0991400912500127</c:v>
                </c:pt>
                <c:pt idx="715">
                  <c:v>0.0911797849721625</c:v>
                </c:pt>
                <c:pt idx="716">
                  <c:v>0.061342147377375</c:v>
                </c:pt>
                <c:pt idx="717">
                  <c:v>0.0618345977753982</c:v>
                </c:pt>
                <c:pt idx="718">
                  <c:v>0.0644328661052459</c:v>
                </c:pt>
                <c:pt idx="719">
                  <c:v>0.0629405799846429</c:v>
                </c:pt>
                <c:pt idx="720">
                  <c:v>0.067202871248056</c:v>
                </c:pt>
                <c:pt idx="721">
                  <c:v>0.0631492854619543</c:v>
                </c:pt>
                <c:pt idx="722">
                  <c:v>0.0538949892879107</c:v>
                </c:pt>
                <c:pt idx="723">
                  <c:v>0.0309147878396135</c:v>
                </c:pt>
                <c:pt idx="724">
                  <c:v>0.0479185372133925</c:v>
                </c:pt>
                <c:pt idx="725">
                  <c:v>0.0739126431489969</c:v>
                </c:pt>
                <c:pt idx="726">
                  <c:v>0.0707032675406888</c:v>
                </c:pt>
                <c:pt idx="727">
                  <c:v>0.0662147623265069</c:v>
                </c:pt>
                <c:pt idx="728">
                  <c:v>0.0746318677055005</c:v>
                </c:pt>
                <c:pt idx="729">
                  <c:v>0.0634267403615868</c:v>
                </c:pt>
                <c:pt idx="730">
                  <c:v>0.0595004764653098</c:v>
                </c:pt>
                <c:pt idx="731">
                  <c:v>0.0579347309558388</c:v>
                </c:pt>
                <c:pt idx="732">
                  <c:v>0.0529098869931241</c:v>
                </c:pt>
                <c:pt idx="733">
                  <c:v>0.0331603173938293</c:v>
                </c:pt>
                <c:pt idx="734">
                  <c:v>0.0291576648852242</c:v>
                </c:pt>
                <c:pt idx="735">
                  <c:v>0.0244131848656679</c:v>
                </c:pt>
                <c:pt idx="736">
                  <c:v>0.0356711871627493</c:v>
                </c:pt>
                <c:pt idx="737">
                  <c:v>0.0310306522397488</c:v>
                </c:pt>
                <c:pt idx="738">
                  <c:v>0.0401982595998607</c:v>
                </c:pt>
                <c:pt idx="739">
                  <c:v>0.0369855650475821</c:v>
                </c:pt>
                <c:pt idx="740">
                  <c:v>0.0220566757100497</c:v>
                </c:pt>
                <c:pt idx="741">
                  <c:v>0.0205684294690348</c:v>
                </c:pt>
                <c:pt idx="742">
                  <c:v>-0.0016480139022395</c:v>
                </c:pt>
                <c:pt idx="743">
                  <c:v>0.0591785910129297</c:v>
                </c:pt>
                <c:pt idx="744">
                  <c:v>0.0581665156260234</c:v>
                </c:pt>
                <c:pt idx="745">
                  <c:v>0.0651479996444165</c:v>
                </c:pt>
                <c:pt idx="746">
                  <c:v>0.0732086911013606</c:v>
                </c:pt>
                <c:pt idx="747">
                  <c:v>0.0667193069620422</c:v>
                </c:pt>
                <c:pt idx="748">
                  <c:v>0.0396095911422033</c:v>
                </c:pt>
                <c:pt idx="749">
                  <c:v>0.0288669958111228</c:v>
                </c:pt>
                <c:pt idx="750">
                  <c:v>0.0186949346479034</c:v>
                </c:pt>
                <c:pt idx="751">
                  <c:v>0.0257393931986963</c:v>
                </c:pt>
                <c:pt idx="752">
                  <c:v>0.0272374510267402</c:v>
                </c:pt>
                <c:pt idx="753">
                  <c:v>0.0361107020036815</c:v>
                </c:pt>
                <c:pt idx="754">
                  <c:v>0.0201297517953128</c:v>
                </c:pt>
                <c:pt idx="755">
                  <c:v>0.0186897439000838</c:v>
                </c:pt>
                <c:pt idx="756">
                  <c:v>0.0267728174181649</c:v>
                </c:pt>
                <c:pt idx="757">
                  <c:v>0.0152165908082725</c:v>
                </c:pt>
                <c:pt idx="758">
                  <c:v>0.0185318628953243</c:v>
                </c:pt>
                <c:pt idx="759">
                  <c:v>0.0150111421930266</c:v>
                </c:pt>
                <c:pt idx="760">
                  <c:v>0.0145282927331542</c:v>
                </c:pt>
                <c:pt idx="761">
                  <c:v>0.0167190433370011</c:v>
                </c:pt>
                <c:pt idx="762">
                  <c:v>0.0240525870658705</c:v>
                </c:pt>
                <c:pt idx="763">
                  <c:v>0.0465556746766748</c:v>
                </c:pt>
                <c:pt idx="764">
                  <c:v>0.0423255044404131</c:v>
                </c:pt>
                <c:pt idx="765">
                  <c:v>0.0439517467008498</c:v>
                </c:pt>
                <c:pt idx="766">
                  <c:v>0.034392559636301</c:v>
                </c:pt>
                <c:pt idx="767">
                  <c:v>0.0435998971389445</c:v>
                </c:pt>
                <c:pt idx="768">
                  <c:v>0.0442989895724859</c:v>
                </c:pt>
                <c:pt idx="769">
                  <c:v>0.0357634673147825</c:v>
                </c:pt>
                <c:pt idx="770">
                  <c:v>0.0545367536469429</c:v>
                </c:pt>
                <c:pt idx="771">
                  <c:v>0.0529005913849057</c:v>
                </c:pt>
                <c:pt idx="772">
                  <c:v>0.052906084485613</c:v>
                </c:pt>
                <c:pt idx="773">
                  <c:v>0.0496778967668143</c:v>
                </c:pt>
                <c:pt idx="774">
                  <c:v>0.0634128247124577</c:v>
                </c:pt>
                <c:pt idx="775">
                  <c:v>0.0652546748296781</c:v>
                </c:pt>
                <c:pt idx="776">
                  <c:v>0.0618818021417366</c:v>
                </c:pt>
                <c:pt idx="777">
                  <c:v>0.0942815467559663</c:v>
                </c:pt>
                <c:pt idx="778">
                  <c:v>0.0676130291268889</c:v>
                </c:pt>
                <c:pt idx="779">
                  <c:v>0.0731638065135772</c:v>
                </c:pt>
                <c:pt idx="780">
                  <c:v>0.0651725344972906</c:v>
                </c:pt>
                <c:pt idx="781">
                  <c:v>0.0817509836408609</c:v>
                </c:pt>
                <c:pt idx="782">
                  <c:v>0.0695260226845883</c:v>
                </c:pt>
                <c:pt idx="783">
                  <c:v>0.0737835449274281</c:v>
                </c:pt>
                <c:pt idx="784">
                  <c:v>0.0664739051358236</c:v>
                </c:pt>
                <c:pt idx="785">
                  <c:v>0.0622955319375683</c:v>
                </c:pt>
                <c:pt idx="786">
                  <c:v>0.0400551567379697</c:v>
                </c:pt>
                <c:pt idx="787">
                  <c:v>0.0250404804840035</c:v>
                </c:pt>
                <c:pt idx="788">
                  <c:v>0.0264636620866652</c:v>
                </c:pt>
                <c:pt idx="789">
                  <c:v>0.0282611037755209</c:v>
                </c:pt>
                <c:pt idx="790">
                  <c:v>0.0269378700200556</c:v>
                </c:pt>
                <c:pt idx="791">
                  <c:v>0.0234630138585734</c:v>
                </c:pt>
                <c:pt idx="792">
                  <c:v>0.0280161940116813</c:v>
                </c:pt>
                <c:pt idx="793">
                  <c:v>0.0295645273693632</c:v>
                </c:pt>
                <c:pt idx="794">
                  <c:v>0.0244290746546852</c:v>
                </c:pt>
                <c:pt idx="795">
                  <c:v>0.0277330406094063</c:v>
                </c:pt>
                <c:pt idx="796">
                  <c:v>0.0269941035578103</c:v>
                </c:pt>
                <c:pt idx="797">
                  <c:v>0.0189679130325896</c:v>
                </c:pt>
                <c:pt idx="798">
                  <c:v>0.0064141993401722</c:v>
                </c:pt>
                <c:pt idx="799">
                  <c:v>-0.0072451269760472</c:v>
                </c:pt>
                <c:pt idx="800">
                  <c:v>-0.0147185137205955</c:v>
                </c:pt>
                <c:pt idx="801">
                  <c:v>-0.0133867384292079</c:v>
                </c:pt>
                <c:pt idx="802">
                  <c:v>0.0167519664884555</c:v>
                </c:pt>
                <c:pt idx="803">
                  <c:v>0.0194594161870068</c:v>
                </c:pt>
                <c:pt idx="804">
                  <c:v>0.0149802623322325</c:v>
                </c:pt>
                <c:pt idx="805">
                  <c:v>0.00719016931592755</c:v>
                </c:pt>
                <c:pt idx="806">
                  <c:v>0.0188639556952384</c:v>
                </c:pt>
                <c:pt idx="807">
                  <c:v>0.0404271491839169</c:v>
                </c:pt>
                <c:pt idx="808">
                  <c:v>0.0505421218954672</c:v>
                </c:pt>
                <c:pt idx="809">
                  <c:v>0.0443059543952722</c:v>
                </c:pt>
                <c:pt idx="810">
                  <c:v>0.0387615762270838</c:v>
                </c:pt>
                <c:pt idx="811">
                  <c:v>0.0304922578957765</c:v>
                </c:pt>
                <c:pt idx="812">
                  <c:v>0.0198773380445297</c:v>
                </c:pt>
                <c:pt idx="813">
                  <c:v>-0.00233105399981081</c:v>
                </c:pt>
                <c:pt idx="814">
                  <c:v>0.0115770272265964</c:v>
                </c:pt>
                <c:pt idx="815">
                  <c:v>0.0171820741923392</c:v>
                </c:pt>
                <c:pt idx="816">
                  <c:v>0.0247865099796435</c:v>
                </c:pt>
                <c:pt idx="817">
                  <c:v>0.0188333551493694</c:v>
                </c:pt>
                <c:pt idx="818">
                  <c:v>0.0342704874006885</c:v>
                </c:pt>
                <c:pt idx="819">
                  <c:v>0.0335211390125751</c:v>
                </c:pt>
                <c:pt idx="820">
                  <c:v>0.0343865474758919</c:v>
                </c:pt>
                <c:pt idx="821">
                  <c:v>0.0384846524253993</c:v>
                </c:pt>
                <c:pt idx="822">
                  <c:v>0.0247877224374852</c:v>
                </c:pt>
                <c:pt idx="823">
                  <c:v>0.0108238419415735</c:v>
                </c:pt>
                <c:pt idx="824">
                  <c:v>-0.000778698397910587</c:v>
                </c:pt>
                <c:pt idx="825">
                  <c:v>0.0233452765262119</c:v>
                </c:pt>
                <c:pt idx="826">
                  <c:v>0.0361492735812054</c:v>
                </c:pt>
                <c:pt idx="827">
                  <c:v>0.0326919214586693</c:v>
                </c:pt>
                <c:pt idx="828">
                  <c:v>0.0190186332309241</c:v>
                </c:pt>
                <c:pt idx="829">
                  <c:v>0.0199940447875772</c:v>
                </c:pt>
                <c:pt idx="830">
                  <c:v>0.0189944538517652</c:v>
                </c:pt>
                <c:pt idx="831">
                  <c:v>0.0324633485016729</c:v>
                </c:pt>
                <c:pt idx="832">
                  <c:v>0.0270831622621385</c:v>
                </c:pt>
                <c:pt idx="833">
                  <c:v>0.0228311667305387</c:v>
                </c:pt>
                <c:pt idx="834">
                  <c:v>0.0225006303889201</c:v>
                </c:pt>
                <c:pt idx="835">
                  <c:v>0.0269433025071956</c:v>
                </c:pt>
                <c:pt idx="836">
                  <c:v>0.0398618954781646</c:v>
                </c:pt>
                <c:pt idx="837">
                  <c:v>0.0386009678251053</c:v>
                </c:pt>
                <c:pt idx="838">
                  <c:v>0.0276626779665524</c:v>
                </c:pt>
                <c:pt idx="839">
                  <c:v>0.0226497988898657</c:v>
                </c:pt>
                <c:pt idx="840">
                  <c:v>0.00528989367817484</c:v>
                </c:pt>
                <c:pt idx="841">
                  <c:v>0.0063454932168262</c:v>
                </c:pt>
                <c:pt idx="842">
                  <c:v>0.00443670071046664</c:v>
                </c:pt>
                <c:pt idx="843">
                  <c:v>0.0122314006800041</c:v>
                </c:pt>
                <c:pt idx="844">
                  <c:v>0.0248506881524204</c:v>
                </c:pt>
                <c:pt idx="845">
                  <c:v>0.024783974329962</c:v>
                </c:pt>
                <c:pt idx="846">
                  <c:v>0.0391391065431844</c:v>
                </c:pt>
                <c:pt idx="847">
                  <c:v>0.0558614364527001</c:v>
                </c:pt>
                <c:pt idx="848">
                  <c:v>0.00355434506897225</c:v>
                </c:pt>
                <c:pt idx="849">
                  <c:v>0.00493745574308893</c:v>
                </c:pt>
                <c:pt idx="850">
                  <c:v>0.00438704714851023</c:v>
                </c:pt>
                <c:pt idx="851">
                  <c:v>-0.01927354281561</c:v>
                </c:pt>
                <c:pt idx="852">
                  <c:v>-0.0225023093496423</c:v>
                </c:pt>
                <c:pt idx="853">
                  <c:v>-0.0295241544001712</c:v>
                </c:pt>
                <c:pt idx="854">
                  <c:v>-0.0213145695953239</c:v>
                </c:pt>
                <c:pt idx="855">
                  <c:v>-0.0156693369770621</c:v>
                </c:pt>
                <c:pt idx="856">
                  <c:v>-0.00867875828760222</c:v>
                </c:pt>
                <c:pt idx="857">
                  <c:v>-0.0224737214849199</c:v>
                </c:pt>
                <c:pt idx="858">
                  <c:v>-0.0264343647836236</c:v>
                </c:pt>
                <c:pt idx="859">
                  <c:v>-0.0192419457675892</c:v>
                </c:pt>
                <c:pt idx="860">
                  <c:v>-0.0225260698952856</c:v>
                </c:pt>
                <c:pt idx="861">
                  <c:v>-0.0347659906624968</c:v>
                </c:pt>
                <c:pt idx="862">
                  <c:v>-0.0420880217328615</c:v>
                </c:pt>
                <c:pt idx="863">
                  <c:v>-0.0395582158971977</c:v>
                </c:pt>
                <c:pt idx="864">
                  <c:v>-0.036749469374281</c:v>
                </c:pt>
                <c:pt idx="865">
                  <c:v>-0.0253644589992015</c:v>
                </c:pt>
                <c:pt idx="866">
                  <c:v>-0.039652722395585</c:v>
                </c:pt>
                <c:pt idx="867">
                  <c:v>-0.0428100550393356</c:v>
                </c:pt>
                <c:pt idx="868">
                  <c:v>-0.0140777737384524</c:v>
                </c:pt>
                <c:pt idx="869">
                  <c:v>-0.014052162447622</c:v>
                </c:pt>
                <c:pt idx="870">
                  <c:v>-0.0186812037863982</c:v>
                </c:pt>
                <c:pt idx="871">
                  <c:v>0.0361007593667537</c:v>
                </c:pt>
                <c:pt idx="872">
                  <c:v>0.0450573547938777</c:v>
                </c:pt>
                <c:pt idx="873">
                  <c:v>0.0340269523754508</c:v>
                </c:pt>
                <c:pt idx="874">
                  <c:v>0.0425766354690783</c:v>
                </c:pt>
                <c:pt idx="875">
                  <c:v>0.0469735930737251</c:v>
                </c:pt>
                <c:pt idx="876">
                  <c:v>0.0604708784467011</c:v>
                </c:pt>
                <c:pt idx="877">
                  <c:v>0.0343579181547863</c:v>
                </c:pt>
                <c:pt idx="878">
                  <c:v>0.0422250005163472</c:v>
                </c:pt>
                <c:pt idx="879">
                  <c:v>0.0512209900636839</c:v>
                </c:pt>
                <c:pt idx="880">
                  <c:v>0.0445247706912134</c:v>
                </c:pt>
                <c:pt idx="881">
                  <c:v>0.0738355196446433</c:v>
                </c:pt>
                <c:pt idx="882">
                  <c:v>0.0476376281232716</c:v>
                </c:pt>
                <c:pt idx="883">
                  <c:v>0.0406556602001092</c:v>
                </c:pt>
                <c:pt idx="884">
                  <c:v>0.0451052881154731</c:v>
                </c:pt>
                <c:pt idx="885">
                  <c:v>0.0492566762220142</c:v>
                </c:pt>
                <c:pt idx="886">
                  <c:v>0.0619476610899125</c:v>
                </c:pt>
                <c:pt idx="887">
                  <c:v>0.0802301998740021</c:v>
                </c:pt>
                <c:pt idx="888">
                  <c:v>0.0704556191097167</c:v>
                </c:pt>
                <c:pt idx="889">
                  <c:v>0.0927878069033669</c:v>
                </c:pt>
                <c:pt idx="890">
                  <c:v>0.089101610544189</c:v>
                </c:pt>
                <c:pt idx="891">
                  <c:v>0.0794361588365878</c:v>
                </c:pt>
                <c:pt idx="892">
                  <c:v>0.099662845476066</c:v>
                </c:pt>
                <c:pt idx="893">
                  <c:v>0.093121414713083</c:v>
                </c:pt>
                <c:pt idx="894">
                  <c:v>0.0758103749680842</c:v>
                </c:pt>
                <c:pt idx="895">
                  <c:v>0.0661933724407413</c:v>
                </c:pt>
                <c:pt idx="896">
                  <c:v>0.0610714846269045</c:v>
                </c:pt>
                <c:pt idx="897">
                  <c:v>0.0612832182265744</c:v>
                </c:pt>
                <c:pt idx="898">
                  <c:v>0.0676038629119397</c:v>
                </c:pt>
                <c:pt idx="899">
                  <c:v>0.0579309455647633</c:v>
                </c:pt>
                <c:pt idx="900">
                  <c:v>0.0686375552022918</c:v>
                </c:pt>
                <c:pt idx="901">
                  <c:v>0.0655502335518741</c:v>
                </c:pt>
                <c:pt idx="902">
                  <c:v>0.0730164531391313</c:v>
                </c:pt>
                <c:pt idx="903">
                  <c:v>0.0644016588313343</c:v>
                </c:pt>
                <c:pt idx="904">
                  <c:v>0.0500266360356964</c:v>
                </c:pt>
                <c:pt idx="905">
                  <c:v>0.0451744465698043</c:v>
                </c:pt>
                <c:pt idx="906">
                  <c:v>0.0464489236645805</c:v>
                </c:pt>
                <c:pt idx="907">
                  <c:v>0.0386204530433901</c:v>
                </c:pt>
                <c:pt idx="908">
                  <c:v>0.0356560757248178</c:v>
                </c:pt>
                <c:pt idx="909">
                  <c:v>0.0410056501215884</c:v>
                </c:pt>
                <c:pt idx="910">
                  <c:v>0.0352451713505978</c:v>
                </c:pt>
                <c:pt idx="911">
                  <c:v>0.0456659712297367</c:v>
                </c:pt>
                <c:pt idx="912">
                  <c:v>0.0521888976817906</c:v>
                </c:pt>
                <c:pt idx="913">
                  <c:v>0.0591197036122386</c:v>
                </c:pt>
                <c:pt idx="914">
                  <c:v>0.0638604098708386</c:v>
                </c:pt>
                <c:pt idx="915">
                  <c:v>0.0668477614598112</c:v>
                </c:pt>
                <c:pt idx="916">
                  <c:v>0.0171429114804927</c:v>
                </c:pt>
                <c:pt idx="917">
                  <c:v>0.00782504967947506</c:v>
                </c:pt>
                <c:pt idx="918">
                  <c:v>-0.00309082289900183</c:v>
                </c:pt>
                <c:pt idx="919">
                  <c:v>-0.000160067953784426</c:v>
                </c:pt>
                <c:pt idx="920">
                  <c:v>-0.00238094732032734</c:v>
                </c:pt>
                <c:pt idx="921">
                  <c:v>0.0211228514029678</c:v>
                </c:pt>
                <c:pt idx="922">
                  <c:v>0.0155978715881202</c:v>
                </c:pt>
                <c:pt idx="923">
                  <c:v>0.0158962031129166</c:v>
                </c:pt>
                <c:pt idx="924">
                  <c:v>0.0590705258123574</c:v>
                </c:pt>
                <c:pt idx="925">
                  <c:v>0.0706635803674222</c:v>
                </c:pt>
                <c:pt idx="926">
                  <c:v>0.0949935269843801</c:v>
                </c:pt>
                <c:pt idx="927">
                  <c:v>0.0805159540503564</c:v>
                </c:pt>
                <c:pt idx="928">
                  <c:v>0.0569399385359219</c:v>
                </c:pt>
                <c:pt idx="929">
                  <c:v>0.0445815943451611</c:v>
                </c:pt>
                <c:pt idx="930">
                  <c:v>0.0576619018537411</c:v>
                </c:pt>
                <c:pt idx="931">
                  <c:v>0.0537440335650144</c:v>
                </c:pt>
                <c:pt idx="932">
                  <c:v>0.052027450428597</c:v>
                </c:pt>
                <c:pt idx="933">
                  <c:v>0.0521418833330641</c:v>
                </c:pt>
                <c:pt idx="934">
                  <c:v>0.0492643605390086</c:v>
                </c:pt>
                <c:pt idx="935">
                  <c:v>0.0538448547656898</c:v>
                </c:pt>
                <c:pt idx="936">
                  <c:v>0.066180403772988</c:v>
                </c:pt>
                <c:pt idx="937">
                  <c:v>0.0487522276536515</c:v>
                </c:pt>
                <c:pt idx="938">
                  <c:v>0.052904445234988</c:v>
                </c:pt>
                <c:pt idx="939">
                  <c:v>0.0549399011856129</c:v>
                </c:pt>
                <c:pt idx="940">
                  <c:v>0.061805748472177</c:v>
                </c:pt>
                <c:pt idx="941">
                  <c:v>0.058674072870592</c:v>
                </c:pt>
                <c:pt idx="942">
                  <c:v>0.0587008105313009</c:v>
                </c:pt>
                <c:pt idx="943">
                  <c:v>0.052914341330354</c:v>
                </c:pt>
                <c:pt idx="944">
                  <c:v>0.0552835341902069</c:v>
                </c:pt>
                <c:pt idx="945">
                  <c:v>0.0477305137419203</c:v>
                </c:pt>
                <c:pt idx="946">
                  <c:v>0.0448997028481792</c:v>
                </c:pt>
                <c:pt idx="947">
                  <c:v>0.0435012455196972</c:v>
                </c:pt>
                <c:pt idx="948">
                  <c:v>0.0503729544443318</c:v>
                </c:pt>
                <c:pt idx="949">
                  <c:v>0.0426220096173037</c:v>
                </c:pt>
                <c:pt idx="950">
                  <c:v>0.0468740689335133</c:v>
                </c:pt>
                <c:pt idx="951">
                  <c:v>0.0432238339877421</c:v>
                </c:pt>
                <c:pt idx="952">
                  <c:v>0.0416548899328164</c:v>
                </c:pt>
                <c:pt idx="953">
                  <c:v>0.0454472351913205</c:v>
                </c:pt>
                <c:pt idx="954">
                  <c:v>0.00110293116983373</c:v>
                </c:pt>
                <c:pt idx="955">
                  <c:v>0.0102443388976863</c:v>
                </c:pt>
                <c:pt idx="956">
                  <c:v>0.0113452243326612</c:v>
                </c:pt>
                <c:pt idx="957">
                  <c:v>0.0555894285456843</c:v>
                </c:pt>
                <c:pt idx="958">
                  <c:v>0.0327274112540369</c:v>
                </c:pt>
                <c:pt idx="959">
                  <c:v>0.0365968200204544</c:v>
                </c:pt>
                <c:pt idx="960">
                  <c:v>0.0356901382789031</c:v>
                </c:pt>
                <c:pt idx="961">
                  <c:v>0.0292709669269374</c:v>
                </c:pt>
                <c:pt idx="962">
                  <c:v>0.0283932245360523</c:v>
                </c:pt>
                <c:pt idx="963">
                  <c:v>0.039771603050216</c:v>
                </c:pt>
                <c:pt idx="964">
                  <c:v>0.0398005708459642</c:v>
                </c:pt>
                <c:pt idx="965">
                  <c:v>0.0442514501299833</c:v>
                </c:pt>
                <c:pt idx="966">
                  <c:v>0.0437406748945692</c:v>
                </c:pt>
                <c:pt idx="967">
                  <c:v>0.0386110137090466</c:v>
                </c:pt>
                <c:pt idx="968">
                  <c:v>0.0486106824035156</c:v>
                </c:pt>
                <c:pt idx="969">
                  <c:v>0.0367801581429921</c:v>
                </c:pt>
                <c:pt idx="970">
                  <c:v>0.0235716322821301</c:v>
                </c:pt>
                <c:pt idx="971">
                  <c:v>0.0121454460140301</c:v>
                </c:pt>
                <c:pt idx="972">
                  <c:v>0.0137299673927667</c:v>
                </c:pt>
                <c:pt idx="973">
                  <c:v>-0.0109148383775785</c:v>
                </c:pt>
                <c:pt idx="974">
                  <c:v>0.0213622172588492</c:v>
                </c:pt>
                <c:pt idx="975">
                  <c:v>0.0156451195307496</c:v>
                </c:pt>
                <c:pt idx="976">
                  <c:v>0.0132449191246823</c:v>
                </c:pt>
                <c:pt idx="977">
                  <c:v>0.00492887785554047</c:v>
                </c:pt>
                <c:pt idx="978">
                  <c:v>0.012204978231373</c:v>
                </c:pt>
                <c:pt idx="979">
                  <c:v>0.00570230694555043</c:v>
                </c:pt>
                <c:pt idx="980">
                  <c:v>0.0448217225150558</c:v>
                </c:pt>
                <c:pt idx="981">
                  <c:v>-0.030967233932513</c:v>
                </c:pt>
                <c:pt idx="982">
                  <c:v>-0.0327552045539716</c:v>
                </c:pt>
                <c:pt idx="983">
                  <c:v>-0.033148058572737</c:v>
                </c:pt>
                <c:pt idx="984">
                  <c:v>-0.0402795989198843</c:v>
                </c:pt>
                <c:pt idx="985">
                  <c:v>-0.029424840564525</c:v>
                </c:pt>
                <c:pt idx="986">
                  <c:v>-0.0423105020483903</c:v>
                </c:pt>
                <c:pt idx="987">
                  <c:v>-0.00122025652713431</c:v>
                </c:pt>
                <c:pt idx="988">
                  <c:v>0.0227988375257025</c:v>
                </c:pt>
                <c:pt idx="989">
                  <c:v>-0.0137113102328956</c:v>
                </c:pt>
                <c:pt idx="990">
                  <c:v>0.0363276233796028</c:v>
                </c:pt>
                <c:pt idx="991">
                  <c:v>0.0150043501470169</c:v>
                </c:pt>
                <c:pt idx="992">
                  <c:v>0.00736173855336674</c:v>
                </c:pt>
                <c:pt idx="993">
                  <c:v>0.000637054636645872</c:v>
                </c:pt>
                <c:pt idx="994">
                  <c:v>0.00100123485137701</c:v>
                </c:pt>
                <c:pt idx="995">
                  <c:v>0.0247370831833919</c:v>
                </c:pt>
                <c:pt idx="996">
                  <c:v>0.050734350411525</c:v>
                </c:pt>
                <c:pt idx="997">
                  <c:v>0.0896012394713861</c:v>
                </c:pt>
                <c:pt idx="998">
                  <c:v>0.0971771242192866</c:v>
                </c:pt>
                <c:pt idx="999">
                  <c:v>0.199017817773782</c:v>
                </c:pt>
                <c:pt idx="1000">
                  <c:v>0.138872337024605</c:v>
                </c:pt>
                <c:pt idx="1001">
                  <c:v>0.125002418769262</c:v>
                </c:pt>
                <c:pt idx="1002">
                  <c:v>0.11804231149363</c:v>
                </c:pt>
                <c:pt idx="1003">
                  <c:v>0.116077974564576</c:v>
                </c:pt>
                <c:pt idx="1004">
                  <c:v>0.0769321544549976</c:v>
                </c:pt>
                <c:pt idx="1005">
                  <c:v>0.0549524886227861</c:v>
                </c:pt>
                <c:pt idx="1006">
                  <c:v>0.0874657830318952</c:v>
                </c:pt>
                <c:pt idx="1007">
                  <c:v>0.0905685609463799</c:v>
                </c:pt>
                <c:pt idx="1008">
                  <c:v>0.084475738803445</c:v>
                </c:pt>
                <c:pt idx="1009">
                  <c:v>0.0927972479216789</c:v>
                </c:pt>
                <c:pt idx="1010">
                  <c:v>0.0910803627151139</c:v>
                </c:pt>
                <c:pt idx="1011">
                  <c:v>0.0989697952378016</c:v>
                </c:pt>
                <c:pt idx="1012">
                  <c:v>0.0936404778774392</c:v>
                </c:pt>
                <c:pt idx="1013">
                  <c:v>0.0950007706027017</c:v>
                </c:pt>
                <c:pt idx="1014">
                  <c:v>0.0721147374596551</c:v>
                </c:pt>
                <c:pt idx="1015">
                  <c:v>0.0580919727924302</c:v>
                </c:pt>
                <c:pt idx="1016">
                  <c:v>0.0549840641606711</c:v>
                </c:pt>
                <c:pt idx="1017">
                  <c:v>0.0481492167035801</c:v>
                </c:pt>
                <c:pt idx="1018">
                  <c:v>0.0384580862059999</c:v>
                </c:pt>
                <c:pt idx="1019">
                  <c:v>0.0484156297026527</c:v>
                </c:pt>
                <c:pt idx="1020">
                  <c:v>0.054983468642188</c:v>
                </c:pt>
                <c:pt idx="1021">
                  <c:v>0.0548147800356651</c:v>
                </c:pt>
                <c:pt idx="1022">
                  <c:v>0.0430700095254832</c:v>
                </c:pt>
                <c:pt idx="1023">
                  <c:v>0.037877010751274</c:v>
                </c:pt>
                <c:pt idx="1024">
                  <c:v>0.026510860011291</c:v>
                </c:pt>
                <c:pt idx="1025">
                  <c:v>0.0274376375845159</c:v>
                </c:pt>
                <c:pt idx="1026">
                  <c:v>0.0202765685898198</c:v>
                </c:pt>
                <c:pt idx="1027">
                  <c:v>0.0234406513446304</c:v>
                </c:pt>
                <c:pt idx="1028">
                  <c:v>0.0416546483436523</c:v>
                </c:pt>
                <c:pt idx="1029">
                  <c:v>0.0326233166067145</c:v>
                </c:pt>
                <c:pt idx="1030">
                  <c:v>0.0278733287514409</c:v>
                </c:pt>
                <c:pt idx="1031">
                  <c:v>0.0275611887481989</c:v>
                </c:pt>
                <c:pt idx="1032">
                  <c:v>0.0208707962326134</c:v>
                </c:pt>
                <c:pt idx="1033">
                  <c:v>0.00857834397593612</c:v>
                </c:pt>
                <c:pt idx="1034">
                  <c:v>0.0104773315093176</c:v>
                </c:pt>
                <c:pt idx="1035">
                  <c:v>0.016312318549954</c:v>
                </c:pt>
                <c:pt idx="1036">
                  <c:v>0.0140479958582158</c:v>
                </c:pt>
                <c:pt idx="1037">
                  <c:v>0.0108528228632226</c:v>
                </c:pt>
                <c:pt idx="1038">
                  <c:v>0.0116011930975963</c:v>
                </c:pt>
                <c:pt idx="1039">
                  <c:v>0.016128854858876</c:v>
                </c:pt>
                <c:pt idx="1040">
                  <c:v>0.0161085662366368</c:v>
                </c:pt>
                <c:pt idx="1041">
                  <c:v>0.0249123934584765</c:v>
                </c:pt>
                <c:pt idx="1042">
                  <c:v>0.0279876296710162</c:v>
                </c:pt>
                <c:pt idx="1043">
                  <c:v>0.0421777874034504</c:v>
                </c:pt>
                <c:pt idx="1044">
                  <c:v>0.0336476323548106</c:v>
                </c:pt>
                <c:pt idx="1045">
                  <c:v>0.0424315862027279</c:v>
                </c:pt>
                <c:pt idx="1046">
                  <c:v>0.0577002814498069</c:v>
                </c:pt>
                <c:pt idx="1047">
                  <c:v>0.0419655159694527</c:v>
                </c:pt>
                <c:pt idx="1048">
                  <c:v>0.0428977198804724</c:v>
                </c:pt>
                <c:pt idx="1049">
                  <c:v>0.0422902008018328</c:v>
                </c:pt>
                <c:pt idx="1050">
                  <c:v>0.0315574343834374</c:v>
                </c:pt>
                <c:pt idx="1051">
                  <c:v>0.0447455726934287</c:v>
                </c:pt>
                <c:pt idx="1052">
                  <c:v>0.0764536808985867</c:v>
                </c:pt>
                <c:pt idx="1053">
                  <c:v>0.0702575535544354</c:v>
                </c:pt>
                <c:pt idx="1054">
                  <c:v>0.0661148570760769</c:v>
                </c:pt>
                <c:pt idx="1055">
                  <c:v>0.0511755600844201</c:v>
                </c:pt>
                <c:pt idx="1056">
                  <c:v>0.0499121915616159</c:v>
                </c:pt>
                <c:pt idx="1057">
                  <c:v>0.0548740731370006</c:v>
                </c:pt>
                <c:pt idx="1058">
                  <c:v>0.0496638616752382</c:v>
                </c:pt>
                <c:pt idx="1059">
                  <c:v>0.0624636267444735</c:v>
                </c:pt>
                <c:pt idx="1060">
                  <c:v>0.0621533926206772</c:v>
                </c:pt>
                <c:pt idx="1061">
                  <c:v>0.0630835729270676</c:v>
                </c:pt>
                <c:pt idx="1062">
                  <c:v>0.0552508162177938</c:v>
                </c:pt>
                <c:pt idx="1063">
                  <c:v>0.0540733501552106</c:v>
                </c:pt>
                <c:pt idx="1064">
                  <c:v>0.0622787960679419</c:v>
                </c:pt>
                <c:pt idx="1065">
                  <c:v>0.0628735453563973</c:v>
                </c:pt>
                <c:pt idx="1066">
                  <c:v>0.0650339401043757</c:v>
                </c:pt>
                <c:pt idx="1067">
                  <c:v>0.0753976513568428</c:v>
                </c:pt>
                <c:pt idx="1068">
                  <c:v>0.091803352829398</c:v>
                </c:pt>
                <c:pt idx="1069">
                  <c:v>0.0792585076109022</c:v>
                </c:pt>
                <c:pt idx="1070">
                  <c:v>0.067973131372651</c:v>
                </c:pt>
                <c:pt idx="1071">
                  <c:v>0.0662800349149498</c:v>
                </c:pt>
                <c:pt idx="1072">
                  <c:v>0.0699363744628522</c:v>
                </c:pt>
                <c:pt idx="1073">
                  <c:v>0.0735201987856533</c:v>
                </c:pt>
                <c:pt idx="1074">
                  <c:v>0.0649111545563966</c:v>
                </c:pt>
                <c:pt idx="1075">
                  <c:v>0.0692181192584962</c:v>
                </c:pt>
                <c:pt idx="1076">
                  <c:v>0.075013592516275</c:v>
                </c:pt>
                <c:pt idx="1077">
                  <c:v>0.0841330207490116</c:v>
                </c:pt>
                <c:pt idx="1078">
                  <c:v>0.0857896123739897</c:v>
                </c:pt>
                <c:pt idx="1079">
                  <c:v>0.0605720215626453</c:v>
                </c:pt>
                <c:pt idx="1080">
                  <c:v>0.0567056144990232</c:v>
                </c:pt>
                <c:pt idx="1081">
                  <c:v>0.0431408969034096</c:v>
                </c:pt>
                <c:pt idx="1082">
                  <c:v>0.0391733902436961</c:v>
                </c:pt>
                <c:pt idx="1083">
                  <c:v>0.0483762286213248</c:v>
                </c:pt>
                <c:pt idx="1084">
                  <c:v>0.0425396718517818</c:v>
                </c:pt>
                <c:pt idx="1085">
                  <c:v>0.0420632935277166</c:v>
                </c:pt>
                <c:pt idx="1086">
                  <c:v>0.0486460022852496</c:v>
                </c:pt>
                <c:pt idx="1087">
                  <c:v>0.0470584145375269</c:v>
                </c:pt>
                <c:pt idx="1088">
                  <c:v>0.0400130842529813</c:v>
                </c:pt>
                <c:pt idx="1089">
                  <c:v>0.038066863816842</c:v>
                </c:pt>
                <c:pt idx="1090">
                  <c:v>0.028836007621579</c:v>
                </c:pt>
                <c:pt idx="1091">
                  <c:v>0.0324210767111457</c:v>
                </c:pt>
                <c:pt idx="1092">
                  <c:v>0.0260991551385134</c:v>
                </c:pt>
                <c:pt idx="1093">
                  <c:v>0.0192359117206996</c:v>
                </c:pt>
                <c:pt idx="1094">
                  <c:v>0.0104219649397569</c:v>
                </c:pt>
                <c:pt idx="1095">
                  <c:v>-0.0268398862216691</c:v>
                </c:pt>
                <c:pt idx="1096">
                  <c:v>-0.0224145449995084</c:v>
                </c:pt>
                <c:pt idx="1097">
                  <c:v>-0.0203463437080891</c:v>
                </c:pt>
                <c:pt idx="1098">
                  <c:v>-0.0181574472378221</c:v>
                </c:pt>
                <c:pt idx="1099">
                  <c:v>-0.0133216778085539</c:v>
                </c:pt>
                <c:pt idx="1100">
                  <c:v>-0.011120639121294</c:v>
                </c:pt>
                <c:pt idx="1101">
                  <c:v>-0.00807429548117116</c:v>
                </c:pt>
                <c:pt idx="1102">
                  <c:v>-0.00695354595938388</c:v>
                </c:pt>
                <c:pt idx="1103">
                  <c:v>-0.0112282450203547</c:v>
                </c:pt>
                <c:pt idx="1104">
                  <c:v>-0.0175089872713799</c:v>
                </c:pt>
                <c:pt idx="1105">
                  <c:v>-0.0141070371366503</c:v>
                </c:pt>
                <c:pt idx="1106">
                  <c:v>-0.00903722309599028</c:v>
                </c:pt>
                <c:pt idx="1107">
                  <c:v>-0.0111694391334396</c:v>
                </c:pt>
                <c:pt idx="1108">
                  <c:v>-0.0110183895551642</c:v>
                </c:pt>
                <c:pt idx="1109">
                  <c:v>0.00900657591566866</c:v>
                </c:pt>
                <c:pt idx="1110">
                  <c:v>0.0239017848463845</c:v>
                </c:pt>
                <c:pt idx="1111">
                  <c:v>0.0245222325358546</c:v>
                </c:pt>
                <c:pt idx="1112">
                  <c:v>0.0192947960290088</c:v>
                </c:pt>
                <c:pt idx="1113">
                  <c:v>0.0162340595475137</c:v>
                </c:pt>
                <c:pt idx="1114">
                  <c:v>0.0229788910689633</c:v>
                </c:pt>
                <c:pt idx="1115">
                  <c:v>0.0623423366805547</c:v>
                </c:pt>
                <c:pt idx="1116">
                  <c:v>0.0708447288667059</c:v>
                </c:pt>
                <c:pt idx="1117">
                  <c:v>0.0592353151487202</c:v>
                </c:pt>
                <c:pt idx="1118">
                  <c:v>0.0738712019108321</c:v>
                </c:pt>
                <c:pt idx="1119">
                  <c:v>0.0605296814938684</c:v>
                </c:pt>
                <c:pt idx="1120">
                  <c:v>0.0503222908374325</c:v>
                </c:pt>
                <c:pt idx="1121">
                  <c:v>0.0388319057144833</c:v>
                </c:pt>
                <c:pt idx="1122">
                  <c:v>0.0385167239572272</c:v>
                </c:pt>
                <c:pt idx="1123">
                  <c:v>0.0149370179870841</c:v>
                </c:pt>
                <c:pt idx="1124">
                  <c:v>0.0125491074264467</c:v>
                </c:pt>
                <c:pt idx="1125">
                  <c:v>0.0196705349699724</c:v>
                </c:pt>
                <c:pt idx="1126">
                  <c:v>0.0194417056690794</c:v>
                </c:pt>
                <c:pt idx="1127">
                  <c:v>0.0209027643949296</c:v>
                </c:pt>
                <c:pt idx="1128">
                  <c:v>0.0131153115612685</c:v>
                </c:pt>
                <c:pt idx="1129">
                  <c:v>0.0133394164296491</c:v>
                </c:pt>
                <c:pt idx="1130">
                  <c:v>0.0131037754237184</c:v>
                </c:pt>
                <c:pt idx="1131">
                  <c:v>0.0101187232140676</c:v>
                </c:pt>
                <c:pt idx="1132">
                  <c:v>-0.0715095556803736</c:v>
                </c:pt>
                <c:pt idx="1133">
                  <c:v>-0.0807289577592256</c:v>
                </c:pt>
                <c:pt idx="1134">
                  <c:v>-0.114356120989747</c:v>
                </c:pt>
                <c:pt idx="1135">
                  <c:v>-0.195739145346753</c:v>
                </c:pt>
                <c:pt idx="1136">
                  <c:v>-0.296578324640824</c:v>
                </c:pt>
                <c:pt idx="1137">
                  <c:v>-0.299076973998426</c:v>
                </c:pt>
                <c:pt idx="1138">
                  <c:v>-0.341164748705223</c:v>
                </c:pt>
                <c:pt idx="1139">
                  <c:v>-0.349712669420856</c:v>
                </c:pt>
                <c:pt idx="1140">
                  <c:v>-0.363385841683599</c:v>
                </c:pt>
                <c:pt idx="1141">
                  <c:v>-0.361066331350048</c:v>
                </c:pt>
                <c:pt idx="1142">
                  <c:v>-0.361474115462878</c:v>
                </c:pt>
                <c:pt idx="1143">
                  <c:v>-0.352537652324005</c:v>
                </c:pt>
                <c:pt idx="1144">
                  <c:v>-0.348585650540297</c:v>
                </c:pt>
                <c:pt idx="1145">
                  <c:v>-0.352416214664399</c:v>
                </c:pt>
                <c:pt idx="1146">
                  <c:v>-0.36853178126513</c:v>
                </c:pt>
                <c:pt idx="1147">
                  <c:v>-0.3763837309291</c:v>
                </c:pt>
                <c:pt idx="1148">
                  <c:v>-0.378762575435775</c:v>
                </c:pt>
                <c:pt idx="1149">
                  <c:v>-0.386579552993082</c:v>
                </c:pt>
                <c:pt idx="1150">
                  <c:v>-0.387819456745499</c:v>
                </c:pt>
                <c:pt idx="1151">
                  <c:v>-0.400772065997955</c:v>
                </c:pt>
                <c:pt idx="1152">
                  <c:v>-0.352175805891003</c:v>
                </c:pt>
                <c:pt idx="1153">
                  <c:v>-0.317206718450829</c:v>
                </c:pt>
                <c:pt idx="1154">
                  <c:v>-0.247889699923752</c:v>
                </c:pt>
                <c:pt idx="1155">
                  <c:v>-0.0334213567397921</c:v>
                </c:pt>
                <c:pt idx="1156">
                  <c:v>0.235429652486122</c:v>
                </c:pt>
                <c:pt idx="1157">
                  <c:v>0.266127983750586</c:v>
                </c:pt>
                <c:pt idx="1158">
                  <c:v>0.406827282795201</c:v>
                </c:pt>
                <c:pt idx="1159">
                  <c:v>0.249577216169268</c:v>
                </c:pt>
                <c:pt idx="1160">
                  <c:v>0.272643897176839</c:v>
                </c:pt>
                <c:pt idx="1161">
                  <c:v>0.133773601536457</c:v>
                </c:pt>
                <c:pt idx="1162">
                  <c:v>0.0416963005337452</c:v>
                </c:pt>
                <c:pt idx="1163">
                  <c:v>0.0442685343173766</c:v>
                </c:pt>
                <c:pt idx="1164">
                  <c:v>0.0364245919627738</c:v>
                </c:pt>
                <c:pt idx="1165">
                  <c:v>0.211522330948609</c:v>
                </c:pt>
                <c:pt idx="1166">
                  <c:v>0.23123107596407</c:v>
                </c:pt>
                <c:pt idx="1167">
                  <c:v>0.155743574398225</c:v>
                </c:pt>
                <c:pt idx="1168">
                  <c:v>0.136083279000134</c:v>
                </c:pt>
                <c:pt idx="1169">
                  <c:v>0.116312055123454</c:v>
                </c:pt>
                <c:pt idx="1170">
                  <c:v>0.123671864245033</c:v>
                </c:pt>
                <c:pt idx="1171">
                  <c:v>0.118521443023323</c:v>
                </c:pt>
                <c:pt idx="1172">
                  <c:v>0.114690663274769</c:v>
                </c:pt>
                <c:pt idx="1173">
                  <c:v>0.11560298805311</c:v>
                </c:pt>
                <c:pt idx="1174">
                  <c:v>0.132595422221148</c:v>
                </c:pt>
                <c:pt idx="1175">
                  <c:v>0.141651928816365</c:v>
                </c:pt>
                <c:pt idx="1176">
                  <c:v>0.151737328399691</c:v>
                </c:pt>
                <c:pt idx="1177">
                  <c:v>0.19088354951359</c:v>
                </c:pt>
                <c:pt idx="1178">
                  <c:v>0.180485942499494</c:v>
                </c:pt>
                <c:pt idx="1179">
                  <c:v>0.193435276916947</c:v>
                </c:pt>
                <c:pt idx="1180">
                  <c:v>0.206064651368773</c:v>
                </c:pt>
                <c:pt idx="1181">
                  <c:v>0.13686671058886</c:v>
                </c:pt>
                <c:pt idx="1182">
                  <c:v>0.095307281165143</c:v>
                </c:pt>
                <c:pt idx="1183">
                  <c:v>0.082371088959083</c:v>
                </c:pt>
                <c:pt idx="1184">
                  <c:v>0.0868577298811267</c:v>
                </c:pt>
                <c:pt idx="1185">
                  <c:v>0.087147828979266</c:v>
                </c:pt>
                <c:pt idx="1186">
                  <c:v>0.089080705528323</c:v>
                </c:pt>
                <c:pt idx="1187">
                  <c:v>0.0823039661603264</c:v>
                </c:pt>
                <c:pt idx="1188">
                  <c:v>0.0698893395301032</c:v>
                </c:pt>
                <c:pt idx="1189">
                  <c:v>0.0532320381957718</c:v>
                </c:pt>
                <c:pt idx="1190">
                  <c:v>0.0853748714301131</c:v>
                </c:pt>
                <c:pt idx="1191">
                  <c:v>0.0975528276466524</c:v>
                </c:pt>
                <c:pt idx="1192">
                  <c:v>0.0734853434227572</c:v>
                </c:pt>
                <c:pt idx="1193">
                  <c:v>0.0872515297750483</c:v>
                </c:pt>
                <c:pt idx="1194">
                  <c:v>0.0978238312061347</c:v>
                </c:pt>
                <c:pt idx="1195">
                  <c:v>0.124765735778784</c:v>
                </c:pt>
                <c:pt idx="1196">
                  <c:v>0.13105316921369</c:v>
                </c:pt>
                <c:pt idx="1197">
                  <c:v>0.113664112421143</c:v>
                </c:pt>
                <c:pt idx="1198">
                  <c:v>0.082067387783693</c:v>
                </c:pt>
                <c:pt idx="1199">
                  <c:v>0.0698240476313649</c:v>
                </c:pt>
                <c:pt idx="1200">
                  <c:v>0.0928523293679392</c:v>
                </c:pt>
                <c:pt idx="1201">
                  <c:v>0.0651949399322454</c:v>
                </c:pt>
                <c:pt idx="1202">
                  <c:v>0.0994360630575114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6158826"/>
        <c:axId val="499105502"/>
      </c:areaChart>
      <c:lineChart>
        <c:grouping val="standard"/>
        <c:varyColors val="0"/>
        <c:ser>
          <c:idx val="0"/>
          <c:order val="0"/>
          <c:tx>
            <c:strRef>
              <c:f>csi300_vol_premium.csv!$B$1</c:f>
              <c:strCache>
                <c:ptCount val="1"/>
                <c:pt idx="0">
                  <c:v>隐含波动率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csi300_vol_premium.csv!$A$2:$A$1204</c:f>
              <c:numCache>
                <c:formatCode>yyyy/m/d</c:formatCode>
                <c:ptCount val="1203"/>
                <c:pt idx="0" c:formatCode="yyyy/m/d">
                  <c:v>43823</c:v>
                </c:pt>
                <c:pt idx="1" c:formatCode="yyyy/m/d">
                  <c:v>43824</c:v>
                </c:pt>
                <c:pt idx="2" c:formatCode="yyyy/m/d">
                  <c:v>43825</c:v>
                </c:pt>
                <c:pt idx="3" c:formatCode="yyyy/m/d">
                  <c:v>43826</c:v>
                </c:pt>
                <c:pt idx="4" c:formatCode="yyyy/m/d">
                  <c:v>43829</c:v>
                </c:pt>
                <c:pt idx="5" c:formatCode="yyyy/m/d">
                  <c:v>43830</c:v>
                </c:pt>
                <c:pt idx="6" c:formatCode="yyyy/m/d">
                  <c:v>43832</c:v>
                </c:pt>
                <c:pt idx="7" c:formatCode="yyyy/m/d">
                  <c:v>43833</c:v>
                </c:pt>
                <c:pt idx="8" c:formatCode="yyyy/m/d">
                  <c:v>43836</c:v>
                </c:pt>
                <c:pt idx="9" c:formatCode="yyyy/m/d">
                  <c:v>43837</c:v>
                </c:pt>
                <c:pt idx="10" c:formatCode="yyyy/m/d">
                  <c:v>43838</c:v>
                </c:pt>
                <c:pt idx="11" c:formatCode="yyyy/m/d">
                  <c:v>43839</c:v>
                </c:pt>
                <c:pt idx="12" c:formatCode="yyyy/m/d">
                  <c:v>43840</c:v>
                </c:pt>
                <c:pt idx="13" c:formatCode="yyyy/m/d">
                  <c:v>43843</c:v>
                </c:pt>
                <c:pt idx="14" c:formatCode="yyyy/m/d">
                  <c:v>43844</c:v>
                </c:pt>
                <c:pt idx="15" c:formatCode="yyyy/m/d">
                  <c:v>43845</c:v>
                </c:pt>
                <c:pt idx="16" c:formatCode="yyyy/m/d">
                  <c:v>43846</c:v>
                </c:pt>
                <c:pt idx="17" c:formatCode="yyyy/m/d">
                  <c:v>43847</c:v>
                </c:pt>
                <c:pt idx="18" c:formatCode="yyyy/m/d">
                  <c:v>43850</c:v>
                </c:pt>
                <c:pt idx="19" c:formatCode="yyyy/m/d">
                  <c:v>43851</c:v>
                </c:pt>
                <c:pt idx="20" c:formatCode="yyyy/m/d">
                  <c:v>43852</c:v>
                </c:pt>
                <c:pt idx="21" c:formatCode="yyyy/m/d">
                  <c:v>43853</c:v>
                </c:pt>
                <c:pt idx="22" c:formatCode="yyyy/m/d">
                  <c:v>43864</c:v>
                </c:pt>
                <c:pt idx="23" c:formatCode="yyyy/m/d">
                  <c:v>43865</c:v>
                </c:pt>
                <c:pt idx="24" c:formatCode="yyyy/m/d">
                  <c:v>43866</c:v>
                </c:pt>
                <c:pt idx="25" c:formatCode="yyyy/m/d">
                  <c:v>43867</c:v>
                </c:pt>
                <c:pt idx="26" c:formatCode="yyyy/m/d">
                  <c:v>43868</c:v>
                </c:pt>
                <c:pt idx="27" c:formatCode="yyyy/m/d">
                  <c:v>43871</c:v>
                </c:pt>
                <c:pt idx="28" c:formatCode="yyyy/m/d">
                  <c:v>43872</c:v>
                </c:pt>
                <c:pt idx="29" c:formatCode="yyyy/m/d">
                  <c:v>43873</c:v>
                </c:pt>
                <c:pt idx="30" c:formatCode="yyyy/m/d">
                  <c:v>43874</c:v>
                </c:pt>
                <c:pt idx="31" c:formatCode="yyyy/m/d">
                  <c:v>43875</c:v>
                </c:pt>
                <c:pt idx="32" c:formatCode="yyyy/m/d">
                  <c:v>43878</c:v>
                </c:pt>
                <c:pt idx="33" c:formatCode="yyyy/m/d">
                  <c:v>43879</c:v>
                </c:pt>
                <c:pt idx="34" c:formatCode="yyyy/m/d">
                  <c:v>43880</c:v>
                </c:pt>
                <c:pt idx="35" c:formatCode="yyyy/m/d">
                  <c:v>43881</c:v>
                </c:pt>
                <c:pt idx="36" c:formatCode="yyyy/m/d">
                  <c:v>43882</c:v>
                </c:pt>
                <c:pt idx="37" c:formatCode="yyyy/m/d">
                  <c:v>43885</c:v>
                </c:pt>
                <c:pt idx="38" c:formatCode="yyyy/m/d">
                  <c:v>43886</c:v>
                </c:pt>
                <c:pt idx="39" c:formatCode="yyyy/m/d">
                  <c:v>43887</c:v>
                </c:pt>
                <c:pt idx="40" c:formatCode="yyyy/m/d">
                  <c:v>43888</c:v>
                </c:pt>
                <c:pt idx="41" c:formatCode="yyyy/m/d">
                  <c:v>43889</c:v>
                </c:pt>
                <c:pt idx="42" c:formatCode="yyyy/m/d">
                  <c:v>43892</c:v>
                </c:pt>
                <c:pt idx="43" c:formatCode="yyyy/m/d">
                  <c:v>43893</c:v>
                </c:pt>
                <c:pt idx="44" c:formatCode="yyyy/m/d">
                  <c:v>43894</c:v>
                </c:pt>
                <c:pt idx="45" c:formatCode="yyyy/m/d">
                  <c:v>43895</c:v>
                </c:pt>
                <c:pt idx="46" c:formatCode="yyyy/m/d">
                  <c:v>43896</c:v>
                </c:pt>
                <c:pt idx="47" c:formatCode="yyyy/m/d">
                  <c:v>43899</c:v>
                </c:pt>
                <c:pt idx="48" c:formatCode="yyyy/m/d">
                  <c:v>43900</c:v>
                </c:pt>
                <c:pt idx="49" c:formatCode="yyyy/m/d">
                  <c:v>43901</c:v>
                </c:pt>
                <c:pt idx="50" c:formatCode="yyyy/m/d">
                  <c:v>43902</c:v>
                </c:pt>
                <c:pt idx="51" c:formatCode="yyyy/m/d">
                  <c:v>43903</c:v>
                </c:pt>
                <c:pt idx="52" c:formatCode="yyyy/m/d">
                  <c:v>43906</c:v>
                </c:pt>
                <c:pt idx="53" c:formatCode="yyyy/m/d">
                  <c:v>43907</c:v>
                </c:pt>
                <c:pt idx="54" c:formatCode="yyyy/m/d">
                  <c:v>43908</c:v>
                </c:pt>
                <c:pt idx="55" c:formatCode="yyyy/m/d">
                  <c:v>43909</c:v>
                </c:pt>
                <c:pt idx="56" c:formatCode="yyyy/m/d">
                  <c:v>43910</c:v>
                </c:pt>
                <c:pt idx="57" c:formatCode="yyyy/m/d">
                  <c:v>43913</c:v>
                </c:pt>
                <c:pt idx="58" c:formatCode="yyyy/m/d">
                  <c:v>43914</c:v>
                </c:pt>
                <c:pt idx="59" c:formatCode="yyyy/m/d">
                  <c:v>43915</c:v>
                </c:pt>
                <c:pt idx="60" c:formatCode="yyyy/m/d">
                  <c:v>43916</c:v>
                </c:pt>
                <c:pt idx="61" c:formatCode="yyyy/m/d">
                  <c:v>43917</c:v>
                </c:pt>
                <c:pt idx="62" c:formatCode="yyyy/m/d">
                  <c:v>43920</c:v>
                </c:pt>
                <c:pt idx="63" c:formatCode="yyyy/m/d">
                  <c:v>43921</c:v>
                </c:pt>
                <c:pt idx="64" c:formatCode="yyyy/m/d">
                  <c:v>43922</c:v>
                </c:pt>
                <c:pt idx="65" c:formatCode="yyyy/m/d">
                  <c:v>43923</c:v>
                </c:pt>
                <c:pt idx="66" c:formatCode="yyyy/m/d">
                  <c:v>43924</c:v>
                </c:pt>
                <c:pt idx="67" c:formatCode="yyyy/m/d">
                  <c:v>43928</c:v>
                </c:pt>
                <c:pt idx="68" c:formatCode="yyyy/m/d">
                  <c:v>43929</c:v>
                </c:pt>
                <c:pt idx="69" c:formatCode="yyyy/m/d">
                  <c:v>43930</c:v>
                </c:pt>
                <c:pt idx="70" c:formatCode="yyyy/m/d">
                  <c:v>43931</c:v>
                </c:pt>
                <c:pt idx="71" c:formatCode="yyyy/m/d">
                  <c:v>43934</c:v>
                </c:pt>
                <c:pt idx="72" c:formatCode="yyyy/m/d">
                  <c:v>43935</c:v>
                </c:pt>
                <c:pt idx="73" c:formatCode="yyyy/m/d">
                  <c:v>43936</c:v>
                </c:pt>
                <c:pt idx="74" c:formatCode="yyyy/m/d">
                  <c:v>43937</c:v>
                </c:pt>
                <c:pt idx="75" c:formatCode="yyyy/m/d">
                  <c:v>43938</c:v>
                </c:pt>
                <c:pt idx="76" c:formatCode="yyyy/m/d">
                  <c:v>43941</c:v>
                </c:pt>
                <c:pt idx="77" c:formatCode="yyyy/m/d">
                  <c:v>43942</c:v>
                </c:pt>
                <c:pt idx="78" c:formatCode="yyyy/m/d">
                  <c:v>43943</c:v>
                </c:pt>
                <c:pt idx="79" c:formatCode="yyyy/m/d">
                  <c:v>43944</c:v>
                </c:pt>
                <c:pt idx="80" c:formatCode="yyyy/m/d">
                  <c:v>43945</c:v>
                </c:pt>
                <c:pt idx="81" c:formatCode="yyyy/m/d">
                  <c:v>43948</c:v>
                </c:pt>
                <c:pt idx="82" c:formatCode="yyyy/m/d">
                  <c:v>43949</c:v>
                </c:pt>
                <c:pt idx="83" c:formatCode="yyyy/m/d">
                  <c:v>43950</c:v>
                </c:pt>
                <c:pt idx="84" c:formatCode="yyyy/m/d">
                  <c:v>43951</c:v>
                </c:pt>
                <c:pt idx="85" c:formatCode="yyyy/m/d">
                  <c:v>43957</c:v>
                </c:pt>
                <c:pt idx="86" c:formatCode="yyyy/m/d">
                  <c:v>43958</c:v>
                </c:pt>
                <c:pt idx="87" c:formatCode="yyyy/m/d">
                  <c:v>43959</c:v>
                </c:pt>
                <c:pt idx="88" c:formatCode="yyyy/m/d">
                  <c:v>43962</c:v>
                </c:pt>
                <c:pt idx="89" c:formatCode="yyyy/m/d">
                  <c:v>43963</c:v>
                </c:pt>
                <c:pt idx="90" c:formatCode="yyyy/m/d">
                  <c:v>43964</c:v>
                </c:pt>
                <c:pt idx="91" c:formatCode="yyyy/m/d">
                  <c:v>43965</c:v>
                </c:pt>
                <c:pt idx="92" c:formatCode="yyyy/m/d">
                  <c:v>43966</c:v>
                </c:pt>
                <c:pt idx="93" c:formatCode="yyyy/m/d">
                  <c:v>43969</c:v>
                </c:pt>
                <c:pt idx="94" c:formatCode="yyyy/m/d">
                  <c:v>43970</c:v>
                </c:pt>
                <c:pt idx="95" c:formatCode="yyyy/m/d">
                  <c:v>43971</c:v>
                </c:pt>
                <c:pt idx="96" c:formatCode="yyyy/m/d">
                  <c:v>43972</c:v>
                </c:pt>
                <c:pt idx="97" c:formatCode="yyyy/m/d">
                  <c:v>43973</c:v>
                </c:pt>
                <c:pt idx="98" c:formatCode="yyyy/m/d">
                  <c:v>43976</c:v>
                </c:pt>
                <c:pt idx="99" c:formatCode="yyyy/m/d">
                  <c:v>43977</c:v>
                </c:pt>
                <c:pt idx="100" c:formatCode="yyyy/m/d">
                  <c:v>43978</c:v>
                </c:pt>
                <c:pt idx="101" c:formatCode="yyyy/m/d">
                  <c:v>43979</c:v>
                </c:pt>
                <c:pt idx="102" c:formatCode="yyyy/m/d">
                  <c:v>43980</c:v>
                </c:pt>
                <c:pt idx="103" c:formatCode="yyyy/m/d">
                  <c:v>43983</c:v>
                </c:pt>
                <c:pt idx="104" c:formatCode="yyyy/m/d">
                  <c:v>43984</c:v>
                </c:pt>
                <c:pt idx="105" c:formatCode="yyyy/m/d">
                  <c:v>43985</c:v>
                </c:pt>
                <c:pt idx="106" c:formatCode="yyyy/m/d">
                  <c:v>43986</c:v>
                </c:pt>
                <c:pt idx="107" c:formatCode="yyyy/m/d">
                  <c:v>43987</c:v>
                </c:pt>
                <c:pt idx="108" c:formatCode="yyyy/m/d">
                  <c:v>43990</c:v>
                </c:pt>
                <c:pt idx="109" c:formatCode="yyyy/m/d">
                  <c:v>43991</c:v>
                </c:pt>
                <c:pt idx="110" c:formatCode="yyyy/m/d">
                  <c:v>43992</c:v>
                </c:pt>
                <c:pt idx="111" c:formatCode="yyyy/m/d">
                  <c:v>43993</c:v>
                </c:pt>
                <c:pt idx="112" c:formatCode="yyyy/m/d">
                  <c:v>43994</c:v>
                </c:pt>
                <c:pt idx="113" c:formatCode="yyyy/m/d">
                  <c:v>43997</c:v>
                </c:pt>
                <c:pt idx="114" c:formatCode="yyyy/m/d">
                  <c:v>43998</c:v>
                </c:pt>
                <c:pt idx="115" c:formatCode="yyyy/m/d">
                  <c:v>43999</c:v>
                </c:pt>
                <c:pt idx="116" c:formatCode="yyyy/m/d">
                  <c:v>44000</c:v>
                </c:pt>
                <c:pt idx="117" c:formatCode="yyyy/m/d">
                  <c:v>44001</c:v>
                </c:pt>
                <c:pt idx="118" c:formatCode="yyyy/m/d">
                  <c:v>44004</c:v>
                </c:pt>
                <c:pt idx="119" c:formatCode="yyyy/m/d">
                  <c:v>44005</c:v>
                </c:pt>
                <c:pt idx="120" c:formatCode="yyyy/m/d">
                  <c:v>44006</c:v>
                </c:pt>
                <c:pt idx="121" c:formatCode="yyyy/m/d">
                  <c:v>44011</c:v>
                </c:pt>
                <c:pt idx="122" c:formatCode="yyyy/m/d">
                  <c:v>44012</c:v>
                </c:pt>
                <c:pt idx="123" c:formatCode="yyyy/m/d">
                  <c:v>44013</c:v>
                </c:pt>
                <c:pt idx="124" c:formatCode="yyyy/m/d">
                  <c:v>44014</c:v>
                </c:pt>
                <c:pt idx="125" c:formatCode="yyyy/m/d">
                  <c:v>44015</c:v>
                </c:pt>
                <c:pt idx="126" c:formatCode="yyyy/m/d">
                  <c:v>44018</c:v>
                </c:pt>
                <c:pt idx="127" c:formatCode="yyyy/m/d">
                  <c:v>44019</c:v>
                </c:pt>
                <c:pt idx="128" c:formatCode="yyyy/m/d">
                  <c:v>44020</c:v>
                </c:pt>
                <c:pt idx="129" c:formatCode="yyyy/m/d">
                  <c:v>44021</c:v>
                </c:pt>
                <c:pt idx="130" c:formatCode="yyyy/m/d">
                  <c:v>44022</c:v>
                </c:pt>
                <c:pt idx="131" c:formatCode="yyyy/m/d">
                  <c:v>44025</c:v>
                </c:pt>
                <c:pt idx="132" c:formatCode="yyyy/m/d">
                  <c:v>44026</c:v>
                </c:pt>
                <c:pt idx="133" c:formatCode="yyyy/m/d">
                  <c:v>44027</c:v>
                </c:pt>
                <c:pt idx="134" c:formatCode="yyyy/m/d">
                  <c:v>44028</c:v>
                </c:pt>
                <c:pt idx="135" c:formatCode="yyyy/m/d">
                  <c:v>44029</c:v>
                </c:pt>
                <c:pt idx="136" c:formatCode="yyyy/m/d">
                  <c:v>44032</c:v>
                </c:pt>
                <c:pt idx="137" c:formatCode="yyyy/m/d">
                  <c:v>44033</c:v>
                </c:pt>
                <c:pt idx="138" c:formatCode="yyyy/m/d">
                  <c:v>44034</c:v>
                </c:pt>
                <c:pt idx="139" c:formatCode="yyyy/m/d">
                  <c:v>44035</c:v>
                </c:pt>
                <c:pt idx="140" c:formatCode="yyyy/m/d">
                  <c:v>44036</c:v>
                </c:pt>
                <c:pt idx="141" c:formatCode="yyyy/m/d">
                  <c:v>44039</c:v>
                </c:pt>
                <c:pt idx="142" c:formatCode="yyyy/m/d">
                  <c:v>44040</c:v>
                </c:pt>
                <c:pt idx="143" c:formatCode="yyyy/m/d">
                  <c:v>44041</c:v>
                </c:pt>
                <c:pt idx="144" c:formatCode="yyyy/m/d">
                  <c:v>44042</c:v>
                </c:pt>
                <c:pt idx="145" c:formatCode="yyyy/m/d">
                  <c:v>44043</c:v>
                </c:pt>
                <c:pt idx="146" c:formatCode="yyyy/m/d">
                  <c:v>44046</c:v>
                </c:pt>
                <c:pt idx="147" c:formatCode="yyyy/m/d">
                  <c:v>44047</c:v>
                </c:pt>
                <c:pt idx="148" c:formatCode="yyyy/m/d">
                  <c:v>44048</c:v>
                </c:pt>
                <c:pt idx="149" c:formatCode="yyyy/m/d">
                  <c:v>44049</c:v>
                </c:pt>
                <c:pt idx="150" c:formatCode="yyyy/m/d">
                  <c:v>44050</c:v>
                </c:pt>
                <c:pt idx="151" c:formatCode="yyyy/m/d">
                  <c:v>44053</c:v>
                </c:pt>
                <c:pt idx="152" c:formatCode="yyyy/m/d">
                  <c:v>44054</c:v>
                </c:pt>
                <c:pt idx="153" c:formatCode="yyyy/m/d">
                  <c:v>44055</c:v>
                </c:pt>
                <c:pt idx="154" c:formatCode="yyyy/m/d">
                  <c:v>44056</c:v>
                </c:pt>
                <c:pt idx="155" c:formatCode="yyyy/m/d">
                  <c:v>44057</c:v>
                </c:pt>
                <c:pt idx="156" c:formatCode="yyyy/m/d">
                  <c:v>44060</c:v>
                </c:pt>
                <c:pt idx="157" c:formatCode="yyyy/m/d">
                  <c:v>44061</c:v>
                </c:pt>
                <c:pt idx="158" c:formatCode="yyyy/m/d">
                  <c:v>44062</c:v>
                </c:pt>
                <c:pt idx="159" c:formatCode="yyyy/m/d">
                  <c:v>44063</c:v>
                </c:pt>
                <c:pt idx="160" c:formatCode="yyyy/m/d">
                  <c:v>44064</c:v>
                </c:pt>
                <c:pt idx="161" c:formatCode="yyyy/m/d">
                  <c:v>44067</c:v>
                </c:pt>
                <c:pt idx="162" c:formatCode="yyyy/m/d">
                  <c:v>44068</c:v>
                </c:pt>
                <c:pt idx="163" c:formatCode="yyyy/m/d">
                  <c:v>44069</c:v>
                </c:pt>
                <c:pt idx="164" c:formatCode="yyyy/m/d">
                  <c:v>44070</c:v>
                </c:pt>
                <c:pt idx="165" c:formatCode="yyyy/m/d">
                  <c:v>44071</c:v>
                </c:pt>
                <c:pt idx="166" c:formatCode="yyyy/m/d">
                  <c:v>44074</c:v>
                </c:pt>
                <c:pt idx="167" c:formatCode="yyyy/m/d">
                  <c:v>44075</c:v>
                </c:pt>
                <c:pt idx="168" c:formatCode="yyyy/m/d">
                  <c:v>44076</c:v>
                </c:pt>
                <c:pt idx="169" c:formatCode="yyyy/m/d">
                  <c:v>44077</c:v>
                </c:pt>
                <c:pt idx="170" c:formatCode="yyyy/m/d">
                  <c:v>44078</c:v>
                </c:pt>
                <c:pt idx="171" c:formatCode="yyyy/m/d">
                  <c:v>44081</c:v>
                </c:pt>
                <c:pt idx="172" c:formatCode="yyyy/m/d">
                  <c:v>44082</c:v>
                </c:pt>
                <c:pt idx="173" c:formatCode="yyyy/m/d">
                  <c:v>44083</c:v>
                </c:pt>
                <c:pt idx="174" c:formatCode="yyyy/m/d">
                  <c:v>44084</c:v>
                </c:pt>
                <c:pt idx="175" c:formatCode="yyyy/m/d">
                  <c:v>44085</c:v>
                </c:pt>
                <c:pt idx="176" c:formatCode="yyyy/m/d">
                  <c:v>44088</c:v>
                </c:pt>
                <c:pt idx="177" c:formatCode="yyyy/m/d">
                  <c:v>44089</c:v>
                </c:pt>
                <c:pt idx="178" c:formatCode="yyyy/m/d">
                  <c:v>44090</c:v>
                </c:pt>
                <c:pt idx="179" c:formatCode="yyyy/m/d">
                  <c:v>44091</c:v>
                </c:pt>
                <c:pt idx="180" c:formatCode="yyyy/m/d">
                  <c:v>44092</c:v>
                </c:pt>
                <c:pt idx="181" c:formatCode="yyyy/m/d">
                  <c:v>44095</c:v>
                </c:pt>
                <c:pt idx="182" c:formatCode="yyyy/m/d">
                  <c:v>44096</c:v>
                </c:pt>
                <c:pt idx="183" c:formatCode="yyyy/m/d">
                  <c:v>44097</c:v>
                </c:pt>
                <c:pt idx="184" c:formatCode="yyyy/m/d">
                  <c:v>44098</c:v>
                </c:pt>
                <c:pt idx="185" c:formatCode="yyyy/m/d">
                  <c:v>44099</c:v>
                </c:pt>
                <c:pt idx="186" c:formatCode="yyyy/m/d">
                  <c:v>44102</c:v>
                </c:pt>
                <c:pt idx="187" c:formatCode="yyyy/m/d">
                  <c:v>44103</c:v>
                </c:pt>
                <c:pt idx="188" c:formatCode="yyyy/m/d">
                  <c:v>44104</c:v>
                </c:pt>
                <c:pt idx="189" c:formatCode="yyyy/m/d">
                  <c:v>44113</c:v>
                </c:pt>
                <c:pt idx="190" c:formatCode="yyyy/m/d">
                  <c:v>44116</c:v>
                </c:pt>
                <c:pt idx="191" c:formatCode="yyyy/m/d">
                  <c:v>44117</c:v>
                </c:pt>
                <c:pt idx="192" c:formatCode="yyyy/m/d">
                  <c:v>44118</c:v>
                </c:pt>
                <c:pt idx="193" c:formatCode="yyyy/m/d">
                  <c:v>44119</c:v>
                </c:pt>
                <c:pt idx="194" c:formatCode="yyyy/m/d">
                  <c:v>44120</c:v>
                </c:pt>
                <c:pt idx="195" c:formatCode="yyyy/m/d">
                  <c:v>44123</c:v>
                </c:pt>
                <c:pt idx="196" c:formatCode="yyyy/m/d">
                  <c:v>44124</c:v>
                </c:pt>
                <c:pt idx="197" c:formatCode="yyyy/m/d">
                  <c:v>44125</c:v>
                </c:pt>
                <c:pt idx="198" c:formatCode="yyyy/m/d">
                  <c:v>44126</c:v>
                </c:pt>
                <c:pt idx="199" c:formatCode="yyyy/m/d">
                  <c:v>44127</c:v>
                </c:pt>
                <c:pt idx="200" c:formatCode="yyyy/m/d">
                  <c:v>44130</c:v>
                </c:pt>
                <c:pt idx="201" c:formatCode="yyyy/m/d">
                  <c:v>44131</c:v>
                </c:pt>
                <c:pt idx="202" c:formatCode="yyyy/m/d">
                  <c:v>44132</c:v>
                </c:pt>
                <c:pt idx="203" c:formatCode="yyyy/m/d">
                  <c:v>44133</c:v>
                </c:pt>
                <c:pt idx="204" c:formatCode="yyyy/m/d">
                  <c:v>44134</c:v>
                </c:pt>
                <c:pt idx="205" c:formatCode="yyyy/m/d">
                  <c:v>44137</c:v>
                </c:pt>
                <c:pt idx="206" c:formatCode="yyyy/m/d">
                  <c:v>44138</c:v>
                </c:pt>
                <c:pt idx="207" c:formatCode="yyyy/m/d">
                  <c:v>44139</c:v>
                </c:pt>
                <c:pt idx="208" c:formatCode="yyyy/m/d">
                  <c:v>44140</c:v>
                </c:pt>
                <c:pt idx="209" c:formatCode="yyyy/m/d">
                  <c:v>44141</c:v>
                </c:pt>
                <c:pt idx="210" c:formatCode="yyyy/m/d">
                  <c:v>44144</c:v>
                </c:pt>
                <c:pt idx="211" c:formatCode="yyyy/m/d">
                  <c:v>44145</c:v>
                </c:pt>
                <c:pt idx="212" c:formatCode="yyyy/m/d">
                  <c:v>44146</c:v>
                </c:pt>
                <c:pt idx="213" c:formatCode="yyyy/m/d">
                  <c:v>44147</c:v>
                </c:pt>
                <c:pt idx="214" c:formatCode="yyyy/m/d">
                  <c:v>44148</c:v>
                </c:pt>
                <c:pt idx="215" c:formatCode="yyyy/m/d">
                  <c:v>44151</c:v>
                </c:pt>
                <c:pt idx="216" c:formatCode="yyyy/m/d">
                  <c:v>44152</c:v>
                </c:pt>
                <c:pt idx="217" c:formatCode="yyyy/m/d">
                  <c:v>44153</c:v>
                </c:pt>
                <c:pt idx="218" c:formatCode="yyyy/m/d">
                  <c:v>44154</c:v>
                </c:pt>
                <c:pt idx="219" c:formatCode="yyyy/m/d">
                  <c:v>44155</c:v>
                </c:pt>
                <c:pt idx="220" c:formatCode="yyyy/m/d">
                  <c:v>44158</c:v>
                </c:pt>
                <c:pt idx="221" c:formatCode="yyyy/m/d">
                  <c:v>44159</c:v>
                </c:pt>
                <c:pt idx="222" c:formatCode="yyyy/m/d">
                  <c:v>44160</c:v>
                </c:pt>
                <c:pt idx="223" c:formatCode="yyyy/m/d">
                  <c:v>44161</c:v>
                </c:pt>
                <c:pt idx="224" c:formatCode="yyyy/m/d">
                  <c:v>44162</c:v>
                </c:pt>
                <c:pt idx="225" c:formatCode="yyyy/m/d">
                  <c:v>44165</c:v>
                </c:pt>
                <c:pt idx="226" c:formatCode="yyyy/m/d">
                  <c:v>44166</c:v>
                </c:pt>
                <c:pt idx="227" c:formatCode="yyyy/m/d">
                  <c:v>44167</c:v>
                </c:pt>
                <c:pt idx="228" c:formatCode="yyyy/m/d">
                  <c:v>44168</c:v>
                </c:pt>
                <c:pt idx="229" c:formatCode="yyyy/m/d">
                  <c:v>44169</c:v>
                </c:pt>
                <c:pt idx="230" c:formatCode="yyyy/m/d">
                  <c:v>44172</c:v>
                </c:pt>
                <c:pt idx="231" c:formatCode="yyyy/m/d">
                  <c:v>44173</c:v>
                </c:pt>
                <c:pt idx="232" c:formatCode="yyyy/m/d">
                  <c:v>44174</c:v>
                </c:pt>
                <c:pt idx="233" c:formatCode="yyyy/m/d">
                  <c:v>44175</c:v>
                </c:pt>
                <c:pt idx="234" c:formatCode="yyyy/m/d">
                  <c:v>44176</c:v>
                </c:pt>
                <c:pt idx="235" c:formatCode="yyyy/m/d">
                  <c:v>44179</c:v>
                </c:pt>
                <c:pt idx="236" c:formatCode="yyyy/m/d">
                  <c:v>44180</c:v>
                </c:pt>
                <c:pt idx="237" c:formatCode="yyyy/m/d">
                  <c:v>44181</c:v>
                </c:pt>
                <c:pt idx="238" c:formatCode="yyyy/m/d">
                  <c:v>44182</c:v>
                </c:pt>
                <c:pt idx="239" c:formatCode="yyyy/m/d">
                  <c:v>44183</c:v>
                </c:pt>
                <c:pt idx="240" c:formatCode="yyyy/m/d">
                  <c:v>44186</c:v>
                </c:pt>
                <c:pt idx="241" c:formatCode="yyyy/m/d">
                  <c:v>44187</c:v>
                </c:pt>
                <c:pt idx="242" c:formatCode="yyyy/m/d">
                  <c:v>44188</c:v>
                </c:pt>
                <c:pt idx="243" c:formatCode="yyyy/m/d">
                  <c:v>44189</c:v>
                </c:pt>
                <c:pt idx="244" c:formatCode="yyyy/m/d">
                  <c:v>44190</c:v>
                </c:pt>
                <c:pt idx="245" c:formatCode="yyyy/m/d">
                  <c:v>44193</c:v>
                </c:pt>
                <c:pt idx="246" c:formatCode="yyyy/m/d">
                  <c:v>44194</c:v>
                </c:pt>
                <c:pt idx="247" c:formatCode="yyyy/m/d">
                  <c:v>44195</c:v>
                </c:pt>
                <c:pt idx="248" c:formatCode="yyyy/m/d">
                  <c:v>44196</c:v>
                </c:pt>
                <c:pt idx="249" c:formatCode="yyyy/m/d">
                  <c:v>44200</c:v>
                </c:pt>
                <c:pt idx="250" c:formatCode="yyyy/m/d">
                  <c:v>44201</c:v>
                </c:pt>
                <c:pt idx="251" c:formatCode="yyyy/m/d">
                  <c:v>44202</c:v>
                </c:pt>
                <c:pt idx="252" c:formatCode="yyyy/m/d">
                  <c:v>44203</c:v>
                </c:pt>
                <c:pt idx="253" c:formatCode="yyyy/m/d">
                  <c:v>44204</c:v>
                </c:pt>
                <c:pt idx="254" c:formatCode="yyyy/m/d">
                  <c:v>44207</c:v>
                </c:pt>
                <c:pt idx="255" c:formatCode="yyyy/m/d">
                  <c:v>44208</c:v>
                </c:pt>
                <c:pt idx="256" c:formatCode="yyyy/m/d">
                  <c:v>44209</c:v>
                </c:pt>
                <c:pt idx="257" c:formatCode="yyyy/m/d">
                  <c:v>44210</c:v>
                </c:pt>
                <c:pt idx="258" c:formatCode="yyyy/m/d">
                  <c:v>44211</c:v>
                </c:pt>
                <c:pt idx="259" c:formatCode="yyyy/m/d">
                  <c:v>44214</c:v>
                </c:pt>
                <c:pt idx="260" c:formatCode="yyyy/m/d">
                  <c:v>44215</c:v>
                </c:pt>
                <c:pt idx="261" c:formatCode="yyyy/m/d">
                  <c:v>44216</c:v>
                </c:pt>
                <c:pt idx="262" c:formatCode="yyyy/m/d">
                  <c:v>44217</c:v>
                </c:pt>
                <c:pt idx="263" c:formatCode="yyyy/m/d">
                  <c:v>44218</c:v>
                </c:pt>
                <c:pt idx="264" c:formatCode="yyyy/m/d">
                  <c:v>44221</c:v>
                </c:pt>
                <c:pt idx="265" c:formatCode="yyyy/m/d">
                  <c:v>44222</c:v>
                </c:pt>
                <c:pt idx="266" c:formatCode="yyyy/m/d">
                  <c:v>44223</c:v>
                </c:pt>
                <c:pt idx="267" c:formatCode="yyyy/m/d">
                  <c:v>44224</c:v>
                </c:pt>
                <c:pt idx="268" c:formatCode="yyyy/m/d">
                  <c:v>44225</c:v>
                </c:pt>
                <c:pt idx="269" c:formatCode="yyyy/m/d">
                  <c:v>44228</c:v>
                </c:pt>
                <c:pt idx="270" c:formatCode="yyyy/m/d">
                  <c:v>44229</c:v>
                </c:pt>
                <c:pt idx="271" c:formatCode="yyyy/m/d">
                  <c:v>44230</c:v>
                </c:pt>
                <c:pt idx="272" c:formatCode="yyyy/m/d">
                  <c:v>44231</c:v>
                </c:pt>
                <c:pt idx="273" c:formatCode="yyyy/m/d">
                  <c:v>44232</c:v>
                </c:pt>
                <c:pt idx="274" c:formatCode="yyyy/m/d">
                  <c:v>44235</c:v>
                </c:pt>
                <c:pt idx="275" c:formatCode="yyyy/m/d">
                  <c:v>44236</c:v>
                </c:pt>
                <c:pt idx="276" c:formatCode="yyyy/m/d">
                  <c:v>44237</c:v>
                </c:pt>
                <c:pt idx="277" c:formatCode="yyyy/m/d">
                  <c:v>44245</c:v>
                </c:pt>
                <c:pt idx="278" c:formatCode="yyyy/m/d">
                  <c:v>44246</c:v>
                </c:pt>
                <c:pt idx="279" c:formatCode="yyyy/m/d">
                  <c:v>44249</c:v>
                </c:pt>
                <c:pt idx="280" c:formatCode="yyyy/m/d">
                  <c:v>44250</c:v>
                </c:pt>
                <c:pt idx="281" c:formatCode="yyyy/m/d">
                  <c:v>44251</c:v>
                </c:pt>
                <c:pt idx="282" c:formatCode="yyyy/m/d">
                  <c:v>44252</c:v>
                </c:pt>
                <c:pt idx="283" c:formatCode="yyyy/m/d">
                  <c:v>44253</c:v>
                </c:pt>
                <c:pt idx="284" c:formatCode="yyyy/m/d">
                  <c:v>44256</c:v>
                </c:pt>
                <c:pt idx="285" c:formatCode="yyyy/m/d">
                  <c:v>44257</c:v>
                </c:pt>
                <c:pt idx="286" c:formatCode="yyyy/m/d">
                  <c:v>44258</c:v>
                </c:pt>
                <c:pt idx="287" c:formatCode="yyyy/m/d">
                  <c:v>44259</c:v>
                </c:pt>
                <c:pt idx="288" c:formatCode="yyyy/m/d">
                  <c:v>44260</c:v>
                </c:pt>
                <c:pt idx="289" c:formatCode="yyyy/m/d">
                  <c:v>44263</c:v>
                </c:pt>
                <c:pt idx="290" c:formatCode="yyyy/m/d">
                  <c:v>44264</c:v>
                </c:pt>
                <c:pt idx="291" c:formatCode="yyyy/m/d">
                  <c:v>44265</c:v>
                </c:pt>
                <c:pt idx="292" c:formatCode="yyyy/m/d">
                  <c:v>44266</c:v>
                </c:pt>
                <c:pt idx="293" c:formatCode="yyyy/m/d">
                  <c:v>44267</c:v>
                </c:pt>
                <c:pt idx="294" c:formatCode="yyyy/m/d">
                  <c:v>44270</c:v>
                </c:pt>
                <c:pt idx="295" c:formatCode="yyyy/m/d">
                  <c:v>44271</c:v>
                </c:pt>
                <c:pt idx="296" c:formatCode="yyyy/m/d">
                  <c:v>44272</c:v>
                </c:pt>
                <c:pt idx="297" c:formatCode="yyyy/m/d">
                  <c:v>44273</c:v>
                </c:pt>
                <c:pt idx="298" c:formatCode="yyyy/m/d">
                  <c:v>44274</c:v>
                </c:pt>
                <c:pt idx="299" c:formatCode="yyyy/m/d">
                  <c:v>44277</c:v>
                </c:pt>
                <c:pt idx="300" c:formatCode="yyyy/m/d">
                  <c:v>44278</c:v>
                </c:pt>
                <c:pt idx="301" c:formatCode="yyyy/m/d">
                  <c:v>44279</c:v>
                </c:pt>
                <c:pt idx="302" c:formatCode="yyyy/m/d">
                  <c:v>44280</c:v>
                </c:pt>
                <c:pt idx="303" c:formatCode="yyyy/m/d">
                  <c:v>44281</c:v>
                </c:pt>
                <c:pt idx="304" c:formatCode="yyyy/m/d">
                  <c:v>44284</c:v>
                </c:pt>
                <c:pt idx="305" c:formatCode="yyyy/m/d">
                  <c:v>44285</c:v>
                </c:pt>
                <c:pt idx="306" c:formatCode="yyyy/m/d">
                  <c:v>44286</c:v>
                </c:pt>
                <c:pt idx="307" c:formatCode="yyyy/m/d">
                  <c:v>44287</c:v>
                </c:pt>
                <c:pt idx="308" c:formatCode="yyyy/m/d">
                  <c:v>44288</c:v>
                </c:pt>
                <c:pt idx="309" c:formatCode="yyyy/m/d">
                  <c:v>44292</c:v>
                </c:pt>
                <c:pt idx="310" c:formatCode="yyyy/m/d">
                  <c:v>44293</c:v>
                </c:pt>
                <c:pt idx="311" c:formatCode="yyyy/m/d">
                  <c:v>44294</c:v>
                </c:pt>
                <c:pt idx="312" c:formatCode="yyyy/m/d">
                  <c:v>44295</c:v>
                </c:pt>
                <c:pt idx="313" c:formatCode="yyyy/m/d">
                  <c:v>44298</c:v>
                </c:pt>
                <c:pt idx="314" c:formatCode="yyyy/m/d">
                  <c:v>44299</c:v>
                </c:pt>
                <c:pt idx="315" c:formatCode="yyyy/m/d">
                  <c:v>44300</c:v>
                </c:pt>
                <c:pt idx="316" c:formatCode="yyyy/m/d">
                  <c:v>44301</c:v>
                </c:pt>
                <c:pt idx="317" c:formatCode="yyyy/m/d">
                  <c:v>44302</c:v>
                </c:pt>
                <c:pt idx="318" c:formatCode="yyyy/m/d">
                  <c:v>44305</c:v>
                </c:pt>
                <c:pt idx="319" c:formatCode="yyyy/m/d">
                  <c:v>44306</c:v>
                </c:pt>
                <c:pt idx="320" c:formatCode="yyyy/m/d">
                  <c:v>44307</c:v>
                </c:pt>
                <c:pt idx="321" c:formatCode="yyyy/m/d">
                  <c:v>44308</c:v>
                </c:pt>
                <c:pt idx="322" c:formatCode="yyyy/m/d">
                  <c:v>44309</c:v>
                </c:pt>
                <c:pt idx="323" c:formatCode="yyyy/m/d">
                  <c:v>44312</c:v>
                </c:pt>
                <c:pt idx="324" c:formatCode="yyyy/m/d">
                  <c:v>44313</c:v>
                </c:pt>
                <c:pt idx="325" c:formatCode="yyyy/m/d">
                  <c:v>44314</c:v>
                </c:pt>
                <c:pt idx="326" c:formatCode="yyyy/m/d">
                  <c:v>44315</c:v>
                </c:pt>
                <c:pt idx="327" c:formatCode="yyyy/m/d">
                  <c:v>44316</c:v>
                </c:pt>
                <c:pt idx="328" c:formatCode="yyyy/m/d">
                  <c:v>44322</c:v>
                </c:pt>
                <c:pt idx="329" c:formatCode="yyyy/m/d">
                  <c:v>44323</c:v>
                </c:pt>
                <c:pt idx="330" c:formatCode="yyyy/m/d">
                  <c:v>44326</c:v>
                </c:pt>
                <c:pt idx="331" c:formatCode="yyyy/m/d">
                  <c:v>44327</c:v>
                </c:pt>
                <c:pt idx="332" c:formatCode="yyyy/m/d">
                  <c:v>44328</c:v>
                </c:pt>
                <c:pt idx="333" c:formatCode="yyyy/m/d">
                  <c:v>44329</c:v>
                </c:pt>
                <c:pt idx="334" c:formatCode="yyyy/m/d">
                  <c:v>44330</c:v>
                </c:pt>
                <c:pt idx="335" c:formatCode="yyyy/m/d">
                  <c:v>44333</c:v>
                </c:pt>
                <c:pt idx="336" c:formatCode="yyyy/m/d">
                  <c:v>44334</c:v>
                </c:pt>
                <c:pt idx="337" c:formatCode="yyyy/m/d">
                  <c:v>44335</c:v>
                </c:pt>
                <c:pt idx="338" c:formatCode="yyyy/m/d">
                  <c:v>44336</c:v>
                </c:pt>
                <c:pt idx="339" c:formatCode="yyyy/m/d">
                  <c:v>44337</c:v>
                </c:pt>
                <c:pt idx="340" c:formatCode="yyyy/m/d">
                  <c:v>44340</c:v>
                </c:pt>
                <c:pt idx="341" c:formatCode="yyyy/m/d">
                  <c:v>44341</c:v>
                </c:pt>
                <c:pt idx="342" c:formatCode="yyyy/m/d">
                  <c:v>44342</c:v>
                </c:pt>
                <c:pt idx="343" c:formatCode="yyyy/m/d">
                  <c:v>44343</c:v>
                </c:pt>
                <c:pt idx="344" c:formatCode="yyyy/m/d">
                  <c:v>44344</c:v>
                </c:pt>
                <c:pt idx="345" c:formatCode="yyyy/m/d">
                  <c:v>44347</c:v>
                </c:pt>
                <c:pt idx="346" c:formatCode="yyyy/m/d">
                  <c:v>44348</c:v>
                </c:pt>
                <c:pt idx="347" c:formatCode="yyyy/m/d">
                  <c:v>44349</c:v>
                </c:pt>
                <c:pt idx="348" c:formatCode="yyyy/m/d">
                  <c:v>44350</c:v>
                </c:pt>
                <c:pt idx="349" c:formatCode="yyyy/m/d">
                  <c:v>44351</c:v>
                </c:pt>
                <c:pt idx="350" c:formatCode="yyyy/m/d">
                  <c:v>44354</c:v>
                </c:pt>
                <c:pt idx="351" c:formatCode="yyyy/m/d">
                  <c:v>44355</c:v>
                </c:pt>
                <c:pt idx="352" c:formatCode="yyyy/m/d">
                  <c:v>44356</c:v>
                </c:pt>
                <c:pt idx="353" c:formatCode="yyyy/m/d">
                  <c:v>44357</c:v>
                </c:pt>
                <c:pt idx="354" c:formatCode="yyyy/m/d">
                  <c:v>44358</c:v>
                </c:pt>
                <c:pt idx="355" c:formatCode="yyyy/m/d">
                  <c:v>44362</c:v>
                </c:pt>
                <c:pt idx="356" c:formatCode="yyyy/m/d">
                  <c:v>44363</c:v>
                </c:pt>
                <c:pt idx="357" c:formatCode="yyyy/m/d">
                  <c:v>44364</c:v>
                </c:pt>
                <c:pt idx="358" c:formatCode="yyyy/m/d">
                  <c:v>44365</c:v>
                </c:pt>
                <c:pt idx="359" c:formatCode="yyyy/m/d">
                  <c:v>44368</c:v>
                </c:pt>
                <c:pt idx="360" c:formatCode="yyyy/m/d">
                  <c:v>44369</c:v>
                </c:pt>
                <c:pt idx="361" c:formatCode="yyyy/m/d">
                  <c:v>44370</c:v>
                </c:pt>
                <c:pt idx="362" c:formatCode="yyyy/m/d">
                  <c:v>44371</c:v>
                </c:pt>
                <c:pt idx="363" c:formatCode="yyyy/m/d">
                  <c:v>44372</c:v>
                </c:pt>
                <c:pt idx="364" c:formatCode="yyyy/m/d">
                  <c:v>44375</c:v>
                </c:pt>
                <c:pt idx="365" c:formatCode="yyyy/m/d">
                  <c:v>44376</c:v>
                </c:pt>
                <c:pt idx="366" c:formatCode="yyyy/m/d">
                  <c:v>44377</c:v>
                </c:pt>
                <c:pt idx="367" c:formatCode="yyyy/m/d">
                  <c:v>44378</c:v>
                </c:pt>
                <c:pt idx="368" c:formatCode="yyyy/m/d">
                  <c:v>44379</c:v>
                </c:pt>
                <c:pt idx="369" c:formatCode="yyyy/m/d">
                  <c:v>44382</c:v>
                </c:pt>
                <c:pt idx="370" c:formatCode="yyyy/m/d">
                  <c:v>44383</c:v>
                </c:pt>
                <c:pt idx="371" c:formatCode="yyyy/m/d">
                  <c:v>44384</c:v>
                </c:pt>
                <c:pt idx="372" c:formatCode="yyyy/m/d">
                  <c:v>44385</c:v>
                </c:pt>
                <c:pt idx="373" c:formatCode="yyyy/m/d">
                  <c:v>44386</c:v>
                </c:pt>
                <c:pt idx="374" c:formatCode="yyyy/m/d">
                  <c:v>44389</c:v>
                </c:pt>
                <c:pt idx="375" c:formatCode="yyyy/m/d">
                  <c:v>44390</c:v>
                </c:pt>
                <c:pt idx="376" c:formatCode="yyyy/m/d">
                  <c:v>44391</c:v>
                </c:pt>
                <c:pt idx="377" c:formatCode="yyyy/m/d">
                  <c:v>44392</c:v>
                </c:pt>
                <c:pt idx="378" c:formatCode="yyyy/m/d">
                  <c:v>44393</c:v>
                </c:pt>
                <c:pt idx="379" c:formatCode="yyyy/m/d">
                  <c:v>44396</c:v>
                </c:pt>
                <c:pt idx="380" c:formatCode="yyyy/m/d">
                  <c:v>44397</c:v>
                </c:pt>
                <c:pt idx="381" c:formatCode="yyyy/m/d">
                  <c:v>44398</c:v>
                </c:pt>
                <c:pt idx="382" c:formatCode="yyyy/m/d">
                  <c:v>44399</c:v>
                </c:pt>
                <c:pt idx="383" c:formatCode="yyyy/m/d">
                  <c:v>44400</c:v>
                </c:pt>
                <c:pt idx="384" c:formatCode="yyyy/m/d">
                  <c:v>44403</c:v>
                </c:pt>
                <c:pt idx="385" c:formatCode="yyyy/m/d">
                  <c:v>44404</c:v>
                </c:pt>
                <c:pt idx="386" c:formatCode="yyyy/m/d">
                  <c:v>44405</c:v>
                </c:pt>
                <c:pt idx="387" c:formatCode="yyyy/m/d">
                  <c:v>44406</c:v>
                </c:pt>
                <c:pt idx="388" c:formatCode="yyyy/m/d">
                  <c:v>44407</c:v>
                </c:pt>
                <c:pt idx="389" c:formatCode="yyyy/m/d">
                  <c:v>44410</c:v>
                </c:pt>
                <c:pt idx="390" c:formatCode="yyyy/m/d">
                  <c:v>44411</c:v>
                </c:pt>
                <c:pt idx="391" c:formatCode="yyyy/m/d">
                  <c:v>44412</c:v>
                </c:pt>
                <c:pt idx="392" c:formatCode="yyyy/m/d">
                  <c:v>44413</c:v>
                </c:pt>
                <c:pt idx="393" c:formatCode="yyyy/m/d">
                  <c:v>44414</c:v>
                </c:pt>
                <c:pt idx="394" c:formatCode="yyyy/m/d">
                  <c:v>44417</c:v>
                </c:pt>
                <c:pt idx="395" c:formatCode="yyyy/m/d">
                  <c:v>44418</c:v>
                </c:pt>
                <c:pt idx="396" c:formatCode="yyyy/m/d">
                  <c:v>44419</c:v>
                </c:pt>
                <c:pt idx="397" c:formatCode="yyyy/m/d">
                  <c:v>44420</c:v>
                </c:pt>
                <c:pt idx="398" c:formatCode="yyyy/m/d">
                  <c:v>44421</c:v>
                </c:pt>
                <c:pt idx="399" c:formatCode="yyyy/m/d">
                  <c:v>44424</c:v>
                </c:pt>
                <c:pt idx="400" c:formatCode="yyyy/m/d">
                  <c:v>44425</c:v>
                </c:pt>
                <c:pt idx="401" c:formatCode="yyyy/m/d">
                  <c:v>44426</c:v>
                </c:pt>
                <c:pt idx="402" c:formatCode="yyyy/m/d">
                  <c:v>44427</c:v>
                </c:pt>
                <c:pt idx="403" c:formatCode="yyyy/m/d">
                  <c:v>44428</c:v>
                </c:pt>
                <c:pt idx="404" c:formatCode="yyyy/m/d">
                  <c:v>44431</c:v>
                </c:pt>
                <c:pt idx="405" c:formatCode="yyyy/m/d">
                  <c:v>44432</c:v>
                </c:pt>
                <c:pt idx="406" c:formatCode="yyyy/m/d">
                  <c:v>44433</c:v>
                </c:pt>
                <c:pt idx="407" c:formatCode="yyyy/m/d">
                  <c:v>44434</c:v>
                </c:pt>
                <c:pt idx="408" c:formatCode="yyyy/m/d">
                  <c:v>44435</c:v>
                </c:pt>
                <c:pt idx="409" c:formatCode="yyyy/m/d">
                  <c:v>44438</c:v>
                </c:pt>
                <c:pt idx="410" c:formatCode="yyyy/m/d">
                  <c:v>44439</c:v>
                </c:pt>
                <c:pt idx="411" c:formatCode="yyyy/m/d">
                  <c:v>44440</c:v>
                </c:pt>
                <c:pt idx="412" c:formatCode="yyyy/m/d">
                  <c:v>44441</c:v>
                </c:pt>
                <c:pt idx="413" c:formatCode="yyyy/m/d">
                  <c:v>44442</c:v>
                </c:pt>
                <c:pt idx="414" c:formatCode="yyyy/m/d">
                  <c:v>44445</c:v>
                </c:pt>
                <c:pt idx="415" c:formatCode="yyyy/m/d">
                  <c:v>44446</c:v>
                </c:pt>
                <c:pt idx="416" c:formatCode="yyyy/m/d">
                  <c:v>44447</c:v>
                </c:pt>
                <c:pt idx="417" c:formatCode="yyyy/m/d">
                  <c:v>44448</c:v>
                </c:pt>
                <c:pt idx="418" c:formatCode="yyyy/m/d">
                  <c:v>44449</c:v>
                </c:pt>
                <c:pt idx="419" c:formatCode="yyyy/m/d">
                  <c:v>44452</c:v>
                </c:pt>
                <c:pt idx="420" c:formatCode="yyyy/m/d">
                  <c:v>44453</c:v>
                </c:pt>
                <c:pt idx="421" c:formatCode="yyyy/m/d">
                  <c:v>44454</c:v>
                </c:pt>
                <c:pt idx="422" c:formatCode="yyyy/m/d">
                  <c:v>44455</c:v>
                </c:pt>
                <c:pt idx="423" c:formatCode="yyyy/m/d">
                  <c:v>44456</c:v>
                </c:pt>
                <c:pt idx="424" c:formatCode="yyyy/m/d">
                  <c:v>44461</c:v>
                </c:pt>
                <c:pt idx="425" c:formatCode="yyyy/m/d">
                  <c:v>44462</c:v>
                </c:pt>
                <c:pt idx="426" c:formatCode="yyyy/m/d">
                  <c:v>44463</c:v>
                </c:pt>
                <c:pt idx="427" c:formatCode="yyyy/m/d">
                  <c:v>44466</c:v>
                </c:pt>
                <c:pt idx="428" c:formatCode="yyyy/m/d">
                  <c:v>44467</c:v>
                </c:pt>
                <c:pt idx="429" c:formatCode="yyyy/m/d">
                  <c:v>44468</c:v>
                </c:pt>
                <c:pt idx="430" c:formatCode="yyyy/m/d">
                  <c:v>44469</c:v>
                </c:pt>
                <c:pt idx="431" c:formatCode="yyyy/m/d">
                  <c:v>44477</c:v>
                </c:pt>
                <c:pt idx="432" c:formatCode="yyyy/m/d">
                  <c:v>44480</c:v>
                </c:pt>
                <c:pt idx="433" c:formatCode="yyyy/m/d">
                  <c:v>44481</c:v>
                </c:pt>
                <c:pt idx="434" c:formatCode="yyyy/m/d">
                  <c:v>44482</c:v>
                </c:pt>
                <c:pt idx="435" c:formatCode="yyyy/m/d">
                  <c:v>44483</c:v>
                </c:pt>
                <c:pt idx="436" c:formatCode="yyyy/m/d">
                  <c:v>44484</c:v>
                </c:pt>
                <c:pt idx="437" c:formatCode="yyyy/m/d">
                  <c:v>44487</c:v>
                </c:pt>
                <c:pt idx="438" c:formatCode="yyyy/m/d">
                  <c:v>44488</c:v>
                </c:pt>
                <c:pt idx="439" c:formatCode="yyyy/m/d">
                  <c:v>44489</c:v>
                </c:pt>
                <c:pt idx="440" c:formatCode="yyyy/m/d">
                  <c:v>44490</c:v>
                </c:pt>
                <c:pt idx="441" c:formatCode="yyyy/m/d">
                  <c:v>44491</c:v>
                </c:pt>
                <c:pt idx="442" c:formatCode="yyyy/m/d">
                  <c:v>44494</c:v>
                </c:pt>
                <c:pt idx="443" c:formatCode="yyyy/m/d">
                  <c:v>44495</c:v>
                </c:pt>
                <c:pt idx="444" c:formatCode="yyyy/m/d">
                  <c:v>44496</c:v>
                </c:pt>
                <c:pt idx="445" c:formatCode="yyyy/m/d">
                  <c:v>44497</c:v>
                </c:pt>
                <c:pt idx="446" c:formatCode="yyyy/m/d">
                  <c:v>44498</c:v>
                </c:pt>
                <c:pt idx="447" c:formatCode="yyyy/m/d">
                  <c:v>44501</c:v>
                </c:pt>
                <c:pt idx="448" c:formatCode="yyyy/m/d">
                  <c:v>44502</c:v>
                </c:pt>
                <c:pt idx="449" c:formatCode="yyyy/m/d">
                  <c:v>44503</c:v>
                </c:pt>
                <c:pt idx="450" c:formatCode="yyyy/m/d">
                  <c:v>44504</c:v>
                </c:pt>
                <c:pt idx="451" c:formatCode="yyyy/m/d">
                  <c:v>44505</c:v>
                </c:pt>
                <c:pt idx="452" c:formatCode="yyyy/m/d">
                  <c:v>44508</c:v>
                </c:pt>
                <c:pt idx="453" c:formatCode="yyyy/m/d">
                  <c:v>44509</c:v>
                </c:pt>
                <c:pt idx="454" c:formatCode="yyyy/m/d">
                  <c:v>44510</c:v>
                </c:pt>
                <c:pt idx="455" c:formatCode="yyyy/m/d">
                  <c:v>44511</c:v>
                </c:pt>
                <c:pt idx="456" c:formatCode="yyyy/m/d">
                  <c:v>44512</c:v>
                </c:pt>
                <c:pt idx="457" c:formatCode="yyyy/m/d">
                  <c:v>44515</c:v>
                </c:pt>
                <c:pt idx="458" c:formatCode="yyyy/m/d">
                  <c:v>44516</c:v>
                </c:pt>
                <c:pt idx="459" c:formatCode="yyyy/m/d">
                  <c:v>44517</c:v>
                </c:pt>
                <c:pt idx="460" c:formatCode="yyyy/m/d">
                  <c:v>44518</c:v>
                </c:pt>
                <c:pt idx="461" c:formatCode="yyyy/m/d">
                  <c:v>44519</c:v>
                </c:pt>
                <c:pt idx="462" c:formatCode="yyyy/m/d">
                  <c:v>44522</c:v>
                </c:pt>
                <c:pt idx="463" c:formatCode="yyyy/m/d">
                  <c:v>44523</c:v>
                </c:pt>
                <c:pt idx="464" c:formatCode="yyyy/m/d">
                  <c:v>44524</c:v>
                </c:pt>
                <c:pt idx="465" c:formatCode="yyyy/m/d">
                  <c:v>44525</c:v>
                </c:pt>
                <c:pt idx="466" c:formatCode="yyyy/m/d">
                  <c:v>44526</c:v>
                </c:pt>
                <c:pt idx="467" c:formatCode="yyyy/m/d">
                  <c:v>44529</c:v>
                </c:pt>
                <c:pt idx="468" c:formatCode="yyyy/m/d">
                  <c:v>44530</c:v>
                </c:pt>
                <c:pt idx="469" c:formatCode="yyyy/m/d">
                  <c:v>44531</c:v>
                </c:pt>
                <c:pt idx="470" c:formatCode="yyyy/m/d">
                  <c:v>44532</c:v>
                </c:pt>
                <c:pt idx="471" c:formatCode="yyyy/m/d">
                  <c:v>44533</c:v>
                </c:pt>
                <c:pt idx="472" c:formatCode="yyyy/m/d">
                  <c:v>44536</c:v>
                </c:pt>
                <c:pt idx="473" c:formatCode="yyyy/m/d">
                  <c:v>44537</c:v>
                </c:pt>
                <c:pt idx="474" c:formatCode="yyyy/m/d">
                  <c:v>44538</c:v>
                </c:pt>
                <c:pt idx="475" c:formatCode="yyyy/m/d">
                  <c:v>44539</c:v>
                </c:pt>
                <c:pt idx="476" c:formatCode="yyyy/m/d">
                  <c:v>44540</c:v>
                </c:pt>
                <c:pt idx="477" c:formatCode="yyyy/m/d">
                  <c:v>44543</c:v>
                </c:pt>
                <c:pt idx="478" c:formatCode="yyyy/m/d">
                  <c:v>44544</c:v>
                </c:pt>
                <c:pt idx="479" c:formatCode="yyyy/m/d">
                  <c:v>44545</c:v>
                </c:pt>
                <c:pt idx="480" c:formatCode="yyyy/m/d">
                  <c:v>44546</c:v>
                </c:pt>
                <c:pt idx="481" c:formatCode="yyyy/m/d">
                  <c:v>44547</c:v>
                </c:pt>
                <c:pt idx="482" c:formatCode="yyyy/m/d">
                  <c:v>44550</c:v>
                </c:pt>
                <c:pt idx="483" c:formatCode="yyyy/m/d">
                  <c:v>44551</c:v>
                </c:pt>
                <c:pt idx="484" c:formatCode="yyyy/m/d">
                  <c:v>44552</c:v>
                </c:pt>
                <c:pt idx="485" c:formatCode="yyyy/m/d">
                  <c:v>44553</c:v>
                </c:pt>
                <c:pt idx="486" c:formatCode="yyyy/m/d">
                  <c:v>44554</c:v>
                </c:pt>
                <c:pt idx="487" c:formatCode="yyyy/m/d">
                  <c:v>44557</c:v>
                </c:pt>
                <c:pt idx="488" c:formatCode="yyyy/m/d">
                  <c:v>44558</c:v>
                </c:pt>
                <c:pt idx="489" c:formatCode="yyyy/m/d">
                  <c:v>44559</c:v>
                </c:pt>
                <c:pt idx="490" c:formatCode="yyyy/m/d">
                  <c:v>44560</c:v>
                </c:pt>
                <c:pt idx="491" c:formatCode="yyyy/m/d">
                  <c:v>44561</c:v>
                </c:pt>
                <c:pt idx="492" c:formatCode="yyyy/m/d">
                  <c:v>44565</c:v>
                </c:pt>
                <c:pt idx="493" c:formatCode="yyyy/m/d">
                  <c:v>44566</c:v>
                </c:pt>
                <c:pt idx="494" c:formatCode="yyyy/m/d">
                  <c:v>44567</c:v>
                </c:pt>
                <c:pt idx="495" c:formatCode="yyyy/m/d">
                  <c:v>44568</c:v>
                </c:pt>
                <c:pt idx="496" c:formatCode="yyyy/m/d">
                  <c:v>44571</c:v>
                </c:pt>
                <c:pt idx="497" c:formatCode="yyyy/m/d">
                  <c:v>44572</c:v>
                </c:pt>
                <c:pt idx="498" c:formatCode="yyyy/m/d">
                  <c:v>44573</c:v>
                </c:pt>
                <c:pt idx="499" c:formatCode="yyyy/m/d">
                  <c:v>44574</c:v>
                </c:pt>
                <c:pt idx="500" c:formatCode="yyyy/m/d">
                  <c:v>44575</c:v>
                </c:pt>
                <c:pt idx="501" c:formatCode="yyyy/m/d">
                  <c:v>44578</c:v>
                </c:pt>
                <c:pt idx="502" c:formatCode="yyyy/m/d">
                  <c:v>44579</c:v>
                </c:pt>
                <c:pt idx="503" c:formatCode="yyyy/m/d">
                  <c:v>44580</c:v>
                </c:pt>
                <c:pt idx="504" c:formatCode="yyyy/m/d">
                  <c:v>44581</c:v>
                </c:pt>
                <c:pt idx="505" c:formatCode="yyyy/m/d">
                  <c:v>44582</c:v>
                </c:pt>
                <c:pt idx="506" c:formatCode="yyyy/m/d">
                  <c:v>44585</c:v>
                </c:pt>
                <c:pt idx="507" c:formatCode="yyyy/m/d">
                  <c:v>44586</c:v>
                </c:pt>
                <c:pt idx="508" c:formatCode="yyyy/m/d">
                  <c:v>44587</c:v>
                </c:pt>
                <c:pt idx="509" c:formatCode="yyyy/m/d">
                  <c:v>44588</c:v>
                </c:pt>
                <c:pt idx="510" c:formatCode="yyyy/m/d">
                  <c:v>44589</c:v>
                </c:pt>
                <c:pt idx="511" c:formatCode="yyyy/m/d">
                  <c:v>44599</c:v>
                </c:pt>
                <c:pt idx="512" c:formatCode="yyyy/m/d">
                  <c:v>44600</c:v>
                </c:pt>
                <c:pt idx="513" c:formatCode="yyyy/m/d">
                  <c:v>44601</c:v>
                </c:pt>
                <c:pt idx="514" c:formatCode="yyyy/m/d">
                  <c:v>44602</c:v>
                </c:pt>
                <c:pt idx="515" c:formatCode="yyyy/m/d">
                  <c:v>44603</c:v>
                </c:pt>
                <c:pt idx="516" c:formatCode="yyyy/m/d">
                  <c:v>44606</c:v>
                </c:pt>
                <c:pt idx="517" c:formatCode="yyyy/m/d">
                  <c:v>44607</c:v>
                </c:pt>
                <c:pt idx="518" c:formatCode="yyyy/m/d">
                  <c:v>44608</c:v>
                </c:pt>
                <c:pt idx="519" c:formatCode="yyyy/m/d">
                  <c:v>44609</c:v>
                </c:pt>
                <c:pt idx="520" c:formatCode="yyyy/m/d">
                  <c:v>44610</c:v>
                </c:pt>
                <c:pt idx="521" c:formatCode="yyyy/m/d">
                  <c:v>44613</c:v>
                </c:pt>
                <c:pt idx="522" c:formatCode="yyyy/m/d">
                  <c:v>44614</c:v>
                </c:pt>
                <c:pt idx="523" c:formatCode="yyyy/m/d">
                  <c:v>44615</c:v>
                </c:pt>
                <c:pt idx="524" c:formatCode="yyyy/m/d">
                  <c:v>44616</c:v>
                </c:pt>
                <c:pt idx="525" c:formatCode="yyyy/m/d">
                  <c:v>44617</c:v>
                </c:pt>
                <c:pt idx="526" c:formatCode="yyyy/m/d">
                  <c:v>44620</c:v>
                </c:pt>
                <c:pt idx="527" c:formatCode="yyyy/m/d">
                  <c:v>44621</c:v>
                </c:pt>
                <c:pt idx="528" c:formatCode="yyyy/m/d">
                  <c:v>44622</c:v>
                </c:pt>
                <c:pt idx="529" c:formatCode="yyyy/m/d">
                  <c:v>44623</c:v>
                </c:pt>
                <c:pt idx="530" c:formatCode="yyyy/m/d">
                  <c:v>44624</c:v>
                </c:pt>
                <c:pt idx="531" c:formatCode="yyyy/m/d">
                  <c:v>44627</c:v>
                </c:pt>
                <c:pt idx="532" c:formatCode="yyyy/m/d">
                  <c:v>44628</c:v>
                </c:pt>
                <c:pt idx="533" c:formatCode="yyyy/m/d">
                  <c:v>44629</c:v>
                </c:pt>
                <c:pt idx="534" c:formatCode="yyyy/m/d">
                  <c:v>44630</c:v>
                </c:pt>
                <c:pt idx="535" c:formatCode="yyyy/m/d">
                  <c:v>44631</c:v>
                </c:pt>
                <c:pt idx="536" c:formatCode="yyyy/m/d">
                  <c:v>44634</c:v>
                </c:pt>
                <c:pt idx="537" c:formatCode="yyyy/m/d">
                  <c:v>44635</c:v>
                </c:pt>
                <c:pt idx="538" c:formatCode="yyyy/m/d">
                  <c:v>44636</c:v>
                </c:pt>
                <c:pt idx="539" c:formatCode="yyyy/m/d">
                  <c:v>44637</c:v>
                </c:pt>
                <c:pt idx="540" c:formatCode="yyyy/m/d">
                  <c:v>44638</c:v>
                </c:pt>
                <c:pt idx="541" c:formatCode="yyyy/m/d">
                  <c:v>44641</c:v>
                </c:pt>
                <c:pt idx="542" c:formatCode="yyyy/m/d">
                  <c:v>44642</c:v>
                </c:pt>
                <c:pt idx="543" c:formatCode="yyyy/m/d">
                  <c:v>44643</c:v>
                </c:pt>
                <c:pt idx="544" c:formatCode="yyyy/m/d">
                  <c:v>44644</c:v>
                </c:pt>
                <c:pt idx="545" c:formatCode="yyyy/m/d">
                  <c:v>44645</c:v>
                </c:pt>
                <c:pt idx="546" c:formatCode="yyyy/m/d">
                  <c:v>44648</c:v>
                </c:pt>
                <c:pt idx="547" c:formatCode="yyyy/m/d">
                  <c:v>44649</c:v>
                </c:pt>
                <c:pt idx="548" c:formatCode="yyyy/m/d">
                  <c:v>44650</c:v>
                </c:pt>
                <c:pt idx="549" c:formatCode="yyyy/m/d">
                  <c:v>44651</c:v>
                </c:pt>
                <c:pt idx="550" c:formatCode="yyyy/m/d">
                  <c:v>44652</c:v>
                </c:pt>
                <c:pt idx="551" c:formatCode="yyyy/m/d">
                  <c:v>44657</c:v>
                </c:pt>
                <c:pt idx="552" c:formatCode="yyyy/m/d">
                  <c:v>44658</c:v>
                </c:pt>
                <c:pt idx="553" c:formatCode="yyyy/m/d">
                  <c:v>44659</c:v>
                </c:pt>
                <c:pt idx="554" c:formatCode="yyyy/m/d">
                  <c:v>44662</c:v>
                </c:pt>
                <c:pt idx="555" c:formatCode="yyyy/m/d">
                  <c:v>44663</c:v>
                </c:pt>
                <c:pt idx="556" c:formatCode="yyyy/m/d">
                  <c:v>44664</c:v>
                </c:pt>
                <c:pt idx="557" c:formatCode="yyyy/m/d">
                  <c:v>44665</c:v>
                </c:pt>
                <c:pt idx="558" c:formatCode="yyyy/m/d">
                  <c:v>44666</c:v>
                </c:pt>
                <c:pt idx="559" c:formatCode="yyyy/m/d">
                  <c:v>44669</c:v>
                </c:pt>
                <c:pt idx="560" c:formatCode="yyyy/m/d">
                  <c:v>44670</c:v>
                </c:pt>
                <c:pt idx="561" c:formatCode="yyyy/m/d">
                  <c:v>44671</c:v>
                </c:pt>
                <c:pt idx="562" c:formatCode="yyyy/m/d">
                  <c:v>44672</c:v>
                </c:pt>
                <c:pt idx="563" c:formatCode="yyyy/m/d">
                  <c:v>44673</c:v>
                </c:pt>
                <c:pt idx="564" c:formatCode="yyyy/m/d">
                  <c:v>44676</c:v>
                </c:pt>
                <c:pt idx="565" c:formatCode="yyyy/m/d">
                  <c:v>44677</c:v>
                </c:pt>
                <c:pt idx="566" c:formatCode="yyyy/m/d">
                  <c:v>44678</c:v>
                </c:pt>
                <c:pt idx="567" c:formatCode="yyyy/m/d">
                  <c:v>44679</c:v>
                </c:pt>
                <c:pt idx="568" c:formatCode="yyyy/m/d">
                  <c:v>44680</c:v>
                </c:pt>
                <c:pt idx="569" c:formatCode="yyyy/m/d">
                  <c:v>44686</c:v>
                </c:pt>
                <c:pt idx="570" c:formatCode="yyyy/m/d">
                  <c:v>44687</c:v>
                </c:pt>
                <c:pt idx="571" c:formatCode="yyyy/m/d">
                  <c:v>44690</c:v>
                </c:pt>
                <c:pt idx="572" c:formatCode="yyyy/m/d">
                  <c:v>44691</c:v>
                </c:pt>
                <c:pt idx="573" c:formatCode="yyyy/m/d">
                  <c:v>44692</c:v>
                </c:pt>
                <c:pt idx="574" c:formatCode="yyyy/m/d">
                  <c:v>44693</c:v>
                </c:pt>
                <c:pt idx="575" c:formatCode="yyyy/m/d">
                  <c:v>44694</c:v>
                </c:pt>
                <c:pt idx="576" c:formatCode="yyyy/m/d">
                  <c:v>44697</c:v>
                </c:pt>
                <c:pt idx="577" c:formatCode="yyyy/m/d">
                  <c:v>44698</c:v>
                </c:pt>
                <c:pt idx="578" c:formatCode="yyyy/m/d">
                  <c:v>44699</c:v>
                </c:pt>
                <c:pt idx="579" c:formatCode="yyyy/m/d">
                  <c:v>44700</c:v>
                </c:pt>
                <c:pt idx="580" c:formatCode="yyyy/m/d">
                  <c:v>44701</c:v>
                </c:pt>
                <c:pt idx="581" c:formatCode="yyyy/m/d">
                  <c:v>44704</c:v>
                </c:pt>
                <c:pt idx="582" c:formatCode="yyyy/m/d">
                  <c:v>44705</c:v>
                </c:pt>
                <c:pt idx="583" c:formatCode="yyyy/m/d">
                  <c:v>44706</c:v>
                </c:pt>
                <c:pt idx="584" c:formatCode="yyyy/m/d">
                  <c:v>44707</c:v>
                </c:pt>
                <c:pt idx="585" c:formatCode="yyyy/m/d">
                  <c:v>44708</c:v>
                </c:pt>
                <c:pt idx="586" c:formatCode="yyyy/m/d">
                  <c:v>44711</c:v>
                </c:pt>
                <c:pt idx="587" c:formatCode="yyyy/m/d">
                  <c:v>44712</c:v>
                </c:pt>
                <c:pt idx="588" c:formatCode="yyyy/m/d">
                  <c:v>44713</c:v>
                </c:pt>
                <c:pt idx="589" c:formatCode="yyyy/m/d">
                  <c:v>44714</c:v>
                </c:pt>
                <c:pt idx="590" c:formatCode="yyyy/m/d">
                  <c:v>44718</c:v>
                </c:pt>
                <c:pt idx="591" c:formatCode="yyyy/m/d">
                  <c:v>44719</c:v>
                </c:pt>
                <c:pt idx="592" c:formatCode="yyyy/m/d">
                  <c:v>44720</c:v>
                </c:pt>
                <c:pt idx="593" c:formatCode="yyyy/m/d">
                  <c:v>44721</c:v>
                </c:pt>
                <c:pt idx="594" c:formatCode="yyyy/m/d">
                  <c:v>44722</c:v>
                </c:pt>
                <c:pt idx="595" c:formatCode="yyyy/m/d">
                  <c:v>44725</c:v>
                </c:pt>
                <c:pt idx="596" c:formatCode="yyyy/m/d">
                  <c:v>44726</c:v>
                </c:pt>
                <c:pt idx="597" c:formatCode="yyyy/m/d">
                  <c:v>44727</c:v>
                </c:pt>
                <c:pt idx="598" c:formatCode="yyyy/m/d">
                  <c:v>44728</c:v>
                </c:pt>
                <c:pt idx="599" c:formatCode="yyyy/m/d">
                  <c:v>44729</c:v>
                </c:pt>
                <c:pt idx="600" c:formatCode="yyyy/m/d">
                  <c:v>44732</c:v>
                </c:pt>
                <c:pt idx="601" c:formatCode="yyyy/m/d">
                  <c:v>44733</c:v>
                </c:pt>
                <c:pt idx="602" c:formatCode="yyyy/m/d">
                  <c:v>44734</c:v>
                </c:pt>
                <c:pt idx="603" c:formatCode="yyyy/m/d">
                  <c:v>44735</c:v>
                </c:pt>
                <c:pt idx="604" c:formatCode="yyyy/m/d">
                  <c:v>44736</c:v>
                </c:pt>
                <c:pt idx="605" c:formatCode="yyyy/m/d">
                  <c:v>44739</c:v>
                </c:pt>
                <c:pt idx="606" c:formatCode="yyyy/m/d">
                  <c:v>44740</c:v>
                </c:pt>
                <c:pt idx="607" c:formatCode="yyyy/m/d">
                  <c:v>44741</c:v>
                </c:pt>
                <c:pt idx="608" c:formatCode="yyyy/m/d">
                  <c:v>44742</c:v>
                </c:pt>
                <c:pt idx="609" c:formatCode="yyyy/m/d">
                  <c:v>44743</c:v>
                </c:pt>
                <c:pt idx="610" c:formatCode="yyyy/m/d">
                  <c:v>44746</c:v>
                </c:pt>
                <c:pt idx="611" c:formatCode="yyyy/m/d">
                  <c:v>44747</c:v>
                </c:pt>
                <c:pt idx="612" c:formatCode="yyyy/m/d">
                  <c:v>44748</c:v>
                </c:pt>
                <c:pt idx="613" c:formatCode="yyyy/m/d">
                  <c:v>44749</c:v>
                </c:pt>
                <c:pt idx="614" c:formatCode="yyyy/m/d">
                  <c:v>44750</c:v>
                </c:pt>
                <c:pt idx="615" c:formatCode="yyyy/m/d">
                  <c:v>44753</c:v>
                </c:pt>
                <c:pt idx="616" c:formatCode="yyyy/m/d">
                  <c:v>44754</c:v>
                </c:pt>
                <c:pt idx="617" c:formatCode="yyyy/m/d">
                  <c:v>44755</c:v>
                </c:pt>
                <c:pt idx="618" c:formatCode="yyyy/m/d">
                  <c:v>44756</c:v>
                </c:pt>
                <c:pt idx="619" c:formatCode="yyyy/m/d">
                  <c:v>44757</c:v>
                </c:pt>
                <c:pt idx="620" c:formatCode="yyyy/m/d">
                  <c:v>44760</c:v>
                </c:pt>
                <c:pt idx="621" c:formatCode="yyyy/m/d">
                  <c:v>44761</c:v>
                </c:pt>
                <c:pt idx="622" c:formatCode="yyyy/m/d">
                  <c:v>44762</c:v>
                </c:pt>
                <c:pt idx="623" c:formatCode="yyyy/m/d">
                  <c:v>44763</c:v>
                </c:pt>
                <c:pt idx="624" c:formatCode="yyyy/m/d">
                  <c:v>44764</c:v>
                </c:pt>
                <c:pt idx="625" c:formatCode="yyyy/m/d">
                  <c:v>44767</c:v>
                </c:pt>
                <c:pt idx="626" c:formatCode="yyyy/m/d">
                  <c:v>44768</c:v>
                </c:pt>
                <c:pt idx="627" c:formatCode="yyyy/m/d">
                  <c:v>44769</c:v>
                </c:pt>
                <c:pt idx="628" c:formatCode="yyyy/m/d">
                  <c:v>44770</c:v>
                </c:pt>
                <c:pt idx="629" c:formatCode="yyyy/m/d">
                  <c:v>44771</c:v>
                </c:pt>
                <c:pt idx="630" c:formatCode="yyyy/m/d">
                  <c:v>44774</c:v>
                </c:pt>
                <c:pt idx="631" c:formatCode="yyyy/m/d">
                  <c:v>44775</c:v>
                </c:pt>
                <c:pt idx="632" c:formatCode="yyyy/m/d">
                  <c:v>44776</c:v>
                </c:pt>
                <c:pt idx="633" c:formatCode="yyyy/m/d">
                  <c:v>44777</c:v>
                </c:pt>
                <c:pt idx="634" c:formatCode="yyyy/m/d">
                  <c:v>44778</c:v>
                </c:pt>
                <c:pt idx="635" c:formatCode="yyyy/m/d">
                  <c:v>44781</c:v>
                </c:pt>
                <c:pt idx="636" c:formatCode="yyyy/m/d">
                  <c:v>44782</c:v>
                </c:pt>
                <c:pt idx="637" c:formatCode="yyyy/m/d">
                  <c:v>44783</c:v>
                </c:pt>
                <c:pt idx="638" c:formatCode="yyyy/m/d">
                  <c:v>44784</c:v>
                </c:pt>
                <c:pt idx="639" c:formatCode="yyyy/m/d">
                  <c:v>44785</c:v>
                </c:pt>
                <c:pt idx="640" c:formatCode="yyyy/m/d">
                  <c:v>44788</c:v>
                </c:pt>
                <c:pt idx="641" c:formatCode="yyyy/m/d">
                  <c:v>44789</c:v>
                </c:pt>
                <c:pt idx="642" c:formatCode="yyyy/m/d">
                  <c:v>44790</c:v>
                </c:pt>
                <c:pt idx="643" c:formatCode="yyyy/m/d">
                  <c:v>44791</c:v>
                </c:pt>
                <c:pt idx="644" c:formatCode="yyyy/m/d">
                  <c:v>44792</c:v>
                </c:pt>
                <c:pt idx="645" c:formatCode="yyyy/m/d">
                  <c:v>44795</c:v>
                </c:pt>
                <c:pt idx="646" c:formatCode="yyyy/m/d">
                  <c:v>44796</c:v>
                </c:pt>
                <c:pt idx="647" c:formatCode="yyyy/m/d">
                  <c:v>44797</c:v>
                </c:pt>
                <c:pt idx="648" c:formatCode="yyyy/m/d">
                  <c:v>44798</c:v>
                </c:pt>
                <c:pt idx="649" c:formatCode="yyyy/m/d">
                  <c:v>44799</c:v>
                </c:pt>
                <c:pt idx="650" c:formatCode="yyyy/m/d">
                  <c:v>44802</c:v>
                </c:pt>
                <c:pt idx="651" c:formatCode="yyyy/m/d">
                  <c:v>44803</c:v>
                </c:pt>
                <c:pt idx="652" c:formatCode="yyyy/m/d">
                  <c:v>44804</c:v>
                </c:pt>
                <c:pt idx="653" c:formatCode="yyyy/m/d">
                  <c:v>44805</c:v>
                </c:pt>
                <c:pt idx="654" c:formatCode="yyyy/m/d">
                  <c:v>44806</c:v>
                </c:pt>
                <c:pt idx="655" c:formatCode="yyyy/m/d">
                  <c:v>44809</c:v>
                </c:pt>
                <c:pt idx="656" c:formatCode="yyyy/m/d">
                  <c:v>44810</c:v>
                </c:pt>
                <c:pt idx="657" c:formatCode="yyyy/m/d">
                  <c:v>44811</c:v>
                </c:pt>
                <c:pt idx="658" c:formatCode="yyyy/m/d">
                  <c:v>44812</c:v>
                </c:pt>
                <c:pt idx="659" c:formatCode="yyyy/m/d">
                  <c:v>44813</c:v>
                </c:pt>
                <c:pt idx="660" c:formatCode="yyyy/m/d">
                  <c:v>44817</c:v>
                </c:pt>
                <c:pt idx="661" c:formatCode="yyyy/m/d">
                  <c:v>44818</c:v>
                </c:pt>
                <c:pt idx="662" c:formatCode="yyyy/m/d">
                  <c:v>44819</c:v>
                </c:pt>
                <c:pt idx="663" c:formatCode="yyyy/m/d">
                  <c:v>44820</c:v>
                </c:pt>
                <c:pt idx="664" c:formatCode="yyyy/m/d">
                  <c:v>44823</c:v>
                </c:pt>
                <c:pt idx="665" c:formatCode="yyyy/m/d">
                  <c:v>44824</c:v>
                </c:pt>
                <c:pt idx="666" c:formatCode="yyyy/m/d">
                  <c:v>44825</c:v>
                </c:pt>
                <c:pt idx="667" c:formatCode="yyyy/m/d">
                  <c:v>44826</c:v>
                </c:pt>
                <c:pt idx="668" c:formatCode="yyyy/m/d">
                  <c:v>44827</c:v>
                </c:pt>
                <c:pt idx="669" c:formatCode="yyyy/m/d">
                  <c:v>44830</c:v>
                </c:pt>
                <c:pt idx="670" c:formatCode="yyyy/m/d">
                  <c:v>44831</c:v>
                </c:pt>
                <c:pt idx="671" c:formatCode="yyyy/m/d">
                  <c:v>44832</c:v>
                </c:pt>
                <c:pt idx="672" c:formatCode="yyyy/m/d">
                  <c:v>44833</c:v>
                </c:pt>
                <c:pt idx="673" c:formatCode="yyyy/m/d">
                  <c:v>44834</c:v>
                </c:pt>
                <c:pt idx="674" c:formatCode="yyyy/m/d">
                  <c:v>44844</c:v>
                </c:pt>
                <c:pt idx="675" c:formatCode="yyyy/m/d">
                  <c:v>44845</c:v>
                </c:pt>
                <c:pt idx="676" c:formatCode="yyyy/m/d">
                  <c:v>44846</c:v>
                </c:pt>
                <c:pt idx="677" c:formatCode="yyyy/m/d">
                  <c:v>44847</c:v>
                </c:pt>
                <c:pt idx="678" c:formatCode="yyyy/m/d">
                  <c:v>44848</c:v>
                </c:pt>
                <c:pt idx="679" c:formatCode="yyyy/m/d">
                  <c:v>44851</c:v>
                </c:pt>
                <c:pt idx="680" c:formatCode="yyyy/m/d">
                  <c:v>44852</c:v>
                </c:pt>
                <c:pt idx="681" c:formatCode="yyyy/m/d">
                  <c:v>44853</c:v>
                </c:pt>
                <c:pt idx="682" c:formatCode="yyyy/m/d">
                  <c:v>44854</c:v>
                </c:pt>
                <c:pt idx="683" c:formatCode="yyyy/m/d">
                  <c:v>44855</c:v>
                </c:pt>
                <c:pt idx="684" c:formatCode="yyyy/m/d">
                  <c:v>44858</c:v>
                </c:pt>
                <c:pt idx="685" c:formatCode="yyyy/m/d">
                  <c:v>44859</c:v>
                </c:pt>
                <c:pt idx="686" c:formatCode="yyyy/m/d">
                  <c:v>44860</c:v>
                </c:pt>
                <c:pt idx="687" c:formatCode="yyyy/m/d">
                  <c:v>44861</c:v>
                </c:pt>
                <c:pt idx="688" c:formatCode="yyyy/m/d">
                  <c:v>44862</c:v>
                </c:pt>
                <c:pt idx="689" c:formatCode="yyyy/m/d">
                  <c:v>44865</c:v>
                </c:pt>
                <c:pt idx="690" c:formatCode="yyyy/m/d">
                  <c:v>44866</c:v>
                </c:pt>
                <c:pt idx="691" c:formatCode="yyyy/m/d">
                  <c:v>44867</c:v>
                </c:pt>
                <c:pt idx="692" c:formatCode="yyyy/m/d">
                  <c:v>44868</c:v>
                </c:pt>
                <c:pt idx="693" c:formatCode="yyyy/m/d">
                  <c:v>44869</c:v>
                </c:pt>
                <c:pt idx="694" c:formatCode="yyyy/m/d">
                  <c:v>44872</c:v>
                </c:pt>
                <c:pt idx="695" c:formatCode="yyyy/m/d">
                  <c:v>44873</c:v>
                </c:pt>
                <c:pt idx="696" c:formatCode="yyyy/m/d">
                  <c:v>44874</c:v>
                </c:pt>
                <c:pt idx="697" c:formatCode="yyyy/m/d">
                  <c:v>44875</c:v>
                </c:pt>
                <c:pt idx="698" c:formatCode="yyyy/m/d">
                  <c:v>44876</c:v>
                </c:pt>
                <c:pt idx="699" c:formatCode="yyyy/m/d">
                  <c:v>44879</c:v>
                </c:pt>
                <c:pt idx="700" c:formatCode="yyyy/m/d">
                  <c:v>44880</c:v>
                </c:pt>
                <c:pt idx="701" c:formatCode="yyyy/m/d">
                  <c:v>44881</c:v>
                </c:pt>
                <c:pt idx="702" c:formatCode="yyyy/m/d">
                  <c:v>44882</c:v>
                </c:pt>
                <c:pt idx="703" c:formatCode="yyyy/m/d">
                  <c:v>44883</c:v>
                </c:pt>
                <c:pt idx="704" c:formatCode="yyyy/m/d">
                  <c:v>44886</c:v>
                </c:pt>
                <c:pt idx="705" c:formatCode="yyyy/m/d">
                  <c:v>44887</c:v>
                </c:pt>
                <c:pt idx="706" c:formatCode="yyyy/m/d">
                  <c:v>44888</c:v>
                </c:pt>
                <c:pt idx="707" c:formatCode="yyyy/m/d">
                  <c:v>44889</c:v>
                </c:pt>
                <c:pt idx="708" c:formatCode="yyyy/m/d">
                  <c:v>44890</c:v>
                </c:pt>
                <c:pt idx="709" c:formatCode="yyyy/m/d">
                  <c:v>44893</c:v>
                </c:pt>
                <c:pt idx="710" c:formatCode="yyyy/m/d">
                  <c:v>44894</c:v>
                </c:pt>
                <c:pt idx="711" c:formatCode="yyyy/m/d">
                  <c:v>44895</c:v>
                </c:pt>
                <c:pt idx="712" c:formatCode="yyyy/m/d">
                  <c:v>44896</c:v>
                </c:pt>
                <c:pt idx="713" c:formatCode="yyyy/m/d">
                  <c:v>44897</c:v>
                </c:pt>
                <c:pt idx="714" c:formatCode="yyyy/m/d">
                  <c:v>44900</c:v>
                </c:pt>
                <c:pt idx="715" c:formatCode="yyyy/m/d">
                  <c:v>44901</c:v>
                </c:pt>
                <c:pt idx="716" c:formatCode="yyyy/m/d">
                  <c:v>44902</c:v>
                </c:pt>
                <c:pt idx="717" c:formatCode="yyyy/m/d">
                  <c:v>44903</c:v>
                </c:pt>
                <c:pt idx="718" c:formatCode="yyyy/m/d">
                  <c:v>44904</c:v>
                </c:pt>
                <c:pt idx="719" c:formatCode="yyyy/m/d">
                  <c:v>44907</c:v>
                </c:pt>
                <c:pt idx="720" c:formatCode="yyyy/m/d">
                  <c:v>44908</c:v>
                </c:pt>
                <c:pt idx="721" c:formatCode="yyyy/m/d">
                  <c:v>44909</c:v>
                </c:pt>
                <c:pt idx="722" c:formatCode="yyyy/m/d">
                  <c:v>44910</c:v>
                </c:pt>
                <c:pt idx="723" c:formatCode="yyyy/m/d">
                  <c:v>44911</c:v>
                </c:pt>
                <c:pt idx="724" c:formatCode="yyyy/m/d">
                  <c:v>44914</c:v>
                </c:pt>
                <c:pt idx="725" c:formatCode="yyyy/m/d">
                  <c:v>44915</c:v>
                </c:pt>
                <c:pt idx="726" c:formatCode="yyyy/m/d">
                  <c:v>44916</c:v>
                </c:pt>
                <c:pt idx="727" c:formatCode="yyyy/m/d">
                  <c:v>44917</c:v>
                </c:pt>
                <c:pt idx="728" c:formatCode="yyyy/m/d">
                  <c:v>44918</c:v>
                </c:pt>
                <c:pt idx="729" c:formatCode="yyyy/m/d">
                  <c:v>44921</c:v>
                </c:pt>
                <c:pt idx="730" c:formatCode="yyyy/m/d">
                  <c:v>44922</c:v>
                </c:pt>
                <c:pt idx="731" c:formatCode="yyyy/m/d">
                  <c:v>44923</c:v>
                </c:pt>
                <c:pt idx="732" c:formatCode="yyyy/m/d">
                  <c:v>44924</c:v>
                </c:pt>
                <c:pt idx="733" c:formatCode="yyyy/m/d">
                  <c:v>44925</c:v>
                </c:pt>
                <c:pt idx="734" c:formatCode="yyyy/m/d">
                  <c:v>44929</c:v>
                </c:pt>
                <c:pt idx="735" c:formatCode="yyyy/m/d">
                  <c:v>44930</c:v>
                </c:pt>
                <c:pt idx="736" c:formatCode="yyyy/m/d">
                  <c:v>44931</c:v>
                </c:pt>
                <c:pt idx="737" c:formatCode="yyyy/m/d">
                  <c:v>44932</c:v>
                </c:pt>
                <c:pt idx="738" c:formatCode="yyyy/m/d">
                  <c:v>44935</c:v>
                </c:pt>
                <c:pt idx="739" c:formatCode="yyyy/m/d">
                  <c:v>44936</c:v>
                </c:pt>
                <c:pt idx="740" c:formatCode="yyyy/m/d">
                  <c:v>44937</c:v>
                </c:pt>
                <c:pt idx="741" c:formatCode="yyyy/m/d">
                  <c:v>44938</c:v>
                </c:pt>
                <c:pt idx="742" c:formatCode="yyyy/m/d">
                  <c:v>44939</c:v>
                </c:pt>
                <c:pt idx="743" c:formatCode="yyyy/m/d">
                  <c:v>44942</c:v>
                </c:pt>
                <c:pt idx="744" c:formatCode="yyyy/m/d">
                  <c:v>44943</c:v>
                </c:pt>
                <c:pt idx="745" c:formatCode="yyyy/m/d">
                  <c:v>44944</c:v>
                </c:pt>
                <c:pt idx="746" c:formatCode="yyyy/m/d">
                  <c:v>44945</c:v>
                </c:pt>
                <c:pt idx="747" c:formatCode="yyyy/m/d">
                  <c:v>44946</c:v>
                </c:pt>
                <c:pt idx="748" c:formatCode="yyyy/m/d">
                  <c:v>44956</c:v>
                </c:pt>
                <c:pt idx="749" c:formatCode="yyyy/m/d">
                  <c:v>44957</c:v>
                </c:pt>
                <c:pt idx="750" c:formatCode="yyyy/m/d">
                  <c:v>44958</c:v>
                </c:pt>
                <c:pt idx="751" c:formatCode="yyyy/m/d">
                  <c:v>44959</c:v>
                </c:pt>
                <c:pt idx="752" c:formatCode="yyyy/m/d">
                  <c:v>44960</c:v>
                </c:pt>
                <c:pt idx="753" c:formatCode="yyyy/m/d">
                  <c:v>44963</c:v>
                </c:pt>
                <c:pt idx="754" c:formatCode="yyyy/m/d">
                  <c:v>44964</c:v>
                </c:pt>
                <c:pt idx="755" c:formatCode="yyyy/m/d">
                  <c:v>44965</c:v>
                </c:pt>
                <c:pt idx="756" c:formatCode="yyyy/m/d">
                  <c:v>44966</c:v>
                </c:pt>
                <c:pt idx="757" c:formatCode="yyyy/m/d">
                  <c:v>44967</c:v>
                </c:pt>
                <c:pt idx="758" c:formatCode="yyyy/m/d">
                  <c:v>44970</c:v>
                </c:pt>
                <c:pt idx="759" c:formatCode="yyyy/m/d">
                  <c:v>44971</c:v>
                </c:pt>
                <c:pt idx="760" c:formatCode="yyyy/m/d">
                  <c:v>44972</c:v>
                </c:pt>
                <c:pt idx="761" c:formatCode="yyyy/m/d">
                  <c:v>44973</c:v>
                </c:pt>
                <c:pt idx="762" c:formatCode="yyyy/m/d">
                  <c:v>44974</c:v>
                </c:pt>
                <c:pt idx="763" c:formatCode="yyyy/m/d">
                  <c:v>44977</c:v>
                </c:pt>
                <c:pt idx="764" c:formatCode="yyyy/m/d">
                  <c:v>44978</c:v>
                </c:pt>
                <c:pt idx="765" c:formatCode="yyyy/m/d">
                  <c:v>44979</c:v>
                </c:pt>
                <c:pt idx="766" c:formatCode="yyyy/m/d">
                  <c:v>44980</c:v>
                </c:pt>
                <c:pt idx="767" c:formatCode="yyyy/m/d">
                  <c:v>44981</c:v>
                </c:pt>
                <c:pt idx="768" c:formatCode="yyyy/m/d">
                  <c:v>44984</c:v>
                </c:pt>
                <c:pt idx="769" c:formatCode="yyyy/m/d">
                  <c:v>44985</c:v>
                </c:pt>
                <c:pt idx="770" c:formatCode="yyyy/m/d">
                  <c:v>44986</c:v>
                </c:pt>
                <c:pt idx="771" c:formatCode="yyyy/m/d">
                  <c:v>44987</c:v>
                </c:pt>
                <c:pt idx="772" c:formatCode="yyyy/m/d">
                  <c:v>44988</c:v>
                </c:pt>
                <c:pt idx="773" c:formatCode="yyyy/m/d">
                  <c:v>44991</c:v>
                </c:pt>
                <c:pt idx="774" c:formatCode="yyyy/m/d">
                  <c:v>44992</c:v>
                </c:pt>
                <c:pt idx="775" c:formatCode="yyyy/m/d">
                  <c:v>44993</c:v>
                </c:pt>
                <c:pt idx="776" c:formatCode="yyyy/m/d">
                  <c:v>44994</c:v>
                </c:pt>
                <c:pt idx="777" c:formatCode="yyyy/m/d">
                  <c:v>44995</c:v>
                </c:pt>
                <c:pt idx="778" c:formatCode="yyyy/m/d">
                  <c:v>44998</c:v>
                </c:pt>
                <c:pt idx="779" c:formatCode="yyyy/m/d">
                  <c:v>44999</c:v>
                </c:pt>
                <c:pt idx="780" c:formatCode="yyyy/m/d">
                  <c:v>45000</c:v>
                </c:pt>
                <c:pt idx="781" c:formatCode="yyyy/m/d">
                  <c:v>45001</c:v>
                </c:pt>
                <c:pt idx="782" c:formatCode="yyyy/m/d">
                  <c:v>45002</c:v>
                </c:pt>
                <c:pt idx="783" c:formatCode="yyyy/m/d">
                  <c:v>45005</c:v>
                </c:pt>
                <c:pt idx="784" c:formatCode="yyyy/m/d">
                  <c:v>45006</c:v>
                </c:pt>
                <c:pt idx="785" c:formatCode="yyyy/m/d">
                  <c:v>45007</c:v>
                </c:pt>
                <c:pt idx="786" c:formatCode="yyyy/m/d">
                  <c:v>45008</c:v>
                </c:pt>
                <c:pt idx="787" c:formatCode="yyyy/m/d">
                  <c:v>45009</c:v>
                </c:pt>
                <c:pt idx="788" c:formatCode="yyyy/m/d">
                  <c:v>45012</c:v>
                </c:pt>
                <c:pt idx="789" c:formatCode="yyyy/m/d">
                  <c:v>45013</c:v>
                </c:pt>
                <c:pt idx="790" c:formatCode="yyyy/m/d">
                  <c:v>45014</c:v>
                </c:pt>
                <c:pt idx="791" c:formatCode="yyyy/m/d">
                  <c:v>45015</c:v>
                </c:pt>
                <c:pt idx="792" c:formatCode="yyyy/m/d">
                  <c:v>45016</c:v>
                </c:pt>
                <c:pt idx="793" c:formatCode="yyyy/m/d">
                  <c:v>45019</c:v>
                </c:pt>
                <c:pt idx="794" c:formatCode="yyyy/m/d">
                  <c:v>45020</c:v>
                </c:pt>
                <c:pt idx="795" c:formatCode="yyyy/m/d">
                  <c:v>45022</c:v>
                </c:pt>
                <c:pt idx="796" c:formatCode="yyyy/m/d">
                  <c:v>45023</c:v>
                </c:pt>
                <c:pt idx="797" c:formatCode="yyyy/m/d">
                  <c:v>45026</c:v>
                </c:pt>
                <c:pt idx="798" c:formatCode="yyyy/m/d">
                  <c:v>45027</c:v>
                </c:pt>
                <c:pt idx="799" c:formatCode="yyyy/m/d">
                  <c:v>45028</c:v>
                </c:pt>
                <c:pt idx="800" c:formatCode="yyyy/m/d">
                  <c:v>45029</c:v>
                </c:pt>
                <c:pt idx="801" c:formatCode="yyyy/m/d">
                  <c:v>45030</c:v>
                </c:pt>
                <c:pt idx="802" c:formatCode="yyyy/m/d">
                  <c:v>45033</c:v>
                </c:pt>
                <c:pt idx="803" c:formatCode="yyyy/m/d">
                  <c:v>45034</c:v>
                </c:pt>
                <c:pt idx="804" c:formatCode="yyyy/m/d">
                  <c:v>45035</c:v>
                </c:pt>
                <c:pt idx="805" c:formatCode="yyyy/m/d">
                  <c:v>45036</c:v>
                </c:pt>
                <c:pt idx="806" c:formatCode="yyyy/m/d">
                  <c:v>45037</c:v>
                </c:pt>
                <c:pt idx="807" c:formatCode="yyyy/m/d">
                  <c:v>45040</c:v>
                </c:pt>
                <c:pt idx="808" c:formatCode="yyyy/m/d">
                  <c:v>45041</c:v>
                </c:pt>
                <c:pt idx="809" c:formatCode="yyyy/m/d">
                  <c:v>45042</c:v>
                </c:pt>
                <c:pt idx="810" c:formatCode="yyyy/m/d">
                  <c:v>45043</c:v>
                </c:pt>
                <c:pt idx="811" c:formatCode="yyyy/m/d">
                  <c:v>45044</c:v>
                </c:pt>
                <c:pt idx="812" c:formatCode="yyyy/m/d">
                  <c:v>45050</c:v>
                </c:pt>
                <c:pt idx="813" c:formatCode="yyyy/m/d">
                  <c:v>45051</c:v>
                </c:pt>
                <c:pt idx="814" c:formatCode="yyyy/m/d">
                  <c:v>45054</c:v>
                </c:pt>
                <c:pt idx="815" c:formatCode="yyyy/m/d">
                  <c:v>45055</c:v>
                </c:pt>
                <c:pt idx="816" c:formatCode="yyyy/m/d">
                  <c:v>45056</c:v>
                </c:pt>
                <c:pt idx="817" c:formatCode="yyyy/m/d">
                  <c:v>45057</c:v>
                </c:pt>
                <c:pt idx="818" c:formatCode="yyyy/m/d">
                  <c:v>45058</c:v>
                </c:pt>
                <c:pt idx="819" c:formatCode="yyyy/m/d">
                  <c:v>45061</c:v>
                </c:pt>
                <c:pt idx="820" c:formatCode="yyyy/m/d">
                  <c:v>45062</c:v>
                </c:pt>
                <c:pt idx="821" c:formatCode="yyyy/m/d">
                  <c:v>45063</c:v>
                </c:pt>
                <c:pt idx="822" c:formatCode="yyyy/m/d">
                  <c:v>45064</c:v>
                </c:pt>
                <c:pt idx="823" c:formatCode="yyyy/m/d">
                  <c:v>45065</c:v>
                </c:pt>
                <c:pt idx="824" c:formatCode="yyyy/m/d">
                  <c:v>45068</c:v>
                </c:pt>
                <c:pt idx="825" c:formatCode="yyyy/m/d">
                  <c:v>45069</c:v>
                </c:pt>
                <c:pt idx="826" c:formatCode="yyyy/m/d">
                  <c:v>45070</c:v>
                </c:pt>
                <c:pt idx="827" c:formatCode="yyyy/m/d">
                  <c:v>45071</c:v>
                </c:pt>
                <c:pt idx="828" c:formatCode="yyyy/m/d">
                  <c:v>45072</c:v>
                </c:pt>
                <c:pt idx="829" c:formatCode="yyyy/m/d">
                  <c:v>45075</c:v>
                </c:pt>
                <c:pt idx="830" c:formatCode="yyyy/m/d">
                  <c:v>45076</c:v>
                </c:pt>
                <c:pt idx="831" c:formatCode="yyyy/m/d">
                  <c:v>45077</c:v>
                </c:pt>
                <c:pt idx="832" c:formatCode="yyyy/m/d">
                  <c:v>45078</c:v>
                </c:pt>
                <c:pt idx="833" c:formatCode="yyyy/m/d">
                  <c:v>45079</c:v>
                </c:pt>
                <c:pt idx="834" c:formatCode="yyyy/m/d">
                  <c:v>45082</c:v>
                </c:pt>
                <c:pt idx="835" c:formatCode="yyyy/m/d">
                  <c:v>45083</c:v>
                </c:pt>
                <c:pt idx="836" c:formatCode="yyyy/m/d">
                  <c:v>45084</c:v>
                </c:pt>
                <c:pt idx="837" c:formatCode="yyyy/m/d">
                  <c:v>45085</c:v>
                </c:pt>
                <c:pt idx="838" c:formatCode="yyyy/m/d">
                  <c:v>45086</c:v>
                </c:pt>
                <c:pt idx="839" c:formatCode="yyyy/m/d">
                  <c:v>45089</c:v>
                </c:pt>
                <c:pt idx="840" c:formatCode="yyyy/m/d">
                  <c:v>45090</c:v>
                </c:pt>
                <c:pt idx="841" c:formatCode="yyyy/m/d">
                  <c:v>45091</c:v>
                </c:pt>
                <c:pt idx="842" c:formatCode="yyyy/m/d">
                  <c:v>45092</c:v>
                </c:pt>
                <c:pt idx="843" c:formatCode="yyyy/m/d">
                  <c:v>45093</c:v>
                </c:pt>
                <c:pt idx="844" c:formatCode="yyyy/m/d">
                  <c:v>45096</c:v>
                </c:pt>
                <c:pt idx="845" c:formatCode="yyyy/m/d">
                  <c:v>45097</c:v>
                </c:pt>
                <c:pt idx="846" c:formatCode="yyyy/m/d">
                  <c:v>45098</c:v>
                </c:pt>
                <c:pt idx="847" c:formatCode="yyyy/m/d">
                  <c:v>45103</c:v>
                </c:pt>
                <c:pt idx="848" c:formatCode="yyyy/m/d">
                  <c:v>45104</c:v>
                </c:pt>
                <c:pt idx="849" c:formatCode="yyyy/m/d">
                  <c:v>45105</c:v>
                </c:pt>
                <c:pt idx="850" c:formatCode="yyyy/m/d">
                  <c:v>45106</c:v>
                </c:pt>
                <c:pt idx="851" c:formatCode="yyyy/m/d">
                  <c:v>45107</c:v>
                </c:pt>
                <c:pt idx="852" c:formatCode="yyyy/m/d">
                  <c:v>45110</c:v>
                </c:pt>
                <c:pt idx="853" c:formatCode="yyyy/m/d">
                  <c:v>45111</c:v>
                </c:pt>
                <c:pt idx="854" c:formatCode="yyyy/m/d">
                  <c:v>45112</c:v>
                </c:pt>
                <c:pt idx="855" c:formatCode="yyyy/m/d">
                  <c:v>45113</c:v>
                </c:pt>
                <c:pt idx="856" c:formatCode="yyyy/m/d">
                  <c:v>45114</c:v>
                </c:pt>
                <c:pt idx="857" c:formatCode="yyyy/m/d">
                  <c:v>45117</c:v>
                </c:pt>
                <c:pt idx="858" c:formatCode="yyyy/m/d">
                  <c:v>45118</c:v>
                </c:pt>
                <c:pt idx="859" c:formatCode="yyyy/m/d">
                  <c:v>45119</c:v>
                </c:pt>
                <c:pt idx="860" c:formatCode="yyyy/m/d">
                  <c:v>45120</c:v>
                </c:pt>
                <c:pt idx="861" c:formatCode="yyyy/m/d">
                  <c:v>45121</c:v>
                </c:pt>
                <c:pt idx="862" c:formatCode="yyyy/m/d">
                  <c:v>45124</c:v>
                </c:pt>
                <c:pt idx="863" c:formatCode="yyyy/m/d">
                  <c:v>45125</c:v>
                </c:pt>
                <c:pt idx="864" c:formatCode="yyyy/m/d">
                  <c:v>45126</c:v>
                </c:pt>
                <c:pt idx="865" c:formatCode="yyyy/m/d">
                  <c:v>45127</c:v>
                </c:pt>
                <c:pt idx="866" c:formatCode="yyyy/m/d">
                  <c:v>45128</c:v>
                </c:pt>
                <c:pt idx="867" c:formatCode="yyyy/m/d">
                  <c:v>45131</c:v>
                </c:pt>
                <c:pt idx="868" c:formatCode="yyyy/m/d">
                  <c:v>45132</c:v>
                </c:pt>
                <c:pt idx="869" c:formatCode="yyyy/m/d">
                  <c:v>45133</c:v>
                </c:pt>
                <c:pt idx="870" c:formatCode="yyyy/m/d">
                  <c:v>45134</c:v>
                </c:pt>
                <c:pt idx="871" c:formatCode="yyyy/m/d">
                  <c:v>45135</c:v>
                </c:pt>
                <c:pt idx="872" c:formatCode="yyyy/m/d">
                  <c:v>45138</c:v>
                </c:pt>
                <c:pt idx="873" c:formatCode="yyyy/m/d">
                  <c:v>45139</c:v>
                </c:pt>
                <c:pt idx="874" c:formatCode="yyyy/m/d">
                  <c:v>45140</c:v>
                </c:pt>
                <c:pt idx="875" c:formatCode="yyyy/m/d">
                  <c:v>45141</c:v>
                </c:pt>
                <c:pt idx="876" c:formatCode="yyyy/m/d">
                  <c:v>45142</c:v>
                </c:pt>
                <c:pt idx="877" c:formatCode="yyyy/m/d">
                  <c:v>45145</c:v>
                </c:pt>
                <c:pt idx="878" c:formatCode="yyyy/m/d">
                  <c:v>45146</c:v>
                </c:pt>
                <c:pt idx="879" c:formatCode="yyyy/m/d">
                  <c:v>45147</c:v>
                </c:pt>
                <c:pt idx="880" c:formatCode="yyyy/m/d">
                  <c:v>45148</c:v>
                </c:pt>
                <c:pt idx="881" c:formatCode="yyyy/m/d">
                  <c:v>45149</c:v>
                </c:pt>
                <c:pt idx="882" c:formatCode="yyyy/m/d">
                  <c:v>45152</c:v>
                </c:pt>
                <c:pt idx="883" c:formatCode="yyyy/m/d">
                  <c:v>45153</c:v>
                </c:pt>
                <c:pt idx="884" c:formatCode="yyyy/m/d">
                  <c:v>45154</c:v>
                </c:pt>
                <c:pt idx="885" c:formatCode="yyyy/m/d">
                  <c:v>45155</c:v>
                </c:pt>
                <c:pt idx="886" c:formatCode="yyyy/m/d">
                  <c:v>45156</c:v>
                </c:pt>
                <c:pt idx="887" c:formatCode="yyyy/m/d">
                  <c:v>45159</c:v>
                </c:pt>
                <c:pt idx="888" c:formatCode="yyyy/m/d">
                  <c:v>45160</c:v>
                </c:pt>
                <c:pt idx="889" c:formatCode="yyyy/m/d">
                  <c:v>45161</c:v>
                </c:pt>
                <c:pt idx="890" c:formatCode="yyyy/m/d">
                  <c:v>45162</c:v>
                </c:pt>
                <c:pt idx="891" c:formatCode="yyyy/m/d">
                  <c:v>45163</c:v>
                </c:pt>
                <c:pt idx="892" c:formatCode="yyyy/m/d">
                  <c:v>45166</c:v>
                </c:pt>
                <c:pt idx="893" c:formatCode="yyyy/m/d">
                  <c:v>45167</c:v>
                </c:pt>
                <c:pt idx="894" c:formatCode="yyyy/m/d">
                  <c:v>45168</c:v>
                </c:pt>
                <c:pt idx="895" c:formatCode="yyyy/m/d">
                  <c:v>45169</c:v>
                </c:pt>
                <c:pt idx="896" c:formatCode="yyyy/m/d">
                  <c:v>45170</c:v>
                </c:pt>
                <c:pt idx="897" c:formatCode="yyyy/m/d">
                  <c:v>45173</c:v>
                </c:pt>
                <c:pt idx="898" c:formatCode="yyyy/m/d">
                  <c:v>45174</c:v>
                </c:pt>
                <c:pt idx="899" c:formatCode="yyyy/m/d">
                  <c:v>45175</c:v>
                </c:pt>
                <c:pt idx="900" c:formatCode="yyyy/m/d">
                  <c:v>45176</c:v>
                </c:pt>
                <c:pt idx="901" c:formatCode="yyyy/m/d">
                  <c:v>45177</c:v>
                </c:pt>
                <c:pt idx="902" c:formatCode="yyyy/m/d">
                  <c:v>45180</c:v>
                </c:pt>
                <c:pt idx="903" c:formatCode="yyyy/m/d">
                  <c:v>45181</c:v>
                </c:pt>
                <c:pt idx="904" c:formatCode="yyyy/m/d">
                  <c:v>45182</c:v>
                </c:pt>
                <c:pt idx="905" c:formatCode="yyyy/m/d">
                  <c:v>45183</c:v>
                </c:pt>
                <c:pt idx="906" c:formatCode="yyyy/m/d">
                  <c:v>45184</c:v>
                </c:pt>
                <c:pt idx="907" c:formatCode="yyyy/m/d">
                  <c:v>45187</c:v>
                </c:pt>
                <c:pt idx="908" c:formatCode="yyyy/m/d">
                  <c:v>45188</c:v>
                </c:pt>
                <c:pt idx="909" c:formatCode="yyyy/m/d">
                  <c:v>45189</c:v>
                </c:pt>
                <c:pt idx="910" c:formatCode="yyyy/m/d">
                  <c:v>45190</c:v>
                </c:pt>
                <c:pt idx="911" c:formatCode="yyyy/m/d">
                  <c:v>45191</c:v>
                </c:pt>
                <c:pt idx="912" c:formatCode="yyyy/m/d">
                  <c:v>45194</c:v>
                </c:pt>
                <c:pt idx="913" c:formatCode="yyyy/m/d">
                  <c:v>45195</c:v>
                </c:pt>
                <c:pt idx="914" c:formatCode="yyyy/m/d">
                  <c:v>45196</c:v>
                </c:pt>
                <c:pt idx="915" c:formatCode="yyyy/m/d">
                  <c:v>45197</c:v>
                </c:pt>
                <c:pt idx="916" c:formatCode="yyyy/m/d">
                  <c:v>45208</c:v>
                </c:pt>
                <c:pt idx="917" c:formatCode="yyyy/m/d">
                  <c:v>45209</c:v>
                </c:pt>
                <c:pt idx="918" c:formatCode="yyyy/m/d">
                  <c:v>45210</c:v>
                </c:pt>
                <c:pt idx="919" c:formatCode="yyyy/m/d">
                  <c:v>45211</c:v>
                </c:pt>
                <c:pt idx="920" c:formatCode="yyyy/m/d">
                  <c:v>45212</c:v>
                </c:pt>
                <c:pt idx="921" c:formatCode="yyyy/m/d">
                  <c:v>45215</c:v>
                </c:pt>
                <c:pt idx="922" c:formatCode="yyyy/m/d">
                  <c:v>45216</c:v>
                </c:pt>
                <c:pt idx="923" c:formatCode="yyyy/m/d">
                  <c:v>45217</c:v>
                </c:pt>
                <c:pt idx="924" c:formatCode="yyyy/m/d">
                  <c:v>45218</c:v>
                </c:pt>
                <c:pt idx="925" c:formatCode="yyyy/m/d">
                  <c:v>45219</c:v>
                </c:pt>
                <c:pt idx="926" c:formatCode="yyyy/m/d">
                  <c:v>45222</c:v>
                </c:pt>
                <c:pt idx="927" c:formatCode="yyyy/m/d">
                  <c:v>45223</c:v>
                </c:pt>
                <c:pt idx="928" c:formatCode="yyyy/m/d">
                  <c:v>45224</c:v>
                </c:pt>
                <c:pt idx="929" c:formatCode="yyyy/m/d">
                  <c:v>45225</c:v>
                </c:pt>
                <c:pt idx="930" c:formatCode="yyyy/m/d">
                  <c:v>45226</c:v>
                </c:pt>
                <c:pt idx="931" c:formatCode="yyyy/m/d">
                  <c:v>45229</c:v>
                </c:pt>
                <c:pt idx="932" c:formatCode="yyyy/m/d">
                  <c:v>45230</c:v>
                </c:pt>
                <c:pt idx="933" c:formatCode="yyyy/m/d">
                  <c:v>45231</c:v>
                </c:pt>
                <c:pt idx="934" c:formatCode="yyyy/m/d">
                  <c:v>45232</c:v>
                </c:pt>
                <c:pt idx="935" c:formatCode="yyyy/m/d">
                  <c:v>45233</c:v>
                </c:pt>
                <c:pt idx="936" c:formatCode="yyyy/m/d">
                  <c:v>45236</c:v>
                </c:pt>
                <c:pt idx="937" c:formatCode="yyyy/m/d">
                  <c:v>45237</c:v>
                </c:pt>
                <c:pt idx="938" c:formatCode="yyyy/m/d">
                  <c:v>45238</c:v>
                </c:pt>
                <c:pt idx="939" c:formatCode="yyyy/m/d">
                  <c:v>45239</c:v>
                </c:pt>
                <c:pt idx="940" c:formatCode="yyyy/m/d">
                  <c:v>45240</c:v>
                </c:pt>
                <c:pt idx="941" c:formatCode="yyyy/m/d">
                  <c:v>45243</c:v>
                </c:pt>
                <c:pt idx="942" c:formatCode="yyyy/m/d">
                  <c:v>45244</c:v>
                </c:pt>
                <c:pt idx="943" c:formatCode="yyyy/m/d">
                  <c:v>45245</c:v>
                </c:pt>
                <c:pt idx="944" c:formatCode="yyyy/m/d">
                  <c:v>45246</c:v>
                </c:pt>
                <c:pt idx="945" c:formatCode="yyyy/m/d">
                  <c:v>45247</c:v>
                </c:pt>
                <c:pt idx="946" c:formatCode="yyyy/m/d">
                  <c:v>45250</c:v>
                </c:pt>
                <c:pt idx="947" c:formatCode="yyyy/m/d">
                  <c:v>45251</c:v>
                </c:pt>
                <c:pt idx="948" c:formatCode="yyyy/m/d">
                  <c:v>45252</c:v>
                </c:pt>
                <c:pt idx="949" c:formatCode="yyyy/m/d">
                  <c:v>45253</c:v>
                </c:pt>
                <c:pt idx="950" c:formatCode="yyyy/m/d">
                  <c:v>45254</c:v>
                </c:pt>
                <c:pt idx="951" c:formatCode="yyyy/m/d">
                  <c:v>45257</c:v>
                </c:pt>
                <c:pt idx="952" c:formatCode="yyyy/m/d">
                  <c:v>45258</c:v>
                </c:pt>
                <c:pt idx="953" c:formatCode="yyyy/m/d">
                  <c:v>45259</c:v>
                </c:pt>
                <c:pt idx="954" c:formatCode="yyyy/m/d">
                  <c:v>45260</c:v>
                </c:pt>
                <c:pt idx="955" c:formatCode="yyyy/m/d">
                  <c:v>45261</c:v>
                </c:pt>
                <c:pt idx="956" c:formatCode="yyyy/m/d">
                  <c:v>45264</c:v>
                </c:pt>
                <c:pt idx="957" c:formatCode="yyyy/m/d">
                  <c:v>45265</c:v>
                </c:pt>
                <c:pt idx="958" c:formatCode="yyyy/m/d">
                  <c:v>45266</c:v>
                </c:pt>
                <c:pt idx="959" c:formatCode="yyyy/m/d">
                  <c:v>45267</c:v>
                </c:pt>
                <c:pt idx="960" c:formatCode="yyyy/m/d">
                  <c:v>45268</c:v>
                </c:pt>
                <c:pt idx="961" c:formatCode="yyyy/m/d">
                  <c:v>45271</c:v>
                </c:pt>
                <c:pt idx="962" c:formatCode="yyyy/m/d">
                  <c:v>45272</c:v>
                </c:pt>
                <c:pt idx="963" c:formatCode="yyyy/m/d">
                  <c:v>45273</c:v>
                </c:pt>
                <c:pt idx="964" c:formatCode="yyyy/m/d">
                  <c:v>45274</c:v>
                </c:pt>
                <c:pt idx="965" c:formatCode="yyyy/m/d">
                  <c:v>45275</c:v>
                </c:pt>
                <c:pt idx="966" c:formatCode="yyyy/m/d">
                  <c:v>45278</c:v>
                </c:pt>
                <c:pt idx="967" c:formatCode="yyyy/m/d">
                  <c:v>45279</c:v>
                </c:pt>
                <c:pt idx="968" c:formatCode="yyyy/m/d">
                  <c:v>45280</c:v>
                </c:pt>
                <c:pt idx="969" c:formatCode="yyyy/m/d">
                  <c:v>45281</c:v>
                </c:pt>
                <c:pt idx="970" c:formatCode="yyyy/m/d">
                  <c:v>45282</c:v>
                </c:pt>
                <c:pt idx="971" c:formatCode="yyyy/m/d">
                  <c:v>45285</c:v>
                </c:pt>
                <c:pt idx="972" c:formatCode="yyyy/m/d">
                  <c:v>45286</c:v>
                </c:pt>
                <c:pt idx="973" c:formatCode="yyyy/m/d">
                  <c:v>45287</c:v>
                </c:pt>
                <c:pt idx="974" c:formatCode="yyyy/m/d">
                  <c:v>45288</c:v>
                </c:pt>
                <c:pt idx="975" c:formatCode="yyyy/m/d">
                  <c:v>45289</c:v>
                </c:pt>
                <c:pt idx="976" c:formatCode="yyyy/m/d">
                  <c:v>45293</c:v>
                </c:pt>
                <c:pt idx="977" c:formatCode="yyyy/m/d">
                  <c:v>45294</c:v>
                </c:pt>
                <c:pt idx="978" c:formatCode="yyyy/m/d">
                  <c:v>45295</c:v>
                </c:pt>
                <c:pt idx="979" c:formatCode="yyyy/m/d">
                  <c:v>45296</c:v>
                </c:pt>
                <c:pt idx="980" c:formatCode="yyyy/m/d">
                  <c:v>45299</c:v>
                </c:pt>
                <c:pt idx="981" c:formatCode="yyyy/m/d">
                  <c:v>45300</c:v>
                </c:pt>
                <c:pt idx="982" c:formatCode="yyyy/m/d">
                  <c:v>45301</c:v>
                </c:pt>
                <c:pt idx="983" c:formatCode="yyyy/m/d">
                  <c:v>45302</c:v>
                </c:pt>
                <c:pt idx="984" c:formatCode="yyyy/m/d">
                  <c:v>45303</c:v>
                </c:pt>
                <c:pt idx="985" c:formatCode="yyyy/m/d">
                  <c:v>45306</c:v>
                </c:pt>
                <c:pt idx="986" c:formatCode="yyyy/m/d">
                  <c:v>45307</c:v>
                </c:pt>
                <c:pt idx="987" c:formatCode="yyyy/m/d">
                  <c:v>45308</c:v>
                </c:pt>
                <c:pt idx="988" c:formatCode="yyyy/m/d">
                  <c:v>45309</c:v>
                </c:pt>
                <c:pt idx="989" c:formatCode="yyyy/m/d">
                  <c:v>45310</c:v>
                </c:pt>
                <c:pt idx="990" c:formatCode="yyyy/m/d">
                  <c:v>45313</c:v>
                </c:pt>
                <c:pt idx="991" c:formatCode="yyyy/m/d">
                  <c:v>45314</c:v>
                </c:pt>
                <c:pt idx="992" c:formatCode="yyyy/m/d">
                  <c:v>45315</c:v>
                </c:pt>
                <c:pt idx="993" c:formatCode="yyyy/m/d">
                  <c:v>45316</c:v>
                </c:pt>
                <c:pt idx="994" c:formatCode="yyyy/m/d">
                  <c:v>45317</c:v>
                </c:pt>
                <c:pt idx="995" c:formatCode="yyyy/m/d">
                  <c:v>45320</c:v>
                </c:pt>
                <c:pt idx="996" c:formatCode="yyyy/m/d">
                  <c:v>45321</c:v>
                </c:pt>
                <c:pt idx="997" c:formatCode="yyyy/m/d">
                  <c:v>45322</c:v>
                </c:pt>
                <c:pt idx="998" c:formatCode="yyyy/m/d">
                  <c:v>45323</c:v>
                </c:pt>
                <c:pt idx="999" c:formatCode="yyyy/m/d">
                  <c:v>45324</c:v>
                </c:pt>
                <c:pt idx="1000" c:formatCode="yyyy/m/d">
                  <c:v>45327</c:v>
                </c:pt>
                <c:pt idx="1001" c:formatCode="yyyy/m/d">
                  <c:v>45328</c:v>
                </c:pt>
                <c:pt idx="1002" c:formatCode="yyyy/m/d">
                  <c:v>45329</c:v>
                </c:pt>
                <c:pt idx="1003" c:formatCode="yyyy/m/d">
                  <c:v>45330</c:v>
                </c:pt>
                <c:pt idx="1004" c:formatCode="yyyy/m/d">
                  <c:v>45341</c:v>
                </c:pt>
                <c:pt idx="1005" c:formatCode="yyyy/m/d">
                  <c:v>45342</c:v>
                </c:pt>
                <c:pt idx="1006" c:formatCode="yyyy/m/d">
                  <c:v>45343</c:v>
                </c:pt>
                <c:pt idx="1007" c:formatCode="yyyy/m/d">
                  <c:v>45344</c:v>
                </c:pt>
                <c:pt idx="1008" c:formatCode="yyyy/m/d">
                  <c:v>45345</c:v>
                </c:pt>
                <c:pt idx="1009" c:formatCode="yyyy/m/d">
                  <c:v>45348</c:v>
                </c:pt>
                <c:pt idx="1010" c:formatCode="yyyy/m/d">
                  <c:v>45349</c:v>
                </c:pt>
                <c:pt idx="1011" c:formatCode="yyyy/m/d">
                  <c:v>45350</c:v>
                </c:pt>
                <c:pt idx="1012" c:formatCode="yyyy/m/d">
                  <c:v>45351</c:v>
                </c:pt>
                <c:pt idx="1013" c:formatCode="yyyy/m/d">
                  <c:v>45352</c:v>
                </c:pt>
                <c:pt idx="1014" c:formatCode="yyyy/m/d">
                  <c:v>45355</c:v>
                </c:pt>
                <c:pt idx="1015" c:formatCode="yyyy/m/d">
                  <c:v>45356</c:v>
                </c:pt>
                <c:pt idx="1016" c:formatCode="yyyy/m/d">
                  <c:v>45357</c:v>
                </c:pt>
                <c:pt idx="1017" c:formatCode="yyyy/m/d">
                  <c:v>45358</c:v>
                </c:pt>
                <c:pt idx="1018" c:formatCode="yyyy/m/d">
                  <c:v>45359</c:v>
                </c:pt>
                <c:pt idx="1019" c:formatCode="yyyy/m/d">
                  <c:v>45362</c:v>
                </c:pt>
                <c:pt idx="1020" c:formatCode="yyyy/m/d">
                  <c:v>45363</c:v>
                </c:pt>
                <c:pt idx="1021" c:formatCode="yyyy/m/d">
                  <c:v>45364</c:v>
                </c:pt>
                <c:pt idx="1022" c:formatCode="yyyy/m/d">
                  <c:v>45365</c:v>
                </c:pt>
                <c:pt idx="1023" c:formatCode="yyyy/m/d">
                  <c:v>45366</c:v>
                </c:pt>
                <c:pt idx="1024" c:formatCode="yyyy/m/d">
                  <c:v>45369</c:v>
                </c:pt>
                <c:pt idx="1025" c:formatCode="yyyy/m/d">
                  <c:v>45370</c:v>
                </c:pt>
                <c:pt idx="1026" c:formatCode="yyyy/m/d">
                  <c:v>45371</c:v>
                </c:pt>
                <c:pt idx="1027" c:formatCode="yyyy/m/d">
                  <c:v>45372</c:v>
                </c:pt>
                <c:pt idx="1028" c:formatCode="yyyy/m/d">
                  <c:v>45373</c:v>
                </c:pt>
                <c:pt idx="1029" c:formatCode="yyyy/m/d">
                  <c:v>45376</c:v>
                </c:pt>
                <c:pt idx="1030" c:formatCode="yyyy/m/d">
                  <c:v>45377</c:v>
                </c:pt>
                <c:pt idx="1031" c:formatCode="yyyy/m/d">
                  <c:v>45378</c:v>
                </c:pt>
                <c:pt idx="1032" c:formatCode="yyyy/m/d">
                  <c:v>45379</c:v>
                </c:pt>
                <c:pt idx="1033" c:formatCode="yyyy/m/d">
                  <c:v>45380</c:v>
                </c:pt>
                <c:pt idx="1034" c:formatCode="yyyy/m/d">
                  <c:v>45383</c:v>
                </c:pt>
                <c:pt idx="1035" c:formatCode="yyyy/m/d">
                  <c:v>45384</c:v>
                </c:pt>
                <c:pt idx="1036" c:formatCode="yyyy/m/d">
                  <c:v>45385</c:v>
                </c:pt>
                <c:pt idx="1037" c:formatCode="yyyy/m/d">
                  <c:v>45390</c:v>
                </c:pt>
                <c:pt idx="1038" c:formatCode="yyyy/m/d">
                  <c:v>45391</c:v>
                </c:pt>
                <c:pt idx="1039" c:formatCode="yyyy/m/d">
                  <c:v>45392</c:v>
                </c:pt>
                <c:pt idx="1040" c:formatCode="yyyy/m/d">
                  <c:v>45393</c:v>
                </c:pt>
                <c:pt idx="1041" c:formatCode="yyyy/m/d">
                  <c:v>45394</c:v>
                </c:pt>
                <c:pt idx="1042" c:formatCode="yyyy/m/d">
                  <c:v>45397</c:v>
                </c:pt>
                <c:pt idx="1043" c:formatCode="yyyy/m/d">
                  <c:v>45398</c:v>
                </c:pt>
                <c:pt idx="1044" c:formatCode="yyyy/m/d">
                  <c:v>45399</c:v>
                </c:pt>
                <c:pt idx="1045" c:formatCode="yyyy/m/d">
                  <c:v>45400</c:v>
                </c:pt>
                <c:pt idx="1046" c:formatCode="yyyy/m/d">
                  <c:v>45401</c:v>
                </c:pt>
                <c:pt idx="1047" c:formatCode="yyyy/m/d">
                  <c:v>45404</c:v>
                </c:pt>
                <c:pt idx="1048" c:formatCode="yyyy/m/d">
                  <c:v>45405</c:v>
                </c:pt>
                <c:pt idx="1049" c:formatCode="yyyy/m/d">
                  <c:v>45406</c:v>
                </c:pt>
                <c:pt idx="1050" c:formatCode="yyyy/m/d">
                  <c:v>45407</c:v>
                </c:pt>
                <c:pt idx="1051" c:formatCode="yyyy/m/d">
                  <c:v>45408</c:v>
                </c:pt>
                <c:pt idx="1052" c:formatCode="yyyy/m/d">
                  <c:v>45411</c:v>
                </c:pt>
                <c:pt idx="1053" c:formatCode="yyyy/m/d">
                  <c:v>45412</c:v>
                </c:pt>
                <c:pt idx="1054" c:formatCode="yyyy/m/d">
                  <c:v>45418</c:v>
                </c:pt>
                <c:pt idx="1055" c:formatCode="yyyy/m/d">
                  <c:v>45419</c:v>
                </c:pt>
                <c:pt idx="1056" c:formatCode="yyyy/m/d">
                  <c:v>45420</c:v>
                </c:pt>
                <c:pt idx="1057" c:formatCode="yyyy/m/d">
                  <c:v>45421</c:v>
                </c:pt>
                <c:pt idx="1058" c:formatCode="yyyy/m/d">
                  <c:v>45422</c:v>
                </c:pt>
                <c:pt idx="1059" c:formatCode="yyyy/m/d">
                  <c:v>45425</c:v>
                </c:pt>
                <c:pt idx="1060" c:formatCode="yyyy/m/d">
                  <c:v>45426</c:v>
                </c:pt>
                <c:pt idx="1061" c:formatCode="yyyy/m/d">
                  <c:v>45427</c:v>
                </c:pt>
                <c:pt idx="1062" c:formatCode="yyyy/m/d">
                  <c:v>45428</c:v>
                </c:pt>
                <c:pt idx="1063" c:formatCode="yyyy/m/d">
                  <c:v>45429</c:v>
                </c:pt>
                <c:pt idx="1064" c:formatCode="yyyy/m/d">
                  <c:v>45432</c:v>
                </c:pt>
                <c:pt idx="1065" c:formatCode="yyyy/m/d">
                  <c:v>45433</c:v>
                </c:pt>
                <c:pt idx="1066" c:formatCode="yyyy/m/d">
                  <c:v>45434</c:v>
                </c:pt>
                <c:pt idx="1067" c:formatCode="yyyy/m/d">
                  <c:v>45435</c:v>
                </c:pt>
                <c:pt idx="1068" c:formatCode="yyyy/m/d">
                  <c:v>45436</c:v>
                </c:pt>
                <c:pt idx="1069" c:formatCode="yyyy/m/d">
                  <c:v>45439</c:v>
                </c:pt>
                <c:pt idx="1070" c:formatCode="yyyy/m/d">
                  <c:v>45440</c:v>
                </c:pt>
                <c:pt idx="1071" c:formatCode="yyyy/m/d">
                  <c:v>45441</c:v>
                </c:pt>
                <c:pt idx="1072" c:formatCode="yyyy/m/d">
                  <c:v>45442</c:v>
                </c:pt>
                <c:pt idx="1073" c:formatCode="yyyy/m/d">
                  <c:v>45443</c:v>
                </c:pt>
                <c:pt idx="1074" c:formatCode="yyyy/m/d">
                  <c:v>45446</c:v>
                </c:pt>
                <c:pt idx="1075" c:formatCode="yyyy/m/d">
                  <c:v>45447</c:v>
                </c:pt>
                <c:pt idx="1076" c:formatCode="yyyy/m/d">
                  <c:v>45448</c:v>
                </c:pt>
                <c:pt idx="1077" c:formatCode="yyyy/m/d">
                  <c:v>45449</c:v>
                </c:pt>
                <c:pt idx="1078" c:formatCode="yyyy/m/d">
                  <c:v>45450</c:v>
                </c:pt>
                <c:pt idx="1079" c:formatCode="yyyy/m/d">
                  <c:v>45454</c:v>
                </c:pt>
                <c:pt idx="1080" c:formatCode="yyyy/m/d">
                  <c:v>45455</c:v>
                </c:pt>
                <c:pt idx="1081" c:formatCode="yyyy/m/d">
                  <c:v>45456</c:v>
                </c:pt>
                <c:pt idx="1082" c:formatCode="yyyy/m/d">
                  <c:v>45457</c:v>
                </c:pt>
                <c:pt idx="1083" c:formatCode="yyyy/m/d">
                  <c:v>45460</c:v>
                </c:pt>
                <c:pt idx="1084" c:formatCode="yyyy/m/d">
                  <c:v>45461</c:v>
                </c:pt>
                <c:pt idx="1085" c:formatCode="yyyy/m/d">
                  <c:v>45462</c:v>
                </c:pt>
                <c:pt idx="1086" c:formatCode="yyyy/m/d">
                  <c:v>45463</c:v>
                </c:pt>
                <c:pt idx="1087" c:formatCode="yyyy/m/d">
                  <c:v>45464</c:v>
                </c:pt>
                <c:pt idx="1088" c:formatCode="yyyy/m/d">
                  <c:v>45467</c:v>
                </c:pt>
                <c:pt idx="1089" c:formatCode="yyyy/m/d">
                  <c:v>45468</c:v>
                </c:pt>
                <c:pt idx="1090" c:formatCode="yyyy/m/d">
                  <c:v>45469</c:v>
                </c:pt>
                <c:pt idx="1091" c:formatCode="yyyy/m/d">
                  <c:v>45470</c:v>
                </c:pt>
                <c:pt idx="1092" c:formatCode="yyyy/m/d">
                  <c:v>45471</c:v>
                </c:pt>
                <c:pt idx="1093" c:formatCode="yyyy/m/d">
                  <c:v>45474</c:v>
                </c:pt>
                <c:pt idx="1094" c:formatCode="yyyy/m/d">
                  <c:v>45475</c:v>
                </c:pt>
                <c:pt idx="1095" c:formatCode="yyyy/m/d">
                  <c:v>45476</c:v>
                </c:pt>
                <c:pt idx="1096" c:formatCode="yyyy/m/d">
                  <c:v>45477</c:v>
                </c:pt>
                <c:pt idx="1097" c:formatCode="yyyy/m/d">
                  <c:v>45478</c:v>
                </c:pt>
                <c:pt idx="1098" c:formatCode="yyyy/m/d">
                  <c:v>45481</c:v>
                </c:pt>
                <c:pt idx="1099" c:formatCode="yyyy/m/d">
                  <c:v>45482</c:v>
                </c:pt>
                <c:pt idx="1100" c:formatCode="yyyy/m/d">
                  <c:v>45483</c:v>
                </c:pt>
                <c:pt idx="1101" c:formatCode="yyyy/m/d">
                  <c:v>45484</c:v>
                </c:pt>
                <c:pt idx="1102" c:formatCode="yyyy/m/d">
                  <c:v>45485</c:v>
                </c:pt>
                <c:pt idx="1103" c:formatCode="yyyy/m/d">
                  <c:v>45488</c:v>
                </c:pt>
                <c:pt idx="1104" c:formatCode="yyyy/m/d">
                  <c:v>45489</c:v>
                </c:pt>
                <c:pt idx="1105" c:formatCode="yyyy/m/d">
                  <c:v>45490</c:v>
                </c:pt>
                <c:pt idx="1106" c:formatCode="yyyy/m/d">
                  <c:v>45491</c:v>
                </c:pt>
                <c:pt idx="1107" c:formatCode="yyyy/m/d">
                  <c:v>45492</c:v>
                </c:pt>
                <c:pt idx="1108" c:formatCode="yyyy/m/d">
                  <c:v>45495</c:v>
                </c:pt>
                <c:pt idx="1109" c:formatCode="yyyy/m/d">
                  <c:v>45496</c:v>
                </c:pt>
                <c:pt idx="1110" c:formatCode="yyyy/m/d">
                  <c:v>45497</c:v>
                </c:pt>
                <c:pt idx="1111" c:formatCode="yyyy/m/d">
                  <c:v>45498</c:v>
                </c:pt>
                <c:pt idx="1112" c:formatCode="yyyy/m/d">
                  <c:v>45499</c:v>
                </c:pt>
                <c:pt idx="1113" c:formatCode="yyyy/m/d">
                  <c:v>45502</c:v>
                </c:pt>
                <c:pt idx="1114" c:formatCode="yyyy/m/d">
                  <c:v>45503</c:v>
                </c:pt>
                <c:pt idx="1115" c:formatCode="yyyy/m/d">
                  <c:v>45504</c:v>
                </c:pt>
                <c:pt idx="1116" c:formatCode="yyyy/m/d">
                  <c:v>45505</c:v>
                </c:pt>
                <c:pt idx="1117" c:formatCode="yyyy/m/d">
                  <c:v>45506</c:v>
                </c:pt>
                <c:pt idx="1118" c:formatCode="yyyy/m/d">
                  <c:v>45509</c:v>
                </c:pt>
                <c:pt idx="1119" c:formatCode="yyyy/m/d">
                  <c:v>45510</c:v>
                </c:pt>
                <c:pt idx="1120" c:formatCode="yyyy/m/d">
                  <c:v>45511</c:v>
                </c:pt>
                <c:pt idx="1121" c:formatCode="yyyy/m/d">
                  <c:v>45512</c:v>
                </c:pt>
                <c:pt idx="1122" c:formatCode="yyyy/m/d">
                  <c:v>45513</c:v>
                </c:pt>
                <c:pt idx="1123" c:formatCode="yyyy/m/d">
                  <c:v>45516</c:v>
                </c:pt>
                <c:pt idx="1124" c:formatCode="yyyy/m/d">
                  <c:v>45517</c:v>
                </c:pt>
                <c:pt idx="1125" c:formatCode="yyyy/m/d">
                  <c:v>45518</c:v>
                </c:pt>
                <c:pt idx="1126" c:formatCode="yyyy/m/d">
                  <c:v>45519</c:v>
                </c:pt>
                <c:pt idx="1127" c:formatCode="yyyy/m/d">
                  <c:v>45520</c:v>
                </c:pt>
                <c:pt idx="1128" c:formatCode="yyyy/m/d">
                  <c:v>45523</c:v>
                </c:pt>
                <c:pt idx="1129" c:formatCode="yyyy/m/d">
                  <c:v>45524</c:v>
                </c:pt>
                <c:pt idx="1130" c:formatCode="yyyy/m/d">
                  <c:v>45525</c:v>
                </c:pt>
                <c:pt idx="1131" c:formatCode="yyyy/m/d">
                  <c:v>45526</c:v>
                </c:pt>
                <c:pt idx="1132" c:formatCode="yyyy/m/d">
                  <c:v>45527</c:v>
                </c:pt>
                <c:pt idx="1133" c:formatCode="yyyy/m/d">
                  <c:v>45530</c:v>
                </c:pt>
                <c:pt idx="1134" c:formatCode="yyyy/m/d">
                  <c:v>45531</c:v>
                </c:pt>
                <c:pt idx="1135" c:formatCode="yyyy/m/d">
                  <c:v>45532</c:v>
                </c:pt>
                <c:pt idx="1136" c:formatCode="yyyy/m/d">
                  <c:v>45533</c:v>
                </c:pt>
                <c:pt idx="1137" c:formatCode="yyyy/m/d">
                  <c:v>45534</c:v>
                </c:pt>
                <c:pt idx="1138" c:formatCode="yyyy/m/d">
                  <c:v>45537</c:v>
                </c:pt>
                <c:pt idx="1139" c:formatCode="yyyy/m/d">
                  <c:v>45538</c:v>
                </c:pt>
                <c:pt idx="1140" c:formatCode="yyyy/m/d">
                  <c:v>45539</c:v>
                </c:pt>
                <c:pt idx="1141" c:formatCode="yyyy/m/d">
                  <c:v>45540</c:v>
                </c:pt>
                <c:pt idx="1142" c:formatCode="yyyy/m/d">
                  <c:v>45541</c:v>
                </c:pt>
                <c:pt idx="1143" c:formatCode="yyyy/m/d">
                  <c:v>45544</c:v>
                </c:pt>
                <c:pt idx="1144" c:formatCode="yyyy/m/d">
                  <c:v>45545</c:v>
                </c:pt>
                <c:pt idx="1145" c:formatCode="yyyy/m/d">
                  <c:v>45546</c:v>
                </c:pt>
                <c:pt idx="1146" c:formatCode="yyyy/m/d">
                  <c:v>45547</c:v>
                </c:pt>
                <c:pt idx="1147" c:formatCode="yyyy/m/d">
                  <c:v>45548</c:v>
                </c:pt>
                <c:pt idx="1148" c:formatCode="yyyy/m/d">
                  <c:v>45553</c:v>
                </c:pt>
                <c:pt idx="1149" c:formatCode="yyyy/m/d">
                  <c:v>45554</c:v>
                </c:pt>
                <c:pt idx="1150" c:formatCode="yyyy/m/d">
                  <c:v>45555</c:v>
                </c:pt>
                <c:pt idx="1151" c:formatCode="yyyy/m/d">
                  <c:v>45558</c:v>
                </c:pt>
                <c:pt idx="1152" c:formatCode="yyyy/m/d">
                  <c:v>45559</c:v>
                </c:pt>
                <c:pt idx="1153" c:formatCode="yyyy/m/d">
                  <c:v>45560</c:v>
                </c:pt>
                <c:pt idx="1154" c:formatCode="yyyy/m/d">
                  <c:v>45561</c:v>
                </c:pt>
                <c:pt idx="1155" c:formatCode="yyyy/m/d">
                  <c:v>45562</c:v>
                </c:pt>
                <c:pt idx="1156" c:formatCode="yyyy/m/d">
                  <c:v>45565</c:v>
                </c:pt>
                <c:pt idx="1157" c:formatCode="yyyy/m/d">
                  <c:v>45573</c:v>
                </c:pt>
                <c:pt idx="1158" c:formatCode="yyyy/m/d">
                  <c:v>45574</c:v>
                </c:pt>
                <c:pt idx="1159" c:formatCode="yyyy/m/d">
                  <c:v>45575</c:v>
                </c:pt>
                <c:pt idx="1160" c:formatCode="yyyy/m/d">
                  <c:v>45576</c:v>
                </c:pt>
                <c:pt idx="1161" c:formatCode="yyyy/m/d">
                  <c:v>45579</c:v>
                </c:pt>
                <c:pt idx="1162" c:formatCode="yyyy/m/d">
                  <c:v>45580</c:v>
                </c:pt>
                <c:pt idx="1163" c:formatCode="yyyy/m/d">
                  <c:v>45581</c:v>
                </c:pt>
                <c:pt idx="1164" c:formatCode="yyyy/m/d">
                  <c:v>45582</c:v>
                </c:pt>
                <c:pt idx="1165" c:formatCode="yyyy/m/d">
                  <c:v>45583</c:v>
                </c:pt>
                <c:pt idx="1166" c:formatCode="yyyy/m/d">
                  <c:v>45586</c:v>
                </c:pt>
                <c:pt idx="1167" c:formatCode="yyyy/m/d">
                  <c:v>45587</c:v>
                </c:pt>
                <c:pt idx="1168" c:formatCode="yyyy/m/d">
                  <c:v>45588</c:v>
                </c:pt>
                <c:pt idx="1169" c:formatCode="yyyy/m/d">
                  <c:v>45589</c:v>
                </c:pt>
                <c:pt idx="1170" c:formatCode="yyyy/m/d">
                  <c:v>45590</c:v>
                </c:pt>
                <c:pt idx="1171" c:formatCode="yyyy/m/d">
                  <c:v>45593</c:v>
                </c:pt>
                <c:pt idx="1172" c:formatCode="yyyy/m/d">
                  <c:v>45594</c:v>
                </c:pt>
                <c:pt idx="1173" c:formatCode="yyyy/m/d">
                  <c:v>45595</c:v>
                </c:pt>
                <c:pt idx="1174" c:formatCode="yyyy/m/d">
                  <c:v>45596</c:v>
                </c:pt>
                <c:pt idx="1175" c:formatCode="yyyy/m/d">
                  <c:v>45597</c:v>
                </c:pt>
                <c:pt idx="1176" c:formatCode="yyyy/m/d">
                  <c:v>45600</c:v>
                </c:pt>
                <c:pt idx="1177" c:formatCode="yyyy/m/d">
                  <c:v>45601</c:v>
                </c:pt>
                <c:pt idx="1178" c:formatCode="yyyy/m/d">
                  <c:v>45602</c:v>
                </c:pt>
                <c:pt idx="1179" c:formatCode="yyyy/m/d">
                  <c:v>45603</c:v>
                </c:pt>
                <c:pt idx="1180" c:formatCode="yyyy/m/d">
                  <c:v>45604</c:v>
                </c:pt>
                <c:pt idx="1181" c:formatCode="yyyy/m/d">
                  <c:v>45607</c:v>
                </c:pt>
                <c:pt idx="1182" c:formatCode="yyyy/m/d">
                  <c:v>45608</c:v>
                </c:pt>
                <c:pt idx="1183" c:formatCode="yyyy/m/d">
                  <c:v>45609</c:v>
                </c:pt>
                <c:pt idx="1184" c:formatCode="yyyy/m/d">
                  <c:v>45610</c:v>
                </c:pt>
                <c:pt idx="1185" c:formatCode="yyyy/m/d">
                  <c:v>45611</c:v>
                </c:pt>
                <c:pt idx="1186" c:formatCode="yyyy/m/d">
                  <c:v>45614</c:v>
                </c:pt>
                <c:pt idx="1187" c:formatCode="yyyy/m/d">
                  <c:v>45615</c:v>
                </c:pt>
                <c:pt idx="1188" c:formatCode="yyyy/m/d">
                  <c:v>45616</c:v>
                </c:pt>
                <c:pt idx="1189" c:formatCode="yyyy/m/d">
                  <c:v>45617</c:v>
                </c:pt>
                <c:pt idx="1190" c:formatCode="yyyy/m/d">
                  <c:v>45618</c:v>
                </c:pt>
                <c:pt idx="1191" c:formatCode="yyyy/m/d">
                  <c:v>45621</c:v>
                </c:pt>
                <c:pt idx="1192" c:formatCode="yyyy/m/d">
                  <c:v>45622</c:v>
                </c:pt>
                <c:pt idx="1193" c:formatCode="yyyy/m/d">
                  <c:v>45623</c:v>
                </c:pt>
                <c:pt idx="1194" c:formatCode="yyyy/m/d">
                  <c:v>45624</c:v>
                </c:pt>
                <c:pt idx="1195" c:formatCode="yyyy/m/d">
                  <c:v>45625</c:v>
                </c:pt>
                <c:pt idx="1196" c:formatCode="yyyy/m/d">
                  <c:v>45628</c:v>
                </c:pt>
                <c:pt idx="1197" c:formatCode="yyyy/m/d">
                  <c:v>45629</c:v>
                </c:pt>
                <c:pt idx="1198" c:formatCode="yyyy/m/d">
                  <c:v>45630</c:v>
                </c:pt>
                <c:pt idx="1199" c:formatCode="yyyy/m/d">
                  <c:v>45631</c:v>
                </c:pt>
                <c:pt idx="1200" c:formatCode="yyyy/m/d">
                  <c:v>45632</c:v>
                </c:pt>
                <c:pt idx="1201" c:formatCode="yyyy/m/d">
                  <c:v>45635</c:v>
                </c:pt>
                <c:pt idx="1202" c:formatCode="yyyy/m/d">
                  <c:v>45636</c:v>
                </c:pt>
              </c:numCache>
            </c:numRef>
          </c:cat>
          <c:val>
            <c:numRef>
              <c:f>csi300_vol_premium.csv!$B$2:$B$1204</c:f>
              <c:numCache>
                <c:formatCode>0.00%</c:formatCode>
                <c:ptCount val="1203"/>
                <c:pt idx="0">
                  <c:v>0.170853441015762</c:v>
                </c:pt>
                <c:pt idx="1">
                  <c:v>0.170695601949603</c:v>
                </c:pt>
                <c:pt idx="2">
                  <c:v>0.160673256605469</c:v>
                </c:pt>
                <c:pt idx="3">
                  <c:v>0.171169704615724</c:v>
                </c:pt>
                <c:pt idx="4">
                  <c:v>0.18320402655439</c:v>
                </c:pt>
                <c:pt idx="5">
                  <c:v>0.197165327576608</c:v>
                </c:pt>
                <c:pt idx="6">
                  <c:v>0.219581608614783</c:v>
                </c:pt>
                <c:pt idx="7">
                  <c:v>0.218773248187467</c:v>
                </c:pt>
                <c:pt idx="8">
                  <c:v>0.226310337290389</c:v>
                </c:pt>
                <c:pt idx="9">
                  <c:v>0.226192272271536</c:v>
                </c:pt>
                <c:pt idx="10">
                  <c:v>0.228187714886425</c:v>
                </c:pt>
                <c:pt idx="11">
                  <c:v>0.220450593045895</c:v>
                </c:pt>
                <c:pt idx="12">
                  <c:v>0.206500190437434</c:v>
                </c:pt>
                <c:pt idx="13">
                  <c:v>0.197865626912423</c:v>
                </c:pt>
                <c:pt idx="14">
                  <c:v>0.194379181163746</c:v>
                </c:pt>
                <c:pt idx="15">
                  <c:v>0.195108857770811</c:v>
                </c:pt>
                <c:pt idx="16">
                  <c:v>0.186429740924704</c:v>
                </c:pt>
                <c:pt idx="17">
                  <c:v>0.175081412533877</c:v>
                </c:pt>
                <c:pt idx="18">
                  <c:v>0.173284609766547</c:v>
                </c:pt>
                <c:pt idx="19">
                  <c:v>0.19556107211617</c:v>
                </c:pt>
                <c:pt idx="20">
                  <c:v>0.201202432028864</c:v>
                </c:pt>
                <c:pt idx="21">
                  <c:v>0.253128729621122</c:v>
                </c:pt>
                <c:pt idx="22">
                  <c:v>0.323811646782143</c:v>
                </c:pt>
                <c:pt idx="23">
                  <c:v>0.253338737827412</c:v>
                </c:pt>
                <c:pt idx="24">
                  <c:v>0.22258590912868</c:v>
                </c:pt>
                <c:pt idx="25">
                  <c:v>0.226206057025924</c:v>
                </c:pt>
                <c:pt idx="26">
                  <c:v>0.239445384190565</c:v>
                </c:pt>
                <c:pt idx="27">
                  <c:v>0.222621910813777</c:v>
                </c:pt>
                <c:pt idx="28">
                  <c:v>0.194512357019449</c:v>
                </c:pt>
                <c:pt idx="29">
                  <c:v>0.172799211497156</c:v>
                </c:pt>
                <c:pt idx="30">
                  <c:v>0.183333974908968</c:v>
                </c:pt>
                <c:pt idx="31">
                  <c:v>0.171169326365223</c:v>
                </c:pt>
                <c:pt idx="32">
                  <c:v>0.190473989283599</c:v>
                </c:pt>
                <c:pt idx="33">
                  <c:v>0.201933392185777</c:v>
                </c:pt>
                <c:pt idx="34">
                  <c:v>0.202284291087643</c:v>
                </c:pt>
                <c:pt idx="35">
                  <c:v>0.195591961686702</c:v>
                </c:pt>
                <c:pt idx="36">
                  <c:v>0.220156285280518</c:v>
                </c:pt>
                <c:pt idx="37">
                  <c:v>0.243983160358877</c:v>
                </c:pt>
                <c:pt idx="38">
                  <c:v>0.245526145993862</c:v>
                </c:pt>
                <c:pt idx="39">
                  <c:v>0.254325115929992</c:v>
                </c:pt>
                <c:pt idx="40">
                  <c:v>0.241225697522734</c:v>
                </c:pt>
                <c:pt idx="41">
                  <c:v>0.269893757061211</c:v>
                </c:pt>
                <c:pt idx="42">
                  <c:v>0.243700696945098</c:v>
                </c:pt>
                <c:pt idx="43">
                  <c:v>0.241032027715278</c:v>
                </c:pt>
                <c:pt idx="44">
                  <c:v>0.243560618550503</c:v>
                </c:pt>
                <c:pt idx="45">
                  <c:v>0.239118870614594</c:v>
                </c:pt>
                <c:pt idx="46">
                  <c:v>0.265944476674357</c:v>
                </c:pt>
                <c:pt idx="47">
                  <c:v>0.305469547079681</c:v>
                </c:pt>
                <c:pt idx="48">
                  <c:v>0.304217435657188</c:v>
                </c:pt>
                <c:pt idx="49">
                  <c:v>0.326444557046151</c:v>
                </c:pt>
                <c:pt idx="50">
                  <c:v>0.357287567171387</c:v>
                </c:pt>
                <c:pt idx="51">
                  <c:v>0.439730815882672</c:v>
                </c:pt>
                <c:pt idx="52">
                  <c:v>0.442523360833951</c:v>
                </c:pt>
                <c:pt idx="53">
                  <c:v>0.466350662106431</c:v>
                </c:pt>
                <c:pt idx="54">
                  <c:v>0.408501639596865</c:v>
                </c:pt>
                <c:pt idx="55">
                  <c:v>0.437186723562882</c:v>
                </c:pt>
                <c:pt idx="56">
                  <c:v>0.379296527990019</c:v>
                </c:pt>
                <c:pt idx="57">
                  <c:v>0.413486716768233</c:v>
                </c:pt>
                <c:pt idx="58">
                  <c:v>0.389400939443155</c:v>
                </c:pt>
                <c:pt idx="59">
                  <c:v>0.373950394132932</c:v>
                </c:pt>
                <c:pt idx="60">
                  <c:v>0.370641064491471</c:v>
                </c:pt>
                <c:pt idx="61">
                  <c:v>0.369812461175565</c:v>
                </c:pt>
                <c:pt idx="62">
                  <c:v>0.356959039123885</c:v>
                </c:pt>
                <c:pt idx="63">
                  <c:v>0.332312911702684</c:v>
                </c:pt>
                <c:pt idx="64">
                  <c:v>0.31764469417352</c:v>
                </c:pt>
                <c:pt idx="65">
                  <c:v>0.296934214725783</c:v>
                </c:pt>
                <c:pt idx="66">
                  <c:v>0.325218123809781</c:v>
                </c:pt>
                <c:pt idx="67">
                  <c:v>0.283193001767345</c:v>
                </c:pt>
                <c:pt idx="68">
                  <c:v>0.259799644391431</c:v>
                </c:pt>
                <c:pt idx="69">
                  <c:v>0.236265700183784</c:v>
                </c:pt>
                <c:pt idx="70">
                  <c:v>0.237281941670109</c:v>
                </c:pt>
                <c:pt idx="71">
                  <c:v>0.218427879408169</c:v>
                </c:pt>
                <c:pt idx="72">
                  <c:v>0.206028738842091</c:v>
                </c:pt>
                <c:pt idx="73">
                  <c:v>0.218465592427771</c:v>
                </c:pt>
                <c:pt idx="74">
                  <c:v>0.213506583239449</c:v>
                </c:pt>
                <c:pt idx="75">
                  <c:v>0.217375049346332</c:v>
                </c:pt>
                <c:pt idx="76">
                  <c:v>0.217800780166567</c:v>
                </c:pt>
                <c:pt idx="77">
                  <c:v>0.215066630243607</c:v>
                </c:pt>
                <c:pt idx="78">
                  <c:v>0.213478834848124</c:v>
                </c:pt>
                <c:pt idx="79">
                  <c:v>0.212768602908757</c:v>
                </c:pt>
                <c:pt idx="80">
                  <c:v>0.211570224149944</c:v>
                </c:pt>
                <c:pt idx="81">
                  <c:v>0.195910876811526</c:v>
                </c:pt>
                <c:pt idx="82">
                  <c:v>0.204564719303125</c:v>
                </c:pt>
                <c:pt idx="83">
                  <c:v>0.211264147815732</c:v>
                </c:pt>
                <c:pt idx="84">
                  <c:v>0.249455935515223</c:v>
                </c:pt>
                <c:pt idx="85">
                  <c:v>0.209321065171243</c:v>
                </c:pt>
                <c:pt idx="86">
                  <c:v>0.187659112270716</c:v>
                </c:pt>
                <c:pt idx="87">
                  <c:v>0.178063975844974</c:v>
                </c:pt>
                <c:pt idx="88">
                  <c:v>0.18625005651908</c:v>
                </c:pt>
                <c:pt idx="89">
                  <c:v>0.18274380898548</c:v>
                </c:pt>
                <c:pt idx="90">
                  <c:v>0.181922897471165</c:v>
                </c:pt>
                <c:pt idx="91">
                  <c:v>0.176073275693792</c:v>
                </c:pt>
                <c:pt idx="92">
                  <c:v>0.179571090815518</c:v>
                </c:pt>
                <c:pt idx="93">
                  <c:v>0.169846516394935</c:v>
                </c:pt>
                <c:pt idx="94">
                  <c:v>0.162081455773345</c:v>
                </c:pt>
                <c:pt idx="95">
                  <c:v>0.151056725163281</c:v>
                </c:pt>
                <c:pt idx="96">
                  <c:v>0.160098293902782</c:v>
                </c:pt>
                <c:pt idx="97">
                  <c:v>0.185951120552212</c:v>
                </c:pt>
                <c:pt idx="98">
                  <c:v>0.171043344214448</c:v>
                </c:pt>
                <c:pt idx="99">
                  <c:v>0.155766223713498</c:v>
                </c:pt>
                <c:pt idx="100">
                  <c:v>0.169418138257005</c:v>
                </c:pt>
                <c:pt idx="101">
                  <c:v>0.174505833693618</c:v>
                </c:pt>
                <c:pt idx="102">
                  <c:v>0.178611920953597</c:v>
                </c:pt>
                <c:pt idx="103">
                  <c:v>0.170478526722456</c:v>
                </c:pt>
                <c:pt idx="104">
                  <c:v>0.166725265262148</c:v>
                </c:pt>
                <c:pt idx="105">
                  <c:v>0.175287590818573</c:v>
                </c:pt>
                <c:pt idx="106">
                  <c:v>0.178418127531696</c:v>
                </c:pt>
                <c:pt idx="107">
                  <c:v>0.178628756551825</c:v>
                </c:pt>
                <c:pt idx="108">
                  <c:v>0.158572472927447</c:v>
                </c:pt>
                <c:pt idx="109">
                  <c:v>0.158817469002983</c:v>
                </c:pt>
                <c:pt idx="110">
                  <c:v>0.166926313374016</c:v>
                </c:pt>
                <c:pt idx="111">
                  <c:v>0.170363131149879</c:v>
                </c:pt>
                <c:pt idx="112">
                  <c:v>0.164866948775683</c:v>
                </c:pt>
                <c:pt idx="113">
                  <c:v>0.194550605354591</c:v>
                </c:pt>
                <c:pt idx="114">
                  <c:v>0.176461292032845</c:v>
                </c:pt>
                <c:pt idx="115">
                  <c:v>0.183724040049002</c:v>
                </c:pt>
                <c:pt idx="116">
                  <c:v>0.180211262091319</c:v>
                </c:pt>
                <c:pt idx="117">
                  <c:v>0.187231233869392</c:v>
                </c:pt>
                <c:pt idx="118">
                  <c:v>0.193914576352445</c:v>
                </c:pt>
                <c:pt idx="119">
                  <c:v>0.205187636138435</c:v>
                </c:pt>
                <c:pt idx="120">
                  <c:v>0.213790689451734</c:v>
                </c:pt>
                <c:pt idx="121">
                  <c:v>0.188361366018225</c:v>
                </c:pt>
                <c:pt idx="122">
                  <c:v>0.174751792267245</c:v>
                </c:pt>
                <c:pt idx="123">
                  <c:v>0.174477625031949</c:v>
                </c:pt>
                <c:pt idx="124">
                  <c:v>0.227511658514375</c:v>
                </c:pt>
                <c:pt idx="125">
                  <c:v>0.257700880777302</c:v>
                </c:pt>
                <c:pt idx="126">
                  <c:v>0.363170299337068</c:v>
                </c:pt>
                <c:pt idx="127">
                  <c:v>0.385577624532587</c:v>
                </c:pt>
                <c:pt idx="128">
                  <c:v>0.388161330221188</c:v>
                </c:pt>
                <c:pt idx="129">
                  <c:v>0.389000794410352</c:v>
                </c:pt>
                <c:pt idx="130">
                  <c:v>0.371408867827685</c:v>
                </c:pt>
                <c:pt idx="131">
                  <c:v>0.323125986415671</c:v>
                </c:pt>
                <c:pt idx="132">
                  <c:v>0.304250925004943</c:v>
                </c:pt>
                <c:pt idx="133">
                  <c:v>0.313011012137186</c:v>
                </c:pt>
                <c:pt idx="134">
                  <c:v>0.344819081839214</c:v>
                </c:pt>
                <c:pt idx="135">
                  <c:v>0.303886371504613</c:v>
                </c:pt>
                <c:pt idx="136">
                  <c:v>0.291610783770518</c:v>
                </c:pt>
                <c:pt idx="137">
                  <c:v>0.279083059392757</c:v>
                </c:pt>
                <c:pt idx="138">
                  <c:v>0.285755843281953</c:v>
                </c:pt>
                <c:pt idx="139">
                  <c:v>0.279142256605773</c:v>
                </c:pt>
                <c:pt idx="140">
                  <c:v>0.316841694571004</c:v>
                </c:pt>
                <c:pt idx="141">
                  <c:v>0.294479683198564</c:v>
                </c:pt>
                <c:pt idx="142">
                  <c:v>0.288951931835906</c:v>
                </c:pt>
                <c:pt idx="143">
                  <c:v>0.296548443878257</c:v>
                </c:pt>
                <c:pt idx="144">
                  <c:v>0.309635942976438</c:v>
                </c:pt>
                <c:pt idx="145">
                  <c:v>0.317700848972436</c:v>
                </c:pt>
                <c:pt idx="146">
                  <c:v>0.327360937728485</c:v>
                </c:pt>
                <c:pt idx="147">
                  <c:v>0.319150314036585</c:v>
                </c:pt>
                <c:pt idx="148">
                  <c:v>0.31857833117985</c:v>
                </c:pt>
                <c:pt idx="149">
                  <c:v>0.313452055654552</c:v>
                </c:pt>
                <c:pt idx="150">
                  <c:v>0.318852855158921</c:v>
                </c:pt>
                <c:pt idx="151">
                  <c:v>0.310755322265519</c:v>
                </c:pt>
                <c:pt idx="152">
                  <c:v>0.297291566730659</c:v>
                </c:pt>
                <c:pt idx="153">
                  <c:v>0.285540109349533</c:v>
                </c:pt>
                <c:pt idx="154">
                  <c:v>0.289109777837932</c:v>
                </c:pt>
                <c:pt idx="155">
                  <c:v>0.268826772794758</c:v>
                </c:pt>
                <c:pt idx="156">
                  <c:v>0.30623991982679</c:v>
                </c:pt>
                <c:pt idx="157">
                  <c:v>0.313932996842704</c:v>
                </c:pt>
                <c:pt idx="158">
                  <c:v>0.308333405913354</c:v>
                </c:pt>
                <c:pt idx="159">
                  <c:v>0.29448824849905</c:v>
                </c:pt>
                <c:pt idx="160">
                  <c:v>0.287597505633749</c:v>
                </c:pt>
                <c:pt idx="161">
                  <c:v>0.285808204828914</c:v>
                </c:pt>
                <c:pt idx="162">
                  <c:v>0.269907257827339</c:v>
                </c:pt>
                <c:pt idx="163">
                  <c:v>0.279218339644443</c:v>
                </c:pt>
                <c:pt idx="164">
                  <c:v>0.273408816530647</c:v>
                </c:pt>
                <c:pt idx="165">
                  <c:v>0.275078196098086</c:v>
                </c:pt>
                <c:pt idx="166">
                  <c:v>0.287910229474307</c:v>
                </c:pt>
                <c:pt idx="167">
                  <c:v>0.270271387344433</c:v>
                </c:pt>
                <c:pt idx="168">
                  <c:v>0.294147831999832</c:v>
                </c:pt>
                <c:pt idx="169">
                  <c:v>0.292962757329383</c:v>
                </c:pt>
                <c:pt idx="170">
                  <c:v>0.280967733650559</c:v>
                </c:pt>
                <c:pt idx="171">
                  <c:v>0.290446941606747</c:v>
                </c:pt>
                <c:pt idx="172">
                  <c:v>0.275588442417536</c:v>
                </c:pt>
                <c:pt idx="173">
                  <c:v>0.285209006840801</c:v>
                </c:pt>
                <c:pt idx="174">
                  <c:v>0.256523188837508</c:v>
                </c:pt>
                <c:pt idx="175">
                  <c:v>0.21864386259573</c:v>
                </c:pt>
                <c:pt idx="176">
                  <c:v>0.266313448694765</c:v>
                </c:pt>
                <c:pt idx="177">
                  <c:v>0.255845898691156</c:v>
                </c:pt>
                <c:pt idx="178">
                  <c:v>0.244277951670321</c:v>
                </c:pt>
                <c:pt idx="179">
                  <c:v>0.250443920767514</c:v>
                </c:pt>
                <c:pt idx="180">
                  <c:v>0.252570242411344</c:v>
                </c:pt>
                <c:pt idx="181">
                  <c:v>0.27247647146833</c:v>
                </c:pt>
                <c:pt idx="182">
                  <c:v>0.279910512851337</c:v>
                </c:pt>
                <c:pt idx="183">
                  <c:v>0.269163769043186</c:v>
                </c:pt>
                <c:pt idx="184">
                  <c:v>0.283786027534084</c:v>
                </c:pt>
                <c:pt idx="185">
                  <c:v>0.293873459839545</c:v>
                </c:pt>
                <c:pt idx="186">
                  <c:v>0.311659816725737</c:v>
                </c:pt>
                <c:pt idx="187">
                  <c:v>0.336326775547014</c:v>
                </c:pt>
                <c:pt idx="188">
                  <c:v>0.348830247636666</c:v>
                </c:pt>
                <c:pt idx="189">
                  <c:v>0.221461119927413</c:v>
                </c:pt>
                <c:pt idx="190">
                  <c:v>0.24567294772228</c:v>
                </c:pt>
                <c:pt idx="191">
                  <c:v>0.247405634354018</c:v>
                </c:pt>
                <c:pt idx="192">
                  <c:v>0.236575549884916</c:v>
                </c:pt>
                <c:pt idx="193">
                  <c:v>0.242252676258868</c:v>
                </c:pt>
                <c:pt idx="194">
                  <c:v>0.241167330930464</c:v>
                </c:pt>
                <c:pt idx="195">
                  <c:v>0.218042302996135</c:v>
                </c:pt>
                <c:pt idx="196">
                  <c:v>0.208479454065133</c:v>
                </c:pt>
                <c:pt idx="197">
                  <c:v>0.213889395366181</c:v>
                </c:pt>
                <c:pt idx="198">
                  <c:v>0.219670462304377</c:v>
                </c:pt>
                <c:pt idx="199">
                  <c:v>0.233354095352892</c:v>
                </c:pt>
                <c:pt idx="200">
                  <c:v>0.218987843848978</c:v>
                </c:pt>
                <c:pt idx="201">
                  <c:v>0.212529677520404</c:v>
                </c:pt>
                <c:pt idx="202">
                  <c:v>0.216923998342203</c:v>
                </c:pt>
                <c:pt idx="203">
                  <c:v>0.216705368652732</c:v>
                </c:pt>
                <c:pt idx="204">
                  <c:v>0.229354770168904</c:v>
                </c:pt>
                <c:pt idx="205">
                  <c:v>0.22302347801862</c:v>
                </c:pt>
                <c:pt idx="206">
                  <c:v>0.224578127386935</c:v>
                </c:pt>
                <c:pt idx="207">
                  <c:v>0.213292127231587</c:v>
                </c:pt>
                <c:pt idx="208">
                  <c:v>0.212308518450103</c:v>
                </c:pt>
                <c:pt idx="209">
                  <c:v>0.1992660236249</c:v>
                </c:pt>
                <c:pt idx="210">
                  <c:v>0.235762043553242</c:v>
                </c:pt>
                <c:pt idx="211">
                  <c:v>0.215581406982573</c:v>
                </c:pt>
                <c:pt idx="212">
                  <c:v>0.211698893300791</c:v>
                </c:pt>
                <c:pt idx="213">
                  <c:v>0.206973297244934</c:v>
                </c:pt>
                <c:pt idx="214">
                  <c:v>0.183193580869335</c:v>
                </c:pt>
                <c:pt idx="215">
                  <c:v>0.199555246683672</c:v>
                </c:pt>
                <c:pt idx="216">
                  <c:v>0.195217639529329</c:v>
                </c:pt>
                <c:pt idx="217">
                  <c:v>0.20589677862847</c:v>
                </c:pt>
                <c:pt idx="218">
                  <c:v>0.211138556000251</c:v>
                </c:pt>
                <c:pt idx="219">
                  <c:v>0.205814607223718</c:v>
                </c:pt>
                <c:pt idx="220">
                  <c:v>0.21336517169753</c:v>
                </c:pt>
                <c:pt idx="221">
                  <c:v>0.207645794686863</c:v>
                </c:pt>
                <c:pt idx="222">
                  <c:v>0.207477325381197</c:v>
                </c:pt>
                <c:pt idx="223">
                  <c:v>0.196185272425706</c:v>
                </c:pt>
                <c:pt idx="224">
                  <c:v>0.184217775471968</c:v>
                </c:pt>
                <c:pt idx="225">
                  <c:v>0.205891157473168</c:v>
                </c:pt>
                <c:pt idx="226">
                  <c:v>0.229037882595947</c:v>
                </c:pt>
                <c:pt idx="227">
                  <c:v>0.2484931379843</c:v>
                </c:pt>
                <c:pt idx="228">
                  <c:v>0.247383153729209</c:v>
                </c:pt>
                <c:pt idx="229">
                  <c:v>0.236451352115345</c:v>
                </c:pt>
                <c:pt idx="230">
                  <c:v>0.210240668200233</c:v>
                </c:pt>
                <c:pt idx="231">
                  <c:v>0.203232931801084</c:v>
                </c:pt>
                <c:pt idx="232">
                  <c:v>0.198164872124496</c:v>
                </c:pt>
                <c:pt idx="233">
                  <c:v>0.182991507472489</c:v>
                </c:pt>
                <c:pt idx="234">
                  <c:v>0.178311679682508</c:v>
                </c:pt>
                <c:pt idx="235">
                  <c:v>0.179554092903479</c:v>
                </c:pt>
                <c:pt idx="236">
                  <c:v>0.178296920642834</c:v>
                </c:pt>
                <c:pt idx="237">
                  <c:v>0.184074148325897</c:v>
                </c:pt>
                <c:pt idx="238">
                  <c:v>0.185280452441557</c:v>
                </c:pt>
                <c:pt idx="239">
                  <c:v>0.183369658369367</c:v>
                </c:pt>
                <c:pt idx="240">
                  <c:v>0.192841981359617</c:v>
                </c:pt>
                <c:pt idx="241">
                  <c:v>0.187933088637032</c:v>
                </c:pt>
                <c:pt idx="242">
                  <c:v>0.187461114344541</c:v>
                </c:pt>
                <c:pt idx="243">
                  <c:v>0.187685442247195</c:v>
                </c:pt>
                <c:pt idx="244">
                  <c:v>0.189240261328657</c:v>
                </c:pt>
                <c:pt idx="245">
                  <c:v>0.189904003256315</c:v>
                </c:pt>
                <c:pt idx="246">
                  <c:v>0.196878127082324</c:v>
                </c:pt>
                <c:pt idx="247">
                  <c:v>0.19758404741616</c:v>
                </c:pt>
                <c:pt idx="248">
                  <c:v>0.221146137419706</c:v>
                </c:pt>
                <c:pt idx="249">
                  <c:v>0.229942478210693</c:v>
                </c:pt>
                <c:pt idx="250">
                  <c:v>0.21010707296214</c:v>
                </c:pt>
                <c:pt idx="251">
                  <c:v>0.240026043861954</c:v>
                </c:pt>
                <c:pt idx="252">
                  <c:v>0.249021928320152</c:v>
                </c:pt>
                <c:pt idx="253">
                  <c:v>0.294763110877393</c:v>
                </c:pt>
                <c:pt idx="254">
                  <c:v>0.270168852139976</c:v>
                </c:pt>
                <c:pt idx="255">
                  <c:v>0.275596972876636</c:v>
                </c:pt>
                <c:pt idx="256">
                  <c:v>0.277770752152731</c:v>
                </c:pt>
                <c:pt idx="257">
                  <c:v>0.286461697850554</c:v>
                </c:pt>
                <c:pt idx="258">
                  <c:v>0.270084879520325</c:v>
                </c:pt>
                <c:pt idx="259">
                  <c:v>0.262469700475999</c:v>
                </c:pt>
                <c:pt idx="260">
                  <c:v>0.264770960127763</c:v>
                </c:pt>
                <c:pt idx="261">
                  <c:v>0.256961450441569</c:v>
                </c:pt>
                <c:pt idx="262">
                  <c:v>0.26958752089103</c:v>
                </c:pt>
                <c:pt idx="263">
                  <c:v>0.260650355386108</c:v>
                </c:pt>
                <c:pt idx="264">
                  <c:v>0.258943460689913</c:v>
                </c:pt>
                <c:pt idx="265">
                  <c:v>0.261689647745239</c:v>
                </c:pt>
                <c:pt idx="266">
                  <c:v>0.262107984265629</c:v>
                </c:pt>
                <c:pt idx="267">
                  <c:v>0.284690439314055</c:v>
                </c:pt>
                <c:pt idx="268">
                  <c:v>0.313270017768068</c:v>
                </c:pt>
                <c:pt idx="269">
                  <c:v>0.288797961121653</c:v>
                </c:pt>
                <c:pt idx="270">
                  <c:v>0.263216547531841</c:v>
                </c:pt>
                <c:pt idx="271">
                  <c:v>0.260667861897118</c:v>
                </c:pt>
                <c:pt idx="272">
                  <c:v>0.268108218987937</c:v>
                </c:pt>
                <c:pt idx="273">
                  <c:v>0.272480168512586</c:v>
                </c:pt>
                <c:pt idx="274">
                  <c:v>0.258914744694417</c:v>
                </c:pt>
                <c:pt idx="275">
                  <c:v>0.256871095231974</c:v>
                </c:pt>
                <c:pt idx="276">
                  <c:v>0.272010911587231</c:v>
                </c:pt>
                <c:pt idx="277">
                  <c:v>0.246378333613038</c:v>
                </c:pt>
                <c:pt idx="278">
                  <c:v>0.233488545332106</c:v>
                </c:pt>
                <c:pt idx="279">
                  <c:v>0.245859826427088</c:v>
                </c:pt>
                <c:pt idx="280">
                  <c:v>0.247957525447591</c:v>
                </c:pt>
                <c:pt idx="281">
                  <c:v>0.285021745093473</c:v>
                </c:pt>
                <c:pt idx="282">
                  <c:v>0.258414187524292</c:v>
                </c:pt>
                <c:pt idx="283">
                  <c:v>0.275177971018469</c:v>
                </c:pt>
                <c:pt idx="284">
                  <c:v>0.252489098057234</c:v>
                </c:pt>
                <c:pt idx="285">
                  <c:v>0.247468144953297</c:v>
                </c:pt>
                <c:pt idx="286">
                  <c:v>0.233964028712205</c:v>
                </c:pt>
                <c:pt idx="287">
                  <c:v>0.279036498514517</c:v>
                </c:pt>
                <c:pt idx="288">
                  <c:v>0.285309824038647</c:v>
                </c:pt>
                <c:pt idx="289">
                  <c:v>0.329233752007888</c:v>
                </c:pt>
                <c:pt idx="290">
                  <c:v>0.322329643248674</c:v>
                </c:pt>
                <c:pt idx="291">
                  <c:v>0.295810003705627</c:v>
                </c:pt>
                <c:pt idx="292">
                  <c:v>0.252277644892121</c:v>
                </c:pt>
                <c:pt idx="293">
                  <c:v>0.231891259771872</c:v>
                </c:pt>
                <c:pt idx="294">
                  <c:v>0.234218767533508</c:v>
                </c:pt>
                <c:pt idx="295">
                  <c:v>0.229139986663835</c:v>
                </c:pt>
                <c:pt idx="296">
                  <c:v>0.232196947513273</c:v>
                </c:pt>
                <c:pt idx="297">
                  <c:v>0.226661725106586</c:v>
                </c:pt>
                <c:pt idx="298">
                  <c:v>0.241687041352461</c:v>
                </c:pt>
                <c:pt idx="299">
                  <c:v>0.224628473692853</c:v>
                </c:pt>
                <c:pt idx="300">
                  <c:v>0.224426678754369</c:v>
                </c:pt>
                <c:pt idx="301">
                  <c:v>0.24297428884044</c:v>
                </c:pt>
                <c:pt idx="302">
                  <c:v>0.237917677804233</c:v>
                </c:pt>
                <c:pt idx="303">
                  <c:v>0.218624783210542</c:v>
                </c:pt>
                <c:pt idx="304">
                  <c:v>0.215816916692133</c:v>
                </c:pt>
                <c:pt idx="305">
                  <c:v>0.210347212617206</c:v>
                </c:pt>
                <c:pt idx="306">
                  <c:v>0.205883705049772</c:v>
                </c:pt>
                <c:pt idx="307">
                  <c:v>0.196010041060346</c:v>
                </c:pt>
                <c:pt idx="308">
                  <c:v>0.210056173854639</c:v>
                </c:pt>
                <c:pt idx="309">
                  <c:v>0.207726197697173</c:v>
                </c:pt>
                <c:pt idx="310">
                  <c:v>0.192836707736694</c:v>
                </c:pt>
                <c:pt idx="311">
                  <c:v>0.181761017152864</c:v>
                </c:pt>
                <c:pt idx="312">
                  <c:v>0.173826617838892</c:v>
                </c:pt>
                <c:pt idx="313">
                  <c:v>0.19981255595122</c:v>
                </c:pt>
                <c:pt idx="314">
                  <c:v>0.203730360616872</c:v>
                </c:pt>
                <c:pt idx="315">
                  <c:v>0.20149522624805</c:v>
                </c:pt>
                <c:pt idx="316">
                  <c:v>0.205843270557615</c:v>
                </c:pt>
                <c:pt idx="317">
                  <c:v>0.202296486785444</c:v>
                </c:pt>
                <c:pt idx="318">
                  <c:v>0.197695661845256</c:v>
                </c:pt>
                <c:pt idx="319">
                  <c:v>0.200002357356601</c:v>
                </c:pt>
                <c:pt idx="320">
                  <c:v>0.201687630601377</c:v>
                </c:pt>
                <c:pt idx="321">
                  <c:v>0.203927661547753</c:v>
                </c:pt>
                <c:pt idx="322">
                  <c:v>0.207287743884392</c:v>
                </c:pt>
                <c:pt idx="323">
                  <c:v>0.206598193774833</c:v>
                </c:pt>
                <c:pt idx="324">
                  <c:v>0.195568958660333</c:v>
                </c:pt>
                <c:pt idx="325">
                  <c:v>0.194440025422803</c:v>
                </c:pt>
                <c:pt idx="326">
                  <c:v>0.205902209287504</c:v>
                </c:pt>
                <c:pt idx="327">
                  <c:v>0.206701380697003</c:v>
                </c:pt>
                <c:pt idx="328">
                  <c:v>0.193038943044396</c:v>
                </c:pt>
                <c:pt idx="329">
                  <c:v>0.190787700539314</c:v>
                </c:pt>
                <c:pt idx="330">
                  <c:v>0.172313192671627</c:v>
                </c:pt>
                <c:pt idx="331">
                  <c:v>0.17799129778211</c:v>
                </c:pt>
                <c:pt idx="332">
                  <c:v>0.181876819625591</c:v>
                </c:pt>
                <c:pt idx="333">
                  <c:v>0.190908007266452</c:v>
                </c:pt>
                <c:pt idx="334">
                  <c:v>0.194581961040412</c:v>
                </c:pt>
                <c:pt idx="335">
                  <c:v>0.214109951689252</c:v>
                </c:pt>
                <c:pt idx="336">
                  <c:v>0.211809163857864</c:v>
                </c:pt>
                <c:pt idx="337">
                  <c:v>0.209500202333492</c:v>
                </c:pt>
                <c:pt idx="338">
                  <c:v>0.210087685637678</c:v>
                </c:pt>
                <c:pt idx="339">
                  <c:v>0.205558127054571</c:v>
                </c:pt>
                <c:pt idx="340">
                  <c:v>0.196451232763801</c:v>
                </c:pt>
                <c:pt idx="341">
                  <c:v>0.221900224797581</c:v>
                </c:pt>
                <c:pt idx="342">
                  <c:v>0.236351894844515</c:v>
                </c:pt>
                <c:pt idx="343">
                  <c:v>0.241571643558986</c:v>
                </c:pt>
                <c:pt idx="344">
                  <c:v>0.250493262083005</c:v>
                </c:pt>
                <c:pt idx="345">
                  <c:v>0.247321433966685</c:v>
                </c:pt>
                <c:pt idx="346">
                  <c:v>0.253819891897568</c:v>
                </c:pt>
                <c:pt idx="347">
                  <c:v>0.234846438969721</c:v>
                </c:pt>
                <c:pt idx="348">
                  <c:v>0.228783974978594</c:v>
                </c:pt>
                <c:pt idx="349">
                  <c:v>0.21994726476397</c:v>
                </c:pt>
                <c:pt idx="350">
                  <c:v>0.221573050527854</c:v>
                </c:pt>
                <c:pt idx="351">
                  <c:v>0.235409725644828</c:v>
                </c:pt>
                <c:pt idx="352">
                  <c:v>0.22437264087113</c:v>
                </c:pt>
                <c:pt idx="353">
                  <c:v>0.209667553352631</c:v>
                </c:pt>
                <c:pt idx="354">
                  <c:v>0.215026549664638</c:v>
                </c:pt>
                <c:pt idx="355">
                  <c:v>0.204943635897341</c:v>
                </c:pt>
                <c:pt idx="356">
                  <c:v>0.205827887133943</c:v>
                </c:pt>
                <c:pt idx="357">
                  <c:v>0.191579263251366</c:v>
                </c:pt>
                <c:pt idx="358">
                  <c:v>0.191392797275531</c:v>
                </c:pt>
                <c:pt idx="359">
                  <c:v>0.191126595233195</c:v>
                </c:pt>
                <c:pt idx="360">
                  <c:v>0.187803745593987</c:v>
                </c:pt>
                <c:pt idx="361">
                  <c:v>0.179731727566858</c:v>
                </c:pt>
                <c:pt idx="362">
                  <c:v>0.176193472115576</c:v>
                </c:pt>
                <c:pt idx="363">
                  <c:v>0.184037623458896</c:v>
                </c:pt>
                <c:pt idx="364">
                  <c:v>0.187087514898663</c:v>
                </c:pt>
                <c:pt idx="365">
                  <c:v>0.184921145897303</c:v>
                </c:pt>
                <c:pt idx="366">
                  <c:v>0.186792363912388</c:v>
                </c:pt>
                <c:pt idx="367">
                  <c:v>0.191859454287502</c:v>
                </c:pt>
                <c:pt idx="368">
                  <c:v>0.191419103923581</c:v>
                </c:pt>
                <c:pt idx="369">
                  <c:v>0.163615473293321</c:v>
                </c:pt>
                <c:pt idx="370">
                  <c:v>0.163433461173935</c:v>
                </c:pt>
                <c:pt idx="371">
                  <c:v>0.166349488435443</c:v>
                </c:pt>
                <c:pt idx="372">
                  <c:v>0.174614423567366</c:v>
                </c:pt>
                <c:pt idx="373">
                  <c:v>0.177082496853138</c:v>
                </c:pt>
                <c:pt idx="374">
                  <c:v>0.176344194810327</c:v>
                </c:pt>
                <c:pt idx="375">
                  <c:v>0.174132139248182</c:v>
                </c:pt>
                <c:pt idx="376">
                  <c:v>0.173114079186147</c:v>
                </c:pt>
                <c:pt idx="377">
                  <c:v>0.170637664124091</c:v>
                </c:pt>
                <c:pt idx="378">
                  <c:v>0.168979193467144</c:v>
                </c:pt>
                <c:pt idx="379">
                  <c:v>0.16350592847297</c:v>
                </c:pt>
                <c:pt idx="380">
                  <c:v>0.172102353519417</c:v>
                </c:pt>
                <c:pt idx="381">
                  <c:v>0.168275014337724</c:v>
                </c:pt>
                <c:pt idx="382">
                  <c:v>0.171005775352428</c:v>
                </c:pt>
                <c:pt idx="383">
                  <c:v>0.169210190246862</c:v>
                </c:pt>
                <c:pt idx="384">
                  <c:v>0.189771711446046</c:v>
                </c:pt>
                <c:pt idx="385">
                  <c:v>0.210738237671396</c:v>
                </c:pt>
                <c:pt idx="386">
                  <c:v>0.194233321651472</c:v>
                </c:pt>
                <c:pt idx="387">
                  <c:v>0.180373096671592</c:v>
                </c:pt>
                <c:pt idx="388">
                  <c:v>0.178289206467776</c:v>
                </c:pt>
                <c:pt idx="389">
                  <c:v>0.168871056830543</c:v>
                </c:pt>
                <c:pt idx="390">
                  <c:v>0.166612254179046</c:v>
                </c:pt>
                <c:pt idx="391">
                  <c:v>0.167696311266242</c:v>
                </c:pt>
                <c:pt idx="392">
                  <c:v>0.171309258941289</c:v>
                </c:pt>
                <c:pt idx="393">
                  <c:v>0.16672322963287</c:v>
                </c:pt>
                <c:pt idx="394">
                  <c:v>0.166633810902864</c:v>
                </c:pt>
                <c:pt idx="395">
                  <c:v>0.161359030495976</c:v>
                </c:pt>
                <c:pt idx="396">
                  <c:v>0.170780704919568</c:v>
                </c:pt>
                <c:pt idx="397">
                  <c:v>0.173182522426331</c:v>
                </c:pt>
                <c:pt idx="398">
                  <c:v>0.166824406805854</c:v>
                </c:pt>
                <c:pt idx="399">
                  <c:v>0.176288703225267</c:v>
                </c:pt>
                <c:pt idx="400">
                  <c:v>0.186492787415022</c:v>
                </c:pt>
                <c:pt idx="401">
                  <c:v>0.174084153270909</c:v>
                </c:pt>
                <c:pt idx="402">
                  <c:v>0.184738160792117</c:v>
                </c:pt>
                <c:pt idx="403">
                  <c:v>0.203805426048857</c:v>
                </c:pt>
                <c:pt idx="404">
                  <c:v>0.181506248936104</c:v>
                </c:pt>
                <c:pt idx="405">
                  <c:v>0.172364263830593</c:v>
                </c:pt>
                <c:pt idx="406">
                  <c:v>0.173306729626368</c:v>
                </c:pt>
                <c:pt idx="407">
                  <c:v>0.185414457386789</c:v>
                </c:pt>
                <c:pt idx="408">
                  <c:v>0.185639101853088</c:v>
                </c:pt>
                <c:pt idx="409">
                  <c:v>0.190325147550619</c:v>
                </c:pt>
                <c:pt idx="410">
                  <c:v>0.190290881710391</c:v>
                </c:pt>
                <c:pt idx="411">
                  <c:v>0.196526097160077</c:v>
                </c:pt>
                <c:pt idx="412">
                  <c:v>0.202194380596283</c:v>
                </c:pt>
                <c:pt idx="413">
                  <c:v>0.205335871624572</c:v>
                </c:pt>
                <c:pt idx="414">
                  <c:v>0.191821773511288</c:v>
                </c:pt>
                <c:pt idx="415">
                  <c:v>0.192555436785958</c:v>
                </c:pt>
                <c:pt idx="416">
                  <c:v>0.199849934050892</c:v>
                </c:pt>
                <c:pt idx="417">
                  <c:v>0.197256074243146</c:v>
                </c:pt>
                <c:pt idx="418">
                  <c:v>0.199909795284122</c:v>
                </c:pt>
                <c:pt idx="419">
                  <c:v>0.21830847161378</c:v>
                </c:pt>
                <c:pt idx="420">
                  <c:v>0.217626348277451</c:v>
                </c:pt>
                <c:pt idx="421">
                  <c:v>0.222104906936072</c:v>
                </c:pt>
                <c:pt idx="422">
                  <c:v>0.235800342037525</c:v>
                </c:pt>
                <c:pt idx="423">
                  <c:v>0.218706933539505</c:v>
                </c:pt>
                <c:pt idx="424">
                  <c:v>0.229802988916074</c:v>
                </c:pt>
                <c:pt idx="425">
                  <c:v>0.221943581284372</c:v>
                </c:pt>
                <c:pt idx="426">
                  <c:v>0.216735963102256</c:v>
                </c:pt>
                <c:pt idx="427">
                  <c:v>0.203591269620624</c:v>
                </c:pt>
                <c:pt idx="428">
                  <c:v>0.217985234174866</c:v>
                </c:pt>
                <c:pt idx="429">
                  <c:v>0.231023873459914</c:v>
                </c:pt>
                <c:pt idx="430">
                  <c:v>0.231941976237809</c:v>
                </c:pt>
                <c:pt idx="431">
                  <c:v>0.176880867534951</c:v>
                </c:pt>
                <c:pt idx="432">
                  <c:v>0.166745115300938</c:v>
                </c:pt>
                <c:pt idx="433">
                  <c:v>0.170859608178278</c:v>
                </c:pt>
                <c:pt idx="434">
                  <c:v>0.165730656743565</c:v>
                </c:pt>
                <c:pt idx="435">
                  <c:v>0.16733187034457</c:v>
                </c:pt>
                <c:pt idx="436">
                  <c:v>0.161273184506548</c:v>
                </c:pt>
                <c:pt idx="437">
                  <c:v>0.167310862346671</c:v>
                </c:pt>
                <c:pt idx="438">
                  <c:v>0.159758221716474</c:v>
                </c:pt>
                <c:pt idx="439">
                  <c:v>0.164829885097069</c:v>
                </c:pt>
                <c:pt idx="440">
                  <c:v>0.162929262297155</c:v>
                </c:pt>
                <c:pt idx="441">
                  <c:v>0.174022673351946</c:v>
                </c:pt>
                <c:pt idx="442">
                  <c:v>0.171423389904759</c:v>
                </c:pt>
                <c:pt idx="443">
                  <c:v>0.172754586958407</c:v>
                </c:pt>
                <c:pt idx="444">
                  <c:v>0.172096665711089</c:v>
                </c:pt>
                <c:pt idx="445">
                  <c:v>0.174239425270171</c:v>
                </c:pt>
                <c:pt idx="446">
                  <c:v>0.169649808039268</c:v>
                </c:pt>
                <c:pt idx="447">
                  <c:v>0.167944971211044</c:v>
                </c:pt>
                <c:pt idx="448">
                  <c:v>0.174690496136248</c:v>
                </c:pt>
                <c:pt idx="449">
                  <c:v>0.180331311790236</c:v>
                </c:pt>
                <c:pt idx="450">
                  <c:v>0.164659879851208</c:v>
                </c:pt>
                <c:pt idx="451">
                  <c:v>0.165152455163057</c:v>
                </c:pt>
                <c:pt idx="452">
                  <c:v>0.167740250438165</c:v>
                </c:pt>
                <c:pt idx="453">
                  <c:v>0.167647888141344</c:v>
                </c:pt>
                <c:pt idx="454">
                  <c:v>0.166074894285969</c:v>
                </c:pt>
                <c:pt idx="455">
                  <c:v>0.155259872272291</c:v>
                </c:pt>
                <c:pt idx="456">
                  <c:v>0.156150644361641</c:v>
                </c:pt>
                <c:pt idx="457">
                  <c:v>0.164856914536892</c:v>
                </c:pt>
                <c:pt idx="458">
                  <c:v>0.162905170259428</c:v>
                </c:pt>
                <c:pt idx="459">
                  <c:v>0.161321811493307</c:v>
                </c:pt>
                <c:pt idx="460">
                  <c:v>0.162311945301389</c:v>
                </c:pt>
                <c:pt idx="461">
                  <c:v>0.156481380863889</c:v>
                </c:pt>
                <c:pt idx="462">
                  <c:v>0.152371552651923</c:v>
                </c:pt>
                <c:pt idx="463">
                  <c:v>0.151710783290632</c:v>
                </c:pt>
                <c:pt idx="464">
                  <c:v>0.151080925701431</c:v>
                </c:pt>
                <c:pt idx="465">
                  <c:v>0.147019741753129</c:v>
                </c:pt>
                <c:pt idx="466">
                  <c:v>0.145140283046257</c:v>
                </c:pt>
                <c:pt idx="467">
                  <c:v>0.143651785882662</c:v>
                </c:pt>
                <c:pt idx="468">
                  <c:v>0.1481932037593</c:v>
                </c:pt>
                <c:pt idx="469">
                  <c:v>0.141556550137881</c:v>
                </c:pt>
                <c:pt idx="470">
                  <c:v>0.136299809394804</c:v>
                </c:pt>
                <c:pt idx="471">
                  <c:v>0.131832432853156</c:v>
                </c:pt>
                <c:pt idx="472">
                  <c:v>0.133008531006039</c:v>
                </c:pt>
                <c:pt idx="473">
                  <c:v>0.127511168371962</c:v>
                </c:pt>
                <c:pt idx="474">
                  <c:v>0.149332699262325</c:v>
                </c:pt>
                <c:pt idx="475">
                  <c:v>0.194471005497656</c:v>
                </c:pt>
                <c:pt idx="476">
                  <c:v>0.168534656922771</c:v>
                </c:pt>
                <c:pt idx="477">
                  <c:v>0.172584792059912</c:v>
                </c:pt>
                <c:pt idx="478">
                  <c:v>0.161753009448336</c:v>
                </c:pt>
                <c:pt idx="479">
                  <c:v>0.159950470642409</c:v>
                </c:pt>
                <c:pt idx="480">
                  <c:v>0.157738357320495</c:v>
                </c:pt>
                <c:pt idx="481">
                  <c:v>0.159066176119529</c:v>
                </c:pt>
                <c:pt idx="482">
                  <c:v>0.161875110128866</c:v>
                </c:pt>
                <c:pt idx="483">
                  <c:v>0.15532117462887</c:v>
                </c:pt>
                <c:pt idx="484">
                  <c:v>0.152732239828649</c:v>
                </c:pt>
                <c:pt idx="485">
                  <c:v>0.14646743974494</c:v>
                </c:pt>
                <c:pt idx="486">
                  <c:v>0.152075903418602</c:v>
                </c:pt>
                <c:pt idx="487">
                  <c:v>0.149770418665482</c:v>
                </c:pt>
                <c:pt idx="488">
                  <c:v>0.149930222571535</c:v>
                </c:pt>
                <c:pt idx="489">
                  <c:v>0.172399520869732</c:v>
                </c:pt>
                <c:pt idx="490">
                  <c:v>0.165889020507141</c:v>
                </c:pt>
                <c:pt idx="491">
                  <c:v>0.172045975533268</c:v>
                </c:pt>
                <c:pt idx="492">
                  <c:v>0.162730532997598</c:v>
                </c:pt>
                <c:pt idx="493">
                  <c:v>0.165287050144312</c:v>
                </c:pt>
                <c:pt idx="494">
                  <c:v>0.17808333385577</c:v>
                </c:pt>
                <c:pt idx="495">
                  <c:v>0.159626697292072</c:v>
                </c:pt>
                <c:pt idx="496">
                  <c:v>0.154287216215315</c:v>
                </c:pt>
                <c:pt idx="497">
                  <c:v>0.164092392562272</c:v>
                </c:pt>
                <c:pt idx="498">
                  <c:v>0.149676205040025</c:v>
                </c:pt>
                <c:pt idx="499">
                  <c:v>0.174420390128631</c:v>
                </c:pt>
                <c:pt idx="500">
                  <c:v>0.172052610285803</c:v>
                </c:pt>
                <c:pt idx="501">
                  <c:v>0.175931185639525</c:v>
                </c:pt>
                <c:pt idx="502">
                  <c:v>0.164149129461658</c:v>
                </c:pt>
                <c:pt idx="503">
                  <c:v>0.172598386293066</c:v>
                </c:pt>
                <c:pt idx="504">
                  <c:v>0.17208637086092</c:v>
                </c:pt>
                <c:pt idx="505">
                  <c:v>0.179741674309319</c:v>
                </c:pt>
                <c:pt idx="506">
                  <c:v>0.185364279660186</c:v>
                </c:pt>
                <c:pt idx="507">
                  <c:v>0.220439518155497</c:v>
                </c:pt>
                <c:pt idx="508">
                  <c:v>0.202401438403214</c:v>
                </c:pt>
                <c:pt idx="509">
                  <c:v>0.22561914702274</c:v>
                </c:pt>
                <c:pt idx="510">
                  <c:v>0.250550546254689</c:v>
                </c:pt>
                <c:pt idx="511">
                  <c:v>0.17459496233633</c:v>
                </c:pt>
                <c:pt idx="512">
                  <c:v>0.159033482782529</c:v>
                </c:pt>
                <c:pt idx="513">
                  <c:v>0.150950252207594</c:v>
                </c:pt>
                <c:pt idx="514">
                  <c:v>0.147593951941987</c:v>
                </c:pt>
                <c:pt idx="515">
                  <c:v>0.155470838274203</c:v>
                </c:pt>
                <c:pt idx="516">
                  <c:v>0.15669101960711</c:v>
                </c:pt>
                <c:pt idx="517">
                  <c:v>0.14731974827012</c:v>
                </c:pt>
                <c:pt idx="518">
                  <c:v>0.144261662978881</c:v>
                </c:pt>
                <c:pt idx="519">
                  <c:v>0.144046828359295</c:v>
                </c:pt>
                <c:pt idx="520">
                  <c:v>0.138761100837541</c:v>
                </c:pt>
                <c:pt idx="521">
                  <c:v>0.137572984215942</c:v>
                </c:pt>
                <c:pt idx="522">
                  <c:v>0.144368666086129</c:v>
                </c:pt>
                <c:pt idx="523">
                  <c:v>0.138400429553563</c:v>
                </c:pt>
                <c:pt idx="524">
                  <c:v>0.16417035992639</c:v>
                </c:pt>
                <c:pt idx="525">
                  <c:v>0.151105897524304</c:v>
                </c:pt>
                <c:pt idx="526">
                  <c:v>0.153167033755967</c:v>
                </c:pt>
                <c:pt idx="527">
                  <c:v>0.144119351723257</c:v>
                </c:pt>
                <c:pt idx="528">
                  <c:v>0.148147367361793</c:v>
                </c:pt>
                <c:pt idx="529">
                  <c:v>0.154950255773005</c:v>
                </c:pt>
                <c:pt idx="530">
                  <c:v>0.16423093010905</c:v>
                </c:pt>
                <c:pt idx="531">
                  <c:v>0.20710117994178</c:v>
                </c:pt>
                <c:pt idx="532">
                  <c:v>0.23387148290088</c:v>
                </c:pt>
                <c:pt idx="533">
                  <c:v>0.271638045630655</c:v>
                </c:pt>
                <c:pt idx="534">
                  <c:v>0.206883487009345</c:v>
                </c:pt>
                <c:pt idx="535">
                  <c:v>0.214909740024283</c:v>
                </c:pt>
                <c:pt idx="536">
                  <c:v>0.245879046094454</c:v>
                </c:pt>
                <c:pt idx="537">
                  <c:v>0.321758397613147</c:v>
                </c:pt>
                <c:pt idx="538">
                  <c:v>0.254197948092355</c:v>
                </c:pt>
                <c:pt idx="539">
                  <c:v>0.231035692042915</c:v>
                </c:pt>
                <c:pt idx="540">
                  <c:v>0.226158542586649</c:v>
                </c:pt>
                <c:pt idx="541">
                  <c:v>0.221379212321967</c:v>
                </c:pt>
                <c:pt idx="542">
                  <c:v>0.208307925091181</c:v>
                </c:pt>
                <c:pt idx="543">
                  <c:v>0.197919992611295</c:v>
                </c:pt>
                <c:pt idx="544">
                  <c:v>0.186248104799192</c:v>
                </c:pt>
                <c:pt idx="545">
                  <c:v>0.20475257964343</c:v>
                </c:pt>
                <c:pt idx="546">
                  <c:v>0.220598629927058</c:v>
                </c:pt>
                <c:pt idx="547">
                  <c:v>0.220766344149996</c:v>
                </c:pt>
                <c:pt idx="548">
                  <c:v>0.204386953598319</c:v>
                </c:pt>
                <c:pt idx="549">
                  <c:v>0.208277929173511</c:v>
                </c:pt>
                <c:pt idx="550">
                  <c:v>0.207656586961749</c:v>
                </c:pt>
                <c:pt idx="551">
                  <c:v>0.199038016785883</c:v>
                </c:pt>
                <c:pt idx="552">
                  <c:v>0.204020918973143</c:v>
                </c:pt>
                <c:pt idx="553">
                  <c:v>0.199732469332257</c:v>
                </c:pt>
                <c:pt idx="554">
                  <c:v>0.217268527287144</c:v>
                </c:pt>
                <c:pt idx="555">
                  <c:v>0.197418450061145</c:v>
                </c:pt>
                <c:pt idx="556">
                  <c:v>0.200346282416628</c:v>
                </c:pt>
                <c:pt idx="557">
                  <c:v>0.195578733094891</c:v>
                </c:pt>
                <c:pt idx="558">
                  <c:v>0.196747190127245</c:v>
                </c:pt>
                <c:pt idx="559">
                  <c:v>0.198684945651483</c:v>
                </c:pt>
                <c:pt idx="560">
                  <c:v>0.21109123289758</c:v>
                </c:pt>
                <c:pt idx="561">
                  <c:v>0.231924196340893</c:v>
                </c:pt>
                <c:pt idx="562">
                  <c:v>0.255205194643525</c:v>
                </c:pt>
                <c:pt idx="563">
                  <c:v>0.24117886117315</c:v>
                </c:pt>
                <c:pt idx="564">
                  <c:v>0.315495372820932</c:v>
                </c:pt>
                <c:pt idx="565">
                  <c:v>0.292060759055068</c:v>
                </c:pt>
                <c:pt idx="566">
                  <c:v>0.269426816278868</c:v>
                </c:pt>
                <c:pt idx="567">
                  <c:v>0.243927284607998</c:v>
                </c:pt>
                <c:pt idx="568">
                  <c:v>0.233138381156574</c:v>
                </c:pt>
                <c:pt idx="569">
                  <c:v>0.214177583073881</c:v>
                </c:pt>
                <c:pt idx="570">
                  <c:v>0.233655929001471</c:v>
                </c:pt>
                <c:pt idx="571">
                  <c:v>0.240917485197515</c:v>
                </c:pt>
                <c:pt idx="572">
                  <c:v>0.230020388049912</c:v>
                </c:pt>
                <c:pt idx="573">
                  <c:v>0.236997411826967</c:v>
                </c:pt>
                <c:pt idx="574">
                  <c:v>0.23518444193135</c:v>
                </c:pt>
                <c:pt idx="575">
                  <c:v>0.225129586275854</c:v>
                </c:pt>
                <c:pt idx="576">
                  <c:v>0.223488442187058</c:v>
                </c:pt>
                <c:pt idx="577">
                  <c:v>0.207882151586418</c:v>
                </c:pt>
                <c:pt idx="578">
                  <c:v>0.205930628465598</c:v>
                </c:pt>
                <c:pt idx="579">
                  <c:v>0.207488596077299</c:v>
                </c:pt>
                <c:pt idx="580">
                  <c:v>0.202116589364561</c:v>
                </c:pt>
                <c:pt idx="581">
                  <c:v>0.204235119987329</c:v>
                </c:pt>
                <c:pt idx="582">
                  <c:v>0.211429622073126</c:v>
                </c:pt>
                <c:pt idx="583">
                  <c:v>0.206808586915904</c:v>
                </c:pt>
                <c:pt idx="584">
                  <c:v>0.202224430446954</c:v>
                </c:pt>
                <c:pt idx="585">
                  <c:v>0.198120371316075</c:v>
                </c:pt>
                <c:pt idx="586">
                  <c:v>0.196642461657732</c:v>
                </c:pt>
                <c:pt idx="587">
                  <c:v>0.196686444954961</c:v>
                </c:pt>
                <c:pt idx="588">
                  <c:v>0.19444752917074</c:v>
                </c:pt>
                <c:pt idx="589">
                  <c:v>0.2023742884448</c:v>
                </c:pt>
                <c:pt idx="590">
                  <c:v>0.198227941680403</c:v>
                </c:pt>
                <c:pt idx="591">
                  <c:v>0.205313318690147</c:v>
                </c:pt>
                <c:pt idx="592">
                  <c:v>0.205894009565912</c:v>
                </c:pt>
                <c:pt idx="593">
                  <c:v>0.20863510557538</c:v>
                </c:pt>
                <c:pt idx="594">
                  <c:v>0.211856055874838</c:v>
                </c:pt>
                <c:pt idx="595">
                  <c:v>0.208580319130676</c:v>
                </c:pt>
                <c:pt idx="596">
                  <c:v>0.199332620624364</c:v>
                </c:pt>
                <c:pt idx="597">
                  <c:v>0.237529311930514</c:v>
                </c:pt>
                <c:pt idx="598">
                  <c:v>0.224700579431395</c:v>
                </c:pt>
                <c:pt idx="599">
                  <c:v>0.223875442738058</c:v>
                </c:pt>
                <c:pt idx="600">
                  <c:v>0.218953668206221</c:v>
                </c:pt>
                <c:pt idx="601">
                  <c:v>0.209719545560498</c:v>
                </c:pt>
                <c:pt idx="602">
                  <c:v>0.20404507998086</c:v>
                </c:pt>
                <c:pt idx="603">
                  <c:v>0.208241248954288</c:v>
                </c:pt>
                <c:pt idx="604">
                  <c:v>0.202034380087614</c:v>
                </c:pt>
                <c:pt idx="605">
                  <c:v>0.210075629570283</c:v>
                </c:pt>
                <c:pt idx="606">
                  <c:v>0.2081018992115</c:v>
                </c:pt>
                <c:pt idx="607">
                  <c:v>0.219444970352897</c:v>
                </c:pt>
                <c:pt idx="608">
                  <c:v>0.226886319544701</c:v>
                </c:pt>
                <c:pt idx="609">
                  <c:v>0.221043246951446</c:v>
                </c:pt>
                <c:pt idx="610">
                  <c:v>0.211917903636325</c:v>
                </c:pt>
                <c:pt idx="611">
                  <c:v>0.213129935620141</c:v>
                </c:pt>
                <c:pt idx="612">
                  <c:v>0.220249910298763</c:v>
                </c:pt>
                <c:pt idx="613">
                  <c:v>0.218360738673704</c:v>
                </c:pt>
                <c:pt idx="614">
                  <c:v>0.209828305372291</c:v>
                </c:pt>
                <c:pt idx="615">
                  <c:v>0.21038445420188</c:v>
                </c:pt>
                <c:pt idx="616">
                  <c:v>0.207627298804857</c:v>
                </c:pt>
                <c:pt idx="617">
                  <c:v>0.202512813055981</c:v>
                </c:pt>
                <c:pt idx="618">
                  <c:v>0.197207358062667</c:v>
                </c:pt>
                <c:pt idx="619">
                  <c:v>0.197797764648887</c:v>
                </c:pt>
                <c:pt idx="620">
                  <c:v>0.190467031174692</c:v>
                </c:pt>
                <c:pt idx="621">
                  <c:v>0.189180387723894</c:v>
                </c:pt>
                <c:pt idx="622">
                  <c:v>0.186229014557422</c:v>
                </c:pt>
                <c:pt idx="623">
                  <c:v>0.192919859821996</c:v>
                </c:pt>
                <c:pt idx="624">
                  <c:v>0.183500916205751</c:v>
                </c:pt>
                <c:pt idx="625">
                  <c:v>0.186713283859533</c:v>
                </c:pt>
                <c:pt idx="626">
                  <c:v>0.179565063079107</c:v>
                </c:pt>
                <c:pt idx="627">
                  <c:v>0.18382421679017</c:v>
                </c:pt>
                <c:pt idx="628">
                  <c:v>0.184734794124714</c:v>
                </c:pt>
                <c:pt idx="629">
                  <c:v>0.194558693434704</c:v>
                </c:pt>
                <c:pt idx="630">
                  <c:v>0.183994996889092</c:v>
                </c:pt>
                <c:pt idx="631">
                  <c:v>0.219530003825839</c:v>
                </c:pt>
                <c:pt idx="632">
                  <c:v>0.218498149136333</c:v>
                </c:pt>
                <c:pt idx="633">
                  <c:v>0.194851770393546</c:v>
                </c:pt>
                <c:pt idx="634">
                  <c:v>0.175395826587789</c:v>
                </c:pt>
                <c:pt idx="635">
                  <c:v>0.173623452648371</c:v>
                </c:pt>
                <c:pt idx="636">
                  <c:v>0.171303304051862</c:v>
                </c:pt>
                <c:pt idx="637">
                  <c:v>0.178667473274666</c:v>
                </c:pt>
                <c:pt idx="638">
                  <c:v>0.179544845436589</c:v>
                </c:pt>
                <c:pt idx="639">
                  <c:v>0.175514244879049</c:v>
                </c:pt>
                <c:pt idx="640">
                  <c:v>0.181302699076222</c:v>
                </c:pt>
                <c:pt idx="641">
                  <c:v>0.1782739034127</c:v>
                </c:pt>
                <c:pt idx="642">
                  <c:v>0.17639572595685</c:v>
                </c:pt>
                <c:pt idx="643">
                  <c:v>0.182612283840752</c:v>
                </c:pt>
                <c:pt idx="644">
                  <c:v>0.17827135610943</c:v>
                </c:pt>
                <c:pt idx="645">
                  <c:v>0.167676612476361</c:v>
                </c:pt>
                <c:pt idx="646">
                  <c:v>0.16807710995015</c:v>
                </c:pt>
                <c:pt idx="647">
                  <c:v>0.180204998607691</c:v>
                </c:pt>
                <c:pt idx="648">
                  <c:v>0.161770018968172</c:v>
                </c:pt>
                <c:pt idx="649">
                  <c:v>0.162310131026674</c:v>
                </c:pt>
                <c:pt idx="650">
                  <c:v>0.165861603531273</c:v>
                </c:pt>
                <c:pt idx="651">
                  <c:v>0.168584176117547</c:v>
                </c:pt>
                <c:pt idx="652">
                  <c:v>0.172805991571377</c:v>
                </c:pt>
                <c:pt idx="653">
                  <c:v>0.183555310512393</c:v>
                </c:pt>
                <c:pt idx="654">
                  <c:v>0.189349279242307</c:v>
                </c:pt>
                <c:pt idx="655">
                  <c:v>0.184877007916474</c:v>
                </c:pt>
                <c:pt idx="656">
                  <c:v>0.166480859121095</c:v>
                </c:pt>
                <c:pt idx="657">
                  <c:v>0.164224109616444</c:v>
                </c:pt>
                <c:pt idx="658">
                  <c:v>0.16215972421999</c:v>
                </c:pt>
                <c:pt idx="659">
                  <c:v>0.176201828478848</c:v>
                </c:pt>
                <c:pt idx="660">
                  <c:v>0.169898511717996</c:v>
                </c:pt>
                <c:pt idx="661">
                  <c:v>0.169321060322234</c:v>
                </c:pt>
                <c:pt idx="662">
                  <c:v>0.177838052001417</c:v>
                </c:pt>
                <c:pt idx="663">
                  <c:v>0.189360869813626</c:v>
                </c:pt>
                <c:pt idx="664">
                  <c:v>0.184329989554386</c:v>
                </c:pt>
                <c:pt idx="665">
                  <c:v>0.177241128259877</c:v>
                </c:pt>
                <c:pt idx="666">
                  <c:v>0.19139865816791</c:v>
                </c:pt>
                <c:pt idx="667">
                  <c:v>0.203551379724711</c:v>
                </c:pt>
                <c:pt idx="668">
                  <c:v>0.19929851050872</c:v>
                </c:pt>
                <c:pt idx="669">
                  <c:v>0.209585664881201</c:v>
                </c:pt>
                <c:pt idx="670">
                  <c:v>0.1998547050719</c:v>
                </c:pt>
                <c:pt idx="671">
                  <c:v>0.209176817148029</c:v>
                </c:pt>
                <c:pt idx="672">
                  <c:v>0.217902457218406</c:v>
                </c:pt>
                <c:pt idx="673">
                  <c:v>0.225301870737549</c:v>
                </c:pt>
                <c:pt idx="674">
                  <c:v>0.204685500703485</c:v>
                </c:pt>
                <c:pt idx="675">
                  <c:v>0.197505769185704</c:v>
                </c:pt>
                <c:pt idx="676">
                  <c:v>0.186502148048024</c:v>
                </c:pt>
                <c:pt idx="677">
                  <c:v>0.1975308647127</c:v>
                </c:pt>
                <c:pt idx="678">
                  <c:v>0.188348315881559</c:v>
                </c:pt>
                <c:pt idx="679">
                  <c:v>0.183995045253629</c:v>
                </c:pt>
                <c:pt idx="680">
                  <c:v>0.17736580341004</c:v>
                </c:pt>
                <c:pt idx="681">
                  <c:v>0.181552775265458</c:v>
                </c:pt>
                <c:pt idx="682">
                  <c:v>0.189083356198287</c:v>
                </c:pt>
                <c:pt idx="683">
                  <c:v>0.192332373958813</c:v>
                </c:pt>
                <c:pt idx="684">
                  <c:v>0.23756232596524</c:v>
                </c:pt>
                <c:pt idx="685">
                  <c:v>0.230705966437108</c:v>
                </c:pt>
                <c:pt idx="686">
                  <c:v>0.211953466004508</c:v>
                </c:pt>
                <c:pt idx="687">
                  <c:v>0.205004035538969</c:v>
                </c:pt>
                <c:pt idx="688">
                  <c:v>0.231023225327591</c:v>
                </c:pt>
                <c:pt idx="689">
                  <c:v>0.247608946104602</c:v>
                </c:pt>
                <c:pt idx="690">
                  <c:v>0.20525876792115</c:v>
                </c:pt>
                <c:pt idx="691">
                  <c:v>0.200556556346161</c:v>
                </c:pt>
                <c:pt idx="692">
                  <c:v>0.21122384057088</c:v>
                </c:pt>
                <c:pt idx="693">
                  <c:v>0.212775925320852</c:v>
                </c:pt>
                <c:pt idx="694">
                  <c:v>0.21794340022083</c:v>
                </c:pt>
                <c:pt idx="695">
                  <c:v>0.204523705643435</c:v>
                </c:pt>
                <c:pt idx="696">
                  <c:v>0.224727706504199</c:v>
                </c:pt>
                <c:pt idx="697">
                  <c:v>0.225846642776737</c:v>
                </c:pt>
                <c:pt idx="698">
                  <c:v>0.221321555464654</c:v>
                </c:pt>
                <c:pt idx="699">
                  <c:v>0.223512403790364</c:v>
                </c:pt>
                <c:pt idx="700">
                  <c:v>0.219135659924936</c:v>
                </c:pt>
                <c:pt idx="701">
                  <c:v>0.216203566322678</c:v>
                </c:pt>
                <c:pt idx="702">
                  <c:v>0.216372940880548</c:v>
                </c:pt>
                <c:pt idx="703">
                  <c:v>0.20920008115588</c:v>
                </c:pt>
                <c:pt idx="704">
                  <c:v>0.205967800824682</c:v>
                </c:pt>
                <c:pt idx="705">
                  <c:v>0.207736619446285</c:v>
                </c:pt>
                <c:pt idx="706">
                  <c:v>0.209931855943691</c:v>
                </c:pt>
                <c:pt idx="707">
                  <c:v>0.218671847752136</c:v>
                </c:pt>
                <c:pt idx="708">
                  <c:v>0.211792940152155</c:v>
                </c:pt>
                <c:pt idx="709">
                  <c:v>0.212428598056192</c:v>
                </c:pt>
                <c:pt idx="710">
                  <c:v>0.21591256858382</c:v>
                </c:pt>
                <c:pt idx="711">
                  <c:v>0.212124747895816</c:v>
                </c:pt>
                <c:pt idx="712">
                  <c:v>0.212817420007466</c:v>
                </c:pt>
                <c:pt idx="713">
                  <c:v>0.212641585358866</c:v>
                </c:pt>
                <c:pt idx="714">
                  <c:v>0.206543185238243</c:v>
                </c:pt>
                <c:pt idx="715">
                  <c:v>0.195813649202887</c:v>
                </c:pt>
                <c:pt idx="716">
                  <c:v>0.190579558232961</c:v>
                </c:pt>
                <c:pt idx="717">
                  <c:v>0.191408290023212</c:v>
                </c:pt>
                <c:pt idx="718">
                  <c:v>0.192071825695445</c:v>
                </c:pt>
                <c:pt idx="719">
                  <c:v>0.186032313687605</c:v>
                </c:pt>
                <c:pt idx="720">
                  <c:v>0.190034648824715</c:v>
                </c:pt>
                <c:pt idx="721">
                  <c:v>0.185952588603357</c:v>
                </c:pt>
                <c:pt idx="722">
                  <c:v>0.182217643144015</c:v>
                </c:pt>
                <c:pt idx="723">
                  <c:v>0.174028147749047</c:v>
                </c:pt>
                <c:pt idx="724">
                  <c:v>0.177879116918652</c:v>
                </c:pt>
                <c:pt idx="725">
                  <c:v>0.187009747206064</c:v>
                </c:pt>
                <c:pt idx="726">
                  <c:v>0.18241166711612</c:v>
                </c:pt>
                <c:pt idx="727">
                  <c:v>0.177843459602976</c:v>
                </c:pt>
                <c:pt idx="728">
                  <c:v>0.183389096266366</c:v>
                </c:pt>
                <c:pt idx="729">
                  <c:v>0.181797886447225</c:v>
                </c:pt>
                <c:pt idx="730">
                  <c:v>0.173956672554083</c:v>
                </c:pt>
                <c:pt idx="731">
                  <c:v>0.170899439411032</c:v>
                </c:pt>
                <c:pt idx="732">
                  <c:v>0.172897205441995</c:v>
                </c:pt>
                <c:pt idx="733">
                  <c:v>0.16838090990279</c:v>
                </c:pt>
                <c:pt idx="734">
                  <c:v>0.164283582413958</c:v>
                </c:pt>
                <c:pt idx="735">
                  <c:v>0.159735448623415</c:v>
                </c:pt>
                <c:pt idx="736">
                  <c:v>0.15988786434787</c:v>
                </c:pt>
                <c:pt idx="737">
                  <c:v>0.158602515414874</c:v>
                </c:pt>
                <c:pt idx="738">
                  <c:v>0.167930941248036</c:v>
                </c:pt>
                <c:pt idx="739">
                  <c:v>0.16471863291252</c:v>
                </c:pt>
                <c:pt idx="740">
                  <c:v>0.15193193047378</c:v>
                </c:pt>
                <c:pt idx="741">
                  <c:v>0.151335062353323</c:v>
                </c:pt>
                <c:pt idx="742">
                  <c:v>0.133512099649545</c:v>
                </c:pt>
                <c:pt idx="743">
                  <c:v>0.197575919299142</c:v>
                </c:pt>
                <c:pt idx="744">
                  <c:v>0.196523034353219</c:v>
                </c:pt>
                <c:pt idx="745">
                  <c:v>0.206045993259511</c:v>
                </c:pt>
                <c:pt idx="746">
                  <c:v>0.213183602746843</c:v>
                </c:pt>
                <c:pt idx="747">
                  <c:v>0.206870349027735</c:v>
                </c:pt>
                <c:pt idx="748">
                  <c:v>0.178539231957758</c:v>
                </c:pt>
                <c:pt idx="749">
                  <c:v>0.167274438518658</c:v>
                </c:pt>
                <c:pt idx="750">
                  <c:v>0.169259648703322</c:v>
                </c:pt>
                <c:pt idx="751">
                  <c:v>0.176211148384776</c:v>
                </c:pt>
                <c:pt idx="752">
                  <c:v>0.173980813014067</c:v>
                </c:pt>
                <c:pt idx="753">
                  <c:v>0.175717294467569</c:v>
                </c:pt>
                <c:pt idx="754">
                  <c:v>0.166117144802401</c:v>
                </c:pt>
                <c:pt idx="755">
                  <c:v>0.166455267888759</c:v>
                </c:pt>
                <c:pt idx="756">
                  <c:v>0.16506700021166</c:v>
                </c:pt>
                <c:pt idx="757">
                  <c:v>0.158464391435983</c:v>
                </c:pt>
                <c:pt idx="758">
                  <c:v>0.163156726520339</c:v>
                </c:pt>
                <c:pt idx="759">
                  <c:v>0.159328270541237</c:v>
                </c:pt>
                <c:pt idx="760">
                  <c:v>0.158244715817361</c:v>
                </c:pt>
                <c:pt idx="761">
                  <c:v>0.164136794686302</c:v>
                </c:pt>
                <c:pt idx="762">
                  <c:v>0.165471291444988</c:v>
                </c:pt>
                <c:pt idx="763">
                  <c:v>0.161633038842445</c:v>
                </c:pt>
                <c:pt idx="764">
                  <c:v>0.165333643433712</c:v>
                </c:pt>
                <c:pt idx="765">
                  <c:v>0.166382119256583</c:v>
                </c:pt>
                <c:pt idx="766">
                  <c:v>0.163033601763687</c:v>
                </c:pt>
                <c:pt idx="767">
                  <c:v>0.168714746146688</c:v>
                </c:pt>
                <c:pt idx="768">
                  <c:v>0.169593960128221</c:v>
                </c:pt>
                <c:pt idx="769">
                  <c:v>0.15972978424604</c:v>
                </c:pt>
                <c:pt idx="770">
                  <c:v>0.1618182680789</c:v>
                </c:pt>
                <c:pt idx="771">
                  <c:v>0.165109490081131</c:v>
                </c:pt>
                <c:pt idx="772">
                  <c:v>0.165860941879532</c:v>
                </c:pt>
                <c:pt idx="773">
                  <c:v>0.164193890082685</c:v>
                </c:pt>
                <c:pt idx="774">
                  <c:v>0.169105329682806</c:v>
                </c:pt>
                <c:pt idx="775">
                  <c:v>0.167596618284635</c:v>
                </c:pt>
                <c:pt idx="776">
                  <c:v>0.167308981484857</c:v>
                </c:pt>
                <c:pt idx="777">
                  <c:v>0.187663936288288</c:v>
                </c:pt>
                <c:pt idx="778">
                  <c:v>0.159334689441196</c:v>
                </c:pt>
                <c:pt idx="779">
                  <c:v>0.163667426808631</c:v>
                </c:pt>
                <c:pt idx="780">
                  <c:v>0.158391040902131</c:v>
                </c:pt>
                <c:pt idx="781">
                  <c:v>0.164123734013833</c:v>
                </c:pt>
                <c:pt idx="782">
                  <c:v>0.161035579140882</c:v>
                </c:pt>
                <c:pt idx="783">
                  <c:v>0.161542532701427</c:v>
                </c:pt>
                <c:pt idx="784">
                  <c:v>0.156596370499747</c:v>
                </c:pt>
                <c:pt idx="785">
                  <c:v>0.156013170644541</c:v>
                </c:pt>
                <c:pt idx="786">
                  <c:v>0.145833510574654</c:v>
                </c:pt>
                <c:pt idx="787">
                  <c:v>0.145658766500267</c:v>
                </c:pt>
                <c:pt idx="788">
                  <c:v>0.146884200177998</c:v>
                </c:pt>
                <c:pt idx="789">
                  <c:v>0.14859862317486</c:v>
                </c:pt>
                <c:pt idx="790">
                  <c:v>0.150163353842475</c:v>
                </c:pt>
                <c:pt idx="791">
                  <c:v>0.147215375854384</c:v>
                </c:pt>
                <c:pt idx="792">
                  <c:v>0.150807253553332</c:v>
                </c:pt>
                <c:pt idx="793">
                  <c:v>0.148339380174616</c:v>
                </c:pt>
                <c:pt idx="794">
                  <c:v>0.149512047242611</c:v>
                </c:pt>
                <c:pt idx="795">
                  <c:v>0.153922001967777</c:v>
                </c:pt>
                <c:pt idx="796">
                  <c:v>0.152186448954539</c:v>
                </c:pt>
                <c:pt idx="797">
                  <c:v>0.143857964046305</c:v>
                </c:pt>
                <c:pt idx="798">
                  <c:v>0.136922393452779</c:v>
                </c:pt>
                <c:pt idx="799">
                  <c:v>0.133903618359063</c:v>
                </c:pt>
                <c:pt idx="800">
                  <c:v>0.12600309760514</c:v>
                </c:pt>
                <c:pt idx="801">
                  <c:v>0.126468563214367</c:v>
                </c:pt>
                <c:pt idx="802">
                  <c:v>0.145129367974274</c:v>
                </c:pt>
                <c:pt idx="803">
                  <c:v>0.146048278820889</c:v>
                </c:pt>
                <c:pt idx="804">
                  <c:v>0.143013523792411</c:v>
                </c:pt>
                <c:pt idx="805">
                  <c:v>0.139772658522212</c:v>
                </c:pt>
                <c:pt idx="806">
                  <c:v>0.149267213404199</c:v>
                </c:pt>
                <c:pt idx="807">
                  <c:v>0.162087336594173</c:v>
                </c:pt>
                <c:pt idx="808">
                  <c:v>0.173522146022024</c:v>
                </c:pt>
                <c:pt idx="809">
                  <c:v>0.167800773224012</c:v>
                </c:pt>
                <c:pt idx="810">
                  <c:v>0.157992602845322</c:v>
                </c:pt>
                <c:pt idx="811">
                  <c:v>0.144401746817224</c:v>
                </c:pt>
                <c:pt idx="812">
                  <c:v>0.134914759540442</c:v>
                </c:pt>
                <c:pt idx="813">
                  <c:v>0.127796092130344</c:v>
                </c:pt>
                <c:pt idx="814">
                  <c:v>0.133874460603083</c:v>
                </c:pt>
                <c:pt idx="815">
                  <c:v>0.140220313961469</c:v>
                </c:pt>
                <c:pt idx="816">
                  <c:v>0.146106850789701</c:v>
                </c:pt>
                <c:pt idx="817">
                  <c:v>0.145846449696356</c:v>
                </c:pt>
                <c:pt idx="818">
                  <c:v>0.157959140628572</c:v>
                </c:pt>
                <c:pt idx="819">
                  <c:v>0.146358909393369</c:v>
                </c:pt>
                <c:pt idx="820">
                  <c:v>0.148843577189987</c:v>
                </c:pt>
                <c:pt idx="821">
                  <c:v>0.152171726251879</c:v>
                </c:pt>
                <c:pt idx="822">
                  <c:v>0.150883391509474</c:v>
                </c:pt>
                <c:pt idx="823">
                  <c:v>0.144168884645642</c:v>
                </c:pt>
                <c:pt idx="824">
                  <c:v>0.13504183912024</c:v>
                </c:pt>
                <c:pt idx="825">
                  <c:v>0.151814173681133</c:v>
                </c:pt>
                <c:pt idx="826">
                  <c:v>0.162367562812002</c:v>
                </c:pt>
                <c:pt idx="827">
                  <c:v>0.167357245365384</c:v>
                </c:pt>
                <c:pt idx="828">
                  <c:v>0.156201079618216</c:v>
                </c:pt>
                <c:pt idx="829">
                  <c:v>0.155896714267215</c:v>
                </c:pt>
                <c:pt idx="830">
                  <c:v>0.155136636162927</c:v>
                </c:pt>
                <c:pt idx="831">
                  <c:v>0.166605996699571</c:v>
                </c:pt>
                <c:pt idx="832">
                  <c:v>0.165953307248326</c:v>
                </c:pt>
                <c:pt idx="833">
                  <c:v>0.152866694391801</c:v>
                </c:pt>
                <c:pt idx="834">
                  <c:v>0.153009150817617</c:v>
                </c:pt>
                <c:pt idx="835">
                  <c:v>0.157851132201582</c:v>
                </c:pt>
                <c:pt idx="836">
                  <c:v>0.168712127778633</c:v>
                </c:pt>
                <c:pt idx="837">
                  <c:v>0.165219715566618</c:v>
                </c:pt>
                <c:pt idx="838">
                  <c:v>0.155461065716256</c:v>
                </c:pt>
                <c:pt idx="839">
                  <c:v>0.151590769523442</c:v>
                </c:pt>
                <c:pt idx="840">
                  <c:v>0.145370870077868</c:v>
                </c:pt>
                <c:pt idx="841">
                  <c:v>0.146446043884237</c:v>
                </c:pt>
                <c:pt idx="842">
                  <c:v>0.139640291048113</c:v>
                </c:pt>
                <c:pt idx="843">
                  <c:v>0.139315363778213</c:v>
                </c:pt>
                <c:pt idx="844">
                  <c:v>0.148692432291622</c:v>
                </c:pt>
                <c:pt idx="845">
                  <c:v>0.149492615165081</c:v>
                </c:pt>
                <c:pt idx="846">
                  <c:v>0.156400364770638</c:v>
                </c:pt>
                <c:pt idx="847">
                  <c:v>0.161340645242291</c:v>
                </c:pt>
                <c:pt idx="848">
                  <c:v>0.149856592140554</c:v>
                </c:pt>
                <c:pt idx="849">
                  <c:v>0.151700654262607</c:v>
                </c:pt>
                <c:pt idx="850">
                  <c:v>0.151059161561045</c:v>
                </c:pt>
                <c:pt idx="851">
                  <c:v>0.150967913938083</c:v>
                </c:pt>
                <c:pt idx="852">
                  <c:v>0.145021754347129</c:v>
                </c:pt>
                <c:pt idx="853">
                  <c:v>0.140242350672449</c:v>
                </c:pt>
                <c:pt idx="854">
                  <c:v>0.149074218427157</c:v>
                </c:pt>
                <c:pt idx="855">
                  <c:v>0.151889940322742</c:v>
                </c:pt>
                <c:pt idx="856">
                  <c:v>0.158657472598334</c:v>
                </c:pt>
                <c:pt idx="857">
                  <c:v>0.149884536865986</c:v>
                </c:pt>
                <c:pt idx="858">
                  <c:v>0.14540500849433</c:v>
                </c:pt>
                <c:pt idx="859">
                  <c:v>0.151452379532673</c:v>
                </c:pt>
                <c:pt idx="860">
                  <c:v>0.139804984126302</c:v>
                </c:pt>
                <c:pt idx="861">
                  <c:v>0.146962430195671</c:v>
                </c:pt>
                <c:pt idx="862">
                  <c:v>0.139956014896611</c:v>
                </c:pt>
                <c:pt idx="863">
                  <c:v>0.142701225372186</c:v>
                </c:pt>
                <c:pt idx="864">
                  <c:v>0.146340649399471</c:v>
                </c:pt>
                <c:pt idx="865">
                  <c:v>0.156979319616829</c:v>
                </c:pt>
                <c:pt idx="866">
                  <c:v>0.145721958288517</c:v>
                </c:pt>
                <c:pt idx="867">
                  <c:v>0.148494187822284</c:v>
                </c:pt>
                <c:pt idx="868">
                  <c:v>0.140637946374775</c:v>
                </c:pt>
                <c:pt idx="869">
                  <c:v>0.144389377153606</c:v>
                </c:pt>
                <c:pt idx="870">
                  <c:v>0.14273318021415</c:v>
                </c:pt>
                <c:pt idx="871">
                  <c:v>0.159002551387787</c:v>
                </c:pt>
                <c:pt idx="872">
                  <c:v>0.175336696424448</c:v>
                </c:pt>
                <c:pt idx="873">
                  <c:v>0.173371009482572</c:v>
                </c:pt>
                <c:pt idx="874">
                  <c:v>0.18111349273976</c:v>
                </c:pt>
                <c:pt idx="875">
                  <c:v>0.181781293500073</c:v>
                </c:pt>
                <c:pt idx="876">
                  <c:v>0.192302629577337</c:v>
                </c:pt>
                <c:pt idx="877">
                  <c:v>0.178903779004374</c:v>
                </c:pt>
                <c:pt idx="878">
                  <c:v>0.187842204646035</c:v>
                </c:pt>
                <c:pt idx="879">
                  <c:v>0.196864890429137</c:v>
                </c:pt>
                <c:pt idx="880">
                  <c:v>0.195142101473966</c:v>
                </c:pt>
                <c:pt idx="881">
                  <c:v>0.207576064354788</c:v>
                </c:pt>
                <c:pt idx="882">
                  <c:v>0.181741873540614</c:v>
                </c:pt>
                <c:pt idx="883">
                  <c:v>0.174683603117596</c:v>
                </c:pt>
                <c:pt idx="884">
                  <c:v>0.181200658913412</c:v>
                </c:pt>
                <c:pt idx="885">
                  <c:v>0.185012070308993</c:v>
                </c:pt>
                <c:pt idx="886">
                  <c:v>0.195009293333091</c:v>
                </c:pt>
                <c:pt idx="887">
                  <c:v>0.206306945300304</c:v>
                </c:pt>
                <c:pt idx="888">
                  <c:v>0.196403345250004</c:v>
                </c:pt>
                <c:pt idx="889">
                  <c:v>0.211641828614664</c:v>
                </c:pt>
                <c:pt idx="890">
                  <c:v>0.209916425294648</c:v>
                </c:pt>
                <c:pt idx="891">
                  <c:v>0.213300287337878</c:v>
                </c:pt>
                <c:pt idx="892">
                  <c:v>0.229050898299438</c:v>
                </c:pt>
                <c:pt idx="893">
                  <c:v>0.216278036592766</c:v>
                </c:pt>
                <c:pt idx="894">
                  <c:v>0.200095650280152</c:v>
                </c:pt>
                <c:pt idx="895">
                  <c:v>0.190571405627643</c:v>
                </c:pt>
                <c:pt idx="896">
                  <c:v>0.183682166846774</c:v>
                </c:pt>
                <c:pt idx="897">
                  <c:v>0.169606790307599</c:v>
                </c:pt>
                <c:pt idx="898">
                  <c:v>0.175595105076408</c:v>
                </c:pt>
                <c:pt idx="899">
                  <c:v>0.174429392982044</c:v>
                </c:pt>
                <c:pt idx="900">
                  <c:v>0.181675781523953</c:v>
                </c:pt>
                <c:pt idx="901">
                  <c:v>0.183026646845001</c:v>
                </c:pt>
                <c:pt idx="902">
                  <c:v>0.187182459047094</c:v>
                </c:pt>
                <c:pt idx="903">
                  <c:v>0.179721808215393</c:v>
                </c:pt>
                <c:pt idx="904">
                  <c:v>0.179888217209578</c:v>
                </c:pt>
                <c:pt idx="905">
                  <c:v>0.17678032479578</c:v>
                </c:pt>
                <c:pt idx="906">
                  <c:v>0.183759007284378</c:v>
                </c:pt>
                <c:pt idx="907">
                  <c:v>0.177030094162664</c:v>
                </c:pt>
                <c:pt idx="908">
                  <c:v>0.177635937910862</c:v>
                </c:pt>
                <c:pt idx="909">
                  <c:v>0.183751178106637</c:v>
                </c:pt>
                <c:pt idx="910">
                  <c:v>0.193631360770847</c:v>
                </c:pt>
                <c:pt idx="911">
                  <c:v>0.190894872442026</c:v>
                </c:pt>
                <c:pt idx="912">
                  <c:v>0.196807598762104</c:v>
                </c:pt>
                <c:pt idx="913">
                  <c:v>0.203651914044483</c:v>
                </c:pt>
                <c:pt idx="914">
                  <c:v>0.207085508647192</c:v>
                </c:pt>
                <c:pt idx="915">
                  <c:v>0.21399369618775</c:v>
                </c:pt>
                <c:pt idx="916">
                  <c:v>0.170999633039841</c:v>
                </c:pt>
                <c:pt idx="917">
                  <c:v>0.159382212334807</c:v>
                </c:pt>
                <c:pt idx="918">
                  <c:v>0.150169392812941</c:v>
                </c:pt>
                <c:pt idx="919">
                  <c:v>0.148108881501981</c:v>
                </c:pt>
                <c:pt idx="920">
                  <c:v>0.143628206967544</c:v>
                </c:pt>
                <c:pt idx="921">
                  <c:v>0.162084377709831</c:v>
                </c:pt>
                <c:pt idx="922">
                  <c:v>0.155892112163675</c:v>
                </c:pt>
                <c:pt idx="923">
                  <c:v>0.157168435536078</c:v>
                </c:pt>
                <c:pt idx="924">
                  <c:v>0.183362199547084</c:v>
                </c:pt>
                <c:pt idx="925">
                  <c:v>0.191348719739945</c:v>
                </c:pt>
                <c:pt idx="926">
                  <c:v>0.202737656675705</c:v>
                </c:pt>
                <c:pt idx="927">
                  <c:v>0.185825448740098</c:v>
                </c:pt>
                <c:pt idx="928">
                  <c:v>0.167670545605651</c:v>
                </c:pt>
                <c:pt idx="929">
                  <c:v>0.155802193133852</c:v>
                </c:pt>
                <c:pt idx="930">
                  <c:v>0.152361062057058</c:v>
                </c:pt>
                <c:pt idx="931">
                  <c:v>0.149941634332789</c:v>
                </c:pt>
                <c:pt idx="932">
                  <c:v>0.148003551296462</c:v>
                </c:pt>
                <c:pt idx="933">
                  <c:v>0.151275678147575</c:v>
                </c:pt>
                <c:pt idx="934">
                  <c:v>0.148926254860072</c:v>
                </c:pt>
                <c:pt idx="935">
                  <c:v>0.147591665193689</c:v>
                </c:pt>
                <c:pt idx="936">
                  <c:v>0.148843552789063</c:v>
                </c:pt>
                <c:pt idx="937">
                  <c:v>0.148198350601247</c:v>
                </c:pt>
                <c:pt idx="938">
                  <c:v>0.151526480520672</c:v>
                </c:pt>
                <c:pt idx="939">
                  <c:v>0.151450136823998</c:v>
                </c:pt>
                <c:pt idx="940">
                  <c:v>0.158424434257087</c:v>
                </c:pt>
                <c:pt idx="941">
                  <c:v>0.159630331804898</c:v>
                </c:pt>
                <c:pt idx="942">
                  <c:v>0.16087338609275</c:v>
                </c:pt>
                <c:pt idx="943">
                  <c:v>0.158160937023381</c:v>
                </c:pt>
                <c:pt idx="944">
                  <c:v>0.159459311192526</c:v>
                </c:pt>
                <c:pt idx="945">
                  <c:v>0.151838530382581</c:v>
                </c:pt>
                <c:pt idx="946">
                  <c:v>0.145379973387906</c:v>
                </c:pt>
                <c:pt idx="947">
                  <c:v>0.142640800669857</c:v>
                </c:pt>
                <c:pt idx="948">
                  <c:v>0.147263807660387</c:v>
                </c:pt>
                <c:pt idx="949">
                  <c:v>0.146804873837795</c:v>
                </c:pt>
                <c:pt idx="950">
                  <c:v>0.150523116264415</c:v>
                </c:pt>
                <c:pt idx="951">
                  <c:v>0.146837403809216</c:v>
                </c:pt>
                <c:pt idx="952">
                  <c:v>0.145471493871553</c:v>
                </c:pt>
                <c:pt idx="953">
                  <c:v>0.149090881381081</c:v>
                </c:pt>
                <c:pt idx="954">
                  <c:v>0.144279623014548</c:v>
                </c:pt>
                <c:pt idx="955">
                  <c:v>0.153507208251123</c:v>
                </c:pt>
                <c:pt idx="956">
                  <c:v>0.159521534771907</c:v>
                </c:pt>
                <c:pt idx="957">
                  <c:v>0.189532812954247</c:v>
                </c:pt>
                <c:pt idx="958">
                  <c:v>0.171496568905453</c:v>
                </c:pt>
                <c:pt idx="959">
                  <c:v>0.17619213556079</c:v>
                </c:pt>
                <c:pt idx="960">
                  <c:v>0.181351955578511</c:v>
                </c:pt>
                <c:pt idx="961">
                  <c:v>0.172935474661491</c:v>
                </c:pt>
                <c:pt idx="962">
                  <c:v>0.171097407297769</c:v>
                </c:pt>
                <c:pt idx="963">
                  <c:v>0.175719871440958</c:v>
                </c:pt>
                <c:pt idx="964">
                  <c:v>0.174884532340967</c:v>
                </c:pt>
                <c:pt idx="965">
                  <c:v>0.179111761260251</c:v>
                </c:pt>
                <c:pt idx="966">
                  <c:v>0.178904870538643</c:v>
                </c:pt>
                <c:pt idx="967">
                  <c:v>0.181745693687954</c:v>
                </c:pt>
                <c:pt idx="968">
                  <c:v>0.192794261148602</c:v>
                </c:pt>
                <c:pt idx="969">
                  <c:v>0.180825469906714</c:v>
                </c:pt>
                <c:pt idx="970">
                  <c:v>0.175543981036964</c:v>
                </c:pt>
                <c:pt idx="971">
                  <c:v>0.169206926530984</c:v>
                </c:pt>
                <c:pt idx="972">
                  <c:v>0.173218719436937</c:v>
                </c:pt>
                <c:pt idx="973">
                  <c:v>0.174263154575636</c:v>
                </c:pt>
                <c:pt idx="974">
                  <c:v>0.178996525753994</c:v>
                </c:pt>
                <c:pt idx="975">
                  <c:v>0.173925605062726</c:v>
                </c:pt>
                <c:pt idx="976">
                  <c:v>0.174248601283102</c:v>
                </c:pt>
                <c:pt idx="977">
                  <c:v>0.168469514867379</c:v>
                </c:pt>
                <c:pt idx="978">
                  <c:v>0.173058777412671</c:v>
                </c:pt>
                <c:pt idx="979">
                  <c:v>0.178748898320006</c:v>
                </c:pt>
                <c:pt idx="980">
                  <c:v>0.216815250987972</c:v>
                </c:pt>
                <c:pt idx="981">
                  <c:v>0.1873115497978</c:v>
                </c:pt>
                <c:pt idx="982">
                  <c:v>0.187625188682424</c:v>
                </c:pt>
                <c:pt idx="983">
                  <c:v>0.191770343862155</c:v>
                </c:pt>
                <c:pt idx="984">
                  <c:v>0.185653945780778</c:v>
                </c:pt>
                <c:pt idx="985">
                  <c:v>0.195880250220021</c:v>
                </c:pt>
                <c:pt idx="986">
                  <c:v>0.195646585364663</c:v>
                </c:pt>
                <c:pt idx="987">
                  <c:v>0.227962598015209</c:v>
                </c:pt>
                <c:pt idx="988">
                  <c:v>0.248037389754791</c:v>
                </c:pt>
                <c:pt idx="989">
                  <c:v>0.216836466924238</c:v>
                </c:pt>
                <c:pt idx="990">
                  <c:v>0.256285934454889</c:v>
                </c:pt>
                <c:pt idx="991">
                  <c:v>0.235536317615939</c:v>
                </c:pt>
                <c:pt idx="992">
                  <c:v>0.228043393407045</c:v>
                </c:pt>
                <c:pt idx="993">
                  <c:v>0.208051506274148</c:v>
                </c:pt>
                <c:pt idx="994">
                  <c:v>0.209033146497507</c:v>
                </c:pt>
                <c:pt idx="995">
                  <c:v>0.228892326235695</c:v>
                </c:pt>
                <c:pt idx="996">
                  <c:v>0.241722825947404</c:v>
                </c:pt>
                <c:pt idx="997">
                  <c:v>0.277449351454679</c:v>
                </c:pt>
                <c:pt idx="998">
                  <c:v>0.284090673491797</c:v>
                </c:pt>
                <c:pt idx="999">
                  <c:v>0.361402414981412</c:v>
                </c:pt>
                <c:pt idx="1000">
                  <c:v>0.30128107992908</c:v>
                </c:pt>
                <c:pt idx="1001">
                  <c:v>0.248971545016215</c:v>
                </c:pt>
                <c:pt idx="1002">
                  <c:v>0.245231397683316</c:v>
                </c:pt>
                <c:pt idx="1003">
                  <c:v>0.237688777450401</c:v>
                </c:pt>
                <c:pt idx="1004">
                  <c:v>0.199179360041103</c:v>
                </c:pt>
                <c:pt idx="1005">
                  <c:v>0.180274451558144</c:v>
                </c:pt>
                <c:pt idx="1006">
                  <c:v>0.186000692200464</c:v>
                </c:pt>
                <c:pt idx="1007">
                  <c:v>0.18904332975332</c:v>
                </c:pt>
                <c:pt idx="1008">
                  <c:v>0.195212354081682</c:v>
                </c:pt>
                <c:pt idx="1009">
                  <c:v>0.19605948395419</c:v>
                </c:pt>
                <c:pt idx="1010">
                  <c:v>0.190405220116073</c:v>
                </c:pt>
                <c:pt idx="1011">
                  <c:v>0.200523505952752</c:v>
                </c:pt>
                <c:pt idx="1012">
                  <c:v>0.191127666625574</c:v>
                </c:pt>
                <c:pt idx="1013">
                  <c:v>0.185919092117218</c:v>
                </c:pt>
                <c:pt idx="1014">
                  <c:v>0.182036514964193</c:v>
                </c:pt>
                <c:pt idx="1015">
                  <c:v>0.168373348146711</c:v>
                </c:pt>
                <c:pt idx="1016">
                  <c:v>0.165981271428945</c:v>
                </c:pt>
                <c:pt idx="1017">
                  <c:v>0.160945076243371</c:v>
                </c:pt>
                <c:pt idx="1018">
                  <c:v>0.150924249823047</c:v>
                </c:pt>
                <c:pt idx="1019">
                  <c:v>0.157245018303714</c:v>
                </c:pt>
                <c:pt idx="1020">
                  <c:v>0.161157735607448</c:v>
                </c:pt>
                <c:pt idx="1021">
                  <c:v>0.162215494555202</c:v>
                </c:pt>
                <c:pt idx="1022">
                  <c:v>0.165945182255902</c:v>
                </c:pt>
                <c:pt idx="1023">
                  <c:v>0.161301718761199</c:v>
                </c:pt>
                <c:pt idx="1024">
                  <c:v>0.153428432913548</c:v>
                </c:pt>
                <c:pt idx="1025">
                  <c:v>0.155116546910112</c:v>
                </c:pt>
                <c:pt idx="1026">
                  <c:v>0.153662847223257</c:v>
                </c:pt>
                <c:pt idx="1027">
                  <c:v>0.156738224648609</c:v>
                </c:pt>
                <c:pt idx="1028">
                  <c:v>0.169833822175989</c:v>
                </c:pt>
                <c:pt idx="1029">
                  <c:v>0.161286694602478</c:v>
                </c:pt>
                <c:pt idx="1030">
                  <c:v>0.15657072576376</c:v>
                </c:pt>
                <c:pt idx="1031">
                  <c:v>0.167671235852871</c:v>
                </c:pt>
                <c:pt idx="1032">
                  <c:v>0.167084300709447</c:v>
                </c:pt>
                <c:pt idx="1033">
                  <c:v>0.156690196365387</c:v>
                </c:pt>
                <c:pt idx="1034">
                  <c:v>0.150871610833018</c:v>
                </c:pt>
                <c:pt idx="1035">
                  <c:v>0.155622209607614</c:v>
                </c:pt>
                <c:pt idx="1036">
                  <c:v>0.156307250524463</c:v>
                </c:pt>
                <c:pt idx="1037">
                  <c:v>0.151294236065101</c:v>
                </c:pt>
                <c:pt idx="1038">
                  <c:v>0.151581902300731</c:v>
                </c:pt>
                <c:pt idx="1039">
                  <c:v>0.150852102506096</c:v>
                </c:pt>
                <c:pt idx="1040">
                  <c:v>0.151413275753006</c:v>
                </c:pt>
                <c:pt idx="1041">
                  <c:v>0.159885339064059</c:v>
                </c:pt>
                <c:pt idx="1042">
                  <c:v>0.152511302189406</c:v>
                </c:pt>
                <c:pt idx="1043">
                  <c:v>0.16609015999045</c:v>
                </c:pt>
                <c:pt idx="1044">
                  <c:v>0.152272669464682</c:v>
                </c:pt>
                <c:pt idx="1045">
                  <c:v>0.162490463530597</c:v>
                </c:pt>
                <c:pt idx="1046">
                  <c:v>0.168915796550581</c:v>
                </c:pt>
                <c:pt idx="1047">
                  <c:v>0.164335153269901</c:v>
                </c:pt>
                <c:pt idx="1048">
                  <c:v>0.16573582309654</c:v>
                </c:pt>
                <c:pt idx="1049">
                  <c:v>0.165505940483471</c:v>
                </c:pt>
                <c:pt idx="1050">
                  <c:v>0.157132894682108</c:v>
                </c:pt>
                <c:pt idx="1051">
                  <c:v>0.155810616067443</c:v>
                </c:pt>
                <c:pt idx="1052">
                  <c:v>0.17812276333967</c:v>
                </c:pt>
                <c:pt idx="1053">
                  <c:v>0.170667215849423</c:v>
                </c:pt>
                <c:pt idx="1054">
                  <c:v>0.156040233380846</c:v>
                </c:pt>
                <c:pt idx="1055">
                  <c:v>0.149572571574622</c:v>
                </c:pt>
                <c:pt idx="1056">
                  <c:v>0.145319659269105</c:v>
                </c:pt>
                <c:pt idx="1057">
                  <c:v>0.143357033502103</c:v>
                </c:pt>
                <c:pt idx="1058">
                  <c:v>0.140416375929024</c:v>
                </c:pt>
                <c:pt idx="1059">
                  <c:v>0.154945749602664</c:v>
                </c:pt>
                <c:pt idx="1060">
                  <c:v>0.154719306227429</c:v>
                </c:pt>
                <c:pt idx="1061">
                  <c:v>0.155386699107672</c:v>
                </c:pt>
                <c:pt idx="1062">
                  <c:v>0.150126199719392</c:v>
                </c:pt>
                <c:pt idx="1063">
                  <c:v>0.14240599559989</c:v>
                </c:pt>
                <c:pt idx="1064">
                  <c:v>0.14743706380099</c:v>
                </c:pt>
                <c:pt idx="1065">
                  <c:v>0.147356058682615</c:v>
                </c:pt>
                <c:pt idx="1066">
                  <c:v>0.148151562287842</c:v>
                </c:pt>
                <c:pt idx="1067">
                  <c:v>0.149289826966896</c:v>
                </c:pt>
                <c:pt idx="1068">
                  <c:v>0.162215026063183</c:v>
                </c:pt>
                <c:pt idx="1069">
                  <c:v>0.150523102885551</c:v>
                </c:pt>
                <c:pt idx="1070">
                  <c:v>0.144640686611965</c:v>
                </c:pt>
                <c:pt idx="1071">
                  <c:v>0.14340942758223</c:v>
                </c:pt>
                <c:pt idx="1072">
                  <c:v>0.148255537624849</c:v>
                </c:pt>
                <c:pt idx="1073">
                  <c:v>0.154234022562368</c:v>
                </c:pt>
                <c:pt idx="1074">
                  <c:v>0.145484188651385</c:v>
                </c:pt>
                <c:pt idx="1075">
                  <c:v>0.137586914628154</c:v>
                </c:pt>
                <c:pt idx="1076">
                  <c:v>0.143478739614254</c:v>
                </c:pt>
                <c:pt idx="1077">
                  <c:v>0.154883242790519</c:v>
                </c:pt>
                <c:pt idx="1078">
                  <c:v>0.156304784870009</c:v>
                </c:pt>
                <c:pt idx="1079">
                  <c:v>0.146513119073321</c:v>
                </c:pt>
                <c:pt idx="1080">
                  <c:v>0.142689362034086</c:v>
                </c:pt>
                <c:pt idx="1081">
                  <c:v>0.139357516839209</c:v>
                </c:pt>
                <c:pt idx="1082">
                  <c:v>0.133411818041092</c:v>
                </c:pt>
                <c:pt idx="1083">
                  <c:v>0.142595703996569</c:v>
                </c:pt>
                <c:pt idx="1084">
                  <c:v>0.139529430639399</c:v>
                </c:pt>
                <c:pt idx="1085">
                  <c:v>0.14010336289374</c:v>
                </c:pt>
                <c:pt idx="1086">
                  <c:v>0.144189697783972</c:v>
                </c:pt>
                <c:pt idx="1087">
                  <c:v>0.143125557544665</c:v>
                </c:pt>
                <c:pt idx="1088">
                  <c:v>0.138663931355293</c:v>
                </c:pt>
                <c:pt idx="1089">
                  <c:v>0.145198075844281</c:v>
                </c:pt>
                <c:pt idx="1090">
                  <c:v>0.140718390766778</c:v>
                </c:pt>
                <c:pt idx="1091">
                  <c:v>0.144424671904139</c:v>
                </c:pt>
                <c:pt idx="1092">
                  <c:v>0.138348644283477</c:v>
                </c:pt>
                <c:pt idx="1093">
                  <c:v>0.130480064046937</c:v>
                </c:pt>
                <c:pt idx="1094">
                  <c:v>0.12444467650012</c:v>
                </c:pt>
                <c:pt idx="1095">
                  <c:v>0.12048630336988</c:v>
                </c:pt>
                <c:pt idx="1096">
                  <c:v>0.126154386617612</c:v>
                </c:pt>
                <c:pt idx="1097">
                  <c:v>0.131409294916689</c:v>
                </c:pt>
                <c:pt idx="1098">
                  <c:v>0.137223322688365</c:v>
                </c:pt>
                <c:pt idx="1099">
                  <c:v>0.135211097691849</c:v>
                </c:pt>
                <c:pt idx="1100">
                  <c:v>0.137821271210073</c:v>
                </c:pt>
                <c:pt idx="1101">
                  <c:v>0.133043870356724</c:v>
                </c:pt>
                <c:pt idx="1102">
                  <c:v>0.133449588627056</c:v>
                </c:pt>
                <c:pt idx="1103">
                  <c:v>0.129094683759042</c:v>
                </c:pt>
                <c:pt idx="1104">
                  <c:v>0.119690385615708</c:v>
                </c:pt>
                <c:pt idx="1105">
                  <c:v>0.121191395472904</c:v>
                </c:pt>
                <c:pt idx="1106">
                  <c:v>0.13013668487506</c:v>
                </c:pt>
                <c:pt idx="1107">
                  <c:v>0.126395245323073</c:v>
                </c:pt>
                <c:pt idx="1108">
                  <c:v>0.127593661210248</c:v>
                </c:pt>
                <c:pt idx="1109">
                  <c:v>0.143071878492812</c:v>
                </c:pt>
                <c:pt idx="1110">
                  <c:v>0.153342372499107</c:v>
                </c:pt>
                <c:pt idx="1111">
                  <c:v>0.153202233372588</c:v>
                </c:pt>
                <c:pt idx="1112">
                  <c:v>0.149760285774133</c:v>
                </c:pt>
                <c:pt idx="1113">
                  <c:v>0.146600132942703</c:v>
                </c:pt>
                <c:pt idx="1114">
                  <c:v>0.15150847718358</c:v>
                </c:pt>
                <c:pt idx="1115">
                  <c:v>0.147639430677398</c:v>
                </c:pt>
                <c:pt idx="1116">
                  <c:v>0.154855485668506</c:v>
                </c:pt>
                <c:pt idx="1117">
                  <c:v>0.157706936912127</c:v>
                </c:pt>
                <c:pt idx="1118">
                  <c:v>0.18807351929128</c:v>
                </c:pt>
                <c:pt idx="1119">
                  <c:v>0.173877423872172</c:v>
                </c:pt>
                <c:pt idx="1120">
                  <c:v>0.164250893896016</c:v>
                </c:pt>
                <c:pt idx="1121">
                  <c:v>0.152509696835676</c:v>
                </c:pt>
                <c:pt idx="1122">
                  <c:v>0.153885275163909</c:v>
                </c:pt>
                <c:pt idx="1123">
                  <c:v>0.139618976968695</c:v>
                </c:pt>
                <c:pt idx="1124">
                  <c:v>0.138159762681527</c:v>
                </c:pt>
                <c:pt idx="1125">
                  <c:v>0.145199012790095</c:v>
                </c:pt>
                <c:pt idx="1126">
                  <c:v>0.139502283965592</c:v>
                </c:pt>
                <c:pt idx="1127">
                  <c:v>0.139529358097691</c:v>
                </c:pt>
                <c:pt idx="1128">
                  <c:v>0.130626401398423</c:v>
                </c:pt>
                <c:pt idx="1129">
                  <c:v>0.134266320459585</c:v>
                </c:pt>
                <c:pt idx="1130">
                  <c:v>0.134005407655129</c:v>
                </c:pt>
                <c:pt idx="1131">
                  <c:v>0.134554012099803</c:v>
                </c:pt>
                <c:pt idx="1132">
                  <c:v>0.130956618494736</c:v>
                </c:pt>
                <c:pt idx="1133">
                  <c:v>0.131788477747873</c:v>
                </c:pt>
                <c:pt idx="1134">
                  <c:v>0.133617705612539</c:v>
                </c:pt>
                <c:pt idx="1135">
                  <c:v>0.136121130457766</c:v>
                </c:pt>
                <c:pt idx="1136">
                  <c:v>0.143384266531712</c:v>
                </c:pt>
                <c:pt idx="1137">
                  <c:v>0.146212922457111</c:v>
                </c:pt>
                <c:pt idx="1138">
                  <c:v>0.152716954264987</c:v>
                </c:pt>
                <c:pt idx="1139">
                  <c:v>0.144200381972896</c:v>
                </c:pt>
                <c:pt idx="1140">
                  <c:v>0.1536714991023</c:v>
                </c:pt>
                <c:pt idx="1141">
                  <c:v>0.155787061351373</c:v>
                </c:pt>
                <c:pt idx="1142">
                  <c:v>0.162661196149323</c:v>
                </c:pt>
                <c:pt idx="1143">
                  <c:v>0.169927878179552</c:v>
                </c:pt>
                <c:pt idx="1144">
                  <c:v>0.177233275933592</c:v>
                </c:pt>
                <c:pt idx="1145">
                  <c:v>0.186226213482654</c:v>
                </c:pt>
                <c:pt idx="1146">
                  <c:v>0.173554467735892</c:v>
                </c:pt>
                <c:pt idx="1147">
                  <c:v>0.163315114893011</c:v>
                </c:pt>
                <c:pt idx="1148">
                  <c:v>0.160212361990167</c:v>
                </c:pt>
                <c:pt idx="1149">
                  <c:v>0.159120276359638</c:v>
                </c:pt>
                <c:pt idx="1150">
                  <c:v>0.155923675005491</c:v>
                </c:pt>
                <c:pt idx="1151">
                  <c:v>0.144221883569255</c:v>
                </c:pt>
                <c:pt idx="1152">
                  <c:v>0.181926705641538</c:v>
                </c:pt>
                <c:pt idx="1153">
                  <c:v>0.219686501810315</c:v>
                </c:pt>
                <c:pt idx="1154">
                  <c:v>0.276122378442669</c:v>
                </c:pt>
                <c:pt idx="1155">
                  <c:v>0.43650295135594</c:v>
                </c:pt>
                <c:pt idx="1156">
                  <c:v>0.574543626880249</c:v>
                </c:pt>
                <c:pt idx="1157">
                  <c:v>0.600563928882656</c:v>
                </c:pt>
                <c:pt idx="1158">
                  <c:v>0.677846473040154</c:v>
                </c:pt>
                <c:pt idx="1159">
                  <c:v>0.53532370123077</c:v>
                </c:pt>
                <c:pt idx="1160">
                  <c:v>0.526759292684276</c:v>
                </c:pt>
                <c:pt idx="1161">
                  <c:v>0.381566304380878</c:v>
                </c:pt>
                <c:pt idx="1162">
                  <c:v>0.280536970226573</c:v>
                </c:pt>
                <c:pt idx="1163">
                  <c:v>0.277222385093504</c:v>
                </c:pt>
                <c:pt idx="1164">
                  <c:v>0.273331853228961</c:v>
                </c:pt>
                <c:pt idx="1165">
                  <c:v>0.397170094113322</c:v>
                </c:pt>
                <c:pt idx="1166">
                  <c:v>0.41822617396874</c:v>
                </c:pt>
                <c:pt idx="1167">
                  <c:v>0.341896181619489</c:v>
                </c:pt>
                <c:pt idx="1168">
                  <c:v>0.321850046619769</c:v>
                </c:pt>
                <c:pt idx="1169">
                  <c:v>0.296521698082365</c:v>
                </c:pt>
                <c:pt idx="1170">
                  <c:v>0.321037612330317</c:v>
                </c:pt>
                <c:pt idx="1171">
                  <c:v>0.322070336176041</c:v>
                </c:pt>
                <c:pt idx="1172">
                  <c:v>0.317968890126522</c:v>
                </c:pt>
                <c:pt idx="1173">
                  <c:v>0.323046325145624</c:v>
                </c:pt>
                <c:pt idx="1174">
                  <c:v>0.34074963004007</c:v>
                </c:pt>
                <c:pt idx="1175">
                  <c:v>0.35333668456599</c:v>
                </c:pt>
                <c:pt idx="1176">
                  <c:v>0.362689321342387</c:v>
                </c:pt>
                <c:pt idx="1177">
                  <c:v>0.375307970161396</c:v>
                </c:pt>
                <c:pt idx="1178">
                  <c:v>0.366251912740593</c:v>
                </c:pt>
                <c:pt idx="1179">
                  <c:v>0.348786543302819</c:v>
                </c:pt>
                <c:pt idx="1180">
                  <c:v>0.374031191619352</c:v>
                </c:pt>
                <c:pt idx="1181">
                  <c:v>0.304670051894409</c:v>
                </c:pt>
                <c:pt idx="1182">
                  <c:v>0.267441862270942</c:v>
                </c:pt>
                <c:pt idx="1183">
                  <c:v>0.252170226495284</c:v>
                </c:pt>
                <c:pt idx="1184">
                  <c:v>0.255393205577568</c:v>
                </c:pt>
                <c:pt idx="1185">
                  <c:v>0.26708271546821</c:v>
                </c:pt>
                <c:pt idx="1186">
                  <c:v>0.267109906884668</c:v>
                </c:pt>
                <c:pt idx="1187">
                  <c:v>0.261351421738056</c:v>
                </c:pt>
                <c:pt idx="1188">
                  <c:v>0.24823129840635</c:v>
                </c:pt>
                <c:pt idx="1189">
                  <c:v>0.231713053179711</c:v>
                </c:pt>
                <c:pt idx="1190">
                  <c:v>0.242322607264858</c:v>
                </c:pt>
                <c:pt idx="1191">
                  <c:v>0.243025386343127</c:v>
                </c:pt>
                <c:pt idx="1192">
                  <c:v>0.223007011704115</c:v>
                </c:pt>
                <c:pt idx="1193">
                  <c:v>0.228877565309323</c:v>
                </c:pt>
                <c:pt idx="1194">
                  <c:v>0.237339673715323</c:v>
                </c:pt>
                <c:pt idx="1195">
                  <c:v>0.260035616380384</c:v>
                </c:pt>
                <c:pt idx="1196">
                  <c:v>0.265526293132103</c:v>
                </c:pt>
                <c:pt idx="1197">
                  <c:v>0.260345741506687</c:v>
                </c:pt>
                <c:pt idx="1198">
                  <c:v>0.265697866259525</c:v>
                </c:pt>
                <c:pt idx="1199">
                  <c:v>0.255268566200562</c:v>
                </c:pt>
                <c:pt idx="1200">
                  <c:v>0.266878813521507</c:v>
                </c:pt>
                <c:pt idx="1201">
                  <c:v>0.242469325752024</c:v>
                </c:pt>
                <c:pt idx="1202">
                  <c:v>0.269646962965271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csi300_vol_premium.csv!$C$1</c:f>
              <c:strCache>
                <c:ptCount val="1"/>
                <c:pt idx="0">
                  <c:v>已实现波动率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csi300_vol_premium.csv!$A$2:$A$1204</c:f>
              <c:numCache>
                <c:formatCode>yyyy/m/d</c:formatCode>
                <c:ptCount val="1203"/>
                <c:pt idx="0" c:formatCode="yyyy/m/d">
                  <c:v>43823</c:v>
                </c:pt>
                <c:pt idx="1" c:formatCode="yyyy/m/d">
                  <c:v>43824</c:v>
                </c:pt>
                <c:pt idx="2" c:formatCode="yyyy/m/d">
                  <c:v>43825</c:v>
                </c:pt>
                <c:pt idx="3" c:formatCode="yyyy/m/d">
                  <c:v>43826</c:v>
                </c:pt>
                <c:pt idx="4" c:formatCode="yyyy/m/d">
                  <c:v>43829</c:v>
                </c:pt>
                <c:pt idx="5" c:formatCode="yyyy/m/d">
                  <c:v>43830</c:v>
                </c:pt>
                <c:pt idx="6" c:formatCode="yyyy/m/d">
                  <c:v>43832</c:v>
                </c:pt>
                <c:pt idx="7" c:formatCode="yyyy/m/d">
                  <c:v>43833</c:v>
                </c:pt>
                <c:pt idx="8" c:formatCode="yyyy/m/d">
                  <c:v>43836</c:v>
                </c:pt>
                <c:pt idx="9" c:formatCode="yyyy/m/d">
                  <c:v>43837</c:v>
                </c:pt>
                <c:pt idx="10" c:formatCode="yyyy/m/d">
                  <c:v>43838</c:v>
                </c:pt>
                <c:pt idx="11" c:formatCode="yyyy/m/d">
                  <c:v>43839</c:v>
                </c:pt>
                <c:pt idx="12" c:formatCode="yyyy/m/d">
                  <c:v>43840</c:v>
                </c:pt>
                <c:pt idx="13" c:formatCode="yyyy/m/d">
                  <c:v>43843</c:v>
                </c:pt>
                <c:pt idx="14" c:formatCode="yyyy/m/d">
                  <c:v>43844</c:v>
                </c:pt>
                <c:pt idx="15" c:formatCode="yyyy/m/d">
                  <c:v>43845</c:v>
                </c:pt>
                <c:pt idx="16" c:formatCode="yyyy/m/d">
                  <c:v>43846</c:v>
                </c:pt>
                <c:pt idx="17" c:formatCode="yyyy/m/d">
                  <c:v>43847</c:v>
                </c:pt>
                <c:pt idx="18" c:formatCode="yyyy/m/d">
                  <c:v>43850</c:v>
                </c:pt>
                <c:pt idx="19" c:formatCode="yyyy/m/d">
                  <c:v>43851</c:v>
                </c:pt>
                <c:pt idx="20" c:formatCode="yyyy/m/d">
                  <c:v>43852</c:v>
                </c:pt>
                <c:pt idx="21" c:formatCode="yyyy/m/d">
                  <c:v>43853</c:v>
                </c:pt>
                <c:pt idx="22" c:formatCode="yyyy/m/d">
                  <c:v>43864</c:v>
                </c:pt>
                <c:pt idx="23" c:formatCode="yyyy/m/d">
                  <c:v>43865</c:v>
                </c:pt>
                <c:pt idx="24" c:formatCode="yyyy/m/d">
                  <c:v>43866</c:v>
                </c:pt>
                <c:pt idx="25" c:formatCode="yyyy/m/d">
                  <c:v>43867</c:v>
                </c:pt>
                <c:pt idx="26" c:formatCode="yyyy/m/d">
                  <c:v>43868</c:v>
                </c:pt>
                <c:pt idx="27" c:formatCode="yyyy/m/d">
                  <c:v>43871</c:v>
                </c:pt>
                <c:pt idx="28" c:formatCode="yyyy/m/d">
                  <c:v>43872</c:v>
                </c:pt>
                <c:pt idx="29" c:formatCode="yyyy/m/d">
                  <c:v>43873</c:v>
                </c:pt>
                <c:pt idx="30" c:formatCode="yyyy/m/d">
                  <c:v>43874</c:v>
                </c:pt>
                <c:pt idx="31" c:formatCode="yyyy/m/d">
                  <c:v>43875</c:v>
                </c:pt>
                <c:pt idx="32" c:formatCode="yyyy/m/d">
                  <c:v>43878</c:v>
                </c:pt>
                <c:pt idx="33" c:formatCode="yyyy/m/d">
                  <c:v>43879</c:v>
                </c:pt>
                <c:pt idx="34" c:formatCode="yyyy/m/d">
                  <c:v>43880</c:v>
                </c:pt>
                <c:pt idx="35" c:formatCode="yyyy/m/d">
                  <c:v>43881</c:v>
                </c:pt>
                <c:pt idx="36" c:formatCode="yyyy/m/d">
                  <c:v>43882</c:v>
                </c:pt>
                <c:pt idx="37" c:formatCode="yyyy/m/d">
                  <c:v>43885</c:v>
                </c:pt>
                <c:pt idx="38" c:formatCode="yyyy/m/d">
                  <c:v>43886</c:v>
                </c:pt>
                <c:pt idx="39" c:formatCode="yyyy/m/d">
                  <c:v>43887</c:v>
                </c:pt>
                <c:pt idx="40" c:formatCode="yyyy/m/d">
                  <c:v>43888</c:v>
                </c:pt>
                <c:pt idx="41" c:formatCode="yyyy/m/d">
                  <c:v>43889</c:v>
                </c:pt>
                <c:pt idx="42" c:formatCode="yyyy/m/d">
                  <c:v>43892</c:v>
                </c:pt>
                <c:pt idx="43" c:formatCode="yyyy/m/d">
                  <c:v>43893</c:v>
                </c:pt>
                <c:pt idx="44" c:formatCode="yyyy/m/d">
                  <c:v>43894</c:v>
                </c:pt>
                <c:pt idx="45" c:formatCode="yyyy/m/d">
                  <c:v>43895</c:v>
                </c:pt>
                <c:pt idx="46" c:formatCode="yyyy/m/d">
                  <c:v>43896</c:v>
                </c:pt>
                <c:pt idx="47" c:formatCode="yyyy/m/d">
                  <c:v>43899</c:v>
                </c:pt>
                <c:pt idx="48" c:formatCode="yyyy/m/d">
                  <c:v>43900</c:v>
                </c:pt>
                <c:pt idx="49" c:formatCode="yyyy/m/d">
                  <c:v>43901</c:v>
                </c:pt>
                <c:pt idx="50" c:formatCode="yyyy/m/d">
                  <c:v>43902</c:v>
                </c:pt>
                <c:pt idx="51" c:formatCode="yyyy/m/d">
                  <c:v>43903</c:v>
                </c:pt>
                <c:pt idx="52" c:formatCode="yyyy/m/d">
                  <c:v>43906</c:v>
                </c:pt>
                <c:pt idx="53" c:formatCode="yyyy/m/d">
                  <c:v>43907</c:v>
                </c:pt>
                <c:pt idx="54" c:formatCode="yyyy/m/d">
                  <c:v>43908</c:v>
                </c:pt>
                <c:pt idx="55" c:formatCode="yyyy/m/d">
                  <c:v>43909</c:v>
                </c:pt>
                <c:pt idx="56" c:formatCode="yyyy/m/d">
                  <c:v>43910</c:v>
                </c:pt>
                <c:pt idx="57" c:formatCode="yyyy/m/d">
                  <c:v>43913</c:v>
                </c:pt>
                <c:pt idx="58" c:formatCode="yyyy/m/d">
                  <c:v>43914</c:v>
                </c:pt>
                <c:pt idx="59" c:formatCode="yyyy/m/d">
                  <c:v>43915</c:v>
                </c:pt>
                <c:pt idx="60" c:formatCode="yyyy/m/d">
                  <c:v>43916</c:v>
                </c:pt>
                <c:pt idx="61" c:formatCode="yyyy/m/d">
                  <c:v>43917</c:v>
                </c:pt>
                <c:pt idx="62" c:formatCode="yyyy/m/d">
                  <c:v>43920</c:v>
                </c:pt>
                <c:pt idx="63" c:formatCode="yyyy/m/d">
                  <c:v>43921</c:v>
                </c:pt>
                <c:pt idx="64" c:formatCode="yyyy/m/d">
                  <c:v>43922</c:v>
                </c:pt>
                <c:pt idx="65" c:formatCode="yyyy/m/d">
                  <c:v>43923</c:v>
                </c:pt>
                <c:pt idx="66" c:formatCode="yyyy/m/d">
                  <c:v>43924</c:v>
                </c:pt>
                <c:pt idx="67" c:formatCode="yyyy/m/d">
                  <c:v>43928</c:v>
                </c:pt>
                <c:pt idx="68" c:formatCode="yyyy/m/d">
                  <c:v>43929</c:v>
                </c:pt>
                <c:pt idx="69" c:formatCode="yyyy/m/d">
                  <c:v>43930</c:v>
                </c:pt>
                <c:pt idx="70" c:formatCode="yyyy/m/d">
                  <c:v>43931</c:v>
                </c:pt>
                <c:pt idx="71" c:formatCode="yyyy/m/d">
                  <c:v>43934</c:v>
                </c:pt>
                <c:pt idx="72" c:formatCode="yyyy/m/d">
                  <c:v>43935</c:v>
                </c:pt>
                <c:pt idx="73" c:formatCode="yyyy/m/d">
                  <c:v>43936</c:v>
                </c:pt>
                <c:pt idx="74" c:formatCode="yyyy/m/d">
                  <c:v>43937</c:v>
                </c:pt>
                <c:pt idx="75" c:formatCode="yyyy/m/d">
                  <c:v>43938</c:v>
                </c:pt>
                <c:pt idx="76" c:formatCode="yyyy/m/d">
                  <c:v>43941</c:v>
                </c:pt>
                <c:pt idx="77" c:formatCode="yyyy/m/d">
                  <c:v>43942</c:v>
                </c:pt>
                <c:pt idx="78" c:formatCode="yyyy/m/d">
                  <c:v>43943</c:v>
                </c:pt>
                <c:pt idx="79" c:formatCode="yyyy/m/d">
                  <c:v>43944</c:v>
                </c:pt>
                <c:pt idx="80" c:formatCode="yyyy/m/d">
                  <c:v>43945</c:v>
                </c:pt>
                <c:pt idx="81" c:formatCode="yyyy/m/d">
                  <c:v>43948</c:v>
                </c:pt>
                <c:pt idx="82" c:formatCode="yyyy/m/d">
                  <c:v>43949</c:v>
                </c:pt>
                <c:pt idx="83" c:formatCode="yyyy/m/d">
                  <c:v>43950</c:v>
                </c:pt>
                <c:pt idx="84" c:formatCode="yyyy/m/d">
                  <c:v>43951</c:v>
                </c:pt>
                <c:pt idx="85" c:formatCode="yyyy/m/d">
                  <c:v>43957</c:v>
                </c:pt>
                <c:pt idx="86" c:formatCode="yyyy/m/d">
                  <c:v>43958</c:v>
                </c:pt>
                <c:pt idx="87" c:formatCode="yyyy/m/d">
                  <c:v>43959</c:v>
                </c:pt>
                <c:pt idx="88" c:formatCode="yyyy/m/d">
                  <c:v>43962</c:v>
                </c:pt>
                <c:pt idx="89" c:formatCode="yyyy/m/d">
                  <c:v>43963</c:v>
                </c:pt>
                <c:pt idx="90" c:formatCode="yyyy/m/d">
                  <c:v>43964</c:v>
                </c:pt>
                <c:pt idx="91" c:formatCode="yyyy/m/d">
                  <c:v>43965</c:v>
                </c:pt>
                <c:pt idx="92" c:formatCode="yyyy/m/d">
                  <c:v>43966</c:v>
                </c:pt>
                <c:pt idx="93" c:formatCode="yyyy/m/d">
                  <c:v>43969</c:v>
                </c:pt>
                <c:pt idx="94" c:formatCode="yyyy/m/d">
                  <c:v>43970</c:v>
                </c:pt>
                <c:pt idx="95" c:formatCode="yyyy/m/d">
                  <c:v>43971</c:v>
                </c:pt>
                <c:pt idx="96" c:formatCode="yyyy/m/d">
                  <c:v>43972</c:v>
                </c:pt>
                <c:pt idx="97" c:formatCode="yyyy/m/d">
                  <c:v>43973</c:v>
                </c:pt>
                <c:pt idx="98" c:formatCode="yyyy/m/d">
                  <c:v>43976</c:v>
                </c:pt>
                <c:pt idx="99" c:formatCode="yyyy/m/d">
                  <c:v>43977</c:v>
                </c:pt>
                <c:pt idx="100" c:formatCode="yyyy/m/d">
                  <c:v>43978</c:v>
                </c:pt>
                <c:pt idx="101" c:formatCode="yyyy/m/d">
                  <c:v>43979</c:v>
                </c:pt>
                <c:pt idx="102" c:formatCode="yyyy/m/d">
                  <c:v>43980</c:v>
                </c:pt>
                <c:pt idx="103" c:formatCode="yyyy/m/d">
                  <c:v>43983</c:v>
                </c:pt>
                <c:pt idx="104" c:formatCode="yyyy/m/d">
                  <c:v>43984</c:v>
                </c:pt>
                <c:pt idx="105" c:formatCode="yyyy/m/d">
                  <c:v>43985</c:v>
                </c:pt>
                <c:pt idx="106" c:formatCode="yyyy/m/d">
                  <c:v>43986</c:v>
                </c:pt>
                <c:pt idx="107" c:formatCode="yyyy/m/d">
                  <c:v>43987</c:v>
                </c:pt>
                <c:pt idx="108" c:formatCode="yyyy/m/d">
                  <c:v>43990</c:v>
                </c:pt>
                <c:pt idx="109" c:formatCode="yyyy/m/d">
                  <c:v>43991</c:v>
                </c:pt>
                <c:pt idx="110" c:formatCode="yyyy/m/d">
                  <c:v>43992</c:v>
                </c:pt>
                <c:pt idx="111" c:formatCode="yyyy/m/d">
                  <c:v>43993</c:v>
                </c:pt>
                <c:pt idx="112" c:formatCode="yyyy/m/d">
                  <c:v>43994</c:v>
                </c:pt>
                <c:pt idx="113" c:formatCode="yyyy/m/d">
                  <c:v>43997</c:v>
                </c:pt>
                <c:pt idx="114" c:formatCode="yyyy/m/d">
                  <c:v>43998</c:v>
                </c:pt>
                <c:pt idx="115" c:formatCode="yyyy/m/d">
                  <c:v>43999</c:v>
                </c:pt>
                <c:pt idx="116" c:formatCode="yyyy/m/d">
                  <c:v>44000</c:v>
                </c:pt>
                <c:pt idx="117" c:formatCode="yyyy/m/d">
                  <c:v>44001</c:v>
                </c:pt>
                <c:pt idx="118" c:formatCode="yyyy/m/d">
                  <c:v>44004</c:v>
                </c:pt>
                <c:pt idx="119" c:formatCode="yyyy/m/d">
                  <c:v>44005</c:v>
                </c:pt>
                <c:pt idx="120" c:formatCode="yyyy/m/d">
                  <c:v>44006</c:v>
                </c:pt>
                <c:pt idx="121" c:formatCode="yyyy/m/d">
                  <c:v>44011</c:v>
                </c:pt>
                <c:pt idx="122" c:formatCode="yyyy/m/d">
                  <c:v>44012</c:v>
                </c:pt>
                <c:pt idx="123" c:formatCode="yyyy/m/d">
                  <c:v>44013</c:v>
                </c:pt>
                <c:pt idx="124" c:formatCode="yyyy/m/d">
                  <c:v>44014</c:v>
                </c:pt>
                <c:pt idx="125" c:formatCode="yyyy/m/d">
                  <c:v>44015</c:v>
                </c:pt>
                <c:pt idx="126" c:formatCode="yyyy/m/d">
                  <c:v>44018</c:v>
                </c:pt>
                <c:pt idx="127" c:formatCode="yyyy/m/d">
                  <c:v>44019</c:v>
                </c:pt>
                <c:pt idx="128" c:formatCode="yyyy/m/d">
                  <c:v>44020</c:v>
                </c:pt>
                <c:pt idx="129" c:formatCode="yyyy/m/d">
                  <c:v>44021</c:v>
                </c:pt>
                <c:pt idx="130" c:formatCode="yyyy/m/d">
                  <c:v>44022</c:v>
                </c:pt>
                <c:pt idx="131" c:formatCode="yyyy/m/d">
                  <c:v>44025</c:v>
                </c:pt>
                <c:pt idx="132" c:formatCode="yyyy/m/d">
                  <c:v>44026</c:v>
                </c:pt>
                <c:pt idx="133" c:formatCode="yyyy/m/d">
                  <c:v>44027</c:v>
                </c:pt>
                <c:pt idx="134" c:formatCode="yyyy/m/d">
                  <c:v>44028</c:v>
                </c:pt>
                <c:pt idx="135" c:formatCode="yyyy/m/d">
                  <c:v>44029</c:v>
                </c:pt>
                <c:pt idx="136" c:formatCode="yyyy/m/d">
                  <c:v>44032</c:v>
                </c:pt>
                <c:pt idx="137" c:formatCode="yyyy/m/d">
                  <c:v>44033</c:v>
                </c:pt>
                <c:pt idx="138" c:formatCode="yyyy/m/d">
                  <c:v>44034</c:v>
                </c:pt>
                <c:pt idx="139" c:formatCode="yyyy/m/d">
                  <c:v>44035</c:v>
                </c:pt>
                <c:pt idx="140" c:formatCode="yyyy/m/d">
                  <c:v>44036</c:v>
                </c:pt>
                <c:pt idx="141" c:formatCode="yyyy/m/d">
                  <c:v>44039</c:v>
                </c:pt>
                <c:pt idx="142" c:formatCode="yyyy/m/d">
                  <c:v>44040</c:v>
                </c:pt>
                <c:pt idx="143" c:formatCode="yyyy/m/d">
                  <c:v>44041</c:v>
                </c:pt>
                <c:pt idx="144" c:formatCode="yyyy/m/d">
                  <c:v>44042</c:v>
                </c:pt>
                <c:pt idx="145" c:formatCode="yyyy/m/d">
                  <c:v>44043</c:v>
                </c:pt>
                <c:pt idx="146" c:formatCode="yyyy/m/d">
                  <c:v>44046</c:v>
                </c:pt>
                <c:pt idx="147" c:formatCode="yyyy/m/d">
                  <c:v>44047</c:v>
                </c:pt>
                <c:pt idx="148" c:formatCode="yyyy/m/d">
                  <c:v>44048</c:v>
                </c:pt>
                <c:pt idx="149" c:formatCode="yyyy/m/d">
                  <c:v>44049</c:v>
                </c:pt>
                <c:pt idx="150" c:formatCode="yyyy/m/d">
                  <c:v>44050</c:v>
                </c:pt>
                <c:pt idx="151" c:formatCode="yyyy/m/d">
                  <c:v>44053</c:v>
                </c:pt>
                <c:pt idx="152" c:formatCode="yyyy/m/d">
                  <c:v>44054</c:v>
                </c:pt>
                <c:pt idx="153" c:formatCode="yyyy/m/d">
                  <c:v>44055</c:v>
                </c:pt>
                <c:pt idx="154" c:formatCode="yyyy/m/d">
                  <c:v>44056</c:v>
                </c:pt>
                <c:pt idx="155" c:formatCode="yyyy/m/d">
                  <c:v>44057</c:v>
                </c:pt>
                <c:pt idx="156" c:formatCode="yyyy/m/d">
                  <c:v>44060</c:v>
                </c:pt>
                <c:pt idx="157" c:formatCode="yyyy/m/d">
                  <c:v>44061</c:v>
                </c:pt>
                <c:pt idx="158" c:formatCode="yyyy/m/d">
                  <c:v>44062</c:v>
                </c:pt>
                <c:pt idx="159" c:formatCode="yyyy/m/d">
                  <c:v>44063</c:v>
                </c:pt>
                <c:pt idx="160" c:formatCode="yyyy/m/d">
                  <c:v>44064</c:v>
                </c:pt>
                <c:pt idx="161" c:formatCode="yyyy/m/d">
                  <c:v>44067</c:v>
                </c:pt>
                <c:pt idx="162" c:formatCode="yyyy/m/d">
                  <c:v>44068</c:v>
                </c:pt>
                <c:pt idx="163" c:formatCode="yyyy/m/d">
                  <c:v>44069</c:v>
                </c:pt>
                <c:pt idx="164" c:formatCode="yyyy/m/d">
                  <c:v>44070</c:v>
                </c:pt>
                <c:pt idx="165" c:formatCode="yyyy/m/d">
                  <c:v>44071</c:v>
                </c:pt>
                <c:pt idx="166" c:formatCode="yyyy/m/d">
                  <c:v>44074</c:v>
                </c:pt>
                <c:pt idx="167" c:formatCode="yyyy/m/d">
                  <c:v>44075</c:v>
                </c:pt>
                <c:pt idx="168" c:formatCode="yyyy/m/d">
                  <c:v>44076</c:v>
                </c:pt>
                <c:pt idx="169" c:formatCode="yyyy/m/d">
                  <c:v>44077</c:v>
                </c:pt>
                <c:pt idx="170" c:formatCode="yyyy/m/d">
                  <c:v>44078</c:v>
                </c:pt>
                <c:pt idx="171" c:formatCode="yyyy/m/d">
                  <c:v>44081</c:v>
                </c:pt>
                <c:pt idx="172" c:formatCode="yyyy/m/d">
                  <c:v>44082</c:v>
                </c:pt>
                <c:pt idx="173" c:formatCode="yyyy/m/d">
                  <c:v>44083</c:v>
                </c:pt>
                <c:pt idx="174" c:formatCode="yyyy/m/d">
                  <c:v>44084</c:v>
                </c:pt>
                <c:pt idx="175" c:formatCode="yyyy/m/d">
                  <c:v>44085</c:v>
                </c:pt>
                <c:pt idx="176" c:formatCode="yyyy/m/d">
                  <c:v>44088</c:v>
                </c:pt>
                <c:pt idx="177" c:formatCode="yyyy/m/d">
                  <c:v>44089</c:v>
                </c:pt>
                <c:pt idx="178" c:formatCode="yyyy/m/d">
                  <c:v>44090</c:v>
                </c:pt>
                <c:pt idx="179" c:formatCode="yyyy/m/d">
                  <c:v>44091</c:v>
                </c:pt>
                <c:pt idx="180" c:formatCode="yyyy/m/d">
                  <c:v>44092</c:v>
                </c:pt>
                <c:pt idx="181" c:formatCode="yyyy/m/d">
                  <c:v>44095</c:v>
                </c:pt>
                <c:pt idx="182" c:formatCode="yyyy/m/d">
                  <c:v>44096</c:v>
                </c:pt>
                <c:pt idx="183" c:formatCode="yyyy/m/d">
                  <c:v>44097</c:v>
                </c:pt>
                <c:pt idx="184" c:formatCode="yyyy/m/d">
                  <c:v>44098</c:v>
                </c:pt>
                <c:pt idx="185" c:formatCode="yyyy/m/d">
                  <c:v>44099</c:v>
                </c:pt>
                <c:pt idx="186" c:formatCode="yyyy/m/d">
                  <c:v>44102</c:v>
                </c:pt>
                <c:pt idx="187" c:formatCode="yyyy/m/d">
                  <c:v>44103</c:v>
                </c:pt>
                <c:pt idx="188" c:formatCode="yyyy/m/d">
                  <c:v>44104</c:v>
                </c:pt>
                <c:pt idx="189" c:formatCode="yyyy/m/d">
                  <c:v>44113</c:v>
                </c:pt>
                <c:pt idx="190" c:formatCode="yyyy/m/d">
                  <c:v>44116</c:v>
                </c:pt>
                <c:pt idx="191" c:formatCode="yyyy/m/d">
                  <c:v>44117</c:v>
                </c:pt>
                <c:pt idx="192" c:formatCode="yyyy/m/d">
                  <c:v>44118</c:v>
                </c:pt>
                <c:pt idx="193" c:formatCode="yyyy/m/d">
                  <c:v>44119</c:v>
                </c:pt>
                <c:pt idx="194" c:formatCode="yyyy/m/d">
                  <c:v>44120</c:v>
                </c:pt>
                <c:pt idx="195" c:formatCode="yyyy/m/d">
                  <c:v>44123</c:v>
                </c:pt>
                <c:pt idx="196" c:formatCode="yyyy/m/d">
                  <c:v>44124</c:v>
                </c:pt>
                <c:pt idx="197" c:formatCode="yyyy/m/d">
                  <c:v>44125</c:v>
                </c:pt>
                <c:pt idx="198" c:formatCode="yyyy/m/d">
                  <c:v>44126</c:v>
                </c:pt>
                <c:pt idx="199" c:formatCode="yyyy/m/d">
                  <c:v>44127</c:v>
                </c:pt>
                <c:pt idx="200" c:formatCode="yyyy/m/d">
                  <c:v>44130</c:v>
                </c:pt>
                <c:pt idx="201" c:formatCode="yyyy/m/d">
                  <c:v>44131</c:v>
                </c:pt>
                <c:pt idx="202" c:formatCode="yyyy/m/d">
                  <c:v>44132</c:v>
                </c:pt>
                <c:pt idx="203" c:formatCode="yyyy/m/d">
                  <c:v>44133</c:v>
                </c:pt>
                <c:pt idx="204" c:formatCode="yyyy/m/d">
                  <c:v>44134</c:v>
                </c:pt>
                <c:pt idx="205" c:formatCode="yyyy/m/d">
                  <c:v>44137</c:v>
                </c:pt>
                <c:pt idx="206" c:formatCode="yyyy/m/d">
                  <c:v>44138</c:v>
                </c:pt>
                <c:pt idx="207" c:formatCode="yyyy/m/d">
                  <c:v>44139</c:v>
                </c:pt>
                <c:pt idx="208" c:formatCode="yyyy/m/d">
                  <c:v>44140</c:v>
                </c:pt>
                <c:pt idx="209" c:formatCode="yyyy/m/d">
                  <c:v>44141</c:v>
                </c:pt>
                <c:pt idx="210" c:formatCode="yyyy/m/d">
                  <c:v>44144</c:v>
                </c:pt>
                <c:pt idx="211" c:formatCode="yyyy/m/d">
                  <c:v>44145</c:v>
                </c:pt>
                <c:pt idx="212" c:formatCode="yyyy/m/d">
                  <c:v>44146</c:v>
                </c:pt>
                <c:pt idx="213" c:formatCode="yyyy/m/d">
                  <c:v>44147</c:v>
                </c:pt>
                <c:pt idx="214" c:formatCode="yyyy/m/d">
                  <c:v>44148</c:v>
                </c:pt>
                <c:pt idx="215" c:formatCode="yyyy/m/d">
                  <c:v>44151</c:v>
                </c:pt>
                <c:pt idx="216" c:formatCode="yyyy/m/d">
                  <c:v>44152</c:v>
                </c:pt>
                <c:pt idx="217" c:formatCode="yyyy/m/d">
                  <c:v>44153</c:v>
                </c:pt>
                <c:pt idx="218" c:formatCode="yyyy/m/d">
                  <c:v>44154</c:v>
                </c:pt>
                <c:pt idx="219" c:formatCode="yyyy/m/d">
                  <c:v>44155</c:v>
                </c:pt>
                <c:pt idx="220" c:formatCode="yyyy/m/d">
                  <c:v>44158</c:v>
                </c:pt>
                <c:pt idx="221" c:formatCode="yyyy/m/d">
                  <c:v>44159</c:v>
                </c:pt>
                <c:pt idx="222" c:formatCode="yyyy/m/d">
                  <c:v>44160</c:v>
                </c:pt>
                <c:pt idx="223" c:formatCode="yyyy/m/d">
                  <c:v>44161</c:v>
                </c:pt>
                <c:pt idx="224" c:formatCode="yyyy/m/d">
                  <c:v>44162</c:v>
                </c:pt>
                <c:pt idx="225" c:formatCode="yyyy/m/d">
                  <c:v>44165</c:v>
                </c:pt>
                <c:pt idx="226" c:formatCode="yyyy/m/d">
                  <c:v>44166</c:v>
                </c:pt>
                <c:pt idx="227" c:formatCode="yyyy/m/d">
                  <c:v>44167</c:v>
                </c:pt>
                <c:pt idx="228" c:formatCode="yyyy/m/d">
                  <c:v>44168</c:v>
                </c:pt>
                <c:pt idx="229" c:formatCode="yyyy/m/d">
                  <c:v>44169</c:v>
                </c:pt>
                <c:pt idx="230" c:formatCode="yyyy/m/d">
                  <c:v>44172</c:v>
                </c:pt>
                <c:pt idx="231" c:formatCode="yyyy/m/d">
                  <c:v>44173</c:v>
                </c:pt>
                <c:pt idx="232" c:formatCode="yyyy/m/d">
                  <c:v>44174</c:v>
                </c:pt>
                <c:pt idx="233" c:formatCode="yyyy/m/d">
                  <c:v>44175</c:v>
                </c:pt>
                <c:pt idx="234" c:formatCode="yyyy/m/d">
                  <c:v>44176</c:v>
                </c:pt>
                <c:pt idx="235" c:formatCode="yyyy/m/d">
                  <c:v>44179</c:v>
                </c:pt>
                <c:pt idx="236" c:formatCode="yyyy/m/d">
                  <c:v>44180</c:v>
                </c:pt>
                <c:pt idx="237" c:formatCode="yyyy/m/d">
                  <c:v>44181</c:v>
                </c:pt>
                <c:pt idx="238" c:formatCode="yyyy/m/d">
                  <c:v>44182</c:v>
                </c:pt>
                <c:pt idx="239" c:formatCode="yyyy/m/d">
                  <c:v>44183</c:v>
                </c:pt>
                <c:pt idx="240" c:formatCode="yyyy/m/d">
                  <c:v>44186</c:v>
                </c:pt>
                <c:pt idx="241" c:formatCode="yyyy/m/d">
                  <c:v>44187</c:v>
                </c:pt>
                <c:pt idx="242" c:formatCode="yyyy/m/d">
                  <c:v>44188</c:v>
                </c:pt>
                <c:pt idx="243" c:formatCode="yyyy/m/d">
                  <c:v>44189</c:v>
                </c:pt>
                <c:pt idx="244" c:formatCode="yyyy/m/d">
                  <c:v>44190</c:v>
                </c:pt>
                <c:pt idx="245" c:formatCode="yyyy/m/d">
                  <c:v>44193</c:v>
                </c:pt>
                <c:pt idx="246" c:formatCode="yyyy/m/d">
                  <c:v>44194</c:v>
                </c:pt>
                <c:pt idx="247" c:formatCode="yyyy/m/d">
                  <c:v>44195</c:v>
                </c:pt>
                <c:pt idx="248" c:formatCode="yyyy/m/d">
                  <c:v>44196</c:v>
                </c:pt>
                <c:pt idx="249" c:formatCode="yyyy/m/d">
                  <c:v>44200</c:v>
                </c:pt>
                <c:pt idx="250" c:formatCode="yyyy/m/d">
                  <c:v>44201</c:v>
                </c:pt>
                <c:pt idx="251" c:formatCode="yyyy/m/d">
                  <c:v>44202</c:v>
                </c:pt>
                <c:pt idx="252" c:formatCode="yyyy/m/d">
                  <c:v>44203</c:v>
                </c:pt>
                <c:pt idx="253" c:formatCode="yyyy/m/d">
                  <c:v>44204</c:v>
                </c:pt>
                <c:pt idx="254" c:formatCode="yyyy/m/d">
                  <c:v>44207</c:v>
                </c:pt>
                <c:pt idx="255" c:formatCode="yyyy/m/d">
                  <c:v>44208</c:v>
                </c:pt>
                <c:pt idx="256" c:formatCode="yyyy/m/d">
                  <c:v>44209</c:v>
                </c:pt>
                <c:pt idx="257" c:formatCode="yyyy/m/d">
                  <c:v>44210</c:v>
                </c:pt>
                <c:pt idx="258" c:formatCode="yyyy/m/d">
                  <c:v>44211</c:v>
                </c:pt>
                <c:pt idx="259" c:formatCode="yyyy/m/d">
                  <c:v>44214</c:v>
                </c:pt>
                <c:pt idx="260" c:formatCode="yyyy/m/d">
                  <c:v>44215</c:v>
                </c:pt>
                <c:pt idx="261" c:formatCode="yyyy/m/d">
                  <c:v>44216</c:v>
                </c:pt>
                <c:pt idx="262" c:formatCode="yyyy/m/d">
                  <c:v>44217</c:v>
                </c:pt>
                <c:pt idx="263" c:formatCode="yyyy/m/d">
                  <c:v>44218</c:v>
                </c:pt>
                <c:pt idx="264" c:formatCode="yyyy/m/d">
                  <c:v>44221</c:v>
                </c:pt>
                <c:pt idx="265" c:formatCode="yyyy/m/d">
                  <c:v>44222</c:v>
                </c:pt>
                <c:pt idx="266" c:formatCode="yyyy/m/d">
                  <c:v>44223</c:v>
                </c:pt>
                <c:pt idx="267" c:formatCode="yyyy/m/d">
                  <c:v>44224</c:v>
                </c:pt>
                <c:pt idx="268" c:formatCode="yyyy/m/d">
                  <c:v>44225</c:v>
                </c:pt>
                <c:pt idx="269" c:formatCode="yyyy/m/d">
                  <c:v>44228</c:v>
                </c:pt>
                <c:pt idx="270" c:formatCode="yyyy/m/d">
                  <c:v>44229</c:v>
                </c:pt>
                <c:pt idx="271" c:formatCode="yyyy/m/d">
                  <c:v>44230</c:v>
                </c:pt>
                <c:pt idx="272" c:formatCode="yyyy/m/d">
                  <c:v>44231</c:v>
                </c:pt>
                <c:pt idx="273" c:formatCode="yyyy/m/d">
                  <c:v>44232</c:v>
                </c:pt>
                <c:pt idx="274" c:formatCode="yyyy/m/d">
                  <c:v>44235</c:v>
                </c:pt>
                <c:pt idx="275" c:formatCode="yyyy/m/d">
                  <c:v>44236</c:v>
                </c:pt>
                <c:pt idx="276" c:formatCode="yyyy/m/d">
                  <c:v>44237</c:v>
                </c:pt>
                <c:pt idx="277" c:formatCode="yyyy/m/d">
                  <c:v>44245</c:v>
                </c:pt>
                <c:pt idx="278" c:formatCode="yyyy/m/d">
                  <c:v>44246</c:v>
                </c:pt>
                <c:pt idx="279" c:formatCode="yyyy/m/d">
                  <c:v>44249</c:v>
                </c:pt>
                <c:pt idx="280" c:formatCode="yyyy/m/d">
                  <c:v>44250</c:v>
                </c:pt>
                <c:pt idx="281" c:formatCode="yyyy/m/d">
                  <c:v>44251</c:v>
                </c:pt>
                <c:pt idx="282" c:formatCode="yyyy/m/d">
                  <c:v>44252</c:v>
                </c:pt>
                <c:pt idx="283" c:formatCode="yyyy/m/d">
                  <c:v>44253</c:v>
                </c:pt>
                <c:pt idx="284" c:formatCode="yyyy/m/d">
                  <c:v>44256</c:v>
                </c:pt>
                <c:pt idx="285" c:formatCode="yyyy/m/d">
                  <c:v>44257</c:v>
                </c:pt>
                <c:pt idx="286" c:formatCode="yyyy/m/d">
                  <c:v>44258</c:v>
                </c:pt>
                <c:pt idx="287" c:formatCode="yyyy/m/d">
                  <c:v>44259</c:v>
                </c:pt>
                <c:pt idx="288" c:formatCode="yyyy/m/d">
                  <c:v>44260</c:v>
                </c:pt>
                <c:pt idx="289" c:formatCode="yyyy/m/d">
                  <c:v>44263</c:v>
                </c:pt>
                <c:pt idx="290" c:formatCode="yyyy/m/d">
                  <c:v>44264</c:v>
                </c:pt>
                <c:pt idx="291" c:formatCode="yyyy/m/d">
                  <c:v>44265</c:v>
                </c:pt>
                <c:pt idx="292" c:formatCode="yyyy/m/d">
                  <c:v>44266</c:v>
                </c:pt>
                <c:pt idx="293" c:formatCode="yyyy/m/d">
                  <c:v>44267</c:v>
                </c:pt>
                <c:pt idx="294" c:formatCode="yyyy/m/d">
                  <c:v>44270</c:v>
                </c:pt>
                <c:pt idx="295" c:formatCode="yyyy/m/d">
                  <c:v>44271</c:v>
                </c:pt>
                <c:pt idx="296" c:formatCode="yyyy/m/d">
                  <c:v>44272</c:v>
                </c:pt>
                <c:pt idx="297" c:formatCode="yyyy/m/d">
                  <c:v>44273</c:v>
                </c:pt>
                <c:pt idx="298" c:formatCode="yyyy/m/d">
                  <c:v>44274</c:v>
                </c:pt>
                <c:pt idx="299" c:formatCode="yyyy/m/d">
                  <c:v>44277</c:v>
                </c:pt>
                <c:pt idx="300" c:formatCode="yyyy/m/d">
                  <c:v>44278</c:v>
                </c:pt>
                <c:pt idx="301" c:formatCode="yyyy/m/d">
                  <c:v>44279</c:v>
                </c:pt>
                <c:pt idx="302" c:formatCode="yyyy/m/d">
                  <c:v>44280</c:v>
                </c:pt>
                <c:pt idx="303" c:formatCode="yyyy/m/d">
                  <c:v>44281</c:v>
                </c:pt>
                <c:pt idx="304" c:formatCode="yyyy/m/d">
                  <c:v>44284</c:v>
                </c:pt>
                <c:pt idx="305" c:formatCode="yyyy/m/d">
                  <c:v>44285</c:v>
                </c:pt>
                <c:pt idx="306" c:formatCode="yyyy/m/d">
                  <c:v>44286</c:v>
                </c:pt>
                <c:pt idx="307" c:formatCode="yyyy/m/d">
                  <c:v>44287</c:v>
                </c:pt>
                <c:pt idx="308" c:formatCode="yyyy/m/d">
                  <c:v>44288</c:v>
                </c:pt>
                <c:pt idx="309" c:formatCode="yyyy/m/d">
                  <c:v>44292</c:v>
                </c:pt>
                <c:pt idx="310" c:formatCode="yyyy/m/d">
                  <c:v>44293</c:v>
                </c:pt>
                <c:pt idx="311" c:formatCode="yyyy/m/d">
                  <c:v>44294</c:v>
                </c:pt>
                <c:pt idx="312" c:formatCode="yyyy/m/d">
                  <c:v>44295</c:v>
                </c:pt>
                <c:pt idx="313" c:formatCode="yyyy/m/d">
                  <c:v>44298</c:v>
                </c:pt>
                <c:pt idx="314" c:formatCode="yyyy/m/d">
                  <c:v>44299</c:v>
                </c:pt>
                <c:pt idx="315" c:formatCode="yyyy/m/d">
                  <c:v>44300</c:v>
                </c:pt>
                <c:pt idx="316" c:formatCode="yyyy/m/d">
                  <c:v>44301</c:v>
                </c:pt>
                <c:pt idx="317" c:formatCode="yyyy/m/d">
                  <c:v>44302</c:v>
                </c:pt>
                <c:pt idx="318" c:formatCode="yyyy/m/d">
                  <c:v>44305</c:v>
                </c:pt>
                <c:pt idx="319" c:formatCode="yyyy/m/d">
                  <c:v>44306</c:v>
                </c:pt>
                <c:pt idx="320" c:formatCode="yyyy/m/d">
                  <c:v>44307</c:v>
                </c:pt>
                <c:pt idx="321" c:formatCode="yyyy/m/d">
                  <c:v>44308</c:v>
                </c:pt>
                <c:pt idx="322" c:formatCode="yyyy/m/d">
                  <c:v>44309</c:v>
                </c:pt>
                <c:pt idx="323" c:formatCode="yyyy/m/d">
                  <c:v>44312</c:v>
                </c:pt>
                <c:pt idx="324" c:formatCode="yyyy/m/d">
                  <c:v>44313</c:v>
                </c:pt>
                <c:pt idx="325" c:formatCode="yyyy/m/d">
                  <c:v>44314</c:v>
                </c:pt>
                <c:pt idx="326" c:formatCode="yyyy/m/d">
                  <c:v>44315</c:v>
                </c:pt>
                <c:pt idx="327" c:formatCode="yyyy/m/d">
                  <c:v>44316</c:v>
                </c:pt>
                <c:pt idx="328" c:formatCode="yyyy/m/d">
                  <c:v>44322</c:v>
                </c:pt>
                <c:pt idx="329" c:formatCode="yyyy/m/d">
                  <c:v>44323</c:v>
                </c:pt>
                <c:pt idx="330" c:formatCode="yyyy/m/d">
                  <c:v>44326</c:v>
                </c:pt>
                <c:pt idx="331" c:formatCode="yyyy/m/d">
                  <c:v>44327</c:v>
                </c:pt>
                <c:pt idx="332" c:formatCode="yyyy/m/d">
                  <c:v>44328</c:v>
                </c:pt>
                <c:pt idx="333" c:formatCode="yyyy/m/d">
                  <c:v>44329</c:v>
                </c:pt>
                <c:pt idx="334" c:formatCode="yyyy/m/d">
                  <c:v>44330</c:v>
                </c:pt>
                <c:pt idx="335" c:formatCode="yyyy/m/d">
                  <c:v>44333</c:v>
                </c:pt>
                <c:pt idx="336" c:formatCode="yyyy/m/d">
                  <c:v>44334</c:v>
                </c:pt>
                <c:pt idx="337" c:formatCode="yyyy/m/d">
                  <c:v>44335</c:v>
                </c:pt>
                <c:pt idx="338" c:formatCode="yyyy/m/d">
                  <c:v>44336</c:v>
                </c:pt>
                <c:pt idx="339" c:formatCode="yyyy/m/d">
                  <c:v>44337</c:v>
                </c:pt>
                <c:pt idx="340" c:formatCode="yyyy/m/d">
                  <c:v>44340</c:v>
                </c:pt>
                <c:pt idx="341" c:formatCode="yyyy/m/d">
                  <c:v>44341</c:v>
                </c:pt>
                <c:pt idx="342" c:formatCode="yyyy/m/d">
                  <c:v>44342</c:v>
                </c:pt>
                <c:pt idx="343" c:formatCode="yyyy/m/d">
                  <c:v>44343</c:v>
                </c:pt>
                <c:pt idx="344" c:formatCode="yyyy/m/d">
                  <c:v>44344</c:v>
                </c:pt>
                <c:pt idx="345" c:formatCode="yyyy/m/d">
                  <c:v>44347</c:v>
                </c:pt>
                <c:pt idx="346" c:formatCode="yyyy/m/d">
                  <c:v>44348</c:v>
                </c:pt>
                <c:pt idx="347" c:formatCode="yyyy/m/d">
                  <c:v>44349</c:v>
                </c:pt>
                <c:pt idx="348" c:formatCode="yyyy/m/d">
                  <c:v>44350</c:v>
                </c:pt>
                <c:pt idx="349" c:formatCode="yyyy/m/d">
                  <c:v>44351</c:v>
                </c:pt>
                <c:pt idx="350" c:formatCode="yyyy/m/d">
                  <c:v>44354</c:v>
                </c:pt>
                <c:pt idx="351" c:formatCode="yyyy/m/d">
                  <c:v>44355</c:v>
                </c:pt>
                <c:pt idx="352" c:formatCode="yyyy/m/d">
                  <c:v>44356</c:v>
                </c:pt>
                <c:pt idx="353" c:formatCode="yyyy/m/d">
                  <c:v>44357</c:v>
                </c:pt>
                <c:pt idx="354" c:formatCode="yyyy/m/d">
                  <c:v>44358</c:v>
                </c:pt>
                <c:pt idx="355" c:formatCode="yyyy/m/d">
                  <c:v>44362</c:v>
                </c:pt>
                <c:pt idx="356" c:formatCode="yyyy/m/d">
                  <c:v>44363</c:v>
                </c:pt>
                <c:pt idx="357" c:formatCode="yyyy/m/d">
                  <c:v>44364</c:v>
                </c:pt>
                <c:pt idx="358" c:formatCode="yyyy/m/d">
                  <c:v>44365</c:v>
                </c:pt>
                <c:pt idx="359" c:formatCode="yyyy/m/d">
                  <c:v>44368</c:v>
                </c:pt>
                <c:pt idx="360" c:formatCode="yyyy/m/d">
                  <c:v>44369</c:v>
                </c:pt>
                <c:pt idx="361" c:formatCode="yyyy/m/d">
                  <c:v>44370</c:v>
                </c:pt>
                <c:pt idx="362" c:formatCode="yyyy/m/d">
                  <c:v>44371</c:v>
                </c:pt>
                <c:pt idx="363" c:formatCode="yyyy/m/d">
                  <c:v>44372</c:v>
                </c:pt>
                <c:pt idx="364" c:formatCode="yyyy/m/d">
                  <c:v>44375</c:v>
                </c:pt>
                <c:pt idx="365" c:formatCode="yyyy/m/d">
                  <c:v>44376</c:v>
                </c:pt>
                <c:pt idx="366" c:formatCode="yyyy/m/d">
                  <c:v>44377</c:v>
                </c:pt>
                <c:pt idx="367" c:formatCode="yyyy/m/d">
                  <c:v>44378</c:v>
                </c:pt>
                <c:pt idx="368" c:formatCode="yyyy/m/d">
                  <c:v>44379</c:v>
                </c:pt>
                <c:pt idx="369" c:formatCode="yyyy/m/d">
                  <c:v>44382</c:v>
                </c:pt>
                <c:pt idx="370" c:formatCode="yyyy/m/d">
                  <c:v>44383</c:v>
                </c:pt>
                <c:pt idx="371" c:formatCode="yyyy/m/d">
                  <c:v>44384</c:v>
                </c:pt>
                <c:pt idx="372" c:formatCode="yyyy/m/d">
                  <c:v>44385</c:v>
                </c:pt>
                <c:pt idx="373" c:formatCode="yyyy/m/d">
                  <c:v>44386</c:v>
                </c:pt>
                <c:pt idx="374" c:formatCode="yyyy/m/d">
                  <c:v>44389</c:v>
                </c:pt>
                <c:pt idx="375" c:formatCode="yyyy/m/d">
                  <c:v>44390</c:v>
                </c:pt>
                <c:pt idx="376" c:formatCode="yyyy/m/d">
                  <c:v>44391</c:v>
                </c:pt>
                <c:pt idx="377" c:formatCode="yyyy/m/d">
                  <c:v>44392</c:v>
                </c:pt>
                <c:pt idx="378" c:formatCode="yyyy/m/d">
                  <c:v>44393</c:v>
                </c:pt>
                <c:pt idx="379" c:formatCode="yyyy/m/d">
                  <c:v>44396</c:v>
                </c:pt>
                <c:pt idx="380" c:formatCode="yyyy/m/d">
                  <c:v>44397</c:v>
                </c:pt>
                <c:pt idx="381" c:formatCode="yyyy/m/d">
                  <c:v>44398</c:v>
                </c:pt>
                <c:pt idx="382" c:formatCode="yyyy/m/d">
                  <c:v>44399</c:v>
                </c:pt>
                <c:pt idx="383" c:formatCode="yyyy/m/d">
                  <c:v>44400</c:v>
                </c:pt>
                <c:pt idx="384" c:formatCode="yyyy/m/d">
                  <c:v>44403</c:v>
                </c:pt>
                <c:pt idx="385" c:formatCode="yyyy/m/d">
                  <c:v>44404</c:v>
                </c:pt>
                <c:pt idx="386" c:formatCode="yyyy/m/d">
                  <c:v>44405</c:v>
                </c:pt>
                <c:pt idx="387" c:formatCode="yyyy/m/d">
                  <c:v>44406</c:v>
                </c:pt>
                <c:pt idx="388" c:formatCode="yyyy/m/d">
                  <c:v>44407</c:v>
                </c:pt>
                <c:pt idx="389" c:formatCode="yyyy/m/d">
                  <c:v>44410</c:v>
                </c:pt>
                <c:pt idx="390" c:formatCode="yyyy/m/d">
                  <c:v>44411</c:v>
                </c:pt>
                <c:pt idx="391" c:formatCode="yyyy/m/d">
                  <c:v>44412</c:v>
                </c:pt>
                <c:pt idx="392" c:formatCode="yyyy/m/d">
                  <c:v>44413</c:v>
                </c:pt>
                <c:pt idx="393" c:formatCode="yyyy/m/d">
                  <c:v>44414</c:v>
                </c:pt>
                <c:pt idx="394" c:formatCode="yyyy/m/d">
                  <c:v>44417</c:v>
                </c:pt>
                <c:pt idx="395" c:formatCode="yyyy/m/d">
                  <c:v>44418</c:v>
                </c:pt>
                <c:pt idx="396" c:formatCode="yyyy/m/d">
                  <c:v>44419</c:v>
                </c:pt>
                <c:pt idx="397" c:formatCode="yyyy/m/d">
                  <c:v>44420</c:v>
                </c:pt>
                <c:pt idx="398" c:formatCode="yyyy/m/d">
                  <c:v>44421</c:v>
                </c:pt>
                <c:pt idx="399" c:formatCode="yyyy/m/d">
                  <c:v>44424</c:v>
                </c:pt>
                <c:pt idx="400" c:formatCode="yyyy/m/d">
                  <c:v>44425</c:v>
                </c:pt>
                <c:pt idx="401" c:formatCode="yyyy/m/d">
                  <c:v>44426</c:v>
                </c:pt>
                <c:pt idx="402" c:formatCode="yyyy/m/d">
                  <c:v>44427</c:v>
                </c:pt>
                <c:pt idx="403" c:formatCode="yyyy/m/d">
                  <c:v>44428</c:v>
                </c:pt>
                <c:pt idx="404" c:formatCode="yyyy/m/d">
                  <c:v>44431</c:v>
                </c:pt>
                <c:pt idx="405" c:formatCode="yyyy/m/d">
                  <c:v>44432</c:v>
                </c:pt>
                <c:pt idx="406" c:formatCode="yyyy/m/d">
                  <c:v>44433</c:v>
                </c:pt>
                <c:pt idx="407" c:formatCode="yyyy/m/d">
                  <c:v>44434</c:v>
                </c:pt>
                <c:pt idx="408" c:formatCode="yyyy/m/d">
                  <c:v>44435</c:v>
                </c:pt>
                <c:pt idx="409" c:formatCode="yyyy/m/d">
                  <c:v>44438</c:v>
                </c:pt>
                <c:pt idx="410" c:formatCode="yyyy/m/d">
                  <c:v>44439</c:v>
                </c:pt>
                <c:pt idx="411" c:formatCode="yyyy/m/d">
                  <c:v>44440</c:v>
                </c:pt>
                <c:pt idx="412" c:formatCode="yyyy/m/d">
                  <c:v>44441</c:v>
                </c:pt>
                <c:pt idx="413" c:formatCode="yyyy/m/d">
                  <c:v>44442</c:v>
                </c:pt>
                <c:pt idx="414" c:formatCode="yyyy/m/d">
                  <c:v>44445</c:v>
                </c:pt>
                <c:pt idx="415" c:formatCode="yyyy/m/d">
                  <c:v>44446</c:v>
                </c:pt>
                <c:pt idx="416" c:formatCode="yyyy/m/d">
                  <c:v>44447</c:v>
                </c:pt>
                <c:pt idx="417" c:formatCode="yyyy/m/d">
                  <c:v>44448</c:v>
                </c:pt>
                <c:pt idx="418" c:formatCode="yyyy/m/d">
                  <c:v>44449</c:v>
                </c:pt>
                <c:pt idx="419" c:formatCode="yyyy/m/d">
                  <c:v>44452</c:v>
                </c:pt>
                <c:pt idx="420" c:formatCode="yyyy/m/d">
                  <c:v>44453</c:v>
                </c:pt>
                <c:pt idx="421" c:formatCode="yyyy/m/d">
                  <c:v>44454</c:v>
                </c:pt>
                <c:pt idx="422" c:formatCode="yyyy/m/d">
                  <c:v>44455</c:v>
                </c:pt>
                <c:pt idx="423" c:formatCode="yyyy/m/d">
                  <c:v>44456</c:v>
                </c:pt>
                <c:pt idx="424" c:formatCode="yyyy/m/d">
                  <c:v>44461</c:v>
                </c:pt>
                <c:pt idx="425" c:formatCode="yyyy/m/d">
                  <c:v>44462</c:v>
                </c:pt>
                <c:pt idx="426" c:formatCode="yyyy/m/d">
                  <c:v>44463</c:v>
                </c:pt>
                <c:pt idx="427" c:formatCode="yyyy/m/d">
                  <c:v>44466</c:v>
                </c:pt>
                <c:pt idx="428" c:formatCode="yyyy/m/d">
                  <c:v>44467</c:v>
                </c:pt>
                <c:pt idx="429" c:formatCode="yyyy/m/d">
                  <c:v>44468</c:v>
                </c:pt>
                <c:pt idx="430" c:formatCode="yyyy/m/d">
                  <c:v>44469</c:v>
                </c:pt>
                <c:pt idx="431" c:formatCode="yyyy/m/d">
                  <c:v>44477</c:v>
                </c:pt>
                <c:pt idx="432" c:formatCode="yyyy/m/d">
                  <c:v>44480</c:v>
                </c:pt>
                <c:pt idx="433" c:formatCode="yyyy/m/d">
                  <c:v>44481</c:v>
                </c:pt>
                <c:pt idx="434" c:formatCode="yyyy/m/d">
                  <c:v>44482</c:v>
                </c:pt>
                <c:pt idx="435" c:formatCode="yyyy/m/d">
                  <c:v>44483</c:v>
                </c:pt>
                <c:pt idx="436" c:formatCode="yyyy/m/d">
                  <c:v>44484</c:v>
                </c:pt>
                <c:pt idx="437" c:formatCode="yyyy/m/d">
                  <c:v>44487</c:v>
                </c:pt>
                <c:pt idx="438" c:formatCode="yyyy/m/d">
                  <c:v>44488</c:v>
                </c:pt>
                <c:pt idx="439" c:formatCode="yyyy/m/d">
                  <c:v>44489</c:v>
                </c:pt>
                <c:pt idx="440" c:formatCode="yyyy/m/d">
                  <c:v>44490</c:v>
                </c:pt>
                <c:pt idx="441" c:formatCode="yyyy/m/d">
                  <c:v>44491</c:v>
                </c:pt>
                <c:pt idx="442" c:formatCode="yyyy/m/d">
                  <c:v>44494</c:v>
                </c:pt>
                <c:pt idx="443" c:formatCode="yyyy/m/d">
                  <c:v>44495</c:v>
                </c:pt>
                <c:pt idx="444" c:formatCode="yyyy/m/d">
                  <c:v>44496</c:v>
                </c:pt>
                <c:pt idx="445" c:formatCode="yyyy/m/d">
                  <c:v>44497</c:v>
                </c:pt>
                <c:pt idx="446" c:formatCode="yyyy/m/d">
                  <c:v>44498</c:v>
                </c:pt>
                <c:pt idx="447" c:formatCode="yyyy/m/d">
                  <c:v>44501</c:v>
                </c:pt>
                <c:pt idx="448" c:formatCode="yyyy/m/d">
                  <c:v>44502</c:v>
                </c:pt>
                <c:pt idx="449" c:formatCode="yyyy/m/d">
                  <c:v>44503</c:v>
                </c:pt>
                <c:pt idx="450" c:formatCode="yyyy/m/d">
                  <c:v>44504</c:v>
                </c:pt>
                <c:pt idx="451" c:formatCode="yyyy/m/d">
                  <c:v>44505</c:v>
                </c:pt>
                <c:pt idx="452" c:formatCode="yyyy/m/d">
                  <c:v>44508</c:v>
                </c:pt>
                <c:pt idx="453" c:formatCode="yyyy/m/d">
                  <c:v>44509</c:v>
                </c:pt>
                <c:pt idx="454" c:formatCode="yyyy/m/d">
                  <c:v>44510</c:v>
                </c:pt>
                <c:pt idx="455" c:formatCode="yyyy/m/d">
                  <c:v>44511</c:v>
                </c:pt>
                <c:pt idx="456" c:formatCode="yyyy/m/d">
                  <c:v>44512</c:v>
                </c:pt>
                <c:pt idx="457" c:formatCode="yyyy/m/d">
                  <c:v>44515</c:v>
                </c:pt>
                <c:pt idx="458" c:formatCode="yyyy/m/d">
                  <c:v>44516</c:v>
                </c:pt>
                <c:pt idx="459" c:formatCode="yyyy/m/d">
                  <c:v>44517</c:v>
                </c:pt>
                <c:pt idx="460" c:formatCode="yyyy/m/d">
                  <c:v>44518</c:v>
                </c:pt>
                <c:pt idx="461" c:formatCode="yyyy/m/d">
                  <c:v>44519</c:v>
                </c:pt>
                <c:pt idx="462" c:formatCode="yyyy/m/d">
                  <c:v>44522</c:v>
                </c:pt>
                <c:pt idx="463" c:formatCode="yyyy/m/d">
                  <c:v>44523</c:v>
                </c:pt>
                <c:pt idx="464" c:formatCode="yyyy/m/d">
                  <c:v>44524</c:v>
                </c:pt>
                <c:pt idx="465" c:formatCode="yyyy/m/d">
                  <c:v>44525</c:v>
                </c:pt>
                <c:pt idx="466" c:formatCode="yyyy/m/d">
                  <c:v>44526</c:v>
                </c:pt>
                <c:pt idx="467" c:formatCode="yyyy/m/d">
                  <c:v>44529</c:v>
                </c:pt>
                <c:pt idx="468" c:formatCode="yyyy/m/d">
                  <c:v>44530</c:v>
                </c:pt>
                <c:pt idx="469" c:formatCode="yyyy/m/d">
                  <c:v>44531</c:v>
                </c:pt>
                <c:pt idx="470" c:formatCode="yyyy/m/d">
                  <c:v>44532</c:v>
                </c:pt>
                <c:pt idx="471" c:formatCode="yyyy/m/d">
                  <c:v>44533</c:v>
                </c:pt>
                <c:pt idx="472" c:formatCode="yyyy/m/d">
                  <c:v>44536</c:v>
                </c:pt>
                <c:pt idx="473" c:formatCode="yyyy/m/d">
                  <c:v>44537</c:v>
                </c:pt>
                <c:pt idx="474" c:formatCode="yyyy/m/d">
                  <c:v>44538</c:v>
                </c:pt>
                <c:pt idx="475" c:formatCode="yyyy/m/d">
                  <c:v>44539</c:v>
                </c:pt>
                <c:pt idx="476" c:formatCode="yyyy/m/d">
                  <c:v>44540</c:v>
                </c:pt>
                <c:pt idx="477" c:formatCode="yyyy/m/d">
                  <c:v>44543</c:v>
                </c:pt>
                <c:pt idx="478" c:formatCode="yyyy/m/d">
                  <c:v>44544</c:v>
                </c:pt>
                <c:pt idx="479" c:formatCode="yyyy/m/d">
                  <c:v>44545</c:v>
                </c:pt>
                <c:pt idx="480" c:formatCode="yyyy/m/d">
                  <c:v>44546</c:v>
                </c:pt>
                <c:pt idx="481" c:formatCode="yyyy/m/d">
                  <c:v>44547</c:v>
                </c:pt>
                <c:pt idx="482" c:formatCode="yyyy/m/d">
                  <c:v>44550</c:v>
                </c:pt>
                <c:pt idx="483" c:formatCode="yyyy/m/d">
                  <c:v>44551</c:v>
                </c:pt>
                <c:pt idx="484" c:formatCode="yyyy/m/d">
                  <c:v>44552</c:v>
                </c:pt>
                <c:pt idx="485" c:formatCode="yyyy/m/d">
                  <c:v>44553</c:v>
                </c:pt>
                <c:pt idx="486" c:formatCode="yyyy/m/d">
                  <c:v>44554</c:v>
                </c:pt>
                <c:pt idx="487" c:formatCode="yyyy/m/d">
                  <c:v>44557</c:v>
                </c:pt>
                <c:pt idx="488" c:formatCode="yyyy/m/d">
                  <c:v>44558</c:v>
                </c:pt>
                <c:pt idx="489" c:formatCode="yyyy/m/d">
                  <c:v>44559</c:v>
                </c:pt>
                <c:pt idx="490" c:formatCode="yyyy/m/d">
                  <c:v>44560</c:v>
                </c:pt>
                <c:pt idx="491" c:formatCode="yyyy/m/d">
                  <c:v>44561</c:v>
                </c:pt>
                <c:pt idx="492" c:formatCode="yyyy/m/d">
                  <c:v>44565</c:v>
                </c:pt>
                <c:pt idx="493" c:formatCode="yyyy/m/d">
                  <c:v>44566</c:v>
                </c:pt>
                <c:pt idx="494" c:formatCode="yyyy/m/d">
                  <c:v>44567</c:v>
                </c:pt>
                <c:pt idx="495" c:formatCode="yyyy/m/d">
                  <c:v>44568</c:v>
                </c:pt>
                <c:pt idx="496" c:formatCode="yyyy/m/d">
                  <c:v>44571</c:v>
                </c:pt>
                <c:pt idx="497" c:formatCode="yyyy/m/d">
                  <c:v>44572</c:v>
                </c:pt>
                <c:pt idx="498" c:formatCode="yyyy/m/d">
                  <c:v>44573</c:v>
                </c:pt>
                <c:pt idx="499" c:formatCode="yyyy/m/d">
                  <c:v>44574</c:v>
                </c:pt>
                <c:pt idx="500" c:formatCode="yyyy/m/d">
                  <c:v>44575</c:v>
                </c:pt>
                <c:pt idx="501" c:formatCode="yyyy/m/d">
                  <c:v>44578</c:v>
                </c:pt>
                <c:pt idx="502" c:formatCode="yyyy/m/d">
                  <c:v>44579</c:v>
                </c:pt>
                <c:pt idx="503" c:formatCode="yyyy/m/d">
                  <c:v>44580</c:v>
                </c:pt>
                <c:pt idx="504" c:formatCode="yyyy/m/d">
                  <c:v>44581</c:v>
                </c:pt>
                <c:pt idx="505" c:formatCode="yyyy/m/d">
                  <c:v>44582</c:v>
                </c:pt>
                <c:pt idx="506" c:formatCode="yyyy/m/d">
                  <c:v>44585</c:v>
                </c:pt>
                <c:pt idx="507" c:formatCode="yyyy/m/d">
                  <c:v>44586</c:v>
                </c:pt>
                <c:pt idx="508" c:formatCode="yyyy/m/d">
                  <c:v>44587</c:v>
                </c:pt>
                <c:pt idx="509" c:formatCode="yyyy/m/d">
                  <c:v>44588</c:v>
                </c:pt>
                <c:pt idx="510" c:formatCode="yyyy/m/d">
                  <c:v>44589</c:v>
                </c:pt>
                <c:pt idx="511" c:formatCode="yyyy/m/d">
                  <c:v>44599</c:v>
                </c:pt>
                <c:pt idx="512" c:formatCode="yyyy/m/d">
                  <c:v>44600</c:v>
                </c:pt>
                <c:pt idx="513" c:formatCode="yyyy/m/d">
                  <c:v>44601</c:v>
                </c:pt>
                <c:pt idx="514" c:formatCode="yyyy/m/d">
                  <c:v>44602</c:v>
                </c:pt>
                <c:pt idx="515" c:formatCode="yyyy/m/d">
                  <c:v>44603</c:v>
                </c:pt>
                <c:pt idx="516" c:formatCode="yyyy/m/d">
                  <c:v>44606</c:v>
                </c:pt>
                <c:pt idx="517" c:formatCode="yyyy/m/d">
                  <c:v>44607</c:v>
                </c:pt>
                <c:pt idx="518" c:formatCode="yyyy/m/d">
                  <c:v>44608</c:v>
                </c:pt>
                <c:pt idx="519" c:formatCode="yyyy/m/d">
                  <c:v>44609</c:v>
                </c:pt>
                <c:pt idx="520" c:formatCode="yyyy/m/d">
                  <c:v>44610</c:v>
                </c:pt>
                <c:pt idx="521" c:formatCode="yyyy/m/d">
                  <c:v>44613</c:v>
                </c:pt>
                <c:pt idx="522" c:formatCode="yyyy/m/d">
                  <c:v>44614</c:v>
                </c:pt>
                <c:pt idx="523" c:formatCode="yyyy/m/d">
                  <c:v>44615</c:v>
                </c:pt>
                <c:pt idx="524" c:formatCode="yyyy/m/d">
                  <c:v>44616</c:v>
                </c:pt>
                <c:pt idx="525" c:formatCode="yyyy/m/d">
                  <c:v>44617</c:v>
                </c:pt>
                <c:pt idx="526" c:formatCode="yyyy/m/d">
                  <c:v>44620</c:v>
                </c:pt>
                <c:pt idx="527" c:formatCode="yyyy/m/d">
                  <c:v>44621</c:v>
                </c:pt>
                <c:pt idx="528" c:formatCode="yyyy/m/d">
                  <c:v>44622</c:v>
                </c:pt>
                <c:pt idx="529" c:formatCode="yyyy/m/d">
                  <c:v>44623</c:v>
                </c:pt>
                <c:pt idx="530" c:formatCode="yyyy/m/d">
                  <c:v>44624</c:v>
                </c:pt>
                <c:pt idx="531" c:formatCode="yyyy/m/d">
                  <c:v>44627</c:v>
                </c:pt>
                <c:pt idx="532" c:formatCode="yyyy/m/d">
                  <c:v>44628</c:v>
                </c:pt>
                <c:pt idx="533" c:formatCode="yyyy/m/d">
                  <c:v>44629</c:v>
                </c:pt>
                <c:pt idx="534" c:formatCode="yyyy/m/d">
                  <c:v>44630</c:v>
                </c:pt>
                <c:pt idx="535" c:formatCode="yyyy/m/d">
                  <c:v>44631</c:v>
                </c:pt>
                <c:pt idx="536" c:formatCode="yyyy/m/d">
                  <c:v>44634</c:v>
                </c:pt>
                <c:pt idx="537" c:formatCode="yyyy/m/d">
                  <c:v>44635</c:v>
                </c:pt>
                <c:pt idx="538" c:formatCode="yyyy/m/d">
                  <c:v>44636</c:v>
                </c:pt>
                <c:pt idx="539" c:formatCode="yyyy/m/d">
                  <c:v>44637</c:v>
                </c:pt>
                <c:pt idx="540" c:formatCode="yyyy/m/d">
                  <c:v>44638</c:v>
                </c:pt>
                <c:pt idx="541" c:formatCode="yyyy/m/d">
                  <c:v>44641</c:v>
                </c:pt>
                <c:pt idx="542" c:formatCode="yyyy/m/d">
                  <c:v>44642</c:v>
                </c:pt>
                <c:pt idx="543" c:formatCode="yyyy/m/d">
                  <c:v>44643</c:v>
                </c:pt>
                <c:pt idx="544" c:formatCode="yyyy/m/d">
                  <c:v>44644</c:v>
                </c:pt>
                <c:pt idx="545" c:formatCode="yyyy/m/d">
                  <c:v>44645</c:v>
                </c:pt>
                <c:pt idx="546" c:formatCode="yyyy/m/d">
                  <c:v>44648</c:v>
                </c:pt>
                <c:pt idx="547" c:formatCode="yyyy/m/d">
                  <c:v>44649</c:v>
                </c:pt>
                <c:pt idx="548" c:formatCode="yyyy/m/d">
                  <c:v>44650</c:v>
                </c:pt>
                <c:pt idx="549" c:formatCode="yyyy/m/d">
                  <c:v>44651</c:v>
                </c:pt>
                <c:pt idx="550" c:formatCode="yyyy/m/d">
                  <c:v>44652</c:v>
                </c:pt>
                <c:pt idx="551" c:formatCode="yyyy/m/d">
                  <c:v>44657</c:v>
                </c:pt>
                <c:pt idx="552" c:formatCode="yyyy/m/d">
                  <c:v>44658</c:v>
                </c:pt>
                <c:pt idx="553" c:formatCode="yyyy/m/d">
                  <c:v>44659</c:v>
                </c:pt>
                <c:pt idx="554" c:formatCode="yyyy/m/d">
                  <c:v>44662</c:v>
                </c:pt>
                <c:pt idx="555" c:formatCode="yyyy/m/d">
                  <c:v>44663</c:v>
                </c:pt>
                <c:pt idx="556" c:formatCode="yyyy/m/d">
                  <c:v>44664</c:v>
                </c:pt>
                <c:pt idx="557" c:formatCode="yyyy/m/d">
                  <c:v>44665</c:v>
                </c:pt>
                <c:pt idx="558" c:formatCode="yyyy/m/d">
                  <c:v>44666</c:v>
                </c:pt>
                <c:pt idx="559" c:formatCode="yyyy/m/d">
                  <c:v>44669</c:v>
                </c:pt>
                <c:pt idx="560" c:formatCode="yyyy/m/d">
                  <c:v>44670</c:v>
                </c:pt>
                <c:pt idx="561" c:formatCode="yyyy/m/d">
                  <c:v>44671</c:v>
                </c:pt>
                <c:pt idx="562" c:formatCode="yyyy/m/d">
                  <c:v>44672</c:v>
                </c:pt>
                <c:pt idx="563" c:formatCode="yyyy/m/d">
                  <c:v>44673</c:v>
                </c:pt>
                <c:pt idx="564" c:formatCode="yyyy/m/d">
                  <c:v>44676</c:v>
                </c:pt>
                <c:pt idx="565" c:formatCode="yyyy/m/d">
                  <c:v>44677</c:v>
                </c:pt>
                <c:pt idx="566" c:formatCode="yyyy/m/d">
                  <c:v>44678</c:v>
                </c:pt>
                <c:pt idx="567" c:formatCode="yyyy/m/d">
                  <c:v>44679</c:v>
                </c:pt>
                <c:pt idx="568" c:formatCode="yyyy/m/d">
                  <c:v>44680</c:v>
                </c:pt>
                <c:pt idx="569" c:formatCode="yyyy/m/d">
                  <c:v>44686</c:v>
                </c:pt>
                <c:pt idx="570" c:formatCode="yyyy/m/d">
                  <c:v>44687</c:v>
                </c:pt>
                <c:pt idx="571" c:formatCode="yyyy/m/d">
                  <c:v>44690</c:v>
                </c:pt>
                <c:pt idx="572" c:formatCode="yyyy/m/d">
                  <c:v>44691</c:v>
                </c:pt>
                <c:pt idx="573" c:formatCode="yyyy/m/d">
                  <c:v>44692</c:v>
                </c:pt>
                <c:pt idx="574" c:formatCode="yyyy/m/d">
                  <c:v>44693</c:v>
                </c:pt>
                <c:pt idx="575" c:formatCode="yyyy/m/d">
                  <c:v>44694</c:v>
                </c:pt>
                <c:pt idx="576" c:formatCode="yyyy/m/d">
                  <c:v>44697</c:v>
                </c:pt>
                <c:pt idx="577" c:formatCode="yyyy/m/d">
                  <c:v>44698</c:v>
                </c:pt>
                <c:pt idx="578" c:formatCode="yyyy/m/d">
                  <c:v>44699</c:v>
                </c:pt>
                <c:pt idx="579" c:formatCode="yyyy/m/d">
                  <c:v>44700</c:v>
                </c:pt>
                <c:pt idx="580" c:formatCode="yyyy/m/d">
                  <c:v>44701</c:v>
                </c:pt>
                <c:pt idx="581" c:formatCode="yyyy/m/d">
                  <c:v>44704</c:v>
                </c:pt>
                <c:pt idx="582" c:formatCode="yyyy/m/d">
                  <c:v>44705</c:v>
                </c:pt>
                <c:pt idx="583" c:formatCode="yyyy/m/d">
                  <c:v>44706</c:v>
                </c:pt>
                <c:pt idx="584" c:formatCode="yyyy/m/d">
                  <c:v>44707</c:v>
                </c:pt>
                <c:pt idx="585" c:formatCode="yyyy/m/d">
                  <c:v>44708</c:v>
                </c:pt>
                <c:pt idx="586" c:formatCode="yyyy/m/d">
                  <c:v>44711</c:v>
                </c:pt>
                <c:pt idx="587" c:formatCode="yyyy/m/d">
                  <c:v>44712</c:v>
                </c:pt>
                <c:pt idx="588" c:formatCode="yyyy/m/d">
                  <c:v>44713</c:v>
                </c:pt>
                <c:pt idx="589" c:formatCode="yyyy/m/d">
                  <c:v>44714</c:v>
                </c:pt>
                <c:pt idx="590" c:formatCode="yyyy/m/d">
                  <c:v>44718</c:v>
                </c:pt>
                <c:pt idx="591" c:formatCode="yyyy/m/d">
                  <c:v>44719</c:v>
                </c:pt>
                <c:pt idx="592" c:formatCode="yyyy/m/d">
                  <c:v>44720</c:v>
                </c:pt>
                <c:pt idx="593" c:formatCode="yyyy/m/d">
                  <c:v>44721</c:v>
                </c:pt>
                <c:pt idx="594" c:formatCode="yyyy/m/d">
                  <c:v>44722</c:v>
                </c:pt>
                <c:pt idx="595" c:formatCode="yyyy/m/d">
                  <c:v>44725</c:v>
                </c:pt>
                <c:pt idx="596" c:formatCode="yyyy/m/d">
                  <c:v>44726</c:v>
                </c:pt>
                <c:pt idx="597" c:formatCode="yyyy/m/d">
                  <c:v>44727</c:v>
                </c:pt>
                <c:pt idx="598" c:formatCode="yyyy/m/d">
                  <c:v>44728</c:v>
                </c:pt>
                <c:pt idx="599" c:formatCode="yyyy/m/d">
                  <c:v>44729</c:v>
                </c:pt>
                <c:pt idx="600" c:formatCode="yyyy/m/d">
                  <c:v>44732</c:v>
                </c:pt>
                <c:pt idx="601" c:formatCode="yyyy/m/d">
                  <c:v>44733</c:v>
                </c:pt>
                <c:pt idx="602" c:formatCode="yyyy/m/d">
                  <c:v>44734</c:v>
                </c:pt>
                <c:pt idx="603" c:formatCode="yyyy/m/d">
                  <c:v>44735</c:v>
                </c:pt>
                <c:pt idx="604" c:formatCode="yyyy/m/d">
                  <c:v>44736</c:v>
                </c:pt>
                <c:pt idx="605" c:formatCode="yyyy/m/d">
                  <c:v>44739</c:v>
                </c:pt>
                <c:pt idx="606" c:formatCode="yyyy/m/d">
                  <c:v>44740</c:v>
                </c:pt>
                <c:pt idx="607" c:formatCode="yyyy/m/d">
                  <c:v>44741</c:v>
                </c:pt>
                <c:pt idx="608" c:formatCode="yyyy/m/d">
                  <c:v>44742</c:v>
                </c:pt>
                <c:pt idx="609" c:formatCode="yyyy/m/d">
                  <c:v>44743</c:v>
                </c:pt>
                <c:pt idx="610" c:formatCode="yyyy/m/d">
                  <c:v>44746</c:v>
                </c:pt>
                <c:pt idx="611" c:formatCode="yyyy/m/d">
                  <c:v>44747</c:v>
                </c:pt>
                <c:pt idx="612" c:formatCode="yyyy/m/d">
                  <c:v>44748</c:v>
                </c:pt>
                <c:pt idx="613" c:formatCode="yyyy/m/d">
                  <c:v>44749</c:v>
                </c:pt>
                <c:pt idx="614" c:formatCode="yyyy/m/d">
                  <c:v>44750</c:v>
                </c:pt>
                <c:pt idx="615" c:formatCode="yyyy/m/d">
                  <c:v>44753</c:v>
                </c:pt>
                <c:pt idx="616" c:formatCode="yyyy/m/d">
                  <c:v>44754</c:v>
                </c:pt>
                <c:pt idx="617" c:formatCode="yyyy/m/d">
                  <c:v>44755</c:v>
                </c:pt>
                <c:pt idx="618" c:formatCode="yyyy/m/d">
                  <c:v>44756</c:v>
                </c:pt>
                <c:pt idx="619" c:formatCode="yyyy/m/d">
                  <c:v>44757</c:v>
                </c:pt>
                <c:pt idx="620" c:formatCode="yyyy/m/d">
                  <c:v>44760</c:v>
                </c:pt>
                <c:pt idx="621" c:formatCode="yyyy/m/d">
                  <c:v>44761</c:v>
                </c:pt>
                <c:pt idx="622" c:formatCode="yyyy/m/d">
                  <c:v>44762</c:v>
                </c:pt>
                <c:pt idx="623" c:formatCode="yyyy/m/d">
                  <c:v>44763</c:v>
                </c:pt>
                <c:pt idx="624" c:formatCode="yyyy/m/d">
                  <c:v>44764</c:v>
                </c:pt>
                <c:pt idx="625" c:formatCode="yyyy/m/d">
                  <c:v>44767</c:v>
                </c:pt>
                <c:pt idx="626" c:formatCode="yyyy/m/d">
                  <c:v>44768</c:v>
                </c:pt>
                <c:pt idx="627" c:formatCode="yyyy/m/d">
                  <c:v>44769</c:v>
                </c:pt>
                <c:pt idx="628" c:formatCode="yyyy/m/d">
                  <c:v>44770</c:v>
                </c:pt>
                <c:pt idx="629" c:formatCode="yyyy/m/d">
                  <c:v>44771</c:v>
                </c:pt>
                <c:pt idx="630" c:formatCode="yyyy/m/d">
                  <c:v>44774</c:v>
                </c:pt>
                <c:pt idx="631" c:formatCode="yyyy/m/d">
                  <c:v>44775</c:v>
                </c:pt>
                <c:pt idx="632" c:formatCode="yyyy/m/d">
                  <c:v>44776</c:v>
                </c:pt>
                <c:pt idx="633" c:formatCode="yyyy/m/d">
                  <c:v>44777</c:v>
                </c:pt>
                <c:pt idx="634" c:formatCode="yyyy/m/d">
                  <c:v>44778</c:v>
                </c:pt>
                <c:pt idx="635" c:formatCode="yyyy/m/d">
                  <c:v>44781</c:v>
                </c:pt>
                <c:pt idx="636" c:formatCode="yyyy/m/d">
                  <c:v>44782</c:v>
                </c:pt>
                <c:pt idx="637" c:formatCode="yyyy/m/d">
                  <c:v>44783</c:v>
                </c:pt>
                <c:pt idx="638" c:formatCode="yyyy/m/d">
                  <c:v>44784</c:v>
                </c:pt>
                <c:pt idx="639" c:formatCode="yyyy/m/d">
                  <c:v>44785</c:v>
                </c:pt>
                <c:pt idx="640" c:formatCode="yyyy/m/d">
                  <c:v>44788</c:v>
                </c:pt>
                <c:pt idx="641" c:formatCode="yyyy/m/d">
                  <c:v>44789</c:v>
                </c:pt>
                <c:pt idx="642" c:formatCode="yyyy/m/d">
                  <c:v>44790</c:v>
                </c:pt>
                <c:pt idx="643" c:formatCode="yyyy/m/d">
                  <c:v>44791</c:v>
                </c:pt>
                <c:pt idx="644" c:formatCode="yyyy/m/d">
                  <c:v>44792</c:v>
                </c:pt>
                <c:pt idx="645" c:formatCode="yyyy/m/d">
                  <c:v>44795</c:v>
                </c:pt>
                <c:pt idx="646" c:formatCode="yyyy/m/d">
                  <c:v>44796</c:v>
                </c:pt>
                <c:pt idx="647" c:formatCode="yyyy/m/d">
                  <c:v>44797</c:v>
                </c:pt>
                <c:pt idx="648" c:formatCode="yyyy/m/d">
                  <c:v>44798</c:v>
                </c:pt>
                <c:pt idx="649" c:formatCode="yyyy/m/d">
                  <c:v>44799</c:v>
                </c:pt>
                <c:pt idx="650" c:formatCode="yyyy/m/d">
                  <c:v>44802</c:v>
                </c:pt>
                <c:pt idx="651" c:formatCode="yyyy/m/d">
                  <c:v>44803</c:v>
                </c:pt>
                <c:pt idx="652" c:formatCode="yyyy/m/d">
                  <c:v>44804</c:v>
                </c:pt>
                <c:pt idx="653" c:formatCode="yyyy/m/d">
                  <c:v>44805</c:v>
                </c:pt>
                <c:pt idx="654" c:formatCode="yyyy/m/d">
                  <c:v>44806</c:v>
                </c:pt>
                <c:pt idx="655" c:formatCode="yyyy/m/d">
                  <c:v>44809</c:v>
                </c:pt>
                <c:pt idx="656" c:formatCode="yyyy/m/d">
                  <c:v>44810</c:v>
                </c:pt>
                <c:pt idx="657" c:formatCode="yyyy/m/d">
                  <c:v>44811</c:v>
                </c:pt>
                <c:pt idx="658" c:formatCode="yyyy/m/d">
                  <c:v>44812</c:v>
                </c:pt>
                <c:pt idx="659" c:formatCode="yyyy/m/d">
                  <c:v>44813</c:v>
                </c:pt>
                <c:pt idx="660" c:formatCode="yyyy/m/d">
                  <c:v>44817</c:v>
                </c:pt>
                <c:pt idx="661" c:formatCode="yyyy/m/d">
                  <c:v>44818</c:v>
                </c:pt>
                <c:pt idx="662" c:formatCode="yyyy/m/d">
                  <c:v>44819</c:v>
                </c:pt>
                <c:pt idx="663" c:formatCode="yyyy/m/d">
                  <c:v>44820</c:v>
                </c:pt>
                <c:pt idx="664" c:formatCode="yyyy/m/d">
                  <c:v>44823</c:v>
                </c:pt>
                <c:pt idx="665" c:formatCode="yyyy/m/d">
                  <c:v>44824</c:v>
                </c:pt>
                <c:pt idx="666" c:formatCode="yyyy/m/d">
                  <c:v>44825</c:v>
                </c:pt>
                <c:pt idx="667" c:formatCode="yyyy/m/d">
                  <c:v>44826</c:v>
                </c:pt>
                <c:pt idx="668" c:formatCode="yyyy/m/d">
                  <c:v>44827</c:v>
                </c:pt>
                <c:pt idx="669" c:formatCode="yyyy/m/d">
                  <c:v>44830</c:v>
                </c:pt>
                <c:pt idx="670" c:formatCode="yyyy/m/d">
                  <c:v>44831</c:v>
                </c:pt>
                <c:pt idx="671" c:formatCode="yyyy/m/d">
                  <c:v>44832</c:v>
                </c:pt>
                <c:pt idx="672" c:formatCode="yyyy/m/d">
                  <c:v>44833</c:v>
                </c:pt>
                <c:pt idx="673" c:formatCode="yyyy/m/d">
                  <c:v>44834</c:v>
                </c:pt>
                <c:pt idx="674" c:formatCode="yyyy/m/d">
                  <c:v>44844</c:v>
                </c:pt>
                <c:pt idx="675" c:formatCode="yyyy/m/d">
                  <c:v>44845</c:v>
                </c:pt>
                <c:pt idx="676" c:formatCode="yyyy/m/d">
                  <c:v>44846</c:v>
                </c:pt>
                <c:pt idx="677" c:formatCode="yyyy/m/d">
                  <c:v>44847</c:v>
                </c:pt>
                <c:pt idx="678" c:formatCode="yyyy/m/d">
                  <c:v>44848</c:v>
                </c:pt>
                <c:pt idx="679" c:formatCode="yyyy/m/d">
                  <c:v>44851</c:v>
                </c:pt>
                <c:pt idx="680" c:formatCode="yyyy/m/d">
                  <c:v>44852</c:v>
                </c:pt>
                <c:pt idx="681" c:formatCode="yyyy/m/d">
                  <c:v>44853</c:v>
                </c:pt>
                <c:pt idx="682" c:formatCode="yyyy/m/d">
                  <c:v>44854</c:v>
                </c:pt>
                <c:pt idx="683" c:formatCode="yyyy/m/d">
                  <c:v>44855</c:v>
                </c:pt>
                <c:pt idx="684" c:formatCode="yyyy/m/d">
                  <c:v>44858</c:v>
                </c:pt>
                <c:pt idx="685" c:formatCode="yyyy/m/d">
                  <c:v>44859</c:v>
                </c:pt>
                <c:pt idx="686" c:formatCode="yyyy/m/d">
                  <c:v>44860</c:v>
                </c:pt>
                <c:pt idx="687" c:formatCode="yyyy/m/d">
                  <c:v>44861</c:v>
                </c:pt>
                <c:pt idx="688" c:formatCode="yyyy/m/d">
                  <c:v>44862</c:v>
                </c:pt>
                <c:pt idx="689" c:formatCode="yyyy/m/d">
                  <c:v>44865</c:v>
                </c:pt>
                <c:pt idx="690" c:formatCode="yyyy/m/d">
                  <c:v>44866</c:v>
                </c:pt>
                <c:pt idx="691" c:formatCode="yyyy/m/d">
                  <c:v>44867</c:v>
                </c:pt>
                <c:pt idx="692" c:formatCode="yyyy/m/d">
                  <c:v>44868</c:v>
                </c:pt>
                <c:pt idx="693" c:formatCode="yyyy/m/d">
                  <c:v>44869</c:v>
                </c:pt>
                <c:pt idx="694" c:formatCode="yyyy/m/d">
                  <c:v>44872</c:v>
                </c:pt>
                <c:pt idx="695" c:formatCode="yyyy/m/d">
                  <c:v>44873</c:v>
                </c:pt>
                <c:pt idx="696" c:formatCode="yyyy/m/d">
                  <c:v>44874</c:v>
                </c:pt>
                <c:pt idx="697" c:formatCode="yyyy/m/d">
                  <c:v>44875</c:v>
                </c:pt>
                <c:pt idx="698" c:formatCode="yyyy/m/d">
                  <c:v>44876</c:v>
                </c:pt>
                <c:pt idx="699" c:formatCode="yyyy/m/d">
                  <c:v>44879</c:v>
                </c:pt>
                <c:pt idx="700" c:formatCode="yyyy/m/d">
                  <c:v>44880</c:v>
                </c:pt>
                <c:pt idx="701" c:formatCode="yyyy/m/d">
                  <c:v>44881</c:v>
                </c:pt>
                <c:pt idx="702" c:formatCode="yyyy/m/d">
                  <c:v>44882</c:v>
                </c:pt>
                <c:pt idx="703" c:formatCode="yyyy/m/d">
                  <c:v>44883</c:v>
                </c:pt>
                <c:pt idx="704" c:formatCode="yyyy/m/d">
                  <c:v>44886</c:v>
                </c:pt>
                <c:pt idx="705" c:formatCode="yyyy/m/d">
                  <c:v>44887</c:v>
                </c:pt>
                <c:pt idx="706" c:formatCode="yyyy/m/d">
                  <c:v>44888</c:v>
                </c:pt>
                <c:pt idx="707" c:formatCode="yyyy/m/d">
                  <c:v>44889</c:v>
                </c:pt>
                <c:pt idx="708" c:formatCode="yyyy/m/d">
                  <c:v>44890</c:v>
                </c:pt>
                <c:pt idx="709" c:formatCode="yyyy/m/d">
                  <c:v>44893</c:v>
                </c:pt>
                <c:pt idx="710" c:formatCode="yyyy/m/d">
                  <c:v>44894</c:v>
                </c:pt>
                <c:pt idx="711" c:formatCode="yyyy/m/d">
                  <c:v>44895</c:v>
                </c:pt>
                <c:pt idx="712" c:formatCode="yyyy/m/d">
                  <c:v>44896</c:v>
                </c:pt>
                <c:pt idx="713" c:formatCode="yyyy/m/d">
                  <c:v>44897</c:v>
                </c:pt>
                <c:pt idx="714" c:formatCode="yyyy/m/d">
                  <c:v>44900</c:v>
                </c:pt>
                <c:pt idx="715" c:formatCode="yyyy/m/d">
                  <c:v>44901</c:v>
                </c:pt>
                <c:pt idx="716" c:formatCode="yyyy/m/d">
                  <c:v>44902</c:v>
                </c:pt>
                <c:pt idx="717" c:formatCode="yyyy/m/d">
                  <c:v>44903</c:v>
                </c:pt>
                <c:pt idx="718" c:formatCode="yyyy/m/d">
                  <c:v>44904</c:v>
                </c:pt>
                <c:pt idx="719" c:formatCode="yyyy/m/d">
                  <c:v>44907</c:v>
                </c:pt>
                <c:pt idx="720" c:formatCode="yyyy/m/d">
                  <c:v>44908</c:v>
                </c:pt>
                <c:pt idx="721" c:formatCode="yyyy/m/d">
                  <c:v>44909</c:v>
                </c:pt>
                <c:pt idx="722" c:formatCode="yyyy/m/d">
                  <c:v>44910</c:v>
                </c:pt>
                <c:pt idx="723" c:formatCode="yyyy/m/d">
                  <c:v>44911</c:v>
                </c:pt>
                <c:pt idx="724" c:formatCode="yyyy/m/d">
                  <c:v>44914</c:v>
                </c:pt>
                <c:pt idx="725" c:formatCode="yyyy/m/d">
                  <c:v>44915</c:v>
                </c:pt>
                <c:pt idx="726" c:formatCode="yyyy/m/d">
                  <c:v>44916</c:v>
                </c:pt>
                <c:pt idx="727" c:formatCode="yyyy/m/d">
                  <c:v>44917</c:v>
                </c:pt>
                <c:pt idx="728" c:formatCode="yyyy/m/d">
                  <c:v>44918</c:v>
                </c:pt>
                <c:pt idx="729" c:formatCode="yyyy/m/d">
                  <c:v>44921</c:v>
                </c:pt>
                <c:pt idx="730" c:formatCode="yyyy/m/d">
                  <c:v>44922</c:v>
                </c:pt>
                <c:pt idx="731" c:formatCode="yyyy/m/d">
                  <c:v>44923</c:v>
                </c:pt>
                <c:pt idx="732" c:formatCode="yyyy/m/d">
                  <c:v>44924</c:v>
                </c:pt>
                <c:pt idx="733" c:formatCode="yyyy/m/d">
                  <c:v>44925</c:v>
                </c:pt>
                <c:pt idx="734" c:formatCode="yyyy/m/d">
                  <c:v>44929</c:v>
                </c:pt>
                <c:pt idx="735" c:formatCode="yyyy/m/d">
                  <c:v>44930</c:v>
                </c:pt>
                <c:pt idx="736" c:formatCode="yyyy/m/d">
                  <c:v>44931</c:v>
                </c:pt>
                <c:pt idx="737" c:formatCode="yyyy/m/d">
                  <c:v>44932</c:v>
                </c:pt>
                <c:pt idx="738" c:formatCode="yyyy/m/d">
                  <c:v>44935</c:v>
                </c:pt>
                <c:pt idx="739" c:formatCode="yyyy/m/d">
                  <c:v>44936</c:v>
                </c:pt>
                <c:pt idx="740" c:formatCode="yyyy/m/d">
                  <c:v>44937</c:v>
                </c:pt>
                <c:pt idx="741" c:formatCode="yyyy/m/d">
                  <c:v>44938</c:v>
                </c:pt>
                <c:pt idx="742" c:formatCode="yyyy/m/d">
                  <c:v>44939</c:v>
                </c:pt>
                <c:pt idx="743" c:formatCode="yyyy/m/d">
                  <c:v>44942</c:v>
                </c:pt>
                <c:pt idx="744" c:formatCode="yyyy/m/d">
                  <c:v>44943</c:v>
                </c:pt>
                <c:pt idx="745" c:formatCode="yyyy/m/d">
                  <c:v>44944</c:v>
                </c:pt>
                <c:pt idx="746" c:formatCode="yyyy/m/d">
                  <c:v>44945</c:v>
                </c:pt>
                <c:pt idx="747" c:formatCode="yyyy/m/d">
                  <c:v>44946</c:v>
                </c:pt>
                <c:pt idx="748" c:formatCode="yyyy/m/d">
                  <c:v>44956</c:v>
                </c:pt>
                <c:pt idx="749" c:formatCode="yyyy/m/d">
                  <c:v>44957</c:v>
                </c:pt>
                <c:pt idx="750" c:formatCode="yyyy/m/d">
                  <c:v>44958</c:v>
                </c:pt>
                <c:pt idx="751" c:formatCode="yyyy/m/d">
                  <c:v>44959</c:v>
                </c:pt>
                <c:pt idx="752" c:formatCode="yyyy/m/d">
                  <c:v>44960</c:v>
                </c:pt>
                <c:pt idx="753" c:formatCode="yyyy/m/d">
                  <c:v>44963</c:v>
                </c:pt>
                <c:pt idx="754" c:formatCode="yyyy/m/d">
                  <c:v>44964</c:v>
                </c:pt>
                <c:pt idx="755" c:formatCode="yyyy/m/d">
                  <c:v>44965</c:v>
                </c:pt>
                <c:pt idx="756" c:formatCode="yyyy/m/d">
                  <c:v>44966</c:v>
                </c:pt>
                <c:pt idx="757" c:formatCode="yyyy/m/d">
                  <c:v>44967</c:v>
                </c:pt>
                <c:pt idx="758" c:formatCode="yyyy/m/d">
                  <c:v>44970</c:v>
                </c:pt>
                <c:pt idx="759" c:formatCode="yyyy/m/d">
                  <c:v>44971</c:v>
                </c:pt>
                <c:pt idx="760" c:formatCode="yyyy/m/d">
                  <c:v>44972</c:v>
                </c:pt>
                <c:pt idx="761" c:formatCode="yyyy/m/d">
                  <c:v>44973</c:v>
                </c:pt>
                <c:pt idx="762" c:formatCode="yyyy/m/d">
                  <c:v>44974</c:v>
                </c:pt>
                <c:pt idx="763" c:formatCode="yyyy/m/d">
                  <c:v>44977</c:v>
                </c:pt>
                <c:pt idx="764" c:formatCode="yyyy/m/d">
                  <c:v>44978</c:v>
                </c:pt>
                <c:pt idx="765" c:formatCode="yyyy/m/d">
                  <c:v>44979</c:v>
                </c:pt>
                <c:pt idx="766" c:formatCode="yyyy/m/d">
                  <c:v>44980</c:v>
                </c:pt>
                <c:pt idx="767" c:formatCode="yyyy/m/d">
                  <c:v>44981</c:v>
                </c:pt>
                <c:pt idx="768" c:formatCode="yyyy/m/d">
                  <c:v>44984</c:v>
                </c:pt>
                <c:pt idx="769" c:formatCode="yyyy/m/d">
                  <c:v>44985</c:v>
                </c:pt>
                <c:pt idx="770" c:formatCode="yyyy/m/d">
                  <c:v>44986</c:v>
                </c:pt>
                <c:pt idx="771" c:formatCode="yyyy/m/d">
                  <c:v>44987</c:v>
                </c:pt>
                <c:pt idx="772" c:formatCode="yyyy/m/d">
                  <c:v>44988</c:v>
                </c:pt>
                <c:pt idx="773" c:formatCode="yyyy/m/d">
                  <c:v>44991</c:v>
                </c:pt>
                <c:pt idx="774" c:formatCode="yyyy/m/d">
                  <c:v>44992</c:v>
                </c:pt>
                <c:pt idx="775" c:formatCode="yyyy/m/d">
                  <c:v>44993</c:v>
                </c:pt>
                <c:pt idx="776" c:formatCode="yyyy/m/d">
                  <c:v>44994</c:v>
                </c:pt>
                <c:pt idx="777" c:formatCode="yyyy/m/d">
                  <c:v>44995</c:v>
                </c:pt>
                <c:pt idx="778" c:formatCode="yyyy/m/d">
                  <c:v>44998</c:v>
                </c:pt>
                <c:pt idx="779" c:formatCode="yyyy/m/d">
                  <c:v>44999</c:v>
                </c:pt>
                <c:pt idx="780" c:formatCode="yyyy/m/d">
                  <c:v>45000</c:v>
                </c:pt>
                <c:pt idx="781" c:formatCode="yyyy/m/d">
                  <c:v>45001</c:v>
                </c:pt>
                <c:pt idx="782" c:formatCode="yyyy/m/d">
                  <c:v>45002</c:v>
                </c:pt>
                <c:pt idx="783" c:formatCode="yyyy/m/d">
                  <c:v>45005</c:v>
                </c:pt>
                <c:pt idx="784" c:formatCode="yyyy/m/d">
                  <c:v>45006</c:v>
                </c:pt>
                <c:pt idx="785" c:formatCode="yyyy/m/d">
                  <c:v>45007</c:v>
                </c:pt>
                <c:pt idx="786" c:formatCode="yyyy/m/d">
                  <c:v>45008</c:v>
                </c:pt>
                <c:pt idx="787" c:formatCode="yyyy/m/d">
                  <c:v>45009</c:v>
                </c:pt>
                <c:pt idx="788" c:formatCode="yyyy/m/d">
                  <c:v>45012</c:v>
                </c:pt>
                <c:pt idx="789" c:formatCode="yyyy/m/d">
                  <c:v>45013</c:v>
                </c:pt>
                <c:pt idx="790" c:formatCode="yyyy/m/d">
                  <c:v>45014</c:v>
                </c:pt>
                <c:pt idx="791" c:formatCode="yyyy/m/d">
                  <c:v>45015</c:v>
                </c:pt>
                <c:pt idx="792" c:formatCode="yyyy/m/d">
                  <c:v>45016</c:v>
                </c:pt>
                <c:pt idx="793" c:formatCode="yyyy/m/d">
                  <c:v>45019</c:v>
                </c:pt>
                <c:pt idx="794" c:formatCode="yyyy/m/d">
                  <c:v>45020</c:v>
                </c:pt>
                <c:pt idx="795" c:formatCode="yyyy/m/d">
                  <c:v>45022</c:v>
                </c:pt>
                <c:pt idx="796" c:formatCode="yyyy/m/d">
                  <c:v>45023</c:v>
                </c:pt>
                <c:pt idx="797" c:formatCode="yyyy/m/d">
                  <c:v>45026</c:v>
                </c:pt>
                <c:pt idx="798" c:formatCode="yyyy/m/d">
                  <c:v>45027</c:v>
                </c:pt>
                <c:pt idx="799" c:formatCode="yyyy/m/d">
                  <c:v>45028</c:v>
                </c:pt>
                <c:pt idx="800" c:formatCode="yyyy/m/d">
                  <c:v>45029</c:v>
                </c:pt>
                <c:pt idx="801" c:formatCode="yyyy/m/d">
                  <c:v>45030</c:v>
                </c:pt>
                <c:pt idx="802" c:formatCode="yyyy/m/d">
                  <c:v>45033</c:v>
                </c:pt>
                <c:pt idx="803" c:formatCode="yyyy/m/d">
                  <c:v>45034</c:v>
                </c:pt>
                <c:pt idx="804" c:formatCode="yyyy/m/d">
                  <c:v>45035</c:v>
                </c:pt>
                <c:pt idx="805" c:formatCode="yyyy/m/d">
                  <c:v>45036</c:v>
                </c:pt>
                <c:pt idx="806" c:formatCode="yyyy/m/d">
                  <c:v>45037</c:v>
                </c:pt>
                <c:pt idx="807" c:formatCode="yyyy/m/d">
                  <c:v>45040</c:v>
                </c:pt>
                <c:pt idx="808" c:formatCode="yyyy/m/d">
                  <c:v>45041</c:v>
                </c:pt>
                <c:pt idx="809" c:formatCode="yyyy/m/d">
                  <c:v>45042</c:v>
                </c:pt>
                <c:pt idx="810" c:formatCode="yyyy/m/d">
                  <c:v>45043</c:v>
                </c:pt>
                <c:pt idx="811" c:formatCode="yyyy/m/d">
                  <c:v>45044</c:v>
                </c:pt>
                <c:pt idx="812" c:formatCode="yyyy/m/d">
                  <c:v>45050</c:v>
                </c:pt>
                <c:pt idx="813" c:formatCode="yyyy/m/d">
                  <c:v>45051</c:v>
                </c:pt>
                <c:pt idx="814" c:formatCode="yyyy/m/d">
                  <c:v>45054</c:v>
                </c:pt>
                <c:pt idx="815" c:formatCode="yyyy/m/d">
                  <c:v>45055</c:v>
                </c:pt>
                <c:pt idx="816" c:formatCode="yyyy/m/d">
                  <c:v>45056</c:v>
                </c:pt>
                <c:pt idx="817" c:formatCode="yyyy/m/d">
                  <c:v>45057</c:v>
                </c:pt>
                <c:pt idx="818" c:formatCode="yyyy/m/d">
                  <c:v>45058</c:v>
                </c:pt>
                <c:pt idx="819" c:formatCode="yyyy/m/d">
                  <c:v>45061</c:v>
                </c:pt>
                <c:pt idx="820" c:formatCode="yyyy/m/d">
                  <c:v>45062</c:v>
                </c:pt>
                <c:pt idx="821" c:formatCode="yyyy/m/d">
                  <c:v>45063</c:v>
                </c:pt>
                <c:pt idx="822" c:formatCode="yyyy/m/d">
                  <c:v>45064</c:v>
                </c:pt>
                <c:pt idx="823" c:formatCode="yyyy/m/d">
                  <c:v>45065</c:v>
                </c:pt>
                <c:pt idx="824" c:formatCode="yyyy/m/d">
                  <c:v>45068</c:v>
                </c:pt>
                <c:pt idx="825" c:formatCode="yyyy/m/d">
                  <c:v>45069</c:v>
                </c:pt>
                <c:pt idx="826" c:formatCode="yyyy/m/d">
                  <c:v>45070</c:v>
                </c:pt>
                <c:pt idx="827" c:formatCode="yyyy/m/d">
                  <c:v>45071</c:v>
                </c:pt>
                <c:pt idx="828" c:formatCode="yyyy/m/d">
                  <c:v>45072</c:v>
                </c:pt>
                <c:pt idx="829" c:formatCode="yyyy/m/d">
                  <c:v>45075</c:v>
                </c:pt>
                <c:pt idx="830" c:formatCode="yyyy/m/d">
                  <c:v>45076</c:v>
                </c:pt>
                <c:pt idx="831" c:formatCode="yyyy/m/d">
                  <c:v>45077</c:v>
                </c:pt>
                <c:pt idx="832" c:formatCode="yyyy/m/d">
                  <c:v>45078</c:v>
                </c:pt>
                <c:pt idx="833" c:formatCode="yyyy/m/d">
                  <c:v>45079</c:v>
                </c:pt>
                <c:pt idx="834" c:formatCode="yyyy/m/d">
                  <c:v>45082</c:v>
                </c:pt>
                <c:pt idx="835" c:formatCode="yyyy/m/d">
                  <c:v>45083</c:v>
                </c:pt>
                <c:pt idx="836" c:formatCode="yyyy/m/d">
                  <c:v>45084</c:v>
                </c:pt>
                <c:pt idx="837" c:formatCode="yyyy/m/d">
                  <c:v>45085</c:v>
                </c:pt>
                <c:pt idx="838" c:formatCode="yyyy/m/d">
                  <c:v>45086</c:v>
                </c:pt>
                <c:pt idx="839" c:formatCode="yyyy/m/d">
                  <c:v>45089</c:v>
                </c:pt>
                <c:pt idx="840" c:formatCode="yyyy/m/d">
                  <c:v>45090</c:v>
                </c:pt>
                <c:pt idx="841" c:formatCode="yyyy/m/d">
                  <c:v>45091</c:v>
                </c:pt>
                <c:pt idx="842" c:formatCode="yyyy/m/d">
                  <c:v>45092</c:v>
                </c:pt>
                <c:pt idx="843" c:formatCode="yyyy/m/d">
                  <c:v>45093</c:v>
                </c:pt>
                <c:pt idx="844" c:formatCode="yyyy/m/d">
                  <c:v>45096</c:v>
                </c:pt>
                <c:pt idx="845" c:formatCode="yyyy/m/d">
                  <c:v>45097</c:v>
                </c:pt>
                <c:pt idx="846" c:formatCode="yyyy/m/d">
                  <c:v>45098</c:v>
                </c:pt>
                <c:pt idx="847" c:formatCode="yyyy/m/d">
                  <c:v>45103</c:v>
                </c:pt>
                <c:pt idx="848" c:formatCode="yyyy/m/d">
                  <c:v>45104</c:v>
                </c:pt>
                <c:pt idx="849" c:formatCode="yyyy/m/d">
                  <c:v>45105</c:v>
                </c:pt>
                <c:pt idx="850" c:formatCode="yyyy/m/d">
                  <c:v>45106</c:v>
                </c:pt>
                <c:pt idx="851" c:formatCode="yyyy/m/d">
                  <c:v>45107</c:v>
                </c:pt>
                <c:pt idx="852" c:formatCode="yyyy/m/d">
                  <c:v>45110</c:v>
                </c:pt>
                <c:pt idx="853" c:formatCode="yyyy/m/d">
                  <c:v>45111</c:v>
                </c:pt>
                <c:pt idx="854" c:formatCode="yyyy/m/d">
                  <c:v>45112</c:v>
                </c:pt>
                <c:pt idx="855" c:formatCode="yyyy/m/d">
                  <c:v>45113</c:v>
                </c:pt>
                <c:pt idx="856" c:formatCode="yyyy/m/d">
                  <c:v>45114</c:v>
                </c:pt>
                <c:pt idx="857" c:formatCode="yyyy/m/d">
                  <c:v>45117</c:v>
                </c:pt>
                <c:pt idx="858" c:formatCode="yyyy/m/d">
                  <c:v>45118</c:v>
                </c:pt>
                <c:pt idx="859" c:formatCode="yyyy/m/d">
                  <c:v>45119</c:v>
                </c:pt>
                <c:pt idx="860" c:formatCode="yyyy/m/d">
                  <c:v>45120</c:v>
                </c:pt>
                <c:pt idx="861" c:formatCode="yyyy/m/d">
                  <c:v>45121</c:v>
                </c:pt>
                <c:pt idx="862" c:formatCode="yyyy/m/d">
                  <c:v>45124</c:v>
                </c:pt>
                <c:pt idx="863" c:formatCode="yyyy/m/d">
                  <c:v>45125</c:v>
                </c:pt>
                <c:pt idx="864" c:formatCode="yyyy/m/d">
                  <c:v>45126</c:v>
                </c:pt>
                <c:pt idx="865" c:formatCode="yyyy/m/d">
                  <c:v>45127</c:v>
                </c:pt>
                <c:pt idx="866" c:formatCode="yyyy/m/d">
                  <c:v>45128</c:v>
                </c:pt>
                <c:pt idx="867" c:formatCode="yyyy/m/d">
                  <c:v>45131</c:v>
                </c:pt>
                <c:pt idx="868" c:formatCode="yyyy/m/d">
                  <c:v>45132</c:v>
                </c:pt>
                <c:pt idx="869" c:formatCode="yyyy/m/d">
                  <c:v>45133</c:v>
                </c:pt>
                <c:pt idx="870" c:formatCode="yyyy/m/d">
                  <c:v>45134</c:v>
                </c:pt>
                <c:pt idx="871" c:formatCode="yyyy/m/d">
                  <c:v>45135</c:v>
                </c:pt>
                <c:pt idx="872" c:formatCode="yyyy/m/d">
                  <c:v>45138</c:v>
                </c:pt>
                <c:pt idx="873" c:formatCode="yyyy/m/d">
                  <c:v>45139</c:v>
                </c:pt>
                <c:pt idx="874" c:formatCode="yyyy/m/d">
                  <c:v>45140</c:v>
                </c:pt>
                <c:pt idx="875" c:formatCode="yyyy/m/d">
                  <c:v>45141</c:v>
                </c:pt>
                <c:pt idx="876" c:formatCode="yyyy/m/d">
                  <c:v>45142</c:v>
                </c:pt>
                <c:pt idx="877" c:formatCode="yyyy/m/d">
                  <c:v>45145</c:v>
                </c:pt>
                <c:pt idx="878" c:formatCode="yyyy/m/d">
                  <c:v>45146</c:v>
                </c:pt>
                <c:pt idx="879" c:formatCode="yyyy/m/d">
                  <c:v>45147</c:v>
                </c:pt>
                <c:pt idx="880" c:formatCode="yyyy/m/d">
                  <c:v>45148</c:v>
                </c:pt>
                <c:pt idx="881" c:formatCode="yyyy/m/d">
                  <c:v>45149</c:v>
                </c:pt>
                <c:pt idx="882" c:formatCode="yyyy/m/d">
                  <c:v>45152</c:v>
                </c:pt>
                <c:pt idx="883" c:formatCode="yyyy/m/d">
                  <c:v>45153</c:v>
                </c:pt>
                <c:pt idx="884" c:formatCode="yyyy/m/d">
                  <c:v>45154</c:v>
                </c:pt>
                <c:pt idx="885" c:formatCode="yyyy/m/d">
                  <c:v>45155</c:v>
                </c:pt>
                <c:pt idx="886" c:formatCode="yyyy/m/d">
                  <c:v>45156</c:v>
                </c:pt>
                <c:pt idx="887" c:formatCode="yyyy/m/d">
                  <c:v>45159</c:v>
                </c:pt>
                <c:pt idx="888" c:formatCode="yyyy/m/d">
                  <c:v>45160</c:v>
                </c:pt>
                <c:pt idx="889" c:formatCode="yyyy/m/d">
                  <c:v>45161</c:v>
                </c:pt>
                <c:pt idx="890" c:formatCode="yyyy/m/d">
                  <c:v>45162</c:v>
                </c:pt>
                <c:pt idx="891" c:formatCode="yyyy/m/d">
                  <c:v>45163</c:v>
                </c:pt>
                <c:pt idx="892" c:formatCode="yyyy/m/d">
                  <c:v>45166</c:v>
                </c:pt>
                <c:pt idx="893" c:formatCode="yyyy/m/d">
                  <c:v>45167</c:v>
                </c:pt>
                <c:pt idx="894" c:formatCode="yyyy/m/d">
                  <c:v>45168</c:v>
                </c:pt>
                <c:pt idx="895" c:formatCode="yyyy/m/d">
                  <c:v>45169</c:v>
                </c:pt>
                <c:pt idx="896" c:formatCode="yyyy/m/d">
                  <c:v>45170</c:v>
                </c:pt>
                <c:pt idx="897" c:formatCode="yyyy/m/d">
                  <c:v>45173</c:v>
                </c:pt>
                <c:pt idx="898" c:formatCode="yyyy/m/d">
                  <c:v>45174</c:v>
                </c:pt>
                <c:pt idx="899" c:formatCode="yyyy/m/d">
                  <c:v>45175</c:v>
                </c:pt>
                <c:pt idx="900" c:formatCode="yyyy/m/d">
                  <c:v>45176</c:v>
                </c:pt>
                <c:pt idx="901" c:formatCode="yyyy/m/d">
                  <c:v>45177</c:v>
                </c:pt>
                <c:pt idx="902" c:formatCode="yyyy/m/d">
                  <c:v>45180</c:v>
                </c:pt>
                <c:pt idx="903" c:formatCode="yyyy/m/d">
                  <c:v>45181</c:v>
                </c:pt>
                <c:pt idx="904" c:formatCode="yyyy/m/d">
                  <c:v>45182</c:v>
                </c:pt>
                <c:pt idx="905" c:formatCode="yyyy/m/d">
                  <c:v>45183</c:v>
                </c:pt>
                <c:pt idx="906" c:formatCode="yyyy/m/d">
                  <c:v>45184</c:v>
                </c:pt>
                <c:pt idx="907" c:formatCode="yyyy/m/d">
                  <c:v>45187</c:v>
                </c:pt>
                <c:pt idx="908" c:formatCode="yyyy/m/d">
                  <c:v>45188</c:v>
                </c:pt>
                <c:pt idx="909" c:formatCode="yyyy/m/d">
                  <c:v>45189</c:v>
                </c:pt>
                <c:pt idx="910" c:formatCode="yyyy/m/d">
                  <c:v>45190</c:v>
                </c:pt>
                <c:pt idx="911" c:formatCode="yyyy/m/d">
                  <c:v>45191</c:v>
                </c:pt>
                <c:pt idx="912" c:formatCode="yyyy/m/d">
                  <c:v>45194</c:v>
                </c:pt>
                <c:pt idx="913" c:formatCode="yyyy/m/d">
                  <c:v>45195</c:v>
                </c:pt>
                <c:pt idx="914" c:formatCode="yyyy/m/d">
                  <c:v>45196</c:v>
                </c:pt>
                <c:pt idx="915" c:formatCode="yyyy/m/d">
                  <c:v>45197</c:v>
                </c:pt>
                <c:pt idx="916" c:formatCode="yyyy/m/d">
                  <c:v>45208</c:v>
                </c:pt>
                <c:pt idx="917" c:formatCode="yyyy/m/d">
                  <c:v>45209</c:v>
                </c:pt>
                <c:pt idx="918" c:formatCode="yyyy/m/d">
                  <c:v>45210</c:v>
                </c:pt>
                <c:pt idx="919" c:formatCode="yyyy/m/d">
                  <c:v>45211</c:v>
                </c:pt>
                <c:pt idx="920" c:formatCode="yyyy/m/d">
                  <c:v>45212</c:v>
                </c:pt>
                <c:pt idx="921" c:formatCode="yyyy/m/d">
                  <c:v>45215</c:v>
                </c:pt>
                <c:pt idx="922" c:formatCode="yyyy/m/d">
                  <c:v>45216</c:v>
                </c:pt>
                <c:pt idx="923" c:formatCode="yyyy/m/d">
                  <c:v>45217</c:v>
                </c:pt>
                <c:pt idx="924" c:formatCode="yyyy/m/d">
                  <c:v>45218</c:v>
                </c:pt>
                <c:pt idx="925" c:formatCode="yyyy/m/d">
                  <c:v>45219</c:v>
                </c:pt>
                <c:pt idx="926" c:formatCode="yyyy/m/d">
                  <c:v>45222</c:v>
                </c:pt>
                <c:pt idx="927" c:formatCode="yyyy/m/d">
                  <c:v>45223</c:v>
                </c:pt>
                <c:pt idx="928" c:formatCode="yyyy/m/d">
                  <c:v>45224</c:v>
                </c:pt>
                <c:pt idx="929" c:formatCode="yyyy/m/d">
                  <c:v>45225</c:v>
                </c:pt>
                <c:pt idx="930" c:formatCode="yyyy/m/d">
                  <c:v>45226</c:v>
                </c:pt>
                <c:pt idx="931" c:formatCode="yyyy/m/d">
                  <c:v>45229</c:v>
                </c:pt>
                <c:pt idx="932" c:formatCode="yyyy/m/d">
                  <c:v>45230</c:v>
                </c:pt>
                <c:pt idx="933" c:formatCode="yyyy/m/d">
                  <c:v>45231</c:v>
                </c:pt>
                <c:pt idx="934" c:formatCode="yyyy/m/d">
                  <c:v>45232</c:v>
                </c:pt>
                <c:pt idx="935" c:formatCode="yyyy/m/d">
                  <c:v>45233</c:v>
                </c:pt>
                <c:pt idx="936" c:formatCode="yyyy/m/d">
                  <c:v>45236</c:v>
                </c:pt>
                <c:pt idx="937" c:formatCode="yyyy/m/d">
                  <c:v>45237</c:v>
                </c:pt>
                <c:pt idx="938" c:formatCode="yyyy/m/d">
                  <c:v>45238</c:v>
                </c:pt>
                <c:pt idx="939" c:formatCode="yyyy/m/d">
                  <c:v>45239</c:v>
                </c:pt>
                <c:pt idx="940" c:formatCode="yyyy/m/d">
                  <c:v>45240</c:v>
                </c:pt>
                <c:pt idx="941" c:formatCode="yyyy/m/d">
                  <c:v>45243</c:v>
                </c:pt>
                <c:pt idx="942" c:formatCode="yyyy/m/d">
                  <c:v>45244</c:v>
                </c:pt>
                <c:pt idx="943" c:formatCode="yyyy/m/d">
                  <c:v>45245</c:v>
                </c:pt>
                <c:pt idx="944" c:formatCode="yyyy/m/d">
                  <c:v>45246</c:v>
                </c:pt>
                <c:pt idx="945" c:formatCode="yyyy/m/d">
                  <c:v>45247</c:v>
                </c:pt>
                <c:pt idx="946" c:formatCode="yyyy/m/d">
                  <c:v>45250</c:v>
                </c:pt>
                <c:pt idx="947" c:formatCode="yyyy/m/d">
                  <c:v>45251</c:v>
                </c:pt>
                <c:pt idx="948" c:formatCode="yyyy/m/d">
                  <c:v>45252</c:v>
                </c:pt>
                <c:pt idx="949" c:formatCode="yyyy/m/d">
                  <c:v>45253</c:v>
                </c:pt>
                <c:pt idx="950" c:formatCode="yyyy/m/d">
                  <c:v>45254</c:v>
                </c:pt>
                <c:pt idx="951" c:formatCode="yyyy/m/d">
                  <c:v>45257</c:v>
                </c:pt>
                <c:pt idx="952" c:formatCode="yyyy/m/d">
                  <c:v>45258</c:v>
                </c:pt>
                <c:pt idx="953" c:formatCode="yyyy/m/d">
                  <c:v>45259</c:v>
                </c:pt>
                <c:pt idx="954" c:formatCode="yyyy/m/d">
                  <c:v>45260</c:v>
                </c:pt>
                <c:pt idx="955" c:formatCode="yyyy/m/d">
                  <c:v>45261</c:v>
                </c:pt>
                <c:pt idx="956" c:formatCode="yyyy/m/d">
                  <c:v>45264</c:v>
                </c:pt>
                <c:pt idx="957" c:formatCode="yyyy/m/d">
                  <c:v>45265</c:v>
                </c:pt>
                <c:pt idx="958" c:formatCode="yyyy/m/d">
                  <c:v>45266</c:v>
                </c:pt>
                <c:pt idx="959" c:formatCode="yyyy/m/d">
                  <c:v>45267</c:v>
                </c:pt>
                <c:pt idx="960" c:formatCode="yyyy/m/d">
                  <c:v>45268</c:v>
                </c:pt>
                <c:pt idx="961" c:formatCode="yyyy/m/d">
                  <c:v>45271</c:v>
                </c:pt>
                <c:pt idx="962" c:formatCode="yyyy/m/d">
                  <c:v>45272</c:v>
                </c:pt>
                <c:pt idx="963" c:formatCode="yyyy/m/d">
                  <c:v>45273</c:v>
                </c:pt>
                <c:pt idx="964" c:formatCode="yyyy/m/d">
                  <c:v>45274</c:v>
                </c:pt>
                <c:pt idx="965" c:formatCode="yyyy/m/d">
                  <c:v>45275</c:v>
                </c:pt>
                <c:pt idx="966" c:formatCode="yyyy/m/d">
                  <c:v>45278</c:v>
                </c:pt>
                <c:pt idx="967" c:formatCode="yyyy/m/d">
                  <c:v>45279</c:v>
                </c:pt>
                <c:pt idx="968" c:formatCode="yyyy/m/d">
                  <c:v>45280</c:v>
                </c:pt>
                <c:pt idx="969" c:formatCode="yyyy/m/d">
                  <c:v>45281</c:v>
                </c:pt>
                <c:pt idx="970" c:formatCode="yyyy/m/d">
                  <c:v>45282</c:v>
                </c:pt>
                <c:pt idx="971" c:formatCode="yyyy/m/d">
                  <c:v>45285</c:v>
                </c:pt>
                <c:pt idx="972" c:formatCode="yyyy/m/d">
                  <c:v>45286</c:v>
                </c:pt>
                <c:pt idx="973" c:formatCode="yyyy/m/d">
                  <c:v>45287</c:v>
                </c:pt>
                <c:pt idx="974" c:formatCode="yyyy/m/d">
                  <c:v>45288</c:v>
                </c:pt>
                <c:pt idx="975" c:formatCode="yyyy/m/d">
                  <c:v>45289</c:v>
                </c:pt>
                <c:pt idx="976" c:formatCode="yyyy/m/d">
                  <c:v>45293</c:v>
                </c:pt>
                <c:pt idx="977" c:formatCode="yyyy/m/d">
                  <c:v>45294</c:v>
                </c:pt>
                <c:pt idx="978" c:formatCode="yyyy/m/d">
                  <c:v>45295</c:v>
                </c:pt>
                <c:pt idx="979" c:formatCode="yyyy/m/d">
                  <c:v>45296</c:v>
                </c:pt>
                <c:pt idx="980" c:formatCode="yyyy/m/d">
                  <c:v>45299</c:v>
                </c:pt>
                <c:pt idx="981" c:formatCode="yyyy/m/d">
                  <c:v>45300</c:v>
                </c:pt>
                <c:pt idx="982" c:formatCode="yyyy/m/d">
                  <c:v>45301</c:v>
                </c:pt>
                <c:pt idx="983" c:formatCode="yyyy/m/d">
                  <c:v>45302</c:v>
                </c:pt>
                <c:pt idx="984" c:formatCode="yyyy/m/d">
                  <c:v>45303</c:v>
                </c:pt>
                <c:pt idx="985" c:formatCode="yyyy/m/d">
                  <c:v>45306</c:v>
                </c:pt>
                <c:pt idx="986" c:formatCode="yyyy/m/d">
                  <c:v>45307</c:v>
                </c:pt>
                <c:pt idx="987" c:formatCode="yyyy/m/d">
                  <c:v>45308</c:v>
                </c:pt>
                <c:pt idx="988" c:formatCode="yyyy/m/d">
                  <c:v>45309</c:v>
                </c:pt>
                <c:pt idx="989" c:formatCode="yyyy/m/d">
                  <c:v>45310</c:v>
                </c:pt>
                <c:pt idx="990" c:formatCode="yyyy/m/d">
                  <c:v>45313</c:v>
                </c:pt>
                <c:pt idx="991" c:formatCode="yyyy/m/d">
                  <c:v>45314</c:v>
                </c:pt>
                <c:pt idx="992" c:formatCode="yyyy/m/d">
                  <c:v>45315</c:v>
                </c:pt>
                <c:pt idx="993" c:formatCode="yyyy/m/d">
                  <c:v>45316</c:v>
                </c:pt>
                <c:pt idx="994" c:formatCode="yyyy/m/d">
                  <c:v>45317</c:v>
                </c:pt>
                <c:pt idx="995" c:formatCode="yyyy/m/d">
                  <c:v>45320</c:v>
                </c:pt>
                <c:pt idx="996" c:formatCode="yyyy/m/d">
                  <c:v>45321</c:v>
                </c:pt>
                <c:pt idx="997" c:formatCode="yyyy/m/d">
                  <c:v>45322</c:v>
                </c:pt>
                <c:pt idx="998" c:formatCode="yyyy/m/d">
                  <c:v>45323</c:v>
                </c:pt>
                <c:pt idx="999" c:formatCode="yyyy/m/d">
                  <c:v>45324</c:v>
                </c:pt>
                <c:pt idx="1000" c:formatCode="yyyy/m/d">
                  <c:v>45327</c:v>
                </c:pt>
                <c:pt idx="1001" c:formatCode="yyyy/m/d">
                  <c:v>45328</c:v>
                </c:pt>
                <c:pt idx="1002" c:formatCode="yyyy/m/d">
                  <c:v>45329</c:v>
                </c:pt>
                <c:pt idx="1003" c:formatCode="yyyy/m/d">
                  <c:v>45330</c:v>
                </c:pt>
                <c:pt idx="1004" c:formatCode="yyyy/m/d">
                  <c:v>45341</c:v>
                </c:pt>
                <c:pt idx="1005" c:formatCode="yyyy/m/d">
                  <c:v>45342</c:v>
                </c:pt>
                <c:pt idx="1006" c:formatCode="yyyy/m/d">
                  <c:v>45343</c:v>
                </c:pt>
                <c:pt idx="1007" c:formatCode="yyyy/m/d">
                  <c:v>45344</c:v>
                </c:pt>
                <c:pt idx="1008" c:formatCode="yyyy/m/d">
                  <c:v>45345</c:v>
                </c:pt>
                <c:pt idx="1009" c:formatCode="yyyy/m/d">
                  <c:v>45348</c:v>
                </c:pt>
                <c:pt idx="1010" c:formatCode="yyyy/m/d">
                  <c:v>45349</c:v>
                </c:pt>
                <c:pt idx="1011" c:formatCode="yyyy/m/d">
                  <c:v>45350</c:v>
                </c:pt>
                <c:pt idx="1012" c:formatCode="yyyy/m/d">
                  <c:v>45351</c:v>
                </c:pt>
                <c:pt idx="1013" c:formatCode="yyyy/m/d">
                  <c:v>45352</c:v>
                </c:pt>
                <c:pt idx="1014" c:formatCode="yyyy/m/d">
                  <c:v>45355</c:v>
                </c:pt>
                <c:pt idx="1015" c:formatCode="yyyy/m/d">
                  <c:v>45356</c:v>
                </c:pt>
                <c:pt idx="1016" c:formatCode="yyyy/m/d">
                  <c:v>45357</c:v>
                </c:pt>
                <c:pt idx="1017" c:formatCode="yyyy/m/d">
                  <c:v>45358</c:v>
                </c:pt>
                <c:pt idx="1018" c:formatCode="yyyy/m/d">
                  <c:v>45359</c:v>
                </c:pt>
                <c:pt idx="1019" c:formatCode="yyyy/m/d">
                  <c:v>45362</c:v>
                </c:pt>
                <c:pt idx="1020" c:formatCode="yyyy/m/d">
                  <c:v>45363</c:v>
                </c:pt>
                <c:pt idx="1021" c:formatCode="yyyy/m/d">
                  <c:v>45364</c:v>
                </c:pt>
                <c:pt idx="1022" c:formatCode="yyyy/m/d">
                  <c:v>45365</c:v>
                </c:pt>
                <c:pt idx="1023" c:formatCode="yyyy/m/d">
                  <c:v>45366</c:v>
                </c:pt>
                <c:pt idx="1024" c:formatCode="yyyy/m/d">
                  <c:v>45369</c:v>
                </c:pt>
                <c:pt idx="1025" c:formatCode="yyyy/m/d">
                  <c:v>45370</c:v>
                </c:pt>
                <c:pt idx="1026" c:formatCode="yyyy/m/d">
                  <c:v>45371</c:v>
                </c:pt>
                <c:pt idx="1027" c:formatCode="yyyy/m/d">
                  <c:v>45372</c:v>
                </c:pt>
                <c:pt idx="1028" c:formatCode="yyyy/m/d">
                  <c:v>45373</c:v>
                </c:pt>
                <c:pt idx="1029" c:formatCode="yyyy/m/d">
                  <c:v>45376</c:v>
                </c:pt>
                <c:pt idx="1030" c:formatCode="yyyy/m/d">
                  <c:v>45377</c:v>
                </c:pt>
                <c:pt idx="1031" c:formatCode="yyyy/m/d">
                  <c:v>45378</c:v>
                </c:pt>
                <c:pt idx="1032" c:formatCode="yyyy/m/d">
                  <c:v>45379</c:v>
                </c:pt>
                <c:pt idx="1033" c:formatCode="yyyy/m/d">
                  <c:v>45380</c:v>
                </c:pt>
                <c:pt idx="1034" c:formatCode="yyyy/m/d">
                  <c:v>45383</c:v>
                </c:pt>
                <c:pt idx="1035" c:formatCode="yyyy/m/d">
                  <c:v>45384</c:v>
                </c:pt>
                <c:pt idx="1036" c:formatCode="yyyy/m/d">
                  <c:v>45385</c:v>
                </c:pt>
                <c:pt idx="1037" c:formatCode="yyyy/m/d">
                  <c:v>45390</c:v>
                </c:pt>
                <c:pt idx="1038" c:formatCode="yyyy/m/d">
                  <c:v>45391</c:v>
                </c:pt>
                <c:pt idx="1039" c:formatCode="yyyy/m/d">
                  <c:v>45392</c:v>
                </c:pt>
                <c:pt idx="1040" c:formatCode="yyyy/m/d">
                  <c:v>45393</c:v>
                </c:pt>
                <c:pt idx="1041" c:formatCode="yyyy/m/d">
                  <c:v>45394</c:v>
                </c:pt>
                <c:pt idx="1042" c:formatCode="yyyy/m/d">
                  <c:v>45397</c:v>
                </c:pt>
                <c:pt idx="1043" c:formatCode="yyyy/m/d">
                  <c:v>45398</c:v>
                </c:pt>
                <c:pt idx="1044" c:formatCode="yyyy/m/d">
                  <c:v>45399</c:v>
                </c:pt>
                <c:pt idx="1045" c:formatCode="yyyy/m/d">
                  <c:v>45400</c:v>
                </c:pt>
                <c:pt idx="1046" c:formatCode="yyyy/m/d">
                  <c:v>45401</c:v>
                </c:pt>
                <c:pt idx="1047" c:formatCode="yyyy/m/d">
                  <c:v>45404</c:v>
                </c:pt>
                <c:pt idx="1048" c:formatCode="yyyy/m/d">
                  <c:v>45405</c:v>
                </c:pt>
                <c:pt idx="1049" c:formatCode="yyyy/m/d">
                  <c:v>45406</c:v>
                </c:pt>
                <c:pt idx="1050" c:formatCode="yyyy/m/d">
                  <c:v>45407</c:v>
                </c:pt>
                <c:pt idx="1051" c:formatCode="yyyy/m/d">
                  <c:v>45408</c:v>
                </c:pt>
                <c:pt idx="1052" c:formatCode="yyyy/m/d">
                  <c:v>45411</c:v>
                </c:pt>
                <c:pt idx="1053" c:formatCode="yyyy/m/d">
                  <c:v>45412</c:v>
                </c:pt>
                <c:pt idx="1054" c:formatCode="yyyy/m/d">
                  <c:v>45418</c:v>
                </c:pt>
                <c:pt idx="1055" c:formatCode="yyyy/m/d">
                  <c:v>45419</c:v>
                </c:pt>
                <c:pt idx="1056" c:formatCode="yyyy/m/d">
                  <c:v>45420</c:v>
                </c:pt>
                <c:pt idx="1057" c:formatCode="yyyy/m/d">
                  <c:v>45421</c:v>
                </c:pt>
                <c:pt idx="1058" c:formatCode="yyyy/m/d">
                  <c:v>45422</c:v>
                </c:pt>
                <c:pt idx="1059" c:formatCode="yyyy/m/d">
                  <c:v>45425</c:v>
                </c:pt>
                <c:pt idx="1060" c:formatCode="yyyy/m/d">
                  <c:v>45426</c:v>
                </c:pt>
                <c:pt idx="1061" c:formatCode="yyyy/m/d">
                  <c:v>45427</c:v>
                </c:pt>
                <c:pt idx="1062" c:formatCode="yyyy/m/d">
                  <c:v>45428</c:v>
                </c:pt>
                <c:pt idx="1063" c:formatCode="yyyy/m/d">
                  <c:v>45429</c:v>
                </c:pt>
                <c:pt idx="1064" c:formatCode="yyyy/m/d">
                  <c:v>45432</c:v>
                </c:pt>
                <c:pt idx="1065" c:formatCode="yyyy/m/d">
                  <c:v>45433</c:v>
                </c:pt>
                <c:pt idx="1066" c:formatCode="yyyy/m/d">
                  <c:v>45434</c:v>
                </c:pt>
                <c:pt idx="1067" c:formatCode="yyyy/m/d">
                  <c:v>45435</c:v>
                </c:pt>
                <c:pt idx="1068" c:formatCode="yyyy/m/d">
                  <c:v>45436</c:v>
                </c:pt>
                <c:pt idx="1069" c:formatCode="yyyy/m/d">
                  <c:v>45439</c:v>
                </c:pt>
                <c:pt idx="1070" c:formatCode="yyyy/m/d">
                  <c:v>45440</c:v>
                </c:pt>
                <c:pt idx="1071" c:formatCode="yyyy/m/d">
                  <c:v>45441</c:v>
                </c:pt>
                <c:pt idx="1072" c:formatCode="yyyy/m/d">
                  <c:v>45442</c:v>
                </c:pt>
                <c:pt idx="1073" c:formatCode="yyyy/m/d">
                  <c:v>45443</c:v>
                </c:pt>
                <c:pt idx="1074" c:formatCode="yyyy/m/d">
                  <c:v>45446</c:v>
                </c:pt>
                <c:pt idx="1075" c:formatCode="yyyy/m/d">
                  <c:v>45447</c:v>
                </c:pt>
                <c:pt idx="1076" c:formatCode="yyyy/m/d">
                  <c:v>45448</c:v>
                </c:pt>
                <c:pt idx="1077" c:formatCode="yyyy/m/d">
                  <c:v>45449</c:v>
                </c:pt>
                <c:pt idx="1078" c:formatCode="yyyy/m/d">
                  <c:v>45450</c:v>
                </c:pt>
                <c:pt idx="1079" c:formatCode="yyyy/m/d">
                  <c:v>45454</c:v>
                </c:pt>
                <c:pt idx="1080" c:formatCode="yyyy/m/d">
                  <c:v>45455</c:v>
                </c:pt>
                <c:pt idx="1081" c:formatCode="yyyy/m/d">
                  <c:v>45456</c:v>
                </c:pt>
                <c:pt idx="1082" c:formatCode="yyyy/m/d">
                  <c:v>45457</c:v>
                </c:pt>
                <c:pt idx="1083" c:formatCode="yyyy/m/d">
                  <c:v>45460</c:v>
                </c:pt>
                <c:pt idx="1084" c:formatCode="yyyy/m/d">
                  <c:v>45461</c:v>
                </c:pt>
                <c:pt idx="1085" c:formatCode="yyyy/m/d">
                  <c:v>45462</c:v>
                </c:pt>
                <c:pt idx="1086" c:formatCode="yyyy/m/d">
                  <c:v>45463</c:v>
                </c:pt>
                <c:pt idx="1087" c:formatCode="yyyy/m/d">
                  <c:v>45464</c:v>
                </c:pt>
                <c:pt idx="1088" c:formatCode="yyyy/m/d">
                  <c:v>45467</c:v>
                </c:pt>
                <c:pt idx="1089" c:formatCode="yyyy/m/d">
                  <c:v>45468</c:v>
                </c:pt>
                <c:pt idx="1090" c:formatCode="yyyy/m/d">
                  <c:v>45469</c:v>
                </c:pt>
                <c:pt idx="1091" c:formatCode="yyyy/m/d">
                  <c:v>45470</c:v>
                </c:pt>
                <c:pt idx="1092" c:formatCode="yyyy/m/d">
                  <c:v>45471</c:v>
                </c:pt>
                <c:pt idx="1093" c:formatCode="yyyy/m/d">
                  <c:v>45474</c:v>
                </c:pt>
                <c:pt idx="1094" c:formatCode="yyyy/m/d">
                  <c:v>45475</c:v>
                </c:pt>
                <c:pt idx="1095" c:formatCode="yyyy/m/d">
                  <c:v>45476</c:v>
                </c:pt>
                <c:pt idx="1096" c:formatCode="yyyy/m/d">
                  <c:v>45477</c:v>
                </c:pt>
                <c:pt idx="1097" c:formatCode="yyyy/m/d">
                  <c:v>45478</c:v>
                </c:pt>
                <c:pt idx="1098" c:formatCode="yyyy/m/d">
                  <c:v>45481</c:v>
                </c:pt>
                <c:pt idx="1099" c:formatCode="yyyy/m/d">
                  <c:v>45482</c:v>
                </c:pt>
                <c:pt idx="1100" c:formatCode="yyyy/m/d">
                  <c:v>45483</c:v>
                </c:pt>
                <c:pt idx="1101" c:formatCode="yyyy/m/d">
                  <c:v>45484</c:v>
                </c:pt>
                <c:pt idx="1102" c:formatCode="yyyy/m/d">
                  <c:v>45485</c:v>
                </c:pt>
                <c:pt idx="1103" c:formatCode="yyyy/m/d">
                  <c:v>45488</c:v>
                </c:pt>
                <c:pt idx="1104" c:formatCode="yyyy/m/d">
                  <c:v>45489</c:v>
                </c:pt>
                <c:pt idx="1105" c:formatCode="yyyy/m/d">
                  <c:v>45490</c:v>
                </c:pt>
                <c:pt idx="1106" c:formatCode="yyyy/m/d">
                  <c:v>45491</c:v>
                </c:pt>
                <c:pt idx="1107" c:formatCode="yyyy/m/d">
                  <c:v>45492</c:v>
                </c:pt>
                <c:pt idx="1108" c:formatCode="yyyy/m/d">
                  <c:v>45495</c:v>
                </c:pt>
                <c:pt idx="1109" c:formatCode="yyyy/m/d">
                  <c:v>45496</c:v>
                </c:pt>
                <c:pt idx="1110" c:formatCode="yyyy/m/d">
                  <c:v>45497</c:v>
                </c:pt>
                <c:pt idx="1111" c:formatCode="yyyy/m/d">
                  <c:v>45498</c:v>
                </c:pt>
                <c:pt idx="1112" c:formatCode="yyyy/m/d">
                  <c:v>45499</c:v>
                </c:pt>
                <c:pt idx="1113" c:formatCode="yyyy/m/d">
                  <c:v>45502</c:v>
                </c:pt>
                <c:pt idx="1114" c:formatCode="yyyy/m/d">
                  <c:v>45503</c:v>
                </c:pt>
                <c:pt idx="1115" c:formatCode="yyyy/m/d">
                  <c:v>45504</c:v>
                </c:pt>
                <c:pt idx="1116" c:formatCode="yyyy/m/d">
                  <c:v>45505</c:v>
                </c:pt>
                <c:pt idx="1117" c:formatCode="yyyy/m/d">
                  <c:v>45506</c:v>
                </c:pt>
                <c:pt idx="1118" c:formatCode="yyyy/m/d">
                  <c:v>45509</c:v>
                </c:pt>
                <c:pt idx="1119" c:formatCode="yyyy/m/d">
                  <c:v>45510</c:v>
                </c:pt>
                <c:pt idx="1120" c:formatCode="yyyy/m/d">
                  <c:v>45511</c:v>
                </c:pt>
                <c:pt idx="1121" c:formatCode="yyyy/m/d">
                  <c:v>45512</c:v>
                </c:pt>
                <c:pt idx="1122" c:formatCode="yyyy/m/d">
                  <c:v>45513</c:v>
                </c:pt>
                <c:pt idx="1123" c:formatCode="yyyy/m/d">
                  <c:v>45516</c:v>
                </c:pt>
                <c:pt idx="1124" c:formatCode="yyyy/m/d">
                  <c:v>45517</c:v>
                </c:pt>
                <c:pt idx="1125" c:formatCode="yyyy/m/d">
                  <c:v>45518</c:v>
                </c:pt>
                <c:pt idx="1126" c:formatCode="yyyy/m/d">
                  <c:v>45519</c:v>
                </c:pt>
                <c:pt idx="1127" c:formatCode="yyyy/m/d">
                  <c:v>45520</c:v>
                </c:pt>
                <c:pt idx="1128" c:formatCode="yyyy/m/d">
                  <c:v>45523</c:v>
                </c:pt>
                <c:pt idx="1129" c:formatCode="yyyy/m/d">
                  <c:v>45524</c:v>
                </c:pt>
                <c:pt idx="1130" c:formatCode="yyyy/m/d">
                  <c:v>45525</c:v>
                </c:pt>
                <c:pt idx="1131" c:formatCode="yyyy/m/d">
                  <c:v>45526</c:v>
                </c:pt>
                <c:pt idx="1132" c:formatCode="yyyy/m/d">
                  <c:v>45527</c:v>
                </c:pt>
                <c:pt idx="1133" c:formatCode="yyyy/m/d">
                  <c:v>45530</c:v>
                </c:pt>
                <c:pt idx="1134" c:formatCode="yyyy/m/d">
                  <c:v>45531</c:v>
                </c:pt>
                <c:pt idx="1135" c:formatCode="yyyy/m/d">
                  <c:v>45532</c:v>
                </c:pt>
                <c:pt idx="1136" c:formatCode="yyyy/m/d">
                  <c:v>45533</c:v>
                </c:pt>
                <c:pt idx="1137" c:formatCode="yyyy/m/d">
                  <c:v>45534</c:v>
                </c:pt>
                <c:pt idx="1138" c:formatCode="yyyy/m/d">
                  <c:v>45537</c:v>
                </c:pt>
                <c:pt idx="1139" c:formatCode="yyyy/m/d">
                  <c:v>45538</c:v>
                </c:pt>
                <c:pt idx="1140" c:formatCode="yyyy/m/d">
                  <c:v>45539</c:v>
                </c:pt>
                <c:pt idx="1141" c:formatCode="yyyy/m/d">
                  <c:v>45540</c:v>
                </c:pt>
                <c:pt idx="1142" c:formatCode="yyyy/m/d">
                  <c:v>45541</c:v>
                </c:pt>
                <c:pt idx="1143" c:formatCode="yyyy/m/d">
                  <c:v>45544</c:v>
                </c:pt>
                <c:pt idx="1144" c:formatCode="yyyy/m/d">
                  <c:v>45545</c:v>
                </c:pt>
                <c:pt idx="1145" c:formatCode="yyyy/m/d">
                  <c:v>45546</c:v>
                </c:pt>
                <c:pt idx="1146" c:formatCode="yyyy/m/d">
                  <c:v>45547</c:v>
                </c:pt>
                <c:pt idx="1147" c:formatCode="yyyy/m/d">
                  <c:v>45548</c:v>
                </c:pt>
                <c:pt idx="1148" c:formatCode="yyyy/m/d">
                  <c:v>45553</c:v>
                </c:pt>
                <c:pt idx="1149" c:formatCode="yyyy/m/d">
                  <c:v>45554</c:v>
                </c:pt>
                <c:pt idx="1150" c:formatCode="yyyy/m/d">
                  <c:v>45555</c:v>
                </c:pt>
                <c:pt idx="1151" c:formatCode="yyyy/m/d">
                  <c:v>45558</c:v>
                </c:pt>
                <c:pt idx="1152" c:formatCode="yyyy/m/d">
                  <c:v>45559</c:v>
                </c:pt>
                <c:pt idx="1153" c:formatCode="yyyy/m/d">
                  <c:v>45560</c:v>
                </c:pt>
                <c:pt idx="1154" c:formatCode="yyyy/m/d">
                  <c:v>45561</c:v>
                </c:pt>
                <c:pt idx="1155" c:formatCode="yyyy/m/d">
                  <c:v>45562</c:v>
                </c:pt>
                <c:pt idx="1156" c:formatCode="yyyy/m/d">
                  <c:v>45565</c:v>
                </c:pt>
                <c:pt idx="1157" c:formatCode="yyyy/m/d">
                  <c:v>45573</c:v>
                </c:pt>
                <c:pt idx="1158" c:formatCode="yyyy/m/d">
                  <c:v>45574</c:v>
                </c:pt>
                <c:pt idx="1159" c:formatCode="yyyy/m/d">
                  <c:v>45575</c:v>
                </c:pt>
                <c:pt idx="1160" c:formatCode="yyyy/m/d">
                  <c:v>45576</c:v>
                </c:pt>
                <c:pt idx="1161" c:formatCode="yyyy/m/d">
                  <c:v>45579</c:v>
                </c:pt>
                <c:pt idx="1162" c:formatCode="yyyy/m/d">
                  <c:v>45580</c:v>
                </c:pt>
                <c:pt idx="1163" c:formatCode="yyyy/m/d">
                  <c:v>45581</c:v>
                </c:pt>
                <c:pt idx="1164" c:formatCode="yyyy/m/d">
                  <c:v>45582</c:v>
                </c:pt>
                <c:pt idx="1165" c:formatCode="yyyy/m/d">
                  <c:v>45583</c:v>
                </c:pt>
                <c:pt idx="1166" c:formatCode="yyyy/m/d">
                  <c:v>45586</c:v>
                </c:pt>
                <c:pt idx="1167" c:formatCode="yyyy/m/d">
                  <c:v>45587</c:v>
                </c:pt>
                <c:pt idx="1168" c:formatCode="yyyy/m/d">
                  <c:v>45588</c:v>
                </c:pt>
                <c:pt idx="1169" c:formatCode="yyyy/m/d">
                  <c:v>45589</c:v>
                </c:pt>
                <c:pt idx="1170" c:formatCode="yyyy/m/d">
                  <c:v>45590</c:v>
                </c:pt>
                <c:pt idx="1171" c:formatCode="yyyy/m/d">
                  <c:v>45593</c:v>
                </c:pt>
                <c:pt idx="1172" c:formatCode="yyyy/m/d">
                  <c:v>45594</c:v>
                </c:pt>
                <c:pt idx="1173" c:formatCode="yyyy/m/d">
                  <c:v>45595</c:v>
                </c:pt>
                <c:pt idx="1174" c:formatCode="yyyy/m/d">
                  <c:v>45596</c:v>
                </c:pt>
                <c:pt idx="1175" c:formatCode="yyyy/m/d">
                  <c:v>45597</c:v>
                </c:pt>
                <c:pt idx="1176" c:formatCode="yyyy/m/d">
                  <c:v>45600</c:v>
                </c:pt>
                <c:pt idx="1177" c:formatCode="yyyy/m/d">
                  <c:v>45601</c:v>
                </c:pt>
                <c:pt idx="1178" c:formatCode="yyyy/m/d">
                  <c:v>45602</c:v>
                </c:pt>
                <c:pt idx="1179" c:formatCode="yyyy/m/d">
                  <c:v>45603</c:v>
                </c:pt>
                <c:pt idx="1180" c:formatCode="yyyy/m/d">
                  <c:v>45604</c:v>
                </c:pt>
                <c:pt idx="1181" c:formatCode="yyyy/m/d">
                  <c:v>45607</c:v>
                </c:pt>
                <c:pt idx="1182" c:formatCode="yyyy/m/d">
                  <c:v>45608</c:v>
                </c:pt>
                <c:pt idx="1183" c:formatCode="yyyy/m/d">
                  <c:v>45609</c:v>
                </c:pt>
                <c:pt idx="1184" c:formatCode="yyyy/m/d">
                  <c:v>45610</c:v>
                </c:pt>
                <c:pt idx="1185" c:formatCode="yyyy/m/d">
                  <c:v>45611</c:v>
                </c:pt>
                <c:pt idx="1186" c:formatCode="yyyy/m/d">
                  <c:v>45614</c:v>
                </c:pt>
                <c:pt idx="1187" c:formatCode="yyyy/m/d">
                  <c:v>45615</c:v>
                </c:pt>
                <c:pt idx="1188" c:formatCode="yyyy/m/d">
                  <c:v>45616</c:v>
                </c:pt>
                <c:pt idx="1189" c:formatCode="yyyy/m/d">
                  <c:v>45617</c:v>
                </c:pt>
                <c:pt idx="1190" c:formatCode="yyyy/m/d">
                  <c:v>45618</c:v>
                </c:pt>
                <c:pt idx="1191" c:formatCode="yyyy/m/d">
                  <c:v>45621</c:v>
                </c:pt>
                <c:pt idx="1192" c:formatCode="yyyy/m/d">
                  <c:v>45622</c:v>
                </c:pt>
                <c:pt idx="1193" c:formatCode="yyyy/m/d">
                  <c:v>45623</c:v>
                </c:pt>
                <c:pt idx="1194" c:formatCode="yyyy/m/d">
                  <c:v>45624</c:v>
                </c:pt>
                <c:pt idx="1195" c:formatCode="yyyy/m/d">
                  <c:v>45625</c:v>
                </c:pt>
                <c:pt idx="1196" c:formatCode="yyyy/m/d">
                  <c:v>45628</c:v>
                </c:pt>
                <c:pt idx="1197" c:formatCode="yyyy/m/d">
                  <c:v>45629</c:v>
                </c:pt>
                <c:pt idx="1198" c:formatCode="yyyy/m/d">
                  <c:v>45630</c:v>
                </c:pt>
                <c:pt idx="1199" c:formatCode="yyyy/m/d">
                  <c:v>45631</c:v>
                </c:pt>
                <c:pt idx="1200" c:formatCode="yyyy/m/d">
                  <c:v>45632</c:v>
                </c:pt>
                <c:pt idx="1201" c:formatCode="yyyy/m/d">
                  <c:v>45635</c:v>
                </c:pt>
                <c:pt idx="1202" c:formatCode="yyyy/m/d">
                  <c:v>45636</c:v>
                </c:pt>
              </c:numCache>
            </c:numRef>
          </c:cat>
          <c:val>
            <c:numRef>
              <c:f>csi300_vol_premium.csv!$C$2:$C$1204</c:f>
              <c:numCache>
                <c:formatCode>0.00%</c:formatCode>
                <c:ptCount val="1203"/>
                <c:pt idx="0">
                  <c:v>0.121647775478514</c:v>
                </c:pt>
                <c:pt idx="1">
                  <c:v>0.180949282890352</c:v>
                </c:pt>
                <c:pt idx="2">
                  <c:v>0.374234579717057</c:v>
                </c:pt>
                <c:pt idx="3">
                  <c:v>0.408478353670414</c:v>
                </c:pt>
                <c:pt idx="4">
                  <c:v>0.406387954665017</c:v>
                </c:pt>
                <c:pt idx="5">
                  <c:v>0.417338858408787</c:v>
                </c:pt>
                <c:pt idx="6">
                  <c:v>0.412706126482577</c:v>
                </c:pt>
                <c:pt idx="7">
                  <c:v>0.413430431360608</c:v>
                </c:pt>
                <c:pt idx="8">
                  <c:v>0.416460934046174</c:v>
                </c:pt>
                <c:pt idx="9">
                  <c:v>0.416027192585473</c:v>
                </c:pt>
                <c:pt idx="10">
                  <c:v>0.415227321416082</c:v>
                </c:pt>
                <c:pt idx="11">
                  <c:v>0.413672075178752</c:v>
                </c:pt>
                <c:pt idx="12">
                  <c:v>0.425153500577056</c:v>
                </c:pt>
                <c:pt idx="13">
                  <c:v>0.424509059345484</c:v>
                </c:pt>
                <c:pt idx="14">
                  <c:v>0.424535985881238</c:v>
                </c:pt>
                <c:pt idx="15">
                  <c:v>0.431642765357317</c:v>
                </c:pt>
                <c:pt idx="16">
                  <c:v>0.431609883785429</c:v>
                </c:pt>
                <c:pt idx="17">
                  <c:v>0.431985807910906</c:v>
                </c:pt>
                <c:pt idx="18">
                  <c:v>0.43180832019036</c:v>
                </c:pt>
                <c:pt idx="19">
                  <c:v>0.428862475851964</c:v>
                </c:pt>
                <c:pt idx="20">
                  <c:v>0.428689040344101</c:v>
                </c:pt>
                <c:pt idx="21">
                  <c:v>0.426392209416326</c:v>
                </c:pt>
                <c:pt idx="22">
                  <c:v>0.268722116593074</c:v>
                </c:pt>
                <c:pt idx="23">
                  <c:v>0.234361288926662</c:v>
                </c:pt>
                <c:pt idx="24">
                  <c:v>0.233854093344113</c:v>
                </c:pt>
                <c:pt idx="25">
                  <c:v>0.236177857971377</c:v>
                </c:pt>
                <c:pt idx="26">
                  <c:v>0.244393624642866</c:v>
                </c:pt>
                <c:pt idx="27">
                  <c:v>0.279608059434086</c:v>
                </c:pt>
                <c:pt idx="28">
                  <c:v>0.286034618723922</c:v>
                </c:pt>
                <c:pt idx="29">
                  <c:v>0.290388835741911</c:v>
                </c:pt>
                <c:pt idx="30">
                  <c:v>0.300468528867898</c:v>
                </c:pt>
                <c:pt idx="31">
                  <c:v>0.305005291806724</c:v>
                </c:pt>
                <c:pt idx="32">
                  <c:v>0.317441779820534</c:v>
                </c:pt>
                <c:pt idx="33">
                  <c:v>0.317737694190851</c:v>
                </c:pt>
                <c:pt idx="34">
                  <c:v>0.318769534755836</c:v>
                </c:pt>
                <c:pt idx="35">
                  <c:v>0.303765836919604</c:v>
                </c:pt>
                <c:pt idx="36">
                  <c:v>0.311781533190485</c:v>
                </c:pt>
                <c:pt idx="37">
                  <c:v>0.320855856090921</c:v>
                </c:pt>
                <c:pt idx="38">
                  <c:v>0.338678412815431</c:v>
                </c:pt>
                <c:pt idx="39">
                  <c:v>0.360180775730807</c:v>
                </c:pt>
                <c:pt idx="40">
                  <c:v>0.360020410922428</c:v>
                </c:pt>
                <c:pt idx="41">
                  <c:v>0.344727596485205</c:v>
                </c:pt>
                <c:pt idx="42">
                  <c:v>0.31713271346372</c:v>
                </c:pt>
                <c:pt idx="43">
                  <c:v>0.317325609945579</c:v>
                </c:pt>
                <c:pt idx="44">
                  <c:v>0.316005492079138</c:v>
                </c:pt>
                <c:pt idx="45">
                  <c:v>0.303411738142644</c:v>
                </c:pt>
                <c:pt idx="46">
                  <c:v>0.301679820635497</c:v>
                </c:pt>
                <c:pt idx="47">
                  <c:v>0.297776123872051</c:v>
                </c:pt>
                <c:pt idx="48">
                  <c:v>0.28489832533466</c:v>
                </c:pt>
                <c:pt idx="49">
                  <c:v>0.284035086682618</c:v>
                </c:pt>
                <c:pt idx="50">
                  <c:v>0.275913831055376</c:v>
                </c:pt>
                <c:pt idx="51">
                  <c:v>0.271057931380104</c:v>
                </c:pt>
                <c:pt idx="52">
                  <c:v>0.234573953537777</c:v>
                </c:pt>
                <c:pt idx="53">
                  <c:v>0.231843227094841</c:v>
                </c:pt>
                <c:pt idx="54">
                  <c:v>0.224269669303305</c:v>
                </c:pt>
                <c:pt idx="55">
                  <c:v>0.216911555887978</c:v>
                </c:pt>
                <c:pt idx="56">
                  <c:v>0.212767327342636</c:v>
                </c:pt>
                <c:pt idx="57">
                  <c:v>0.18948221466729</c:v>
                </c:pt>
                <c:pt idx="58">
                  <c:v>0.176480278486338</c:v>
                </c:pt>
                <c:pt idx="59">
                  <c:v>0.148662259735516</c:v>
                </c:pt>
                <c:pt idx="60">
                  <c:v>0.147442220684843</c:v>
                </c:pt>
                <c:pt idx="61">
                  <c:v>0.147802832082877</c:v>
                </c:pt>
                <c:pt idx="62">
                  <c:v>0.140506838016531</c:v>
                </c:pt>
                <c:pt idx="63">
                  <c:v>0.14053818892163</c:v>
                </c:pt>
                <c:pt idx="64">
                  <c:v>0.147611434360409</c:v>
                </c:pt>
                <c:pt idx="65">
                  <c:v>0.14216871712484</c:v>
                </c:pt>
                <c:pt idx="66">
                  <c:v>0.141112115652042</c:v>
                </c:pt>
                <c:pt idx="67">
                  <c:v>0.120215772448673</c:v>
                </c:pt>
                <c:pt idx="68">
                  <c:v>0.11724426838556</c:v>
                </c:pt>
                <c:pt idx="69">
                  <c:v>0.117390983536355</c:v>
                </c:pt>
                <c:pt idx="70">
                  <c:v>0.113241019379589</c:v>
                </c:pt>
                <c:pt idx="71">
                  <c:v>0.118165379353043</c:v>
                </c:pt>
                <c:pt idx="72">
                  <c:v>0.109555503578329</c:v>
                </c:pt>
                <c:pt idx="73">
                  <c:v>0.10903324167923</c:v>
                </c:pt>
                <c:pt idx="74">
                  <c:v>0.109401977991979</c:v>
                </c:pt>
                <c:pt idx="75">
                  <c:v>0.108799957444497</c:v>
                </c:pt>
                <c:pt idx="76">
                  <c:v>0.111477679442589</c:v>
                </c:pt>
                <c:pt idx="77">
                  <c:v>0.12807107552671</c:v>
                </c:pt>
                <c:pt idx="78">
                  <c:v>0.125331141913049</c:v>
                </c:pt>
                <c:pt idx="79">
                  <c:v>0.129162670275018</c:v>
                </c:pt>
                <c:pt idx="80">
                  <c:v>0.129021618680527</c:v>
                </c:pt>
                <c:pt idx="81">
                  <c:v>0.126894247114613</c:v>
                </c:pt>
                <c:pt idx="82">
                  <c:v>0.125509605371813</c:v>
                </c:pt>
                <c:pt idx="83">
                  <c:v>0.164429967500981</c:v>
                </c:pt>
                <c:pt idx="84">
                  <c:v>0.155012031730329</c:v>
                </c:pt>
                <c:pt idx="85">
                  <c:v>0.154761290090553</c:v>
                </c:pt>
                <c:pt idx="86">
                  <c:v>0.154972269821245</c:v>
                </c:pt>
                <c:pt idx="87">
                  <c:v>0.151180768022809</c:v>
                </c:pt>
                <c:pt idx="88">
                  <c:v>0.151559072082126</c:v>
                </c:pt>
                <c:pt idx="89">
                  <c:v>0.152587178552413</c:v>
                </c:pt>
                <c:pt idx="90">
                  <c:v>0.152697264342642</c:v>
                </c:pt>
                <c:pt idx="91">
                  <c:v>0.156617478626335</c:v>
                </c:pt>
                <c:pt idx="92">
                  <c:v>0.157314327778155</c:v>
                </c:pt>
                <c:pt idx="93">
                  <c:v>0.163715864830397</c:v>
                </c:pt>
                <c:pt idx="94">
                  <c:v>0.171045855116146</c:v>
                </c:pt>
                <c:pt idx="95">
                  <c:v>0.170122594315443</c:v>
                </c:pt>
                <c:pt idx="96">
                  <c:v>0.17128300064694</c:v>
                </c:pt>
                <c:pt idx="97">
                  <c:v>0.156322235269506</c:v>
                </c:pt>
                <c:pt idx="98">
                  <c:v>0.156615459563205</c:v>
                </c:pt>
                <c:pt idx="99">
                  <c:v>0.155368558034223</c:v>
                </c:pt>
                <c:pt idx="100">
                  <c:v>0.151926624523643</c:v>
                </c:pt>
                <c:pt idx="101">
                  <c:v>0.158933574968007</c:v>
                </c:pt>
                <c:pt idx="102">
                  <c:v>0.161762370402705</c:v>
                </c:pt>
                <c:pt idx="103">
                  <c:v>0.142446215762649</c:v>
                </c:pt>
                <c:pt idx="104">
                  <c:v>0.163570389889112</c:v>
                </c:pt>
                <c:pt idx="105">
                  <c:v>0.167915026942864</c:v>
                </c:pt>
                <c:pt idx="106">
                  <c:v>0.292810600101164</c:v>
                </c:pt>
                <c:pt idx="107">
                  <c:v>0.292470957546079</c:v>
                </c:pt>
                <c:pt idx="108">
                  <c:v>0.292268411916489</c:v>
                </c:pt>
                <c:pt idx="109">
                  <c:v>0.292002151394784</c:v>
                </c:pt>
                <c:pt idx="110">
                  <c:v>0.298807539998664</c:v>
                </c:pt>
                <c:pt idx="111">
                  <c:v>0.288114483454538</c:v>
                </c:pt>
                <c:pt idx="112">
                  <c:v>0.29979693239215</c:v>
                </c:pt>
                <c:pt idx="113">
                  <c:v>0.291678668915998</c:v>
                </c:pt>
                <c:pt idx="114">
                  <c:v>0.354159597476002</c:v>
                </c:pt>
                <c:pt idx="115">
                  <c:v>0.354729159939946</c:v>
                </c:pt>
                <c:pt idx="116">
                  <c:v>0.359178391966166</c:v>
                </c:pt>
                <c:pt idx="117">
                  <c:v>0.357398143795375</c:v>
                </c:pt>
                <c:pt idx="118">
                  <c:v>0.355729491535358</c:v>
                </c:pt>
                <c:pt idx="119">
                  <c:v>0.356753005752421</c:v>
                </c:pt>
                <c:pt idx="120">
                  <c:v>0.401641420852102</c:v>
                </c:pt>
                <c:pt idx="121">
                  <c:v>0.398631752294688</c:v>
                </c:pt>
                <c:pt idx="122">
                  <c:v>0.397620823426039</c:v>
                </c:pt>
                <c:pt idx="123">
                  <c:v>0.405053136577346</c:v>
                </c:pt>
                <c:pt idx="124">
                  <c:v>0.39826619350104</c:v>
                </c:pt>
                <c:pt idx="125">
                  <c:v>0.395551482469601</c:v>
                </c:pt>
                <c:pt idx="126">
                  <c:v>0.298789053130799</c:v>
                </c:pt>
                <c:pt idx="127">
                  <c:v>0.298675266255743</c:v>
                </c:pt>
                <c:pt idx="128">
                  <c:v>0.29842195865529</c:v>
                </c:pt>
                <c:pt idx="129">
                  <c:v>0.296723761033311</c:v>
                </c:pt>
                <c:pt idx="130">
                  <c:v>0.295153877609148</c:v>
                </c:pt>
                <c:pt idx="131">
                  <c:v>0.289371881701323</c:v>
                </c:pt>
                <c:pt idx="132">
                  <c:v>0.286822020536992</c:v>
                </c:pt>
                <c:pt idx="133">
                  <c:v>0.291627293814922</c:v>
                </c:pt>
                <c:pt idx="134">
                  <c:v>0.237823954669816</c:v>
                </c:pt>
                <c:pt idx="135">
                  <c:v>0.24340375773443</c:v>
                </c:pt>
                <c:pt idx="136">
                  <c:v>0.246734759990453</c:v>
                </c:pt>
                <c:pt idx="137">
                  <c:v>0.247025697893048</c:v>
                </c:pt>
                <c:pt idx="138">
                  <c:v>0.249500758916818</c:v>
                </c:pt>
                <c:pt idx="139">
                  <c:v>0.25631869520489</c:v>
                </c:pt>
                <c:pt idx="140">
                  <c:v>0.195677658603805</c:v>
                </c:pt>
                <c:pt idx="141">
                  <c:v>0.196880653411731</c:v>
                </c:pt>
                <c:pt idx="142">
                  <c:v>0.196525325644814</c:v>
                </c:pt>
                <c:pt idx="143">
                  <c:v>0.170709062313214</c:v>
                </c:pt>
                <c:pt idx="144">
                  <c:v>0.170876089846234</c:v>
                </c:pt>
                <c:pt idx="145">
                  <c:v>0.196086145344698</c:v>
                </c:pt>
                <c:pt idx="146">
                  <c:v>0.190924407122433</c:v>
                </c:pt>
                <c:pt idx="147">
                  <c:v>0.190253174685789</c:v>
                </c:pt>
                <c:pt idx="148">
                  <c:v>0.189487687270557</c:v>
                </c:pt>
                <c:pt idx="149">
                  <c:v>0.190047876708682</c:v>
                </c:pt>
                <c:pt idx="150">
                  <c:v>0.191041728006539</c:v>
                </c:pt>
                <c:pt idx="151">
                  <c:v>0.199948023838882</c:v>
                </c:pt>
                <c:pt idx="152">
                  <c:v>0.198954321885289</c:v>
                </c:pt>
                <c:pt idx="153">
                  <c:v>0.20372833822487</c:v>
                </c:pt>
                <c:pt idx="154">
                  <c:v>0.203771122821195</c:v>
                </c:pt>
                <c:pt idx="155">
                  <c:v>0.196233135892811</c:v>
                </c:pt>
                <c:pt idx="156">
                  <c:v>0.170397580775819</c:v>
                </c:pt>
                <c:pt idx="157">
                  <c:v>0.175293546488261</c:v>
                </c:pt>
                <c:pt idx="158">
                  <c:v>0.173137707621564</c:v>
                </c:pt>
                <c:pt idx="159">
                  <c:v>0.163847650820488</c:v>
                </c:pt>
                <c:pt idx="160">
                  <c:v>0.181702310871339</c:v>
                </c:pt>
                <c:pt idx="161">
                  <c:v>0.181784522787323</c:v>
                </c:pt>
                <c:pt idx="162">
                  <c:v>0.186600685780372</c:v>
                </c:pt>
                <c:pt idx="163">
                  <c:v>0.182492021154485</c:v>
                </c:pt>
                <c:pt idx="164">
                  <c:v>0.190084747292745</c:v>
                </c:pt>
                <c:pt idx="165">
                  <c:v>0.156971919003983</c:v>
                </c:pt>
                <c:pt idx="166">
                  <c:v>0.157935850365277</c:v>
                </c:pt>
                <c:pt idx="167">
                  <c:v>0.160082058609141</c:v>
                </c:pt>
                <c:pt idx="168">
                  <c:v>0.161248507231117</c:v>
                </c:pt>
                <c:pt idx="169">
                  <c:v>0.182336268154604</c:v>
                </c:pt>
                <c:pt idx="170">
                  <c:v>0.212325188522034</c:v>
                </c:pt>
                <c:pt idx="171">
                  <c:v>0.201904593638765</c:v>
                </c:pt>
                <c:pt idx="172">
                  <c:v>0.203329930699779</c:v>
                </c:pt>
                <c:pt idx="173">
                  <c:v>0.187352541256031</c:v>
                </c:pt>
                <c:pt idx="174">
                  <c:v>0.188042918503392</c:v>
                </c:pt>
                <c:pt idx="175">
                  <c:v>0.191829872142395</c:v>
                </c:pt>
                <c:pt idx="176">
                  <c:v>0.192501939581777</c:v>
                </c:pt>
                <c:pt idx="177">
                  <c:v>0.190320746726891</c:v>
                </c:pt>
                <c:pt idx="178">
                  <c:v>0.187883444768983</c:v>
                </c:pt>
                <c:pt idx="179">
                  <c:v>0.191623399998752</c:v>
                </c:pt>
                <c:pt idx="180">
                  <c:v>0.178243885736718</c:v>
                </c:pt>
                <c:pt idx="181">
                  <c:v>0.176123306853101</c:v>
                </c:pt>
                <c:pt idx="182">
                  <c:v>0.173238578203891</c:v>
                </c:pt>
                <c:pt idx="183">
                  <c:v>0.176044542139522</c:v>
                </c:pt>
                <c:pt idx="184">
                  <c:v>0.181243551635247</c:v>
                </c:pt>
                <c:pt idx="185">
                  <c:v>0.181676375312901</c:v>
                </c:pt>
                <c:pt idx="186">
                  <c:v>0.184487725710145</c:v>
                </c:pt>
                <c:pt idx="187">
                  <c:v>0.185209775377999</c:v>
                </c:pt>
                <c:pt idx="188">
                  <c:v>0.186117658965964</c:v>
                </c:pt>
                <c:pt idx="189">
                  <c:v>0.173459460119554</c:v>
                </c:pt>
                <c:pt idx="190">
                  <c:v>0.159378994250698</c:v>
                </c:pt>
                <c:pt idx="191">
                  <c:v>0.161943741019583</c:v>
                </c:pt>
                <c:pt idx="192">
                  <c:v>0.162322394176479</c:v>
                </c:pt>
                <c:pt idx="193">
                  <c:v>0.163015472319979</c:v>
                </c:pt>
                <c:pt idx="194">
                  <c:v>0.170414516991037</c:v>
                </c:pt>
                <c:pt idx="195">
                  <c:v>0.169350558338539</c:v>
                </c:pt>
                <c:pt idx="196">
                  <c:v>0.168661128784557</c:v>
                </c:pt>
                <c:pt idx="197">
                  <c:v>0.168572811246999</c:v>
                </c:pt>
                <c:pt idx="198">
                  <c:v>0.171617844092838</c:v>
                </c:pt>
                <c:pt idx="199">
                  <c:v>0.166905971832837</c:v>
                </c:pt>
                <c:pt idx="200">
                  <c:v>0.164233036586139</c:v>
                </c:pt>
                <c:pt idx="201">
                  <c:v>0.167596341530712</c:v>
                </c:pt>
                <c:pt idx="202">
                  <c:v>0.172514943346559</c:v>
                </c:pt>
                <c:pt idx="203">
                  <c:v>0.170335625023742</c:v>
                </c:pt>
                <c:pt idx="204">
                  <c:v>0.153592861525223</c:v>
                </c:pt>
                <c:pt idx="205">
                  <c:v>0.153362216204531</c:v>
                </c:pt>
                <c:pt idx="206">
                  <c:v>0.159163924925093</c:v>
                </c:pt>
                <c:pt idx="207">
                  <c:v>0.158342329101373</c:v>
                </c:pt>
                <c:pt idx="208">
                  <c:v>0.152148914287303</c:v>
                </c:pt>
                <c:pt idx="209">
                  <c:v>0.151517501625033</c:v>
                </c:pt>
                <c:pt idx="210">
                  <c:v>0.131339547135549</c:v>
                </c:pt>
                <c:pt idx="211">
                  <c:v>0.128793707797323</c:v>
                </c:pt>
                <c:pt idx="212">
                  <c:v>0.132685037767261</c:v>
                </c:pt>
                <c:pt idx="213">
                  <c:v>0.134128632155582</c:v>
                </c:pt>
                <c:pt idx="214">
                  <c:v>0.134605919192327</c:v>
                </c:pt>
                <c:pt idx="215">
                  <c:v>0.135471962409673</c:v>
                </c:pt>
                <c:pt idx="216">
                  <c:v>0.135665628704489</c:v>
                </c:pt>
                <c:pt idx="217">
                  <c:v>0.135733500971938</c:v>
                </c:pt>
                <c:pt idx="218">
                  <c:v>0.139620672690675</c:v>
                </c:pt>
                <c:pt idx="219">
                  <c:v>0.141395515721697</c:v>
                </c:pt>
                <c:pt idx="220">
                  <c:v>0.138543573837961</c:v>
                </c:pt>
                <c:pt idx="221">
                  <c:v>0.145763277878672</c:v>
                </c:pt>
                <c:pt idx="222">
                  <c:v>0.140046091436428</c:v>
                </c:pt>
                <c:pt idx="223">
                  <c:v>0.13966982335878</c:v>
                </c:pt>
                <c:pt idx="224">
                  <c:v>0.138792942068563</c:v>
                </c:pt>
                <c:pt idx="225">
                  <c:v>0.138647281498088</c:v>
                </c:pt>
                <c:pt idx="226">
                  <c:v>0.124628553396515</c:v>
                </c:pt>
                <c:pt idx="227">
                  <c:v>0.131876208435341</c:v>
                </c:pt>
                <c:pt idx="228">
                  <c:v>0.148877372626918</c:v>
                </c:pt>
                <c:pt idx="229">
                  <c:v>0.153268582770824</c:v>
                </c:pt>
                <c:pt idx="230">
                  <c:v>0.155032402618477</c:v>
                </c:pt>
                <c:pt idx="231">
                  <c:v>0.154590761017027</c:v>
                </c:pt>
                <c:pt idx="232">
                  <c:v>0.150473584201887</c:v>
                </c:pt>
                <c:pt idx="233">
                  <c:v>0.145730067119863</c:v>
                </c:pt>
                <c:pt idx="234">
                  <c:v>0.137907983993793</c:v>
                </c:pt>
                <c:pt idx="235">
                  <c:v>0.151319529918905</c:v>
                </c:pt>
                <c:pt idx="236">
                  <c:v>0.15271048892383</c:v>
                </c:pt>
                <c:pt idx="237">
                  <c:v>0.168074086256897</c:v>
                </c:pt>
                <c:pt idx="238">
                  <c:v>0.168177400046638</c:v>
                </c:pt>
                <c:pt idx="239">
                  <c:v>0.165398053392773</c:v>
                </c:pt>
                <c:pt idx="240">
                  <c:v>0.179819913176263</c:v>
                </c:pt>
                <c:pt idx="241">
                  <c:v>0.167992519426126</c:v>
                </c:pt>
                <c:pt idx="242">
                  <c:v>0.17336062887413</c:v>
                </c:pt>
                <c:pt idx="243">
                  <c:v>0.174955055117328</c:v>
                </c:pt>
                <c:pt idx="244">
                  <c:v>0.174212826972364</c:v>
                </c:pt>
                <c:pt idx="245">
                  <c:v>0.186887408869889</c:v>
                </c:pt>
                <c:pt idx="246">
                  <c:v>0.186857093441105</c:v>
                </c:pt>
                <c:pt idx="247">
                  <c:v>0.205363369586377</c:v>
                </c:pt>
                <c:pt idx="248">
                  <c:v>0.198958019060788</c:v>
                </c:pt>
                <c:pt idx="249">
                  <c:v>0.200936405423795</c:v>
                </c:pt>
                <c:pt idx="250">
                  <c:v>0.19890855002516</c:v>
                </c:pt>
                <c:pt idx="251">
                  <c:v>0.197514033870931</c:v>
                </c:pt>
                <c:pt idx="252">
                  <c:v>0.190674363863563</c:v>
                </c:pt>
                <c:pt idx="253">
                  <c:v>0.191275178275303</c:v>
                </c:pt>
                <c:pt idx="254">
                  <c:v>0.191202826849441</c:v>
                </c:pt>
                <c:pt idx="255">
                  <c:v>0.187377273466895</c:v>
                </c:pt>
                <c:pt idx="256">
                  <c:v>0.205039193990038</c:v>
                </c:pt>
                <c:pt idx="257">
                  <c:v>0.20073777980293</c:v>
                </c:pt>
                <c:pt idx="258">
                  <c:v>0.198890137962666</c:v>
                </c:pt>
                <c:pt idx="259">
                  <c:v>0.21883099766757</c:v>
                </c:pt>
                <c:pt idx="260">
                  <c:v>0.212504570790335</c:v>
                </c:pt>
                <c:pt idx="261">
                  <c:v>0.233073954505042</c:v>
                </c:pt>
                <c:pt idx="262">
                  <c:v>0.225714774298985</c:v>
                </c:pt>
                <c:pt idx="263">
                  <c:v>0.235751767503584</c:v>
                </c:pt>
                <c:pt idx="264">
                  <c:v>0.236428241171525</c:v>
                </c:pt>
                <c:pt idx="265">
                  <c:v>0.237992880637038</c:v>
                </c:pt>
                <c:pt idx="266">
                  <c:v>0.249942609483443</c:v>
                </c:pt>
                <c:pt idx="267">
                  <c:v>0.256977130701021</c:v>
                </c:pt>
                <c:pt idx="268">
                  <c:v>0.254843933024655</c:v>
                </c:pt>
                <c:pt idx="269">
                  <c:v>0.277600263426286</c:v>
                </c:pt>
                <c:pt idx="270">
                  <c:v>0.277121459712744</c:v>
                </c:pt>
                <c:pt idx="271">
                  <c:v>0.277886177567335</c:v>
                </c:pt>
                <c:pt idx="272">
                  <c:v>0.286859093892979</c:v>
                </c:pt>
                <c:pt idx="273">
                  <c:v>0.286861626017473</c:v>
                </c:pt>
                <c:pt idx="274">
                  <c:v>0.288832757672604</c:v>
                </c:pt>
                <c:pt idx="275">
                  <c:v>0.277881675349598</c:v>
                </c:pt>
                <c:pt idx="276">
                  <c:v>0.258044623703013</c:v>
                </c:pt>
                <c:pt idx="277">
                  <c:v>0.261400188633771</c:v>
                </c:pt>
                <c:pt idx="278">
                  <c:v>0.271304619683357</c:v>
                </c:pt>
                <c:pt idx="279">
                  <c:v>0.273119066946533</c:v>
                </c:pt>
                <c:pt idx="280">
                  <c:v>0.273152150365075</c:v>
                </c:pt>
                <c:pt idx="281">
                  <c:v>0.261959231397828</c:v>
                </c:pt>
                <c:pt idx="282">
                  <c:v>0.259443233502582</c:v>
                </c:pt>
                <c:pt idx="283">
                  <c:v>0.269664550297657</c:v>
                </c:pt>
                <c:pt idx="284">
                  <c:v>0.266412972284168</c:v>
                </c:pt>
                <c:pt idx="285">
                  <c:v>0.264093215209608</c:v>
                </c:pt>
                <c:pt idx="286">
                  <c:v>0.252114982553551</c:v>
                </c:pt>
                <c:pt idx="287">
                  <c:v>0.24349241836298</c:v>
                </c:pt>
                <c:pt idx="288">
                  <c:v>0.246414345772757</c:v>
                </c:pt>
                <c:pt idx="289">
                  <c:v>0.210146972248919</c:v>
                </c:pt>
                <c:pt idx="290">
                  <c:v>0.200045090603032</c:v>
                </c:pt>
                <c:pt idx="291">
                  <c:v>0.200124654364188</c:v>
                </c:pt>
                <c:pt idx="292">
                  <c:v>0.198796427708263</c:v>
                </c:pt>
                <c:pt idx="293">
                  <c:v>0.204411183054203</c:v>
                </c:pt>
                <c:pt idx="294">
                  <c:v>0.191155005440456</c:v>
                </c:pt>
                <c:pt idx="295">
                  <c:v>0.190048157580633</c:v>
                </c:pt>
                <c:pt idx="296">
                  <c:v>0.190562373650711</c:v>
                </c:pt>
                <c:pt idx="297">
                  <c:v>0.191359337366198</c:v>
                </c:pt>
                <c:pt idx="298">
                  <c:v>0.18460343378284</c:v>
                </c:pt>
                <c:pt idx="299">
                  <c:v>0.178784227787254</c:v>
                </c:pt>
                <c:pt idx="300">
                  <c:v>0.175258813671518</c:v>
                </c:pt>
                <c:pt idx="301">
                  <c:v>0.172478512679547</c:v>
                </c:pt>
                <c:pt idx="302">
                  <c:v>0.175850051876424</c:v>
                </c:pt>
                <c:pt idx="303">
                  <c:v>0.164476114224387</c:v>
                </c:pt>
                <c:pt idx="304">
                  <c:v>0.164167872886998</c:v>
                </c:pt>
                <c:pt idx="305">
                  <c:v>0.163245136423364</c:v>
                </c:pt>
                <c:pt idx="306">
                  <c:v>0.164452468186282</c:v>
                </c:pt>
                <c:pt idx="307">
                  <c:v>0.160532220109361</c:v>
                </c:pt>
                <c:pt idx="308">
                  <c:v>0.161589447621282</c:v>
                </c:pt>
                <c:pt idx="309">
                  <c:v>0.166625015339278</c:v>
                </c:pt>
                <c:pt idx="310">
                  <c:v>0.164956342475761</c:v>
                </c:pt>
                <c:pt idx="311">
                  <c:v>0.166888672528959</c:v>
                </c:pt>
                <c:pt idx="312">
                  <c:v>0.1603061065473</c:v>
                </c:pt>
                <c:pt idx="313">
                  <c:v>0.155355775739183</c:v>
                </c:pt>
                <c:pt idx="314">
                  <c:v>0.178333611473089</c:v>
                </c:pt>
                <c:pt idx="315">
                  <c:v>0.183476650090548</c:v>
                </c:pt>
                <c:pt idx="316">
                  <c:v>0.180217232757921</c:v>
                </c:pt>
                <c:pt idx="317">
                  <c:v>0.180098635644752</c:v>
                </c:pt>
                <c:pt idx="318">
                  <c:v>0.158265157285166</c:v>
                </c:pt>
                <c:pt idx="319">
                  <c:v>0.165440929844289</c:v>
                </c:pt>
                <c:pt idx="320">
                  <c:v>0.165715908179057</c:v>
                </c:pt>
                <c:pt idx="321">
                  <c:v>0.206452381021171</c:v>
                </c:pt>
                <c:pt idx="322">
                  <c:v>0.203965246362891</c:v>
                </c:pt>
                <c:pt idx="323">
                  <c:v>0.1983528080201</c:v>
                </c:pt>
                <c:pt idx="324">
                  <c:v>0.200886937884098</c:v>
                </c:pt>
                <c:pt idx="325">
                  <c:v>0.20073987512811</c:v>
                </c:pt>
                <c:pt idx="326">
                  <c:v>0.196960178616138</c:v>
                </c:pt>
                <c:pt idx="327">
                  <c:v>0.197571356502648</c:v>
                </c:pt>
                <c:pt idx="328">
                  <c:v>0.193890710673687</c:v>
                </c:pt>
                <c:pt idx="329">
                  <c:v>0.186119111867544</c:v>
                </c:pt>
                <c:pt idx="330">
                  <c:v>0.184807160356857</c:v>
                </c:pt>
                <c:pt idx="331">
                  <c:v>0.187908428385277</c:v>
                </c:pt>
                <c:pt idx="332">
                  <c:v>0.187704768080826</c:v>
                </c:pt>
                <c:pt idx="333">
                  <c:v>0.182594007244591</c:v>
                </c:pt>
                <c:pt idx="334">
                  <c:v>0.16516527509055</c:v>
                </c:pt>
                <c:pt idx="335">
                  <c:v>0.163289082709796</c:v>
                </c:pt>
                <c:pt idx="336">
                  <c:v>0.171324317718026</c:v>
                </c:pt>
                <c:pt idx="337">
                  <c:v>0.171608437597551</c:v>
                </c:pt>
                <c:pt idx="338">
                  <c:v>0.170922829749004</c:v>
                </c:pt>
                <c:pt idx="339">
                  <c:v>0.165782906482696</c:v>
                </c:pt>
                <c:pt idx="340">
                  <c:v>0.165887942382329</c:v>
                </c:pt>
                <c:pt idx="341">
                  <c:v>0.101274702351787</c:v>
                </c:pt>
                <c:pt idx="342">
                  <c:v>0.101963121541499</c:v>
                </c:pt>
                <c:pt idx="343">
                  <c:v>0.12574330885347</c:v>
                </c:pt>
                <c:pt idx="344">
                  <c:v>0.124169849259588</c:v>
                </c:pt>
                <c:pt idx="345">
                  <c:v>0.12724055038017</c:v>
                </c:pt>
                <c:pt idx="346">
                  <c:v>0.128065503029007</c:v>
                </c:pt>
                <c:pt idx="347">
                  <c:v>0.125941251296002</c:v>
                </c:pt>
                <c:pt idx="348">
                  <c:v>0.143389877820297</c:v>
                </c:pt>
                <c:pt idx="349">
                  <c:v>0.142615907733055</c:v>
                </c:pt>
                <c:pt idx="350">
                  <c:v>0.14254185303606</c:v>
                </c:pt>
                <c:pt idx="351">
                  <c:v>0.154554012902819</c:v>
                </c:pt>
                <c:pt idx="352">
                  <c:v>0.157859631564795</c:v>
                </c:pt>
                <c:pt idx="353">
                  <c:v>0.155058190288274</c:v>
                </c:pt>
                <c:pt idx="354">
                  <c:v>0.160205216330065</c:v>
                </c:pt>
                <c:pt idx="355">
                  <c:v>0.15457307709645</c:v>
                </c:pt>
                <c:pt idx="356">
                  <c:v>0.150132626174998</c:v>
                </c:pt>
                <c:pt idx="357">
                  <c:v>0.157762349017092</c:v>
                </c:pt>
                <c:pt idx="358">
                  <c:v>0.162721864222569</c:v>
                </c:pt>
                <c:pt idx="359">
                  <c:v>0.162608621426794</c:v>
                </c:pt>
                <c:pt idx="360">
                  <c:v>0.162226755225249</c:v>
                </c:pt>
                <c:pt idx="361">
                  <c:v>0.161705693465129</c:v>
                </c:pt>
                <c:pt idx="362">
                  <c:v>0.161552193969445</c:v>
                </c:pt>
                <c:pt idx="363">
                  <c:v>0.148709845929719</c:v>
                </c:pt>
                <c:pt idx="364">
                  <c:v>0.193536550428925</c:v>
                </c:pt>
                <c:pt idx="365">
                  <c:v>0.206334052824103</c:v>
                </c:pt>
                <c:pt idx="366">
                  <c:v>0.204458901997686</c:v>
                </c:pt>
                <c:pt idx="367">
                  <c:v>0.213330011308526</c:v>
                </c:pt>
                <c:pt idx="368">
                  <c:v>0.20411538820489</c:v>
                </c:pt>
                <c:pt idx="369">
                  <c:v>0.227525292560335</c:v>
                </c:pt>
                <c:pt idx="370">
                  <c:v>0.227680301650459</c:v>
                </c:pt>
                <c:pt idx="371">
                  <c:v>0.219132754095337</c:v>
                </c:pt>
                <c:pt idx="372">
                  <c:v>0.217460918622887</c:v>
                </c:pt>
                <c:pt idx="373">
                  <c:v>0.21743849443504</c:v>
                </c:pt>
                <c:pt idx="374">
                  <c:v>0.2189658840638</c:v>
                </c:pt>
                <c:pt idx="375">
                  <c:v>0.222098640503671</c:v>
                </c:pt>
                <c:pt idx="376">
                  <c:v>0.219533819546693</c:v>
                </c:pt>
                <c:pt idx="377">
                  <c:v>0.212839631959379</c:v>
                </c:pt>
                <c:pt idx="378">
                  <c:v>0.210742280501019</c:v>
                </c:pt>
                <c:pt idx="379">
                  <c:v>0.209894527961411</c:v>
                </c:pt>
                <c:pt idx="380">
                  <c:v>0.218866129893496</c:v>
                </c:pt>
                <c:pt idx="381">
                  <c:v>0.220522666513152</c:v>
                </c:pt>
                <c:pt idx="382">
                  <c:v>0.221111584771022</c:v>
                </c:pt>
                <c:pt idx="383">
                  <c:v>0.228557891237748</c:v>
                </c:pt>
                <c:pt idx="384">
                  <c:v>0.202527373448848</c:v>
                </c:pt>
                <c:pt idx="385">
                  <c:v>0.188495066877831</c:v>
                </c:pt>
                <c:pt idx="386">
                  <c:v>0.187003436536433</c:v>
                </c:pt>
                <c:pt idx="387">
                  <c:v>0.190142827677166</c:v>
                </c:pt>
                <c:pt idx="388">
                  <c:v>0.18902476452103</c:v>
                </c:pt>
                <c:pt idx="389">
                  <c:v>0.165369366408669</c:v>
                </c:pt>
                <c:pt idx="390">
                  <c:v>0.165208140890121</c:v>
                </c:pt>
                <c:pt idx="391">
                  <c:v>0.17807220018986</c:v>
                </c:pt>
                <c:pt idx="392">
                  <c:v>0.177130872786189</c:v>
                </c:pt>
                <c:pt idx="393">
                  <c:v>0.176906776397771</c:v>
                </c:pt>
                <c:pt idx="394">
                  <c:v>0.181117865659521</c:v>
                </c:pt>
                <c:pt idx="395">
                  <c:v>0.184928772610704</c:v>
                </c:pt>
                <c:pt idx="396">
                  <c:v>0.185596701734895</c:v>
                </c:pt>
                <c:pt idx="397">
                  <c:v>0.184818077785849</c:v>
                </c:pt>
                <c:pt idx="398">
                  <c:v>0.189207658665267</c:v>
                </c:pt>
                <c:pt idx="399">
                  <c:v>0.192083147066282</c:v>
                </c:pt>
                <c:pt idx="400">
                  <c:v>0.184360925532338</c:v>
                </c:pt>
                <c:pt idx="401">
                  <c:v>0.186969954191786</c:v>
                </c:pt>
                <c:pt idx="402">
                  <c:v>0.18707238908066</c:v>
                </c:pt>
                <c:pt idx="403">
                  <c:v>0.172384043725714</c:v>
                </c:pt>
                <c:pt idx="404">
                  <c:v>0.166091512722792</c:v>
                </c:pt>
                <c:pt idx="405">
                  <c:v>0.160100753716</c:v>
                </c:pt>
                <c:pt idx="406">
                  <c:v>0.160990999588243</c:v>
                </c:pt>
                <c:pt idx="407">
                  <c:v>0.151187476317232</c:v>
                </c:pt>
                <c:pt idx="408">
                  <c:v>0.150834368663769</c:v>
                </c:pt>
                <c:pt idx="409">
                  <c:v>0.149845637830639</c:v>
                </c:pt>
                <c:pt idx="410">
                  <c:v>0.149838437765685</c:v>
                </c:pt>
                <c:pt idx="411">
                  <c:v>0.143520072701172</c:v>
                </c:pt>
                <c:pt idx="412">
                  <c:v>0.143447232983097</c:v>
                </c:pt>
                <c:pt idx="413">
                  <c:v>0.154314479875674</c:v>
                </c:pt>
                <c:pt idx="414">
                  <c:v>0.152174110501224</c:v>
                </c:pt>
                <c:pt idx="415">
                  <c:v>0.14376676004238</c:v>
                </c:pt>
                <c:pt idx="416">
                  <c:v>0.143757617345541</c:v>
                </c:pt>
                <c:pt idx="417">
                  <c:v>0.155325626950906</c:v>
                </c:pt>
                <c:pt idx="418">
                  <c:v>0.153687495342244</c:v>
                </c:pt>
                <c:pt idx="419">
                  <c:v>0.151377328651069</c:v>
                </c:pt>
                <c:pt idx="420">
                  <c:v>0.144545659142124</c:v>
                </c:pt>
                <c:pt idx="421">
                  <c:v>0.141563938186579</c:v>
                </c:pt>
                <c:pt idx="422">
                  <c:v>0.137431070267842</c:v>
                </c:pt>
                <c:pt idx="423">
                  <c:v>0.136585863220326</c:v>
                </c:pt>
                <c:pt idx="424">
                  <c:v>0.145093888433248</c:v>
                </c:pt>
                <c:pt idx="425">
                  <c:v>0.144929226455773</c:v>
                </c:pt>
                <c:pt idx="426">
                  <c:v>0.14642934805578</c:v>
                </c:pt>
                <c:pt idx="427">
                  <c:v>0.145947526188229</c:v>
                </c:pt>
                <c:pt idx="428">
                  <c:v>0.153771978672684</c:v>
                </c:pt>
                <c:pt idx="429">
                  <c:v>0.152835223779679</c:v>
                </c:pt>
                <c:pt idx="430">
                  <c:v>0.155434507081887</c:v>
                </c:pt>
                <c:pt idx="431">
                  <c:v>0.146862196088917</c:v>
                </c:pt>
                <c:pt idx="432">
                  <c:v>0.146724408596052</c:v>
                </c:pt>
                <c:pt idx="433">
                  <c:v>0.136260105173398</c:v>
                </c:pt>
                <c:pt idx="434">
                  <c:v>0.126228186599625</c:v>
                </c:pt>
                <c:pt idx="435">
                  <c:v>0.143902424645758</c:v>
                </c:pt>
                <c:pt idx="436">
                  <c:v>0.142491131678656</c:v>
                </c:pt>
                <c:pt idx="437">
                  <c:v>0.129062587897669</c:v>
                </c:pt>
                <c:pt idx="438">
                  <c:v>0.12130764100662</c:v>
                </c:pt>
                <c:pt idx="439">
                  <c:v>0.121183493914009</c:v>
                </c:pt>
                <c:pt idx="440">
                  <c:v>0.12560088282882</c:v>
                </c:pt>
                <c:pt idx="441">
                  <c:v>0.128638268731496</c:v>
                </c:pt>
                <c:pt idx="442">
                  <c:v>0.128754211669829</c:v>
                </c:pt>
                <c:pt idx="443">
                  <c:v>0.12799542641841</c:v>
                </c:pt>
                <c:pt idx="444">
                  <c:v>0.116664123932626</c:v>
                </c:pt>
                <c:pt idx="445">
                  <c:v>0.117520841944706</c:v>
                </c:pt>
                <c:pt idx="446">
                  <c:v>0.117668986290773</c:v>
                </c:pt>
                <c:pt idx="447">
                  <c:v>0.117682057307209</c:v>
                </c:pt>
                <c:pt idx="448">
                  <c:v>0.108712401066431</c:v>
                </c:pt>
                <c:pt idx="449">
                  <c:v>0.110010295777415</c:v>
                </c:pt>
                <c:pt idx="450">
                  <c:v>0.106443072022893</c:v>
                </c:pt>
                <c:pt idx="451">
                  <c:v>0.110193039649273</c:v>
                </c:pt>
                <c:pt idx="452">
                  <c:v>0.109986466511374</c:v>
                </c:pt>
                <c:pt idx="453">
                  <c:v>0.109926945318207</c:v>
                </c:pt>
                <c:pt idx="454">
                  <c:v>0.117083819077759</c:v>
                </c:pt>
                <c:pt idx="455">
                  <c:v>0.120688481466274</c:v>
                </c:pt>
                <c:pt idx="456">
                  <c:v>0.12462149910461</c:v>
                </c:pt>
                <c:pt idx="457">
                  <c:v>0.124576249691431</c:v>
                </c:pt>
                <c:pt idx="458">
                  <c:v>0.127566936561079</c:v>
                </c:pt>
                <c:pt idx="459">
                  <c:v>0.131645312135225</c:v>
                </c:pt>
                <c:pt idx="460">
                  <c:v>0.124709451140301</c:v>
                </c:pt>
                <c:pt idx="461">
                  <c:v>0.127982159062681</c:v>
                </c:pt>
                <c:pt idx="462">
                  <c:v>0.138841369734302</c:v>
                </c:pt>
                <c:pt idx="463">
                  <c:v>0.139835323439706</c:v>
                </c:pt>
                <c:pt idx="464">
                  <c:v>0.139564127068851</c:v>
                </c:pt>
                <c:pt idx="465">
                  <c:v>0.14053912047657</c:v>
                </c:pt>
                <c:pt idx="466">
                  <c:v>0.138297974546996</c:v>
                </c:pt>
                <c:pt idx="467">
                  <c:v>0.137884712874609</c:v>
                </c:pt>
                <c:pt idx="468">
                  <c:v>0.139019511540126</c:v>
                </c:pt>
                <c:pt idx="469">
                  <c:v>0.148368347384774</c:v>
                </c:pt>
                <c:pt idx="470">
                  <c:v>0.149540602251261</c:v>
                </c:pt>
                <c:pt idx="471">
                  <c:v>0.147036694616113</c:v>
                </c:pt>
                <c:pt idx="472">
                  <c:v>0.148272735957214</c:v>
                </c:pt>
                <c:pt idx="473">
                  <c:v>0.15126649762199</c:v>
                </c:pt>
                <c:pt idx="474">
                  <c:v>0.142497983090495</c:v>
                </c:pt>
                <c:pt idx="475">
                  <c:v>0.117492947826646</c:v>
                </c:pt>
                <c:pt idx="476">
                  <c:v>0.117595805380521</c:v>
                </c:pt>
                <c:pt idx="477">
                  <c:v>0.116623765031031</c:v>
                </c:pt>
                <c:pt idx="478">
                  <c:v>0.125571481749924</c:v>
                </c:pt>
                <c:pt idx="479">
                  <c:v>0.134602621966737</c:v>
                </c:pt>
                <c:pt idx="480">
                  <c:v>0.134937816129749</c:v>
                </c:pt>
                <c:pt idx="481">
                  <c:v>0.134976533773639</c:v>
                </c:pt>
                <c:pt idx="482">
                  <c:v>0.131751611004906</c:v>
                </c:pt>
                <c:pt idx="483">
                  <c:v>0.131115929084395</c:v>
                </c:pt>
                <c:pt idx="484">
                  <c:v>0.138498897726953</c:v>
                </c:pt>
                <c:pt idx="485">
                  <c:v>0.137909227937797</c:v>
                </c:pt>
                <c:pt idx="486">
                  <c:v>0.13749040074877</c:v>
                </c:pt>
                <c:pt idx="487">
                  <c:v>0.149712005537276</c:v>
                </c:pt>
                <c:pt idx="488">
                  <c:v>0.145076993111597</c:v>
                </c:pt>
                <c:pt idx="489">
                  <c:v>0.148694415167191</c:v>
                </c:pt>
                <c:pt idx="490">
                  <c:v>0.14965926558536</c:v>
                </c:pt>
                <c:pt idx="491">
                  <c:v>0.15774497440285</c:v>
                </c:pt>
                <c:pt idx="492">
                  <c:v>0.157890874858566</c:v>
                </c:pt>
                <c:pt idx="493">
                  <c:v>0.164717979603687</c:v>
                </c:pt>
                <c:pt idx="494">
                  <c:v>0.161018046947133</c:v>
                </c:pt>
                <c:pt idx="495">
                  <c:v>0.160364837110086</c:v>
                </c:pt>
                <c:pt idx="496">
                  <c:v>0.163805756910768</c:v>
                </c:pt>
                <c:pt idx="497">
                  <c:v>0.167928363595721</c:v>
                </c:pt>
                <c:pt idx="498">
                  <c:v>0.163614677953433</c:v>
                </c:pt>
                <c:pt idx="499">
                  <c:v>0.155907423806972</c:v>
                </c:pt>
                <c:pt idx="500">
                  <c:v>0.154575366441406</c:v>
                </c:pt>
                <c:pt idx="501">
                  <c:v>0.15184447584161</c:v>
                </c:pt>
                <c:pt idx="502">
                  <c:v>0.151759389045531</c:v>
                </c:pt>
                <c:pt idx="503">
                  <c:v>0.15931286515051</c:v>
                </c:pt>
                <c:pt idx="504">
                  <c:v>0.166113899976354</c:v>
                </c:pt>
                <c:pt idx="505">
                  <c:v>0.173348860001049</c:v>
                </c:pt>
                <c:pt idx="506">
                  <c:v>0.173367198376681</c:v>
                </c:pt>
                <c:pt idx="507">
                  <c:v>0.167153762888635</c:v>
                </c:pt>
                <c:pt idx="508">
                  <c:v>0.167902752972497</c:v>
                </c:pt>
                <c:pt idx="509">
                  <c:v>0.158984031540772</c:v>
                </c:pt>
                <c:pt idx="510">
                  <c:v>0.156815140252862</c:v>
                </c:pt>
                <c:pt idx="511">
                  <c:v>0.189258875959709</c:v>
                </c:pt>
                <c:pt idx="512">
                  <c:v>0.197569046916213</c:v>
                </c:pt>
                <c:pt idx="513">
                  <c:v>0.198696342506837</c:v>
                </c:pt>
                <c:pt idx="514">
                  <c:v>0.227251418867715</c:v>
                </c:pt>
                <c:pt idx="515">
                  <c:v>0.228232501291895</c:v>
                </c:pt>
                <c:pt idx="516">
                  <c:v>0.236496002188011</c:v>
                </c:pt>
                <c:pt idx="517">
                  <c:v>0.269520234661576</c:v>
                </c:pt>
                <c:pt idx="518">
                  <c:v>0.310423798030238</c:v>
                </c:pt>
                <c:pt idx="519">
                  <c:v>0.320947529629744</c:v>
                </c:pt>
                <c:pt idx="520">
                  <c:v>0.321721226726227</c:v>
                </c:pt>
                <c:pt idx="521">
                  <c:v>0.321848019384404</c:v>
                </c:pt>
                <c:pt idx="522">
                  <c:v>0.320486549304683</c:v>
                </c:pt>
                <c:pt idx="523">
                  <c:v>0.31791259602258</c:v>
                </c:pt>
                <c:pt idx="524">
                  <c:v>0.310978736824646</c:v>
                </c:pt>
                <c:pt idx="525">
                  <c:v>0.309630723384566</c:v>
                </c:pt>
                <c:pt idx="526">
                  <c:v>0.309533184230631</c:v>
                </c:pt>
                <c:pt idx="527">
                  <c:v>0.305803862005628</c:v>
                </c:pt>
                <c:pt idx="528">
                  <c:v>0.330416953675046</c:v>
                </c:pt>
                <c:pt idx="529">
                  <c:v>0.330361675584137</c:v>
                </c:pt>
                <c:pt idx="530">
                  <c:v>0.332302751291344</c:v>
                </c:pt>
                <c:pt idx="531">
                  <c:v>0.311536089607184</c:v>
                </c:pt>
                <c:pt idx="532">
                  <c:v>0.3047099229796</c:v>
                </c:pt>
                <c:pt idx="533">
                  <c:v>0.294428987967166</c:v>
                </c:pt>
                <c:pt idx="534">
                  <c:v>0.297058111179336</c:v>
                </c:pt>
                <c:pt idx="535">
                  <c:v>0.303884382143653</c:v>
                </c:pt>
                <c:pt idx="536">
                  <c:v>0.292352738137837</c:v>
                </c:pt>
                <c:pt idx="537">
                  <c:v>0.244274054910604</c:v>
                </c:pt>
                <c:pt idx="538">
                  <c:v>0.206169214008605</c:v>
                </c:pt>
                <c:pt idx="539">
                  <c:v>0.196643565615875</c:v>
                </c:pt>
                <c:pt idx="540">
                  <c:v>0.196298080109997</c:v>
                </c:pt>
                <c:pt idx="541">
                  <c:v>0.201024242880107</c:v>
                </c:pt>
                <c:pt idx="542">
                  <c:v>0.207944132031955</c:v>
                </c:pt>
                <c:pt idx="543">
                  <c:v>0.207559049856588</c:v>
                </c:pt>
                <c:pt idx="544">
                  <c:v>0.249107083373298</c:v>
                </c:pt>
                <c:pt idx="545">
                  <c:v>0.247833227681053</c:v>
                </c:pt>
                <c:pt idx="546">
                  <c:v>0.262792791524719</c:v>
                </c:pt>
                <c:pt idx="547">
                  <c:v>0.265240463600842</c:v>
                </c:pt>
                <c:pt idx="548">
                  <c:v>0.258875226341731</c:v>
                </c:pt>
                <c:pt idx="549">
                  <c:v>0.258652457998149</c:v>
                </c:pt>
                <c:pt idx="550">
                  <c:v>0.268699715463185</c:v>
                </c:pt>
                <c:pt idx="551">
                  <c:v>0.269619457581247</c:v>
                </c:pt>
                <c:pt idx="552">
                  <c:v>0.279656658829615</c:v>
                </c:pt>
                <c:pt idx="553">
                  <c:v>0.287729515713728</c:v>
                </c:pt>
                <c:pt idx="554">
                  <c:v>0.272318333808426</c:v>
                </c:pt>
                <c:pt idx="555">
                  <c:v>0.26581733394942</c:v>
                </c:pt>
                <c:pt idx="556">
                  <c:v>0.267172634995913</c:v>
                </c:pt>
                <c:pt idx="557">
                  <c:v>0.269315289607642</c:v>
                </c:pt>
                <c:pt idx="558">
                  <c:v>0.269461141368155</c:v>
                </c:pt>
                <c:pt idx="559">
                  <c:v>0.268566522300101</c:v>
                </c:pt>
                <c:pt idx="560">
                  <c:v>0.281307314353</c:v>
                </c:pt>
                <c:pt idx="561">
                  <c:v>0.278058041393663</c:v>
                </c:pt>
                <c:pt idx="562">
                  <c:v>0.277928285308411</c:v>
                </c:pt>
                <c:pt idx="563">
                  <c:v>0.276952172126787</c:v>
                </c:pt>
                <c:pt idx="564">
                  <c:v>0.231667419774693</c:v>
                </c:pt>
                <c:pt idx="565">
                  <c:v>0.22323985528617</c:v>
                </c:pt>
                <c:pt idx="566">
                  <c:v>0.213161579511479</c:v>
                </c:pt>
                <c:pt idx="567">
                  <c:v>0.219625793766943</c:v>
                </c:pt>
                <c:pt idx="568">
                  <c:v>0.201813471821628</c:v>
                </c:pt>
                <c:pt idx="569">
                  <c:v>0.201881404303761</c:v>
                </c:pt>
                <c:pt idx="570">
                  <c:v>0.178314473322621</c:v>
                </c:pt>
                <c:pt idx="571">
                  <c:v>0.169676117275755</c:v>
                </c:pt>
                <c:pt idx="572">
                  <c:v>0.164086081812481</c:v>
                </c:pt>
                <c:pt idx="573">
                  <c:v>0.159707264053673</c:v>
                </c:pt>
                <c:pt idx="574">
                  <c:v>0.161598669674963</c:v>
                </c:pt>
                <c:pt idx="575">
                  <c:v>0.17430816536131</c:v>
                </c:pt>
                <c:pt idx="576">
                  <c:v>0.168207933085054</c:v>
                </c:pt>
                <c:pt idx="577">
                  <c:v>0.186072792337082</c:v>
                </c:pt>
                <c:pt idx="578">
                  <c:v>0.194806168664225</c:v>
                </c:pt>
                <c:pt idx="579">
                  <c:v>0.196208087720657</c:v>
                </c:pt>
                <c:pt idx="580">
                  <c:v>0.184066736455568</c:v>
                </c:pt>
                <c:pt idx="581">
                  <c:v>0.180785710525427</c:v>
                </c:pt>
                <c:pt idx="582">
                  <c:v>0.171250977425896</c:v>
                </c:pt>
                <c:pt idx="583">
                  <c:v>0.176021143744618</c:v>
                </c:pt>
                <c:pt idx="584">
                  <c:v>0.178029022191337</c:v>
                </c:pt>
                <c:pt idx="585">
                  <c:v>0.179116083639931</c:v>
                </c:pt>
                <c:pt idx="586">
                  <c:v>0.179689669514672</c:v>
                </c:pt>
                <c:pt idx="587">
                  <c:v>0.182232789695129</c:v>
                </c:pt>
                <c:pt idx="588">
                  <c:v>0.18130104456609</c:v>
                </c:pt>
                <c:pt idx="589">
                  <c:v>0.187012473182523</c:v>
                </c:pt>
                <c:pt idx="590">
                  <c:v>0.1811270613182</c:v>
                </c:pt>
                <c:pt idx="591">
                  <c:v>0.183866659167056</c:v>
                </c:pt>
                <c:pt idx="592">
                  <c:v>0.190374637638208</c:v>
                </c:pt>
                <c:pt idx="593">
                  <c:v>0.18787954039577</c:v>
                </c:pt>
                <c:pt idx="594">
                  <c:v>0.182168846839318</c:v>
                </c:pt>
                <c:pt idx="595">
                  <c:v>0.186354369490983</c:v>
                </c:pt>
                <c:pt idx="596">
                  <c:v>0.188934629590403</c:v>
                </c:pt>
                <c:pt idx="597">
                  <c:v>0.162710889027136</c:v>
                </c:pt>
                <c:pt idx="598">
                  <c:v>0.155492888256525</c:v>
                </c:pt>
                <c:pt idx="599">
                  <c:v>0.155429657396486</c:v>
                </c:pt>
                <c:pt idx="600">
                  <c:v>0.156729123210751</c:v>
                </c:pt>
                <c:pt idx="601">
                  <c:v>0.156746102945759</c:v>
                </c:pt>
                <c:pt idx="602">
                  <c:v>0.153079055700289</c:v>
                </c:pt>
                <c:pt idx="603">
                  <c:v>0.143089327914197</c:v>
                </c:pt>
                <c:pt idx="604">
                  <c:v>0.134599137431704</c:v>
                </c:pt>
                <c:pt idx="605">
                  <c:v>0.12509434632021</c:v>
                </c:pt>
                <c:pt idx="606">
                  <c:v>0.12197479589421</c:v>
                </c:pt>
                <c:pt idx="607">
                  <c:v>0.119292295053769</c:v>
                </c:pt>
                <c:pt idx="608">
                  <c:v>0.10618381552925</c:v>
                </c:pt>
                <c:pt idx="609">
                  <c:v>0.112909631815508</c:v>
                </c:pt>
                <c:pt idx="610">
                  <c:v>0.111262584284345</c:v>
                </c:pt>
                <c:pt idx="611">
                  <c:v>0.117113313620908</c:v>
                </c:pt>
                <c:pt idx="612">
                  <c:v>0.117222877550439</c:v>
                </c:pt>
                <c:pt idx="613">
                  <c:v>0.116820664508454</c:v>
                </c:pt>
                <c:pt idx="614">
                  <c:v>0.133720368811704</c:v>
                </c:pt>
                <c:pt idx="615">
                  <c:v>0.120743412679666</c:v>
                </c:pt>
                <c:pt idx="616">
                  <c:v>0.119467158031483</c:v>
                </c:pt>
                <c:pt idx="617">
                  <c:v>0.124762510156645</c:v>
                </c:pt>
                <c:pt idx="618">
                  <c:v>0.155028849366312</c:v>
                </c:pt>
                <c:pt idx="619">
                  <c:v>0.150110800890454</c:v>
                </c:pt>
                <c:pt idx="620">
                  <c:v>0.147746035654288</c:v>
                </c:pt>
                <c:pt idx="621">
                  <c:v>0.147637670586677</c:v>
                </c:pt>
                <c:pt idx="622">
                  <c:v>0.152872210971841</c:v>
                </c:pt>
                <c:pt idx="623">
                  <c:v>0.154391455046523</c:v>
                </c:pt>
                <c:pt idx="624">
                  <c:v>0.155822717896602</c:v>
                </c:pt>
                <c:pt idx="625">
                  <c:v>0.157787830659619</c:v>
                </c:pt>
                <c:pt idx="626">
                  <c:v>0.156444178261156</c:v>
                </c:pt>
                <c:pt idx="627">
                  <c:v>0.166546971897902</c:v>
                </c:pt>
                <c:pt idx="628">
                  <c:v>0.168196314842217</c:v>
                </c:pt>
                <c:pt idx="629">
                  <c:v>0.161069805453975</c:v>
                </c:pt>
                <c:pt idx="630">
                  <c:v>0.16160763783918</c:v>
                </c:pt>
                <c:pt idx="631">
                  <c:v>0.154790557360397</c:v>
                </c:pt>
                <c:pt idx="632">
                  <c:v>0.149509732753502</c:v>
                </c:pt>
                <c:pt idx="633">
                  <c:v>0.150916879775128</c:v>
                </c:pt>
                <c:pt idx="634">
                  <c:v>0.142379969421902</c:v>
                </c:pt>
                <c:pt idx="635">
                  <c:v>0.142405657850315</c:v>
                </c:pt>
                <c:pt idx="636">
                  <c:v>0.147496671525083</c:v>
                </c:pt>
                <c:pt idx="637">
                  <c:v>0.142194664502937</c:v>
                </c:pt>
                <c:pt idx="638">
                  <c:v>0.109854972120722</c:v>
                </c:pt>
                <c:pt idx="639">
                  <c:v>0.123802869636713</c:v>
                </c:pt>
                <c:pt idx="640">
                  <c:v>0.124787979006795</c:v>
                </c:pt>
                <c:pt idx="641">
                  <c:v>0.130058723358522</c:v>
                </c:pt>
                <c:pt idx="642">
                  <c:v>0.126974561681914</c:v>
                </c:pt>
                <c:pt idx="643">
                  <c:v>0.1385279931208</c:v>
                </c:pt>
                <c:pt idx="644">
                  <c:v>0.137980125181006</c:v>
                </c:pt>
                <c:pt idx="645">
                  <c:v>0.133652892327902</c:v>
                </c:pt>
                <c:pt idx="646">
                  <c:v>0.13349115824195</c:v>
                </c:pt>
                <c:pt idx="647">
                  <c:v>0.124748556395264</c:v>
                </c:pt>
                <c:pt idx="648">
                  <c:v>0.121211035405479</c:v>
                </c:pt>
                <c:pt idx="649">
                  <c:v>0.120017234709666</c:v>
                </c:pt>
                <c:pt idx="650">
                  <c:v>0.128203252381663</c:v>
                </c:pt>
                <c:pt idx="651">
                  <c:v>0.132517451784134</c:v>
                </c:pt>
                <c:pt idx="652">
                  <c:v>0.131276376594246</c:v>
                </c:pt>
                <c:pt idx="653">
                  <c:v>0.130280603720233</c:v>
                </c:pt>
                <c:pt idx="654">
                  <c:v>0.146073999905816</c:v>
                </c:pt>
                <c:pt idx="655">
                  <c:v>0.146676786403043</c:v>
                </c:pt>
                <c:pt idx="656">
                  <c:v>0.146552000021466</c:v>
                </c:pt>
                <c:pt idx="657">
                  <c:v>0.145090608926358</c:v>
                </c:pt>
                <c:pt idx="658">
                  <c:v>0.174229717487674</c:v>
                </c:pt>
                <c:pt idx="659">
                  <c:v>0.162558250128628</c:v>
                </c:pt>
                <c:pt idx="660">
                  <c:v>0.160503055580188</c:v>
                </c:pt>
                <c:pt idx="661">
                  <c:v>0.162883748363808</c:v>
                </c:pt>
                <c:pt idx="662">
                  <c:v>0.16066678546395</c:v>
                </c:pt>
                <c:pt idx="663">
                  <c:v>0.149482063035646</c:v>
                </c:pt>
                <c:pt idx="664">
                  <c:v>0.174067452333877</c:v>
                </c:pt>
                <c:pt idx="665">
                  <c:v>0.17429039565696</c:v>
                </c:pt>
                <c:pt idx="666">
                  <c:v>0.176892638683469</c:v>
                </c:pt>
                <c:pt idx="667">
                  <c:v>0.175527870889546</c:v>
                </c:pt>
                <c:pt idx="668">
                  <c:v>0.19270792287536</c:v>
                </c:pt>
                <c:pt idx="669">
                  <c:v>0.195101273010231</c:v>
                </c:pt>
                <c:pt idx="670">
                  <c:v>0.235477915907926</c:v>
                </c:pt>
                <c:pt idx="671">
                  <c:v>0.242086303137077</c:v>
                </c:pt>
                <c:pt idx="672">
                  <c:v>0.243208649637038</c:v>
                </c:pt>
                <c:pt idx="673">
                  <c:v>0.276993899389763</c:v>
                </c:pt>
                <c:pt idx="674">
                  <c:v>0.264512276968705</c:v>
                </c:pt>
                <c:pt idx="675">
                  <c:v>0.266282922910177</c:v>
                </c:pt>
                <c:pt idx="676">
                  <c:v>0.265694449547441</c:v>
                </c:pt>
                <c:pt idx="677">
                  <c:v>0.266618476464346</c:v>
                </c:pt>
                <c:pt idx="678">
                  <c:v>0.27941721877762</c:v>
                </c:pt>
                <c:pt idx="679">
                  <c:v>0.279853598811395</c:v>
                </c:pt>
                <c:pt idx="680">
                  <c:v>0.287743284179138</c:v>
                </c:pt>
                <c:pt idx="681">
                  <c:v>0.283683260461341</c:v>
                </c:pt>
                <c:pt idx="682">
                  <c:v>0.284659581999228</c:v>
                </c:pt>
                <c:pt idx="683">
                  <c:v>0.283762661373445</c:v>
                </c:pt>
                <c:pt idx="684">
                  <c:v>0.266513410495167</c:v>
                </c:pt>
                <c:pt idx="685">
                  <c:v>0.266808521277684</c:v>
                </c:pt>
                <c:pt idx="686">
                  <c:v>0.266657287528414</c:v>
                </c:pt>
                <c:pt idx="687">
                  <c:v>0.267371190576376</c:v>
                </c:pt>
                <c:pt idx="688">
                  <c:v>0.247477455518931</c:v>
                </c:pt>
                <c:pt idx="689">
                  <c:v>0.248889607748417</c:v>
                </c:pt>
                <c:pt idx="690">
                  <c:v>0.244976379515829</c:v>
                </c:pt>
                <c:pt idx="691">
                  <c:v>0.24084811647186</c:v>
                </c:pt>
                <c:pt idx="692">
                  <c:v>0.240997947387872</c:v>
                </c:pt>
                <c:pt idx="693">
                  <c:v>0.211112764115277</c:v>
                </c:pt>
                <c:pt idx="694">
                  <c:v>0.215588604976929</c:v>
                </c:pt>
                <c:pt idx="695">
                  <c:v>0.212680062949558</c:v>
                </c:pt>
                <c:pt idx="696">
                  <c:v>0.210104652418663</c:v>
                </c:pt>
                <c:pt idx="697">
                  <c:v>0.20681915606553</c:v>
                </c:pt>
                <c:pt idx="698">
                  <c:v>0.177609474592661</c:v>
                </c:pt>
                <c:pt idx="699">
                  <c:v>0.180514909989509</c:v>
                </c:pt>
                <c:pt idx="700">
                  <c:v>0.169960573250643</c:v>
                </c:pt>
                <c:pt idx="701">
                  <c:v>0.167570475903535</c:v>
                </c:pt>
                <c:pt idx="702">
                  <c:v>0.163710219109685</c:v>
                </c:pt>
                <c:pt idx="703">
                  <c:v>0.163866019569727</c:v>
                </c:pt>
                <c:pt idx="704">
                  <c:v>0.16815663978459</c:v>
                </c:pt>
                <c:pt idx="705">
                  <c:v>0.177971951872452</c:v>
                </c:pt>
                <c:pt idx="706">
                  <c:v>0.177847044555685</c:v>
                </c:pt>
                <c:pt idx="707">
                  <c:v>0.176737729000262</c:v>
                </c:pt>
                <c:pt idx="708">
                  <c:v>0.176324529447501</c:v>
                </c:pt>
                <c:pt idx="709">
                  <c:v>0.16755465113082</c:v>
                </c:pt>
                <c:pt idx="710">
                  <c:v>0.128521348162548</c:v>
                </c:pt>
                <c:pt idx="711">
                  <c:v>0.129594105745968</c:v>
                </c:pt>
                <c:pt idx="712">
                  <c:v>0.118787850803581</c:v>
                </c:pt>
                <c:pt idx="713">
                  <c:v>0.118542369384365</c:v>
                </c:pt>
                <c:pt idx="714">
                  <c:v>0.10740309398823</c:v>
                </c:pt>
                <c:pt idx="715">
                  <c:v>0.104633864230724</c:v>
                </c:pt>
                <c:pt idx="716">
                  <c:v>0.129237410855586</c:v>
                </c:pt>
                <c:pt idx="717">
                  <c:v>0.129573692247814</c:v>
                </c:pt>
                <c:pt idx="718">
                  <c:v>0.127638959590199</c:v>
                </c:pt>
                <c:pt idx="719">
                  <c:v>0.123091733702962</c:v>
                </c:pt>
                <c:pt idx="720">
                  <c:v>0.122831777576658</c:v>
                </c:pt>
                <c:pt idx="721">
                  <c:v>0.122803303141402</c:v>
                </c:pt>
                <c:pt idx="722">
                  <c:v>0.128322653856104</c:v>
                </c:pt>
                <c:pt idx="723">
                  <c:v>0.143113359909434</c:v>
                </c:pt>
                <c:pt idx="724">
                  <c:v>0.129960579705259</c:v>
                </c:pt>
                <c:pt idx="725">
                  <c:v>0.113097104057067</c:v>
                </c:pt>
                <c:pt idx="726">
                  <c:v>0.111708399575431</c:v>
                </c:pt>
                <c:pt idx="727">
                  <c:v>0.111628697276469</c:v>
                </c:pt>
                <c:pt idx="728">
                  <c:v>0.108757228560865</c:v>
                </c:pt>
                <c:pt idx="729">
                  <c:v>0.118371146085638</c:v>
                </c:pt>
                <c:pt idx="730">
                  <c:v>0.114456196088773</c:v>
                </c:pt>
                <c:pt idx="731">
                  <c:v>0.112964708455193</c:v>
                </c:pt>
                <c:pt idx="732">
                  <c:v>0.119987318448871</c:v>
                </c:pt>
                <c:pt idx="733">
                  <c:v>0.13522059250896</c:v>
                </c:pt>
                <c:pt idx="734">
                  <c:v>0.135125917528733</c:v>
                </c:pt>
                <c:pt idx="735">
                  <c:v>0.135322263757747</c:v>
                </c:pt>
                <c:pt idx="736">
                  <c:v>0.124216677185121</c:v>
                </c:pt>
                <c:pt idx="737">
                  <c:v>0.127571863175125</c:v>
                </c:pt>
                <c:pt idx="738">
                  <c:v>0.127732681648175</c:v>
                </c:pt>
                <c:pt idx="739">
                  <c:v>0.127733067864938</c:v>
                </c:pt>
                <c:pt idx="740">
                  <c:v>0.12987525476373</c:v>
                </c:pt>
                <c:pt idx="741">
                  <c:v>0.130766632884288</c:v>
                </c:pt>
                <c:pt idx="742">
                  <c:v>0.135160113551785</c:v>
                </c:pt>
                <c:pt idx="743">
                  <c:v>0.138397328286212</c:v>
                </c:pt>
                <c:pt idx="744">
                  <c:v>0.138356518727195</c:v>
                </c:pt>
                <c:pt idx="745">
                  <c:v>0.140897993615094</c:v>
                </c:pt>
                <c:pt idx="746">
                  <c:v>0.139974911645483</c:v>
                </c:pt>
                <c:pt idx="747">
                  <c:v>0.140151042065693</c:v>
                </c:pt>
                <c:pt idx="748">
                  <c:v>0.138929640815554</c:v>
                </c:pt>
                <c:pt idx="749">
                  <c:v>0.138407442707535</c:v>
                </c:pt>
                <c:pt idx="750">
                  <c:v>0.150564714055419</c:v>
                </c:pt>
                <c:pt idx="751">
                  <c:v>0.150471755186079</c:v>
                </c:pt>
                <c:pt idx="752">
                  <c:v>0.146743361987327</c:v>
                </c:pt>
                <c:pt idx="753">
                  <c:v>0.139606592463887</c:v>
                </c:pt>
                <c:pt idx="754">
                  <c:v>0.145987393007088</c:v>
                </c:pt>
                <c:pt idx="755">
                  <c:v>0.147765523988675</c:v>
                </c:pt>
                <c:pt idx="756">
                  <c:v>0.138294182793495</c:v>
                </c:pt>
                <c:pt idx="757">
                  <c:v>0.14324780062771</c:v>
                </c:pt>
                <c:pt idx="758">
                  <c:v>0.144624863625014</c:v>
                </c:pt>
                <c:pt idx="759">
                  <c:v>0.144317128348211</c:v>
                </c:pt>
                <c:pt idx="760">
                  <c:v>0.143716423084207</c:v>
                </c:pt>
                <c:pt idx="761">
                  <c:v>0.1474177513493</c:v>
                </c:pt>
                <c:pt idx="762">
                  <c:v>0.141418704379117</c:v>
                </c:pt>
                <c:pt idx="763">
                  <c:v>0.11507736416577</c:v>
                </c:pt>
                <c:pt idx="764">
                  <c:v>0.123008138993299</c:v>
                </c:pt>
                <c:pt idx="765">
                  <c:v>0.122430372555733</c:v>
                </c:pt>
                <c:pt idx="766">
                  <c:v>0.128641042127386</c:v>
                </c:pt>
                <c:pt idx="767">
                  <c:v>0.125114849007744</c:v>
                </c:pt>
                <c:pt idx="768">
                  <c:v>0.125294970555735</c:v>
                </c:pt>
                <c:pt idx="769">
                  <c:v>0.123966316931257</c:v>
                </c:pt>
                <c:pt idx="770">
                  <c:v>0.107281514431957</c:v>
                </c:pt>
                <c:pt idx="771">
                  <c:v>0.112208898696226</c:v>
                </c:pt>
                <c:pt idx="772">
                  <c:v>0.112954857393918</c:v>
                </c:pt>
                <c:pt idx="773">
                  <c:v>0.11451599331587</c:v>
                </c:pt>
                <c:pt idx="774">
                  <c:v>0.105692504970348</c:v>
                </c:pt>
                <c:pt idx="775">
                  <c:v>0.102341943454957</c:v>
                </c:pt>
                <c:pt idx="776">
                  <c:v>0.10542717934312</c:v>
                </c:pt>
                <c:pt idx="777">
                  <c:v>0.0933823895323216</c:v>
                </c:pt>
                <c:pt idx="778">
                  <c:v>0.0917216603143078</c:v>
                </c:pt>
                <c:pt idx="779">
                  <c:v>0.0905036202950537</c:v>
                </c:pt>
                <c:pt idx="780">
                  <c:v>0.0932185064048411</c:v>
                </c:pt>
                <c:pt idx="781">
                  <c:v>0.082372750372972</c:v>
                </c:pt>
                <c:pt idx="782">
                  <c:v>0.0915095564562939</c:v>
                </c:pt>
                <c:pt idx="783">
                  <c:v>0.0877589877739995</c:v>
                </c:pt>
                <c:pt idx="784">
                  <c:v>0.0901224653639242</c:v>
                </c:pt>
                <c:pt idx="785">
                  <c:v>0.0937176387069735</c:v>
                </c:pt>
                <c:pt idx="786">
                  <c:v>0.105778353836685</c:v>
                </c:pt>
                <c:pt idx="787">
                  <c:v>0.120618286016264</c:v>
                </c:pt>
                <c:pt idx="788">
                  <c:v>0.120420538091333</c:v>
                </c:pt>
                <c:pt idx="789">
                  <c:v>0.120337519399339</c:v>
                </c:pt>
                <c:pt idx="790">
                  <c:v>0.123225483822419</c:v>
                </c:pt>
                <c:pt idx="791">
                  <c:v>0.12375236199581</c:v>
                </c:pt>
                <c:pt idx="792">
                  <c:v>0.122791059541651</c:v>
                </c:pt>
                <c:pt idx="793">
                  <c:v>0.118774852805253</c:v>
                </c:pt>
                <c:pt idx="794">
                  <c:v>0.125082972587926</c:v>
                </c:pt>
                <c:pt idx="795">
                  <c:v>0.126188961358371</c:v>
                </c:pt>
                <c:pt idx="796">
                  <c:v>0.125192345396728</c:v>
                </c:pt>
                <c:pt idx="797">
                  <c:v>0.124890051013715</c:v>
                </c:pt>
                <c:pt idx="798">
                  <c:v>0.130508194112607</c:v>
                </c:pt>
                <c:pt idx="799">
                  <c:v>0.14114874533511</c:v>
                </c:pt>
                <c:pt idx="800">
                  <c:v>0.140721611325735</c:v>
                </c:pt>
                <c:pt idx="801">
                  <c:v>0.139855301643575</c:v>
                </c:pt>
                <c:pt idx="802">
                  <c:v>0.128377401485819</c:v>
                </c:pt>
                <c:pt idx="803">
                  <c:v>0.126588862633882</c:v>
                </c:pt>
                <c:pt idx="804">
                  <c:v>0.128033261460178</c:v>
                </c:pt>
                <c:pt idx="805">
                  <c:v>0.132582489206285</c:v>
                </c:pt>
                <c:pt idx="806">
                  <c:v>0.13040325770896</c:v>
                </c:pt>
                <c:pt idx="807">
                  <c:v>0.121660187410256</c:v>
                </c:pt>
                <c:pt idx="808">
                  <c:v>0.122980024126557</c:v>
                </c:pt>
                <c:pt idx="809">
                  <c:v>0.12349481882874</c:v>
                </c:pt>
                <c:pt idx="810">
                  <c:v>0.119231026618238</c:v>
                </c:pt>
                <c:pt idx="811">
                  <c:v>0.113909488921447</c:v>
                </c:pt>
                <c:pt idx="812">
                  <c:v>0.115037421495912</c:v>
                </c:pt>
                <c:pt idx="813">
                  <c:v>0.130127146130155</c:v>
                </c:pt>
                <c:pt idx="814">
                  <c:v>0.122297433376486</c:v>
                </c:pt>
                <c:pt idx="815">
                  <c:v>0.123038239769129</c:v>
                </c:pt>
                <c:pt idx="816">
                  <c:v>0.121320340810057</c:v>
                </c:pt>
                <c:pt idx="817">
                  <c:v>0.127013094546987</c:v>
                </c:pt>
                <c:pt idx="818">
                  <c:v>0.123688653227883</c:v>
                </c:pt>
                <c:pt idx="819">
                  <c:v>0.112837770380794</c:v>
                </c:pt>
                <c:pt idx="820">
                  <c:v>0.114457029714095</c:v>
                </c:pt>
                <c:pt idx="821">
                  <c:v>0.11368707382648</c:v>
                </c:pt>
                <c:pt idx="822">
                  <c:v>0.126095669071989</c:v>
                </c:pt>
                <c:pt idx="823">
                  <c:v>0.133345042704068</c:v>
                </c:pt>
                <c:pt idx="824">
                  <c:v>0.13582053751815</c:v>
                </c:pt>
                <c:pt idx="825">
                  <c:v>0.128468897154921</c:v>
                </c:pt>
                <c:pt idx="826">
                  <c:v>0.126218289230797</c:v>
                </c:pt>
                <c:pt idx="827">
                  <c:v>0.134665323906715</c:v>
                </c:pt>
                <c:pt idx="828">
                  <c:v>0.137182446387292</c:v>
                </c:pt>
                <c:pt idx="829">
                  <c:v>0.135902669479638</c:v>
                </c:pt>
                <c:pt idx="830">
                  <c:v>0.136142182311162</c:v>
                </c:pt>
                <c:pt idx="831">
                  <c:v>0.134142648197898</c:v>
                </c:pt>
                <c:pt idx="832">
                  <c:v>0.138870144986188</c:v>
                </c:pt>
                <c:pt idx="833">
                  <c:v>0.130035527661262</c:v>
                </c:pt>
                <c:pt idx="834">
                  <c:v>0.130508520428697</c:v>
                </c:pt>
                <c:pt idx="835">
                  <c:v>0.130907829694386</c:v>
                </c:pt>
                <c:pt idx="836">
                  <c:v>0.128850232300468</c:v>
                </c:pt>
                <c:pt idx="837">
                  <c:v>0.126618747741512</c:v>
                </c:pt>
                <c:pt idx="838">
                  <c:v>0.127798387749703</c:v>
                </c:pt>
                <c:pt idx="839">
                  <c:v>0.128940970633576</c:v>
                </c:pt>
                <c:pt idx="840">
                  <c:v>0.140080976399693</c:v>
                </c:pt>
                <c:pt idx="841">
                  <c:v>0.140100550667411</c:v>
                </c:pt>
                <c:pt idx="842">
                  <c:v>0.135203590337647</c:v>
                </c:pt>
                <c:pt idx="843">
                  <c:v>0.127083963098209</c:v>
                </c:pt>
                <c:pt idx="844">
                  <c:v>0.123841744139202</c:v>
                </c:pt>
                <c:pt idx="845">
                  <c:v>0.124708640835119</c:v>
                </c:pt>
                <c:pt idx="846">
                  <c:v>0.117261258227453</c:v>
                </c:pt>
                <c:pt idx="847">
                  <c:v>0.10547920878959</c:v>
                </c:pt>
                <c:pt idx="848">
                  <c:v>0.146302247071582</c:v>
                </c:pt>
                <c:pt idx="849">
                  <c:v>0.146763198519518</c:v>
                </c:pt>
                <c:pt idx="850">
                  <c:v>0.146672114412534</c:v>
                </c:pt>
                <c:pt idx="851">
                  <c:v>0.170241456753693</c:v>
                </c:pt>
                <c:pt idx="852">
                  <c:v>0.167524063696771</c:v>
                </c:pt>
                <c:pt idx="853">
                  <c:v>0.16976650507262</c:v>
                </c:pt>
                <c:pt idx="854">
                  <c:v>0.170388788022481</c:v>
                </c:pt>
                <c:pt idx="855">
                  <c:v>0.167559277299805</c:v>
                </c:pt>
                <c:pt idx="856">
                  <c:v>0.167336230885936</c:v>
                </c:pt>
                <c:pt idx="857">
                  <c:v>0.172358258350906</c:v>
                </c:pt>
                <c:pt idx="858">
                  <c:v>0.171839373277953</c:v>
                </c:pt>
                <c:pt idx="859">
                  <c:v>0.170694325300262</c:v>
                </c:pt>
                <c:pt idx="860">
                  <c:v>0.162331054021587</c:v>
                </c:pt>
                <c:pt idx="861">
                  <c:v>0.181728420858167</c:v>
                </c:pt>
                <c:pt idx="862">
                  <c:v>0.182044036629473</c:v>
                </c:pt>
                <c:pt idx="863">
                  <c:v>0.182259441269384</c:v>
                </c:pt>
                <c:pt idx="864">
                  <c:v>0.183090118773752</c:v>
                </c:pt>
                <c:pt idx="865">
                  <c:v>0.182343778616031</c:v>
                </c:pt>
                <c:pt idx="866">
                  <c:v>0.185374680684102</c:v>
                </c:pt>
                <c:pt idx="867">
                  <c:v>0.191304242861619</c:v>
                </c:pt>
                <c:pt idx="868">
                  <c:v>0.154715720113227</c:v>
                </c:pt>
                <c:pt idx="869">
                  <c:v>0.158441539601228</c:v>
                </c:pt>
                <c:pt idx="870">
                  <c:v>0.161414384000548</c:v>
                </c:pt>
                <c:pt idx="871">
                  <c:v>0.122901792021033</c:v>
                </c:pt>
                <c:pt idx="872">
                  <c:v>0.130279341630571</c:v>
                </c:pt>
                <c:pt idx="873">
                  <c:v>0.139344057107121</c:v>
                </c:pt>
                <c:pt idx="874">
                  <c:v>0.138536857270682</c:v>
                </c:pt>
                <c:pt idx="875">
                  <c:v>0.134807700426348</c:v>
                </c:pt>
                <c:pt idx="876">
                  <c:v>0.131831751130636</c:v>
                </c:pt>
                <c:pt idx="877">
                  <c:v>0.144545860849587</c:v>
                </c:pt>
                <c:pt idx="878">
                  <c:v>0.145617204129688</c:v>
                </c:pt>
                <c:pt idx="879">
                  <c:v>0.145643900365453</c:v>
                </c:pt>
                <c:pt idx="880">
                  <c:v>0.150617330782753</c:v>
                </c:pt>
                <c:pt idx="881">
                  <c:v>0.133740544710145</c:v>
                </c:pt>
                <c:pt idx="882">
                  <c:v>0.134104245417342</c:v>
                </c:pt>
                <c:pt idx="883">
                  <c:v>0.134027942917487</c:v>
                </c:pt>
                <c:pt idx="884">
                  <c:v>0.136095370797939</c:v>
                </c:pt>
                <c:pt idx="885">
                  <c:v>0.135755394086979</c:v>
                </c:pt>
                <c:pt idx="886">
                  <c:v>0.133061632243178</c:v>
                </c:pt>
                <c:pt idx="887">
                  <c:v>0.126076745426302</c:v>
                </c:pt>
                <c:pt idx="888">
                  <c:v>0.125947726140287</c:v>
                </c:pt>
                <c:pt idx="889">
                  <c:v>0.118854021711297</c:v>
                </c:pt>
                <c:pt idx="890">
                  <c:v>0.120814814750458</c:v>
                </c:pt>
                <c:pt idx="891">
                  <c:v>0.13386412850129</c:v>
                </c:pt>
                <c:pt idx="892">
                  <c:v>0.129388052823372</c:v>
                </c:pt>
                <c:pt idx="893">
                  <c:v>0.123156621879683</c:v>
                </c:pt>
                <c:pt idx="894">
                  <c:v>0.124285275312068</c:v>
                </c:pt>
                <c:pt idx="895">
                  <c:v>0.124378033186901</c:v>
                </c:pt>
                <c:pt idx="896">
                  <c:v>0.122610682219869</c:v>
                </c:pt>
                <c:pt idx="897">
                  <c:v>0.108323572081024</c:v>
                </c:pt>
                <c:pt idx="898">
                  <c:v>0.107991242164468</c:v>
                </c:pt>
                <c:pt idx="899">
                  <c:v>0.11649844741728</c:v>
                </c:pt>
                <c:pt idx="900">
                  <c:v>0.113038226321661</c:v>
                </c:pt>
                <c:pt idx="901">
                  <c:v>0.117476413293127</c:v>
                </c:pt>
                <c:pt idx="902">
                  <c:v>0.114166005907962</c:v>
                </c:pt>
                <c:pt idx="903">
                  <c:v>0.115320149384059</c:v>
                </c:pt>
                <c:pt idx="904">
                  <c:v>0.129861581173882</c:v>
                </c:pt>
                <c:pt idx="905">
                  <c:v>0.131605878225975</c:v>
                </c:pt>
                <c:pt idx="906">
                  <c:v>0.137310083619797</c:v>
                </c:pt>
                <c:pt idx="907">
                  <c:v>0.138409641119274</c:v>
                </c:pt>
                <c:pt idx="908">
                  <c:v>0.141979862186044</c:v>
                </c:pt>
                <c:pt idx="909">
                  <c:v>0.142745527985048</c:v>
                </c:pt>
                <c:pt idx="910">
                  <c:v>0.15838618942025</c:v>
                </c:pt>
                <c:pt idx="911">
                  <c:v>0.14522890121229</c:v>
                </c:pt>
                <c:pt idx="912">
                  <c:v>0.144618701080313</c:v>
                </c:pt>
                <c:pt idx="913">
                  <c:v>0.144532210432244</c:v>
                </c:pt>
                <c:pt idx="914">
                  <c:v>0.143225098776353</c:v>
                </c:pt>
                <c:pt idx="915">
                  <c:v>0.147145934727938</c:v>
                </c:pt>
                <c:pt idx="916">
                  <c:v>0.153856721559348</c:v>
                </c:pt>
                <c:pt idx="917">
                  <c:v>0.151557162655332</c:v>
                </c:pt>
                <c:pt idx="918">
                  <c:v>0.153260215711943</c:v>
                </c:pt>
                <c:pt idx="919">
                  <c:v>0.148268949455765</c:v>
                </c:pt>
                <c:pt idx="920">
                  <c:v>0.146009154287871</c:v>
                </c:pt>
                <c:pt idx="921">
                  <c:v>0.140961526306863</c:v>
                </c:pt>
                <c:pt idx="922">
                  <c:v>0.140294240575555</c:v>
                </c:pt>
                <c:pt idx="923">
                  <c:v>0.141272232423161</c:v>
                </c:pt>
                <c:pt idx="924">
                  <c:v>0.124291673734727</c:v>
                </c:pt>
                <c:pt idx="925">
                  <c:v>0.120685139372523</c:v>
                </c:pt>
                <c:pt idx="926">
                  <c:v>0.107744129691324</c:v>
                </c:pt>
                <c:pt idx="927">
                  <c:v>0.105309494689741</c:v>
                </c:pt>
                <c:pt idx="928">
                  <c:v>0.110730607069729</c:v>
                </c:pt>
                <c:pt idx="929">
                  <c:v>0.111220598788691</c:v>
                </c:pt>
                <c:pt idx="930">
                  <c:v>0.0946991602033176</c:v>
                </c:pt>
                <c:pt idx="931">
                  <c:v>0.0961976007677746</c:v>
                </c:pt>
                <c:pt idx="932">
                  <c:v>0.0959761008678649</c:v>
                </c:pt>
                <c:pt idx="933">
                  <c:v>0.0991337948145115</c:v>
                </c:pt>
                <c:pt idx="934">
                  <c:v>0.0996618943210638</c:v>
                </c:pt>
                <c:pt idx="935">
                  <c:v>0.0937468104279994</c:v>
                </c:pt>
                <c:pt idx="936">
                  <c:v>0.082663149016075</c:v>
                </c:pt>
                <c:pt idx="937">
                  <c:v>0.0994461229475959</c:v>
                </c:pt>
                <c:pt idx="938">
                  <c:v>0.0986220352856843</c:v>
                </c:pt>
                <c:pt idx="939">
                  <c:v>0.0965102356383852</c:v>
                </c:pt>
                <c:pt idx="940">
                  <c:v>0.0966186857849106</c:v>
                </c:pt>
                <c:pt idx="941">
                  <c:v>0.100956258934306</c:v>
                </c:pt>
                <c:pt idx="942">
                  <c:v>0.102172575561449</c:v>
                </c:pt>
                <c:pt idx="943">
                  <c:v>0.105246595693027</c:v>
                </c:pt>
                <c:pt idx="944">
                  <c:v>0.104175777002319</c:v>
                </c:pt>
                <c:pt idx="945">
                  <c:v>0.104108016640661</c:v>
                </c:pt>
                <c:pt idx="946">
                  <c:v>0.100480270539727</c:v>
                </c:pt>
                <c:pt idx="947">
                  <c:v>0.0991395551501597</c:v>
                </c:pt>
                <c:pt idx="948">
                  <c:v>0.0968908532160558</c:v>
                </c:pt>
                <c:pt idx="949">
                  <c:v>0.104182864220491</c:v>
                </c:pt>
                <c:pt idx="950">
                  <c:v>0.103649047330901</c:v>
                </c:pt>
                <c:pt idx="951">
                  <c:v>0.103613569821474</c:v>
                </c:pt>
                <c:pt idx="952">
                  <c:v>0.103816603938737</c:v>
                </c:pt>
                <c:pt idx="953">
                  <c:v>0.10364364618976</c:v>
                </c:pt>
                <c:pt idx="954">
                  <c:v>0.143176691844715</c:v>
                </c:pt>
                <c:pt idx="955">
                  <c:v>0.143262869353437</c:v>
                </c:pt>
                <c:pt idx="956">
                  <c:v>0.148176310439246</c:v>
                </c:pt>
                <c:pt idx="957">
                  <c:v>0.133943384408562</c:v>
                </c:pt>
                <c:pt idx="958">
                  <c:v>0.138769157651416</c:v>
                </c:pt>
                <c:pt idx="959">
                  <c:v>0.139595315540336</c:v>
                </c:pt>
                <c:pt idx="960">
                  <c:v>0.145661817299607</c:v>
                </c:pt>
                <c:pt idx="961">
                  <c:v>0.143664507734554</c:v>
                </c:pt>
                <c:pt idx="962">
                  <c:v>0.142704182761717</c:v>
                </c:pt>
                <c:pt idx="963">
                  <c:v>0.135948268390742</c:v>
                </c:pt>
                <c:pt idx="964">
                  <c:v>0.135083961495003</c:v>
                </c:pt>
                <c:pt idx="965">
                  <c:v>0.134860311130268</c:v>
                </c:pt>
                <c:pt idx="966">
                  <c:v>0.135164195644074</c:v>
                </c:pt>
                <c:pt idx="967">
                  <c:v>0.143134679978907</c:v>
                </c:pt>
                <c:pt idx="968">
                  <c:v>0.144183578745086</c:v>
                </c:pt>
                <c:pt idx="969">
                  <c:v>0.144045311763722</c:v>
                </c:pt>
                <c:pt idx="970">
                  <c:v>0.151972348754834</c:v>
                </c:pt>
                <c:pt idx="971">
                  <c:v>0.157061480516954</c:v>
                </c:pt>
                <c:pt idx="972">
                  <c:v>0.15948875204417</c:v>
                </c:pt>
                <c:pt idx="973">
                  <c:v>0.185177992953215</c:v>
                </c:pt>
                <c:pt idx="974">
                  <c:v>0.157634308495145</c:v>
                </c:pt>
                <c:pt idx="975">
                  <c:v>0.158280485531977</c:v>
                </c:pt>
                <c:pt idx="976">
                  <c:v>0.16100368215842</c:v>
                </c:pt>
                <c:pt idx="977">
                  <c:v>0.163540637011839</c:v>
                </c:pt>
                <c:pt idx="978">
                  <c:v>0.160853799181298</c:v>
                </c:pt>
                <c:pt idx="979">
                  <c:v>0.173046591374455</c:v>
                </c:pt>
                <c:pt idx="980">
                  <c:v>0.171993528472916</c:v>
                </c:pt>
                <c:pt idx="981">
                  <c:v>0.218278783730313</c:v>
                </c:pt>
                <c:pt idx="982">
                  <c:v>0.220380393236395</c:v>
                </c:pt>
                <c:pt idx="983">
                  <c:v>0.224918402434892</c:v>
                </c:pt>
                <c:pt idx="984">
                  <c:v>0.225933544700662</c:v>
                </c:pt>
                <c:pt idx="985">
                  <c:v>0.225305090784546</c:v>
                </c:pt>
                <c:pt idx="986">
                  <c:v>0.237957087413053</c:v>
                </c:pt>
                <c:pt idx="987">
                  <c:v>0.229182854542343</c:v>
                </c:pt>
                <c:pt idx="988">
                  <c:v>0.225238552229089</c:v>
                </c:pt>
                <c:pt idx="989">
                  <c:v>0.230547777157134</c:v>
                </c:pt>
                <c:pt idx="990">
                  <c:v>0.219958311075286</c:v>
                </c:pt>
                <c:pt idx="991">
                  <c:v>0.220531967468922</c:v>
                </c:pt>
                <c:pt idx="992">
                  <c:v>0.220681654853678</c:v>
                </c:pt>
                <c:pt idx="993">
                  <c:v>0.207414451637502</c:v>
                </c:pt>
                <c:pt idx="994">
                  <c:v>0.20803191164613</c:v>
                </c:pt>
                <c:pt idx="995">
                  <c:v>0.204155243052303</c:v>
                </c:pt>
                <c:pt idx="996">
                  <c:v>0.190988475535879</c:v>
                </c:pt>
                <c:pt idx="997">
                  <c:v>0.187848111983292</c:v>
                </c:pt>
                <c:pt idx="998">
                  <c:v>0.186913549272511</c:v>
                </c:pt>
                <c:pt idx="999">
                  <c:v>0.162384597207629</c:v>
                </c:pt>
                <c:pt idx="1000">
                  <c:v>0.162408742904474</c:v>
                </c:pt>
                <c:pt idx="1001">
                  <c:v>0.123969126246953</c:v>
                </c:pt>
                <c:pt idx="1002">
                  <c:v>0.127189086189686</c:v>
                </c:pt>
                <c:pt idx="1003">
                  <c:v>0.121610802885825</c:v>
                </c:pt>
                <c:pt idx="1004">
                  <c:v>0.122247205586105</c:v>
                </c:pt>
                <c:pt idx="1005">
                  <c:v>0.125321962935357</c:v>
                </c:pt>
                <c:pt idx="1006">
                  <c:v>0.0985349091685695</c:v>
                </c:pt>
                <c:pt idx="1007">
                  <c:v>0.0984747688069404</c:v>
                </c:pt>
                <c:pt idx="1008">
                  <c:v>0.110736615278237</c:v>
                </c:pt>
                <c:pt idx="1009">
                  <c:v>0.103262236032511</c:v>
                </c:pt>
                <c:pt idx="1010">
                  <c:v>0.0993248574009592</c:v>
                </c:pt>
                <c:pt idx="1011">
                  <c:v>0.10155371071495</c:v>
                </c:pt>
                <c:pt idx="1012">
                  <c:v>0.0974871887481348</c:v>
                </c:pt>
                <c:pt idx="1013">
                  <c:v>0.0909183215145168</c:v>
                </c:pt>
                <c:pt idx="1014">
                  <c:v>0.109921777504538</c:v>
                </c:pt>
                <c:pt idx="1015">
                  <c:v>0.110281375354281</c:v>
                </c:pt>
                <c:pt idx="1016">
                  <c:v>0.110997207268273</c:v>
                </c:pt>
                <c:pt idx="1017">
                  <c:v>0.112795859539791</c:v>
                </c:pt>
                <c:pt idx="1018">
                  <c:v>0.112466163617047</c:v>
                </c:pt>
                <c:pt idx="1019">
                  <c:v>0.108829388601062</c:v>
                </c:pt>
                <c:pt idx="1020">
                  <c:v>0.10617426696526</c:v>
                </c:pt>
                <c:pt idx="1021">
                  <c:v>0.107400714519537</c:v>
                </c:pt>
                <c:pt idx="1022">
                  <c:v>0.122875172730418</c:v>
                </c:pt>
                <c:pt idx="1023">
                  <c:v>0.123424708009925</c:v>
                </c:pt>
                <c:pt idx="1024">
                  <c:v>0.126917572902257</c:v>
                </c:pt>
                <c:pt idx="1025">
                  <c:v>0.127678909325596</c:v>
                </c:pt>
                <c:pt idx="1026">
                  <c:v>0.133386278633437</c:v>
                </c:pt>
                <c:pt idx="1027">
                  <c:v>0.133297573303979</c:v>
                </c:pt>
                <c:pt idx="1028">
                  <c:v>0.128179173832337</c:v>
                </c:pt>
                <c:pt idx="1029">
                  <c:v>0.128663377995764</c:v>
                </c:pt>
                <c:pt idx="1030">
                  <c:v>0.128697397012319</c:v>
                </c:pt>
                <c:pt idx="1031">
                  <c:v>0.140110047104672</c:v>
                </c:pt>
                <c:pt idx="1032">
                  <c:v>0.146213504476833</c:v>
                </c:pt>
                <c:pt idx="1033">
                  <c:v>0.148111852389451</c:v>
                </c:pt>
                <c:pt idx="1034">
                  <c:v>0.140394279323701</c:v>
                </c:pt>
                <c:pt idx="1035">
                  <c:v>0.13930989105766</c:v>
                </c:pt>
                <c:pt idx="1036">
                  <c:v>0.142259254666247</c:v>
                </c:pt>
                <c:pt idx="1037">
                  <c:v>0.140441413201878</c:v>
                </c:pt>
                <c:pt idx="1038">
                  <c:v>0.139980709203134</c:v>
                </c:pt>
                <c:pt idx="1039">
                  <c:v>0.13472324764722</c:v>
                </c:pt>
                <c:pt idx="1040">
                  <c:v>0.13530470951637</c:v>
                </c:pt>
                <c:pt idx="1041">
                  <c:v>0.134972945605583</c:v>
                </c:pt>
                <c:pt idx="1042">
                  <c:v>0.124523672518389</c:v>
                </c:pt>
                <c:pt idx="1043">
                  <c:v>0.123912372587</c:v>
                </c:pt>
                <c:pt idx="1044">
                  <c:v>0.118625037109872</c:v>
                </c:pt>
                <c:pt idx="1045">
                  <c:v>0.120058877327869</c:v>
                </c:pt>
                <c:pt idx="1046">
                  <c:v>0.111215515100774</c:v>
                </c:pt>
                <c:pt idx="1047">
                  <c:v>0.122369637300448</c:v>
                </c:pt>
                <c:pt idx="1048">
                  <c:v>0.122838103216067</c:v>
                </c:pt>
                <c:pt idx="1049">
                  <c:v>0.123215739681638</c:v>
                </c:pt>
                <c:pt idx="1050">
                  <c:v>0.12557546029867</c:v>
                </c:pt>
                <c:pt idx="1051">
                  <c:v>0.111065043374014</c:v>
                </c:pt>
                <c:pt idx="1052">
                  <c:v>0.101669082441083</c:v>
                </c:pt>
                <c:pt idx="1053">
                  <c:v>0.100409662294987</c:v>
                </c:pt>
                <c:pt idx="1054">
                  <c:v>0.089925376304769</c:v>
                </c:pt>
                <c:pt idx="1055">
                  <c:v>0.0983970114902024</c:v>
                </c:pt>
                <c:pt idx="1056">
                  <c:v>0.0954074677074899</c:v>
                </c:pt>
                <c:pt idx="1057">
                  <c:v>0.0884829603651025</c:v>
                </c:pt>
                <c:pt idx="1058">
                  <c:v>0.0907525142537858</c:v>
                </c:pt>
                <c:pt idx="1059">
                  <c:v>0.0924821228581907</c:v>
                </c:pt>
                <c:pt idx="1060">
                  <c:v>0.092565913606752</c:v>
                </c:pt>
                <c:pt idx="1061">
                  <c:v>0.0923031261806045</c:v>
                </c:pt>
                <c:pt idx="1062">
                  <c:v>0.0948753835015984</c:v>
                </c:pt>
                <c:pt idx="1063">
                  <c:v>0.0883326454446797</c:v>
                </c:pt>
                <c:pt idx="1064">
                  <c:v>0.0851582677330486</c:v>
                </c:pt>
                <c:pt idx="1065">
                  <c:v>0.0844825133262177</c:v>
                </c:pt>
                <c:pt idx="1066">
                  <c:v>0.0831176221834667</c:v>
                </c:pt>
                <c:pt idx="1067">
                  <c:v>0.0738921756100536</c:v>
                </c:pt>
                <c:pt idx="1068">
                  <c:v>0.070411673233785</c:v>
                </c:pt>
                <c:pt idx="1069">
                  <c:v>0.0712645952746495</c:v>
                </c:pt>
                <c:pt idx="1070">
                  <c:v>0.0766675552393147</c:v>
                </c:pt>
                <c:pt idx="1071">
                  <c:v>0.0771293926672809</c:v>
                </c:pt>
                <c:pt idx="1072">
                  <c:v>0.0783191631619971</c:v>
                </c:pt>
                <c:pt idx="1073">
                  <c:v>0.0807138237767151</c:v>
                </c:pt>
                <c:pt idx="1074">
                  <c:v>0.0805730340949891</c:v>
                </c:pt>
                <c:pt idx="1075">
                  <c:v>0.068368795369658</c:v>
                </c:pt>
                <c:pt idx="1076">
                  <c:v>0.0684651470979793</c:v>
                </c:pt>
                <c:pt idx="1077">
                  <c:v>0.0707502220415077</c:v>
                </c:pt>
                <c:pt idx="1078">
                  <c:v>0.0705151724960194</c:v>
                </c:pt>
                <c:pt idx="1079">
                  <c:v>0.0859410975106762</c:v>
                </c:pt>
                <c:pt idx="1080">
                  <c:v>0.0859837475350627</c:v>
                </c:pt>
                <c:pt idx="1081">
                  <c:v>0.0962166199357993</c:v>
                </c:pt>
                <c:pt idx="1082">
                  <c:v>0.0942384277973959</c:v>
                </c:pt>
                <c:pt idx="1083">
                  <c:v>0.0942194753752448</c:v>
                </c:pt>
                <c:pt idx="1084">
                  <c:v>0.096989758787618</c:v>
                </c:pt>
                <c:pt idx="1085">
                  <c:v>0.0980400693660241</c:v>
                </c:pt>
                <c:pt idx="1086">
                  <c:v>0.0955436954987228</c:v>
                </c:pt>
                <c:pt idx="1087">
                  <c:v>0.0960671430071382</c:v>
                </c:pt>
                <c:pt idx="1088">
                  <c:v>0.0986508471023118</c:v>
                </c:pt>
                <c:pt idx="1089">
                  <c:v>0.107131212027439</c:v>
                </c:pt>
                <c:pt idx="1090">
                  <c:v>0.111882383145199</c:v>
                </c:pt>
                <c:pt idx="1091">
                  <c:v>0.112003595192994</c:v>
                </c:pt>
                <c:pt idx="1092">
                  <c:v>0.112249489144964</c:v>
                </c:pt>
                <c:pt idx="1093">
                  <c:v>0.111244152326237</c:v>
                </c:pt>
                <c:pt idx="1094">
                  <c:v>0.114022711560363</c:v>
                </c:pt>
                <c:pt idx="1095">
                  <c:v>0.147326189591549</c:v>
                </c:pt>
                <c:pt idx="1096">
                  <c:v>0.14856893161712</c:v>
                </c:pt>
                <c:pt idx="1097">
                  <c:v>0.151755638624778</c:v>
                </c:pt>
                <c:pt idx="1098">
                  <c:v>0.155380769926187</c:v>
                </c:pt>
                <c:pt idx="1099">
                  <c:v>0.148532775500403</c:v>
                </c:pt>
                <c:pt idx="1100">
                  <c:v>0.148941910331367</c:v>
                </c:pt>
                <c:pt idx="1101">
                  <c:v>0.141118165837895</c:v>
                </c:pt>
                <c:pt idx="1102">
                  <c:v>0.14040313458644</c:v>
                </c:pt>
                <c:pt idx="1103">
                  <c:v>0.140322928779396</c:v>
                </c:pt>
                <c:pt idx="1104">
                  <c:v>0.137199372887088</c:v>
                </c:pt>
                <c:pt idx="1105">
                  <c:v>0.135298432609554</c:v>
                </c:pt>
                <c:pt idx="1106">
                  <c:v>0.13917390797105</c:v>
                </c:pt>
                <c:pt idx="1107">
                  <c:v>0.137564684456512</c:v>
                </c:pt>
                <c:pt idx="1108">
                  <c:v>0.138612050765412</c:v>
                </c:pt>
                <c:pt idx="1109">
                  <c:v>0.134065302577143</c:v>
                </c:pt>
                <c:pt idx="1110">
                  <c:v>0.129440587652722</c:v>
                </c:pt>
                <c:pt idx="1111">
                  <c:v>0.128680000836733</c:v>
                </c:pt>
                <c:pt idx="1112">
                  <c:v>0.130465489745124</c:v>
                </c:pt>
                <c:pt idx="1113">
                  <c:v>0.130366073395189</c:v>
                </c:pt>
                <c:pt idx="1114">
                  <c:v>0.128529586114617</c:v>
                </c:pt>
                <c:pt idx="1115">
                  <c:v>0.0852970939968432</c:v>
                </c:pt>
                <c:pt idx="1116">
                  <c:v>0.0840107568018</c:v>
                </c:pt>
                <c:pt idx="1117">
                  <c:v>0.0984716217634067</c:v>
                </c:pt>
                <c:pt idx="1118">
                  <c:v>0.114202317380448</c:v>
                </c:pt>
                <c:pt idx="1119">
                  <c:v>0.113347742378304</c:v>
                </c:pt>
                <c:pt idx="1120">
                  <c:v>0.113928603058583</c:v>
                </c:pt>
                <c:pt idx="1121">
                  <c:v>0.113677791121192</c:v>
                </c:pt>
                <c:pt idx="1122">
                  <c:v>0.115368551206682</c:v>
                </c:pt>
                <c:pt idx="1123">
                  <c:v>0.124681958981611</c:v>
                </c:pt>
                <c:pt idx="1124">
                  <c:v>0.12561065525508</c:v>
                </c:pt>
                <c:pt idx="1125">
                  <c:v>0.125528477820122</c:v>
                </c:pt>
                <c:pt idx="1126">
                  <c:v>0.120060578296513</c:v>
                </c:pt>
                <c:pt idx="1127">
                  <c:v>0.118626593702761</c:v>
                </c:pt>
                <c:pt idx="1128">
                  <c:v>0.117511089837154</c:v>
                </c:pt>
                <c:pt idx="1129">
                  <c:v>0.120926904029936</c:v>
                </c:pt>
                <c:pt idx="1130">
                  <c:v>0.12090163223141</c:v>
                </c:pt>
                <c:pt idx="1131">
                  <c:v>0.124435288885736</c:v>
                </c:pt>
                <c:pt idx="1132">
                  <c:v>0.202466174175109</c:v>
                </c:pt>
                <c:pt idx="1133">
                  <c:v>0.212517435507099</c:v>
                </c:pt>
                <c:pt idx="1134">
                  <c:v>0.247973826602287</c:v>
                </c:pt>
                <c:pt idx="1135">
                  <c:v>0.331860275804519</c:v>
                </c:pt>
                <c:pt idx="1136">
                  <c:v>0.439962591172536</c:v>
                </c:pt>
                <c:pt idx="1137">
                  <c:v>0.445289896455538</c:v>
                </c:pt>
                <c:pt idx="1138">
                  <c:v>0.493881702970211</c:v>
                </c:pt>
                <c:pt idx="1139">
                  <c:v>0.493913051393753</c:v>
                </c:pt>
                <c:pt idx="1140">
                  <c:v>0.517057340785899</c:v>
                </c:pt>
                <c:pt idx="1141">
                  <c:v>0.516853392701422</c:v>
                </c:pt>
                <c:pt idx="1142">
                  <c:v>0.524135311612202</c:v>
                </c:pt>
                <c:pt idx="1143">
                  <c:v>0.522465530503557</c:v>
                </c:pt>
                <c:pt idx="1144">
                  <c:v>0.52581892647389</c:v>
                </c:pt>
                <c:pt idx="1145">
                  <c:v>0.538642428147054</c:v>
                </c:pt>
                <c:pt idx="1146">
                  <c:v>0.542086249001023</c:v>
                </c:pt>
                <c:pt idx="1147">
                  <c:v>0.539698845822111</c:v>
                </c:pt>
                <c:pt idx="1148">
                  <c:v>0.538974937425943</c:v>
                </c:pt>
                <c:pt idx="1149">
                  <c:v>0.545699829352721</c:v>
                </c:pt>
                <c:pt idx="1150">
                  <c:v>0.543743131750991</c:v>
                </c:pt>
                <c:pt idx="1151">
                  <c:v>0.54499394956721</c:v>
                </c:pt>
                <c:pt idx="1152">
                  <c:v>0.534102511532542</c:v>
                </c:pt>
                <c:pt idx="1153">
                  <c:v>0.536893220261145</c:v>
                </c:pt>
                <c:pt idx="1154">
                  <c:v>0.524012078366421</c:v>
                </c:pt>
                <c:pt idx="1155">
                  <c:v>0.469924308095732</c:v>
                </c:pt>
                <c:pt idx="1156">
                  <c:v>0.339113974394126</c:v>
                </c:pt>
                <c:pt idx="1157">
                  <c:v>0.334435945132069</c:v>
                </c:pt>
                <c:pt idx="1158">
                  <c:v>0.271019190244952</c:v>
                </c:pt>
                <c:pt idx="1159">
                  <c:v>0.285746485061502</c:v>
                </c:pt>
                <c:pt idx="1160">
                  <c:v>0.254115395507437</c:v>
                </c:pt>
                <c:pt idx="1161">
                  <c:v>0.247792702844421</c:v>
                </c:pt>
                <c:pt idx="1162">
                  <c:v>0.238840669692828</c:v>
                </c:pt>
                <c:pt idx="1163">
                  <c:v>0.232953850776127</c:v>
                </c:pt>
                <c:pt idx="1164">
                  <c:v>0.236907261266187</c:v>
                </c:pt>
                <c:pt idx="1165">
                  <c:v>0.185647763164712</c:v>
                </c:pt>
                <c:pt idx="1166">
                  <c:v>0.18699509800467</c:v>
                </c:pt>
                <c:pt idx="1167">
                  <c:v>0.186152607221263</c:v>
                </c:pt>
                <c:pt idx="1168">
                  <c:v>0.185766767619634</c:v>
                </c:pt>
                <c:pt idx="1169">
                  <c:v>0.18020964295891</c:v>
                </c:pt>
                <c:pt idx="1170">
                  <c:v>0.197365748085284</c:v>
                </c:pt>
                <c:pt idx="1171">
                  <c:v>0.203548893152718</c:v>
                </c:pt>
                <c:pt idx="1172">
                  <c:v>0.203278226851752</c:v>
                </c:pt>
                <c:pt idx="1173">
                  <c:v>0.207443337092513</c:v>
                </c:pt>
                <c:pt idx="1174">
                  <c:v>0.208154207818922</c:v>
                </c:pt>
                <c:pt idx="1175">
                  <c:v>0.211684755749624</c:v>
                </c:pt>
                <c:pt idx="1176">
                  <c:v>0.210951992942695</c:v>
                </c:pt>
                <c:pt idx="1177">
                  <c:v>0.184424420647806</c:v>
                </c:pt>
                <c:pt idx="1178">
                  <c:v>0.185765970241099</c:v>
                </c:pt>
                <c:pt idx="1179">
                  <c:v>0.155351266385872</c:v>
                </c:pt>
                <c:pt idx="1180">
                  <c:v>0.167966540250578</c:v>
                </c:pt>
                <c:pt idx="1181">
                  <c:v>0.167803341305549</c:v>
                </c:pt>
                <c:pt idx="1182">
                  <c:v>0.172134581105799</c:v>
                </c:pt>
                <c:pt idx="1183">
                  <c:v>0.169799137536201</c:v>
                </c:pt>
                <c:pt idx="1184">
                  <c:v>0.168535475696441</c:v>
                </c:pt>
                <c:pt idx="1185">
                  <c:v>0.179934886488944</c:v>
                </c:pt>
                <c:pt idx="1186">
                  <c:v>0.178029201356345</c:v>
                </c:pt>
                <c:pt idx="1187">
                  <c:v>0.179047455577729</c:v>
                </c:pt>
                <c:pt idx="1188">
                  <c:v>0.178341958876247</c:v>
                </c:pt>
                <c:pt idx="1189">
                  <c:v>0.178481014983939</c:v>
                </c:pt>
                <c:pt idx="1190">
                  <c:v>0.156947735834745</c:v>
                </c:pt>
                <c:pt idx="1191">
                  <c:v>0.145472558696475</c:v>
                </c:pt>
                <c:pt idx="1192">
                  <c:v>0.149521668281357</c:v>
                </c:pt>
                <c:pt idx="1193">
                  <c:v>0.141626035534275</c:v>
                </c:pt>
                <c:pt idx="1194">
                  <c:v>0.139515842509188</c:v>
                </c:pt>
                <c:pt idx="1195">
                  <c:v>0.1352698806016</c:v>
                </c:pt>
                <c:pt idx="1196">
                  <c:v>0.134473123918412</c:v>
                </c:pt>
                <c:pt idx="1197">
                  <c:v>0.146681629085544</c:v>
                </c:pt>
                <c:pt idx="1198">
                  <c:v>0.183630478475832</c:v>
                </c:pt>
                <c:pt idx="1199">
                  <c:v>0.185444518569197</c:v>
                </c:pt>
                <c:pt idx="1200">
                  <c:v>0.174026484153568</c:v>
                </c:pt>
                <c:pt idx="1201">
                  <c:v>0.177274385819779</c:v>
                </c:pt>
                <c:pt idx="1202">
                  <c:v>0.170210899907759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95135861"/>
        <c:axId val="871687840"/>
      </c:lineChart>
      <c:dateAx>
        <c:axId val="39513586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71687840"/>
        <c:crosses val="autoZero"/>
        <c:auto val="1"/>
        <c:lblOffset val="100"/>
        <c:baseTimeUnit val="days"/>
        <c:majorUnit val="6"/>
        <c:majorTimeUnit val="months"/>
      </c:dateAx>
      <c:valAx>
        <c:axId val="87168784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95135861"/>
        <c:crosses val="autoZero"/>
        <c:crossBetween val="between"/>
      </c:valAx>
      <c:dateAx>
        <c:axId val="246158826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9105502"/>
        <c:crosses val="autoZero"/>
        <c:auto val="1"/>
        <c:lblOffset val="100"/>
        <c:baseTimeUnit val="days"/>
      </c:dateAx>
      <c:valAx>
        <c:axId val="499105502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6158826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altLang="en-US">
                <a:latin typeface="楷体" panose="02010609060101010101" pitchFamily="49" charset="-122"/>
                <a:ea typeface="楷体" panose="02010609060101010101" pitchFamily="49" charset="-122"/>
              </a:rPr>
              <a:t>指数走势</a:t>
            </a:r>
            <a:endParaRPr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[CSVC300C_point_all.csv]Sheet1!$B$1</c:f>
              <c:strCache>
                <c:ptCount val="1"/>
                <c:pt idx="0">
                  <c:v>CSI300 Vol Carry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[CSVC300C_point_all.csv]Sheet1!$A$2:$A$1222</c:f>
              <c:numCache>
                <c:formatCode>yyyy/m/d</c:formatCode>
                <c:ptCount val="122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  <c:pt idx="1171" c:formatCode="yyyy/m/d">
                  <c:v>45590</c:v>
                </c:pt>
                <c:pt idx="1172" c:formatCode="yyyy/m/d">
                  <c:v>45593</c:v>
                </c:pt>
                <c:pt idx="1173" c:formatCode="yyyy/m/d">
                  <c:v>45594</c:v>
                </c:pt>
                <c:pt idx="1174" c:formatCode="yyyy/m/d">
                  <c:v>45595</c:v>
                </c:pt>
                <c:pt idx="1175" c:formatCode="yyyy/m/d">
                  <c:v>45596</c:v>
                </c:pt>
                <c:pt idx="1176" c:formatCode="yyyy/m/d">
                  <c:v>45597</c:v>
                </c:pt>
                <c:pt idx="1177" c:formatCode="yyyy/m/d">
                  <c:v>45600</c:v>
                </c:pt>
                <c:pt idx="1178" c:formatCode="yyyy/m/d">
                  <c:v>45601</c:v>
                </c:pt>
                <c:pt idx="1179" c:formatCode="yyyy/m/d">
                  <c:v>45602</c:v>
                </c:pt>
                <c:pt idx="1180" c:formatCode="yyyy/m/d">
                  <c:v>45603</c:v>
                </c:pt>
                <c:pt idx="1181" c:formatCode="yyyy/m/d">
                  <c:v>45604</c:v>
                </c:pt>
                <c:pt idx="1182" c:formatCode="yyyy/m/d">
                  <c:v>45607</c:v>
                </c:pt>
                <c:pt idx="1183" c:formatCode="yyyy/m/d">
                  <c:v>45608</c:v>
                </c:pt>
                <c:pt idx="1184" c:formatCode="yyyy/m/d">
                  <c:v>45609</c:v>
                </c:pt>
                <c:pt idx="1185" c:formatCode="yyyy/m/d">
                  <c:v>45610</c:v>
                </c:pt>
                <c:pt idx="1186" c:formatCode="yyyy/m/d">
                  <c:v>45611</c:v>
                </c:pt>
                <c:pt idx="1187" c:formatCode="yyyy/m/d">
                  <c:v>45614</c:v>
                </c:pt>
                <c:pt idx="1188" c:formatCode="yyyy/m/d">
                  <c:v>45615</c:v>
                </c:pt>
                <c:pt idx="1189" c:formatCode="yyyy/m/d">
                  <c:v>45616</c:v>
                </c:pt>
                <c:pt idx="1190" c:formatCode="yyyy/m/d">
                  <c:v>45617</c:v>
                </c:pt>
                <c:pt idx="1191" c:formatCode="yyyy/m/d">
                  <c:v>45618</c:v>
                </c:pt>
                <c:pt idx="1192" c:formatCode="yyyy/m/d">
                  <c:v>45621</c:v>
                </c:pt>
                <c:pt idx="1193" c:formatCode="yyyy/m/d">
                  <c:v>45622</c:v>
                </c:pt>
                <c:pt idx="1194" c:formatCode="yyyy/m/d">
                  <c:v>45623</c:v>
                </c:pt>
                <c:pt idx="1195" c:formatCode="yyyy/m/d">
                  <c:v>45624</c:v>
                </c:pt>
                <c:pt idx="1196" c:formatCode="yyyy/m/d">
                  <c:v>45625</c:v>
                </c:pt>
                <c:pt idx="1197" c:formatCode="yyyy/m/d">
                  <c:v>45628</c:v>
                </c:pt>
                <c:pt idx="1198" c:formatCode="yyyy/m/d">
                  <c:v>45629</c:v>
                </c:pt>
                <c:pt idx="1199" c:formatCode="yyyy/m/d">
                  <c:v>45630</c:v>
                </c:pt>
                <c:pt idx="1200" c:formatCode="yyyy/m/d">
                  <c:v>45631</c:v>
                </c:pt>
                <c:pt idx="1201" c:formatCode="yyyy/m/d">
                  <c:v>45632</c:v>
                </c:pt>
                <c:pt idx="1202" c:formatCode="yyyy/m/d">
                  <c:v>45635</c:v>
                </c:pt>
                <c:pt idx="1203" c:formatCode="yyyy/m/d">
                  <c:v>45636</c:v>
                </c:pt>
                <c:pt idx="1204" c:formatCode="yyyy/m/d">
                  <c:v>45637</c:v>
                </c:pt>
                <c:pt idx="1205" c:formatCode="yyyy/m/d">
                  <c:v>45638</c:v>
                </c:pt>
                <c:pt idx="1206" c:formatCode="yyyy/m/d">
                  <c:v>45639</c:v>
                </c:pt>
                <c:pt idx="1207" c:formatCode="yyyy/m/d">
                  <c:v>45642</c:v>
                </c:pt>
                <c:pt idx="1208" c:formatCode="yyyy/m/d">
                  <c:v>45643</c:v>
                </c:pt>
                <c:pt idx="1209" c:formatCode="yyyy/m/d">
                  <c:v>45644</c:v>
                </c:pt>
                <c:pt idx="1210" c:formatCode="yyyy/m/d">
                  <c:v>45645</c:v>
                </c:pt>
                <c:pt idx="1211" c:formatCode="yyyy/m/d">
                  <c:v>45646</c:v>
                </c:pt>
                <c:pt idx="1212" c:formatCode="yyyy/m/d">
                  <c:v>45649</c:v>
                </c:pt>
                <c:pt idx="1213" c:formatCode="yyyy/m/d">
                  <c:v>45650</c:v>
                </c:pt>
                <c:pt idx="1214" c:formatCode="yyyy/m/d">
                  <c:v>45651</c:v>
                </c:pt>
                <c:pt idx="1215" c:formatCode="yyyy/m/d">
                  <c:v>45652</c:v>
                </c:pt>
                <c:pt idx="1216" c:formatCode="yyyy/m/d">
                  <c:v>45653</c:v>
                </c:pt>
                <c:pt idx="1217" c:formatCode="yyyy/m/d">
                  <c:v>45656</c:v>
                </c:pt>
                <c:pt idx="1218" c:formatCode="yyyy/m/d">
                  <c:v>45657</c:v>
                </c:pt>
                <c:pt idx="1219" c:formatCode="yyyy/m/d">
                  <c:v>45659</c:v>
                </c:pt>
                <c:pt idx="1220" c:formatCode="yyyy/m/d">
                  <c:v>45660</c:v>
                </c:pt>
              </c:numCache>
            </c:numRef>
          </c:cat>
          <c:val>
            <c:numRef>
              <c:f>[CSVC300C_point_all.csv]Sheet1!$B$2:$B$1222</c:f>
              <c:numCache>
                <c:formatCode>General</c:formatCode>
                <c:ptCount val="1221"/>
                <c:pt idx="0">
                  <c:v>1000</c:v>
                </c:pt>
                <c:pt idx="1">
                  <c:v>999.915472976708</c:v>
                </c:pt>
                <c:pt idx="2">
                  <c:v>999.852808953245</c:v>
                </c:pt>
                <c:pt idx="3">
                  <c:v>1000.07184790234</c:v>
                </c:pt>
                <c:pt idx="4">
                  <c:v>999.600247876903</c:v>
                </c:pt>
                <c:pt idx="5">
                  <c:v>999.022583393947</c:v>
                </c:pt>
                <c:pt idx="6">
                  <c:v>998.245475429168</c:v>
                </c:pt>
                <c:pt idx="7">
                  <c:v>996.132815779498</c:v>
                </c:pt>
                <c:pt idx="8">
                  <c:v>996.895831584424</c:v>
                </c:pt>
                <c:pt idx="9">
                  <c:v>996.295742552535</c:v>
                </c:pt>
                <c:pt idx="10">
                  <c:v>996.778902025012</c:v>
                </c:pt>
                <c:pt idx="11">
                  <c:v>996.021167611659</c:v>
                </c:pt>
                <c:pt idx="12">
                  <c:v>997.652853076328</c:v>
                </c:pt>
                <c:pt idx="13">
                  <c:v>999.164512160373</c:v>
                </c:pt>
                <c:pt idx="14">
                  <c:v>1001.29910625837</c:v>
                </c:pt>
                <c:pt idx="15">
                  <c:v>1001.79823591412</c:v>
                </c:pt>
                <c:pt idx="16">
                  <c:v>1001.59390848965</c:v>
                </c:pt>
                <c:pt idx="17">
                  <c:v>1003.51892477441</c:v>
                </c:pt>
                <c:pt idx="18">
                  <c:v>1005.95687027949</c:v>
                </c:pt>
                <c:pt idx="19">
                  <c:v>1007.07785602794</c:v>
                </c:pt>
                <c:pt idx="20">
                  <c:v>1003.30798683304</c:v>
                </c:pt>
                <c:pt idx="21">
                  <c:v>1002.34402020401</c:v>
                </c:pt>
                <c:pt idx="22">
                  <c:v>993.932390790083</c:v>
                </c:pt>
                <c:pt idx="23">
                  <c:v>983.715862271247</c:v>
                </c:pt>
                <c:pt idx="24">
                  <c:v>987.572444215833</c:v>
                </c:pt>
                <c:pt idx="25">
                  <c:v>991.893942323189</c:v>
                </c:pt>
                <c:pt idx="26">
                  <c:v>992.570557951555</c:v>
                </c:pt>
                <c:pt idx="27">
                  <c:v>991.636121532323</c:v>
                </c:pt>
                <c:pt idx="28">
                  <c:v>994.05715767543</c:v>
                </c:pt>
                <c:pt idx="29">
                  <c:v>997.186894319468</c:v>
                </c:pt>
                <c:pt idx="30">
                  <c:v>1000.09312910321</c:v>
                </c:pt>
                <c:pt idx="31">
                  <c:v>999.987432218156</c:v>
                </c:pt>
                <c:pt idx="32">
                  <c:v>1001.38669541319</c:v>
                </c:pt>
                <c:pt idx="33">
                  <c:v>999.5791685354</c:v>
                </c:pt>
                <c:pt idx="34">
                  <c:v>1001.30279850193</c:v>
                </c:pt>
                <c:pt idx="35">
                  <c:v>1002.02226152306</c:v>
                </c:pt>
                <c:pt idx="36">
                  <c:v>1003.06705763754</c:v>
                </c:pt>
                <c:pt idx="37">
                  <c:v>1002.63055399314</c:v>
                </c:pt>
                <c:pt idx="38">
                  <c:v>1001.35713623063</c:v>
                </c:pt>
                <c:pt idx="39">
                  <c:v>1001.17412416975</c:v>
                </c:pt>
                <c:pt idx="40">
                  <c:v>1000.70742591324</c:v>
                </c:pt>
                <c:pt idx="41">
                  <c:v>1002.35352937907</c:v>
                </c:pt>
                <c:pt idx="42">
                  <c:v>998.316127663103</c:v>
                </c:pt>
                <c:pt idx="43">
                  <c:v>1000.72329891331</c:v>
                </c:pt>
                <c:pt idx="44">
                  <c:v>1001.04148385956</c:v>
                </c:pt>
                <c:pt idx="45">
                  <c:v>1001.63851566592</c:v>
                </c:pt>
                <c:pt idx="46">
                  <c:v>1000.32506980329</c:v>
                </c:pt>
                <c:pt idx="47">
                  <c:v>997.629639509636</c:v>
                </c:pt>
                <c:pt idx="48">
                  <c:v>988.209736860166</c:v>
                </c:pt>
                <c:pt idx="49">
                  <c:v>986.582698898688</c:v>
                </c:pt>
                <c:pt idx="50">
                  <c:v>985.89088067197</c:v>
                </c:pt>
                <c:pt idx="51">
                  <c:v>981.849176480272</c:v>
                </c:pt>
                <c:pt idx="52">
                  <c:v>973.013675896075</c:v>
                </c:pt>
                <c:pt idx="53">
                  <c:v>972.215475582036</c:v>
                </c:pt>
                <c:pt idx="54">
                  <c:v>972.676930145577</c:v>
                </c:pt>
                <c:pt idx="55">
                  <c:v>973.485789615262</c:v>
                </c:pt>
                <c:pt idx="56">
                  <c:v>971.625222038606</c:v>
                </c:pt>
                <c:pt idx="57">
                  <c:v>974.183039106717</c:v>
                </c:pt>
                <c:pt idx="58">
                  <c:v>971.790049814839</c:v>
                </c:pt>
                <c:pt idx="59">
                  <c:v>972.463333004633</c:v>
                </c:pt>
                <c:pt idx="60">
                  <c:v>973.4306396977</c:v>
                </c:pt>
                <c:pt idx="61">
                  <c:v>974.23392155528</c:v>
                </c:pt>
                <c:pt idx="62">
                  <c:v>975.175311403957</c:v>
                </c:pt>
                <c:pt idx="63">
                  <c:v>976.297751449293</c:v>
                </c:pt>
                <c:pt idx="64">
                  <c:v>979.887254116258</c:v>
                </c:pt>
                <c:pt idx="65">
                  <c:v>981.784204744807</c:v>
                </c:pt>
                <c:pt idx="66">
                  <c:v>984.965374238043</c:v>
                </c:pt>
                <c:pt idx="67">
                  <c:v>983.003800218841</c:v>
                </c:pt>
                <c:pt idx="68">
                  <c:v>988.61515297078</c:v>
                </c:pt>
                <c:pt idx="69">
                  <c:v>992.759963933937</c:v>
                </c:pt>
                <c:pt idx="70">
                  <c:v>998.332723866798</c:v>
                </c:pt>
                <c:pt idx="71">
                  <c:v>999.748177687463</c:v>
                </c:pt>
                <c:pt idx="72">
                  <c:v>1004.19962911733</c:v>
                </c:pt>
                <c:pt idx="73">
                  <c:v>1007.38585550112</c:v>
                </c:pt>
                <c:pt idx="74">
                  <c:v>1009.16241317949</c:v>
                </c:pt>
                <c:pt idx="75">
                  <c:v>1012.14099923681</c:v>
                </c:pt>
                <c:pt idx="76">
                  <c:v>1014.19805919705</c:v>
                </c:pt>
                <c:pt idx="77">
                  <c:v>1014.37142715781</c:v>
                </c:pt>
                <c:pt idx="78">
                  <c:v>1014.44888116184</c:v>
                </c:pt>
                <c:pt idx="79">
                  <c:v>1014.95575099142</c:v>
                </c:pt>
                <c:pt idx="80">
                  <c:v>1015.37117984171</c:v>
                </c:pt>
                <c:pt idx="81">
                  <c:v>1015.85011303795</c:v>
                </c:pt>
                <c:pt idx="82">
                  <c:v>1017.31734921266</c:v>
                </c:pt>
                <c:pt idx="83">
                  <c:v>1014.93164191947</c:v>
                </c:pt>
                <c:pt idx="84">
                  <c:v>1015.12876038164</c:v>
                </c:pt>
                <c:pt idx="85">
                  <c:v>1007.74361886108</c:v>
                </c:pt>
                <c:pt idx="86">
                  <c:v>1015.44366570085</c:v>
                </c:pt>
                <c:pt idx="87">
                  <c:v>1020.5746430283</c:v>
                </c:pt>
                <c:pt idx="88">
                  <c:v>1021.95032207113</c:v>
                </c:pt>
                <c:pt idx="89">
                  <c:v>1027.3530850818</c:v>
                </c:pt>
                <c:pt idx="90">
                  <c:v>1030.01150036018</c:v>
                </c:pt>
                <c:pt idx="91">
                  <c:v>1029.70101300726</c:v>
                </c:pt>
                <c:pt idx="92">
                  <c:v>1033.93609911708</c:v>
                </c:pt>
                <c:pt idx="93">
                  <c:v>1037.66535497803</c:v>
                </c:pt>
                <c:pt idx="94">
                  <c:v>1038.27266327855</c:v>
                </c:pt>
                <c:pt idx="95">
                  <c:v>1039.00435453914</c:v>
                </c:pt>
                <c:pt idx="96">
                  <c:v>1039.9312398539</c:v>
                </c:pt>
                <c:pt idx="97">
                  <c:v>1039.38398743515</c:v>
                </c:pt>
                <c:pt idx="98">
                  <c:v>1037.31429303304</c:v>
                </c:pt>
                <c:pt idx="99">
                  <c:v>1038.47922945097</c:v>
                </c:pt>
                <c:pt idx="100">
                  <c:v>1039.94180003562</c:v>
                </c:pt>
                <c:pt idx="101">
                  <c:v>1038.98552367643</c:v>
                </c:pt>
                <c:pt idx="102">
                  <c:v>1037.96074282723</c:v>
                </c:pt>
                <c:pt idx="103">
                  <c:v>1037.61897084801</c:v>
                </c:pt>
                <c:pt idx="104">
                  <c:v>1035.49305244832</c:v>
                </c:pt>
                <c:pt idx="105">
                  <c:v>1037.66060864477</c:v>
                </c:pt>
                <c:pt idx="106">
                  <c:v>1036.78838299937</c:v>
                </c:pt>
                <c:pt idx="107">
                  <c:v>1037.24816945306</c:v>
                </c:pt>
                <c:pt idx="108">
                  <c:v>1038.62170483902</c:v>
                </c:pt>
                <c:pt idx="109">
                  <c:v>1039.870908807</c:v>
                </c:pt>
                <c:pt idx="110">
                  <c:v>1040.70968127012</c:v>
                </c:pt>
                <c:pt idx="111">
                  <c:v>1041.0208125514</c:v>
                </c:pt>
                <c:pt idx="112">
                  <c:v>1040.94411495215</c:v>
                </c:pt>
                <c:pt idx="113">
                  <c:v>1042.46353279039</c:v>
                </c:pt>
                <c:pt idx="114">
                  <c:v>1042.946512789</c:v>
                </c:pt>
                <c:pt idx="115">
                  <c:v>1045.10021766912</c:v>
                </c:pt>
                <c:pt idx="116">
                  <c:v>1046.36745691909</c:v>
                </c:pt>
                <c:pt idx="117">
                  <c:v>1048.2358377699</c:v>
                </c:pt>
                <c:pt idx="118">
                  <c:v>1049.45231983448</c:v>
                </c:pt>
                <c:pt idx="119">
                  <c:v>1049.13083068786</c:v>
                </c:pt>
                <c:pt idx="120">
                  <c:v>1048.40149985631</c:v>
                </c:pt>
                <c:pt idx="121">
                  <c:v>1047.68929201193</c:v>
                </c:pt>
                <c:pt idx="122">
                  <c:v>1051.11610489667</c:v>
                </c:pt>
                <c:pt idx="123">
                  <c:v>1051.93173100344</c:v>
                </c:pt>
                <c:pt idx="124">
                  <c:v>1052.80815180808</c:v>
                </c:pt>
                <c:pt idx="125">
                  <c:v>1044.72540288236</c:v>
                </c:pt>
                <c:pt idx="126">
                  <c:v>1043.54139884843</c:v>
                </c:pt>
                <c:pt idx="127">
                  <c:v>1029.31403694869</c:v>
                </c:pt>
                <c:pt idx="128">
                  <c:v>1023.26310532718</c:v>
                </c:pt>
                <c:pt idx="129">
                  <c:v>1029.03485878428</c:v>
                </c:pt>
                <c:pt idx="130">
                  <c:v>1025.80299543494</c:v>
                </c:pt>
                <c:pt idx="131">
                  <c:v>1027.61672186965</c:v>
                </c:pt>
                <c:pt idx="132">
                  <c:v>1032.14857200663</c:v>
                </c:pt>
                <c:pt idx="133">
                  <c:v>1034.93610763584</c:v>
                </c:pt>
                <c:pt idx="134">
                  <c:v>1030.5644453751</c:v>
                </c:pt>
                <c:pt idx="135">
                  <c:v>1031.57061478795</c:v>
                </c:pt>
                <c:pt idx="136">
                  <c:v>1038.68224549654</c:v>
                </c:pt>
                <c:pt idx="137">
                  <c:v>1039.76532039472</c:v>
                </c:pt>
                <c:pt idx="138">
                  <c:v>1040.56262161081</c:v>
                </c:pt>
                <c:pt idx="139">
                  <c:v>1039.88655357598</c:v>
                </c:pt>
                <c:pt idx="140">
                  <c:v>1039.70607737121</c:v>
                </c:pt>
                <c:pt idx="141">
                  <c:v>1035.16372697051</c:v>
                </c:pt>
                <c:pt idx="142">
                  <c:v>1037.19778472757</c:v>
                </c:pt>
                <c:pt idx="143">
                  <c:v>1038.17165068876</c:v>
                </c:pt>
                <c:pt idx="144">
                  <c:v>1038.3358173263</c:v>
                </c:pt>
                <c:pt idx="145">
                  <c:v>1038.20330735291</c:v>
                </c:pt>
                <c:pt idx="146">
                  <c:v>1034.33749868351</c:v>
                </c:pt>
                <c:pt idx="147">
                  <c:v>1034.024238356</c:v>
                </c:pt>
                <c:pt idx="148">
                  <c:v>1038.33204313622</c:v>
                </c:pt>
                <c:pt idx="149">
                  <c:v>1038.41962397509</c:v>
                </c:pt>
                <c:pt idx="150">
                  <c:v>1039.11113700131</c:v>
                </c:pt>
                <c:pt idx="151">
                  <c:v>1038.48369681421</c:v>
                </c:pt>
                <c:pt idx="152">
                  <c:v>1043.23364037113</c:v>
                </c:pt>
                <c:pt idx="153">
                  <c:v>1046.59062710671</c:v>
                </c:pt>
                <c:pt idx="154">
                  <c:v>1041.69147817896</c:v>
                </c:pt>
                <c:pt idx="155">
                  <c:v>1044.5091686801</c:v>
                </c:pt>
                <c:pt idx="156">
                  <c:v>1049.53547186804</c:v>
                </c:pt>
                <c:pt idx="157">
                  <c:v>1040.94322368356</c:v>
                </c:pt>
                <c:pt idx="158">
                  <c:v>1051.63737136534</c:v>
                </c:pt>
                <c:pt idx="159">
                  <c:v>1055.62042365884</c:v>
                </c:pt>
                <c:pt idx="160">
                  <c:v>1054.59407570845</c:v>
                </c:pt>
                <c:pt idx="161">
                  <c:v>1059.13169863535</c:v>
                </c:pt>
                <c:pt idx="162">
                  <c:v>1059.67437520502</c:v>
                </c:pt>
                <c:pt idx="163">
                  <c:v>1060.92606511639</c:v>
                </c:pt>
                <c:pt idx="164">
                  <c:v>1059.98519951229</c:v>
                </c:pt>
                <c:pt idx="165">
                  <c:v>1061.22783432754</c:v>
                </c:pt>
                <c:pt idx="166">
                  <c:v>1061.22687799528</c:v>
                </c:pt>
                <c:pt idx="167">
                  <c:v>1060.02299540124</c:v>
                </c:pt>
                <c:pt idx="168">
                  <c:v>1063.1042264194</c:v>
                </c:pt>
                <c:pt idx="169">
                  <c:v>1060.06832686724</c:v>
                </c:pt>
                <c:pt idx="170">
                  <c:v>1061.32886878265</c:v>
                </c:pt>
                <c:pt idx="171">
                  <c:v>1061.98575842139</c:v>
                </c:pt>
                <c:pt idx="172">
                  <c:v>1061.92105774674</c:v>
                </c:pt>
                <c:pt idx="173">
                  <c:v>1064.60873291234</c:v>
                </c:pt>
                <c:pt idx="174">
                  <c:v>1061.03418606205</c:v>
                </c:pt>
                <c:pt idx="175">
                  <c:v>1063.81204731117</c:v>
                </c:pt>
                <c:pt idx="176">
                  <c:v>1065.80536509281</c:v>
                </c:pt>
                <c:pt idx="177">
                  <c:v>1068.47275150177</c:v>
                </c:pt>
                <c:pt idx="178">
                  <c:v>1069.90588700541</c:v>
                </c:pt>
                <c:pt idx="179">
                  <c:v>1070.85446748176</c:v>
                </c:pt>
                <c:pt idx="180">
                  <c:v>1070.38274538879</c:v>
                </c:pt>
                <c:pt idx="181">
                  <c:v>1071.70310012965</c:v>
                </c:pt>
                <c:pt idx="182">
                  <c:v>1070.87747069898</c:v>
                </c:pt>
                <c:pt idx="183">
                  <c:v>1070.64183818954</c:v>
                </c:pt>
                <c:pt idx="184">
                  <c:v>1072.24335151247</c:v>
                </c:pt>
                <c:pt idx="185">
                  <c:v>1070.32181791328</c:v>
                </c:pt>
                <c:pt idx="186">
                  <c:v>1070.80101352836</c:v>
                </c:pt>
                <c:pt idx="187">
                  <c:v>1070.27628724488</c:v>
                </c:pt>
                <c:pt idx="188">
                  <c:v>1069.23434386111</c:v>
                </c:pt>
                <c:pt idx="189">
                  <c:v>1069.3012866968</c:v>
                </c:pt>
                <c:pt idx="190">
                  <c:v>1084.29324512703</c:v>
                </c:pt>
                <c:pt idx="191">
                  <c:v>1090.01823632981</c:v>
                </c:pt>
                <c:pt idx="192">
                  <c:v>1092.59876771007</c:v>
                </c:pt>
                <c:pt idx="193">
                  <c:v>1096.01975313151</c:v>
                </c:pt>
                <c:pt idx="194">
                  <c:v>1098.57942516868</c:v>
                </c:pt>
                <c:pt idx="195">
                  <c:v>1103.42451314575</c:v>
                </c:pt>
                <c:pt idx="196">
                  <c:v>1104.29182297916</c:v>
                </c:pt>
                <c:pt idx="197">
                  <c:v>1104.91817863258</c:v>
                </c:pt>
                <c:pt idx="198">
                  <c:v>1104.55927712516</c:v>
                </c:pt>
                <c:pt idx="199">
                  <c:v>1104.54021372287</c:v>
                </c:pt>
                <c:pt idx="200">
                  <c:v>1103.38296785393</c:v>
                </c:pt>
                <c:pt idx="201">
                  <c:v>1104.06417963047</c:v>
                </c:pt>
                <c:pt idx="202">
                  <c:v>1104.85138948967</c:v>
                </c:pt>
                <c:pt idx="203">
                  <c:v>1105.23680919724</c:v>
                </c:pt>
                <c:pt idx="204">
                  <c:v>1105.67588799983</c:v>
                </c:pt>
                <c:pt idx="205">
                  <c:v>1103.99106434836</c:v>
                </c:pt>
                <c:pt idx="206">
                  <c:v>1105.58981715114</c:v>
                </c:pt>
                <c:pt idx="207">
                  <c:v>1105.74327258284</c:v>
                </c:pt>
                <c:pt idx="208">
                  <c:v>1109.41080051476</c:v>
                </c:pt>
                <c:pt idx="209">
                  <c:v>1110.7742167024</c:v>
                </c:pt>
                <c:pt idx="210">
                  <c:v>1115.05842025699</c:v>
                </c:pt>
                <c:pt idx="211">
                  <c:v>1105.21819622844</c:v>
                </c:pt>
                <c:pt idx="212">
                  <c:v>1110.13645186522</c:v>
                </c:pt>
                <c:pt idx="213">
                  <c:v>1113.18586395297</c:v>
                </c:pt>
                <c:pt idx="214">
                  <c:v>1117.76855248023</c:v>
                </c:pt>
                <c:pt idx="215">
                  <c:v>1116.19840557063</c:v>
                </c:pt>
                <c:pt idx="216">
                  <c:v>1122.9756369522</c:v>
                </c:pt>
                <c:pt idx="217">
                  <c:v>1125.40932323608</c:v>
                </c:pt>
                <c:pt idx="218">
                  <c:v>1126.66273446658</c:v>
                </c:pt>
                <c:pt idx="219">
                  <c:v>1130.71979236738</c:v>
                </c:pt>
                <c:pt idx="220">
                  <c:v>1136.64367854019</c:v>
                </c:pt>
                <c:pt idx="221">
                  <c:v>1136.28589816505</c:v>
                </c:pt>
                <c:pt idx="222">
                  <c:v>1136.58462474312</c:v>
                </c:pt>
                <c:pt idx="223">
                  <c:v>1136.44120804069</c:v>
                </c:pt>
                <c:pt idx="224">
                  <c:v>1137.89361028362</c:v>
                </c:pt>
                <c:pt idx="225">
                  <c:v>1138.96810959294</c:v>
                </c:pt>
                <c:pt idx="226">
                  <c:v>1135.21963628789</c:v>
                </c:pt>
                <c:pt idx="227">
                  <c:v>1133.66476857981</c:v>
                </c:pt>
                <c:pt idx="228">
                  <c:v>1131.6670902977</c:v>
                </c:pt>
                <c:pt idx="229">
                  <c:v>1133.74973063052</c:v>
                </c:pt>
                <c:pt idx="230">
                  <c:v>1136.82517391651</c:v>
                </c:pt>
                <c:pt idx="231">
                  <c:v>1140.80536299783</c:v>
                </c:pt>
                <c:pt idx="232">
                  <c:v>1143.23740892698</c:v>
                </c:pt>
                <c:pt idx="233">
                  <c:v>1144.15475814652</c:v>
                </c:pt>
                <c:pt idx="234">
                  <c:v>1145.94836976594</c:v>
                </c:pt>
                <c:pt idx="235">
                  <c:v>1143.70146986447</c:v>
                </c:pt>
                <c:pt idx="236">
                  <c:v>1147.86932924303</c:v>
                </c:pt>
                <c:pt idx="237">
                  <c:v>1148.6643668567</c:v>
                </c:pt>
                <c:pt idx="238">
                  <c:v>1149.2572542432</c:v>
                </c:pt>
                <c:pt idx="239">
                  <c:v>1150.67393180771</c:v>
                </c:pt>
                <c:pt idx="240">
                  <c:v>1152.76227362563</c:v>
                </c:pt>
                <c:pt idx="241">
                  <c:v>1152.53857247809</c:v>
                </c:pt>
                <c:pt idx="242">
                  <c:v>1152.570686173</c:v>
                </c:pt>
                <c:pt idx="243">
                  <c:v>1152.97985853815</c:v>
                </c:pt>
                <c:pt idx="244">
                  <c:v>1153.12484951907</c:v>
                </c:pt>
                <c:pt idx="245">
                  <c:v>1153.66836367419</c:v>
                </c:pt>
                <c:pt idx="246">
                  <c:v>1154.17845061886</c:v>
                </c:pt>
                <c:pt idx="247">
                  <c:v>1153.39029730343</c:v>
                </c:pt>
                <c:pt idx="248">
                  <c:v>1154.53212385929</c:v>
                </c:pt>
                <c:pt idx="249">
                  <c:v>1146.96559124592</c:v>
                </c:pt>
                <c:pt idx="250">
                  <c:v>1145.42927637788</c:v>
                </c:pt>
                <c:pt idx="251">
                  <c:v>1146.03348936699</c:v>
                </c:pt>
                <c:pt idx="252">
                  <c:v>1144.98074626012</c:v>
                </c:pt>
                <c:pt idx="253">
                  <c:v>1149.75601415635</c:v>
                </c:pt>
                <c:pt idx="254">
                  <c:v>1142.25649446211</c:v>
                </c:pt>
                <c:pt idx="255">
                  <c:v>1148.48037491684</c:v>
                </c:pt>
                <c:pt idx="256">
                  <c:v>1148.78317418335</c:v>
                </c:pt>
                <c:pt idx="257">
                  <c:v>1150.93235918875</c:v>
                </c:pt>
                <c:pt idx="258">
                  <c:v>1149.66828129738</c:v>
                </c:pt>
                <c:pt idx="259">
                  <c:v>1152.99574419044</c:v>
                </c:pt>
                <c:pt idx="260">
                  <c:v>1153.85342713099</c:v>
                </c:pt>
                <c:pt idx="261">
                  <c:v>1153.31676387098</c:v>
                </c:pt>
                <c:pt idx="262">
                  <c:v>1154.20224331594</c:v>
                </c:pt>
                <c:pt idx="263">
                  <c:v>1153.59993086941</c:v>
                </c:pt>
                <c:pt idx="264">
                  <c:v>1155.14088007852</c:v>
                </c:pt>
                <c:pt idx="265">
                  <c:v>1155.84012531461</c:v>
                </c:pt>
                <c:pt idx="266">
                  <c:v>1155.41235457108</c:v>
                </c:pt>
                <c:pt idx="267">
                  <c:v>1156.38139944193</c:v>
                </c:pt>
                <c:pt idx="268">
                  <c:v>1153.91341188781</c:v>
                </c:pt>
                <c:pt idx="269">
                  <c:v>1151.98582043696</c:v>
                </c:pt>
                <c:pt idx="270">
                  <c:v>1156.40650980046</c:v>
                </c:pt>
                <c:pt idx="271">
                  <c:v>1161.89491836511</c:v>
                </c:pt>
                <c:pt idx="272">
                  <c:v>1164.18256869828</c:v>
                </c:pt>
                <c:pt idx="273">
                  <c:v>1164.87147001428</c:v>
                </c:pt>
                <c:pt idx="274">
                  <c:v>1165.36174933417</c:v>
                </c:pt>
                <c:pt idx="275">
                  <c:v>1170.93847286051</c:v>
                </c:pt>
                <c:pt idx="276">
                  <c:v>1170.36477453664</c:v>
                </c:pt>
                <c:pt idx="277">
                  <c:v>1159.17968622835</c:v>
                </c:pt>
                <c:pt idx="278">
                  <c:v>1174.71661913145</c:v>
                </c:pt>
                <c:pt idx="279">
                  <c:v>1176.36757121875</c:v>
                </c:pt>
                <c:pt idx="280">
                  <c:v>1175.08475396696</c:v>
                </c:pt>
                <c:pt idx="281">
                  <c:v>1175.28090350895</c:v>
                </c:pt>
                <c:pt idx="282">
                  <c:v>1172.20397330438</c:v>
                </c:pt>
                <c:pt idx="283">
                  <c:v>1174.27643697278</c:v>
                </c:pt>
                <c:pt idx="284">
                  <c:v>1171.65621596838</c:v>
                </c:pt>
                <c:pt idx="285">
                  <c:v>1173.603961453</c:v>
                </c:pt>
                <c:pt idx="286">
                  <c:v>1172.88473040041</c:v>
                </c:pt>
                <c:pt idx="287">
                  <c:v>1174.93771842619</c:v>
                </c:pt>
                <c:pt idx="288">
                  <c:v>1169.31055649831</c:v>
                </c:pt>
                <c:pt idx="289">
                  <c:v>1169.23844061905</c:v>
                </c:pt>
                <c:pt idx="290">
                  <c:v>1164.75474631827</c:v>
                </c:pt>
                <c:pt idx="291">
                  <c:v>1164.13651513245</c:v>
                </c:pt>
                <c:pt idx="292">
                  <c:v>1166.47314803635</c:v>
                </c:pt>
                <c:pt idx="293">
                  <c:v>1169.92571301465</c:v>
                </c:pt>
                <c:pt idx="294">
                  <c:v>1171.9925231935</c:v>
                </c:pt>
                <c:pt idx="295">
                  <c:v>1171.34502799517</c:v>
                </c:pt>
                <c:pt idx="296">
                  <c:v>1173.11593891769</c:v>
                </c:pt>
                <c:pt idx="297">
                  <c:v>1173.4996094944</c:v>
                </c:pt>
                <c:pt idx="298">
                  <c:v>1174.51836249444</c:v>
                </c:pt>
                <c:pt idx="299">
                  <c:v>1172.50125773387</c:v>
                </c:pt>
                <c:pt idx="300">
                  <c:v>1173.65609177279</c:v>
                </c:pt>
                <c:pt idx="301">
                  <c:v>1173.50114735237</c:v>
                </c:pt>
                <c:pt idx="302">
                  <c:v>1172.01709355858</c:v>
                </c:pt>
                <c:pt idx="303">
                  <c:v>1173.28750680566</c:v>
                </c:pt>
                <c:pt idx="304">
                  <c:v>1176.41712260933</c:v>
                </c:pt>
                <c:pt idx="305">
                  <c:v>1177.33252634573</c:v>
                </c:pt>
                <c:pt idx="306">
                  <c:v>1178.76463194825</c:v>
                </c:pt>
                <c:pt idx="307">
                  <c:v>1179.07967205156</c:v>
                </c:pt>
                <c:pt idx="308">
                  <c:v>1180.52089272522</c:v>
                </c:pt>
                <c:pt idx="309">
                  <c:v>1178.05000965162</c:v>
                </c:pt>
                <c:pt idx="310">
                  <c:v>1180.37520147686</c:v>
                </c:pt>
                <c:pt idx="311">
                  <c:v>1182.69336969753</c:v>
                </c:pt>
                <c:pt idx="312">
                  <c:v>1186.5483732409</c:v>
                </c:pt>
                <c:pt idx="313">
                  <c:v>1183.95900712205</c:v>
                </c:pt>
                <c:pt idx="314">
                  <c:v>1181.98605017255</c:v>
                </c:pt>
                <c:pt idx="315">
                  <c:v>1182.27734836295</c:v>
                </c:pt>
                <c:pt idx="316">
                  <c:v>1182.80270043845</c:v>
                </c:pt>
                <c:pt idx="317">
                  <c:v>1181.80526234929</c:v>
                </c:pt>
                <c:pt idx="318">
                  <c:v>1182.68246178475</c:v>
                </c:pt>
                <c:pt idx="319">
                  <c:v>1182.60077928229</c:v>
                </c:pt>
                <c:pt idx="320">
                  <c:v>1182.59286154134</c:v>
                </c:pt>
                <c:pt idx="321">
                  <c:v>1182.37830397495</c:v>
                </c:pt>
                <c:pt idx="322">
                  <c:v>1182.60987666408</c:v>
                </c:pt>
                <c:pt idx="323">
                  <c:v>1181.87107785703</c:v>
                </c:pt>
                <c:pt idx="324">
                  <c:v>1180.21811144968</c:v>
                </c:pt>
                <c:pt idx="325">
                  <c:v>1182.60587962553</c:v>
                </c:pt>
                <c:pt idx="326">
                  <c:v>1183.6086628926</c:v>
                </c:pt>
                <c:pt idx="327">
                  <c:v>1180.21060322153</c:v>
                </c:pt>
                <c:pt idx="328">
                  <c:v>1180.33851277737</c:v>
                </c:pt>
                <c:pt idx="329">
                  <c:v>1180.87899234189</c:v>
                </c:pt>
                <c:pt idx="330">
                  <c:v>1180.6946143098</c:v>
                </c:pt>
                <c:pt idx="331">
                  <c:v>1181.97319424745</c:v>
                </c:pt>
                <c:pt idx="332">
                  <c:v>1182.16727506705</c:v>
                </c:pt>
                <c:pt idx="333">
                  <c:v>1183.0004244524</c:v>
                </c:pt>
                <c:pt idx="334">
                  <c:v>1181.70530745185</c:v>
                </c:pt>
                <c:pt idx="335">
                  <c:v>1180.37213676703</c:v>
                </c:pt>
                <c:pt idx="336">
                  <c:v>1175.65663567766</c:v>
                </c:pt>
                <c:pt idx="337">
                  <c:v>1183.49768990629</c:v>
                </c:pt>
                <c:pt idx="338">
                  <c:v>1186.56292869827</c:v>
                </c:pt>
                <c:pt idx="339">
                  <c:v>1191.26858091957</c:v>
                </c:pt>
                <c:pt idx="340">
                  <c:v>1191.38432575703</c:v>
                </c:pt>
                <c:pt idx="341">
                  <c:v>1191.96554725418</c:v>
                </c:pt>
                <c:pt idx="342">
                  <c:v>1188.83777024363</c:v>
                </c:pt>
                <c:pt idx="343">
                  <c:v>1188.83020917052</c:v>
                </c:pt>
                <c:pt idx="344">
                  <c:v>1187.77768328384</c:v>
                </c:pt>
                <c:pt idx="345">
                  <c:v>1187.45881474225</c:v>
                </c:pt>
                <c:pt idx="346">
                  <c:v>1188.81525373557</c:v>
                </c:pt>
                <c:pt idx="347">
                  <c:v>1189.12138194887</c:v>
                </c:pt>
                <c:pt idx="348">
                  <c:v>1192.37479201863</c:v>
                </c:pt>
                <c:pt idx="349">
                  <c:v>1194.0572144819</c:v>
                </c:pt>
                <c:pt idx="350">
                  <c:v>1194.18962228877</c:v>
                </c:pt>
                <c:pt idx="351">
                  <c:v>1194.47070852839</c:v>
                </c:pt>
                <c:pt idx="352">
                  <c:v>1191.80963564505</c:v>
                </c:pt>
                <c:pt idx="353">
                  <c:v>1195.48698885307</c:v>
                </c:pt>
                <c:pt idx="354">
                  <c:v>1199.27648657243</c:v>
                </c:pt>
                <c:pt idx="355">
                  <c:v>1199.1213283954</c:v>
                </c:pt>
                <c:pt idx="356">
                  <c:v>1197.25038548287</c:v>
                </c:pt>
                <c:pt idx="357">
                  <c:v>1196.50797552976</c:v>
                </c:pt>
                <c:pt idx="358">
                  <c:v>1197.18992620715</c:v>
                </c:pt>
                <c:pt idx="359">
                  <c:v>1197.26410515761</c:v>
                </c:pt>
                <c:pt idx="360">
                  <c:v>1197.39909945198</c:v>
                </c:pt>
                <c:pt idx="361">
                  <c:v>1197.94292411276</c:v>
                </c:pt>
                <c:pt idx="362">
                  <c:v>1198.94296428163</c:v>
                </c:pt>
                <c:pt idx="363">
                  <c:v>1199.65436040023</c:v>
                </c:pt>
                <c:pt idx="364">
                  <c:v>1199.06869507587</c:v>
                </c:pt>
                <c:pt idx="365">
                  <c:v>1199.92155085468</c:v>
                </c:pt>
                <c:pt idx="366">
                  <c:v>1200.08241191798</c:v>
                </c:pt>
                <c:pt idx="367">
                  <c:v>1201.19215439993</c:v>
                </c:pt>
                <c:pt idx="368">
                  <c:v>1200.3145966006</c:v>
                </c:pt>
                <c:pt idx="369">
                  <c:v>1196.62856909304</c:v>
                </c:pt>
                <c:pt idx="370">
                  <c:v>1199.81968786216</c:v>
                </c:pt>
                <c:pt idx="371">
                  <c:v>1199.76334151407</c:v>
                </c:pt>
                <c:pt idx="372">
                  <c:v>1200.55210190102</c:v>
                </c:pt>
                <c:pt idx="373">
                  <c:v>1199.66033030284</c:v>
                </c:pt>
                <c:pt idx="374">
                  <c:v>1198.67433267412</c:v>
                </c:pt>
                <c:pt idx="375">
                  <c:v>1196.48514675803</c:v>
                </c:pt>
                <c:pt idx="376">
                  <c:v>1199.11854573581</c:v>
                </c:pt>
                <c:pt idx="377">
                  <c:v>1197.40225629959</c:v>
                </c:pt>
                <c:pt idx="378">
                  <c:v>1199.77319761216</c:v>
                </c:pt>
                <c:pt idx="379">
                  <c:v>1201.87312883753</c:v>
                </c:pt>
                <c:pt idx="380">
                  <c:v>1202.0153933932</c:v>
                </c:pt>
                <c:pt idx="381">
                  <c:v>1201.48802114037</c:v>
                </c:pt>
                <c:pt idx="382">
                  <c:v>1201.4950921952</c:v>
                </c:pt>
                <c:pt idx="383">
                  <c:v>1201.51478985379</c:v>
                </c:pt>
                <c:pt idx="384">
                  <c:v>1201.65281296136</c:v>
                </c:pt>
                <c:pt idx="385">
                  <c:v>1197.67661824597</c:v>
                </c:pt>
                <c:pt idx="386">
                  <c:v>1195.81809816921</c:v>
                </c:pt>
                <c:pt idx="387">
                  <c:v>1194.23957907311</c:v>
                </c:pt>
                <c:pt idx="388">
                  <c:v>1195.94215416587</c:v>
                </c:pt>
                <c:pt idx="389">
                  <c:v>1194.17903970443</c:v>
                </c:pt>
                <c:pt idx="390">
                  <c:v>1194.13876079247</c:v>
                </c:pt>
                <c:pt idx="391">
                  <c:v>1194.78942662998</c:v>
                </c:pt>
                <c:pt idx="392">
                  <c:v>1195.3944484158</c:v>
                </c:pt>
                <c:pt idx="393">
                  <c:v>1195.52321887531</c:v>
                </c:pt>
                <c:pt idx="394">
                  <c:v>1196.08347184296</c:v>
                </c:pt>
                <c:pt idx="395">
                  <c:v>1194.55456980878</c:v>
                </c:pt>
                <c:pt idx="396">
                  <c:v>1193.45969284462</c:v>
                </c:pt>
                <c:pt idx="397">
                  <c:v>1193.04685339328</c:v>
                </c:pt>
                <c:pt idx="398">
                  <c:v>1194.18923825215</c:v>
                </c:pt>
                <c:pt idx="399">
                  <c:v>1195.966886552</c:v>
                </c:pt>
                <c:pt idx="400">
                  <c:v>1197.47311086468</c:v>
                </c:pt>
                <c:pt idx="401">
                  <c:v>1188.94531455989</c:v>
                </c:pt>
                <c:pt idx="402">
                  <c:v>1191.86297897846</c:v>
                </c:pt>
                <c:pt idx="403">
                  <c:v>1191.14723120839</c:v>
                </c:pt>
                <c:pt idx="404">
                  <c:v>1189.41653954483</c:v>
                </c:pt>
                <c:pt idx="405">
                  <c:v>1190.39189190604</c:v>
                </c:pt>
                <c:pt idx="406">
                  <c:v>1191.51487610666</c:v>
                </c:pt>
                <c:pt idx="407">
                  <c:v>1191.71752910916</c:v>
                </c:pt>
                <c:pt idx="408">
                  <c:v>1190.46429859121</c:v>
                </c:pt>
                <c:pt idx="409">
                  <c:v>1190.67644914593</c:v>
                </c:pt>
                <c:pt idx="410">
                  <c:v>1190.5310260629</c:v>
                </c:pt>
                <c:pt idx="411">
                  <c:v>1190.29508849016</c:v>
                </c:pt>
                <c:pt idx="412">
                  <c:v>1189.12973024426</c:v>
                </c:pt>
                <c:pt idx="413">
                  <c:v>1189.33255054392</c:v>
                </c:pt>
                <c:pt idx="414">
                  <c:v>1189.9906734611</c:v>
                </c:pt>
                <c:pt idx="415">
                  <c:v>1192.26902219625</c:v>
                </c:pt>
                <c:pt idx="416">
                  <c:v>1193.48933602814</c:v>
                </c:pt>
                <c:pt idx="417">
                  <c:v>1192.98882108476</c:v>
                </c:pt>
                <c:pt idx="418">
                  <c:v>1195.46366278379</c:v>
                </c:pt>
                <c:pt idx="419">
                  <c:v>1193.59279684923</c:v>
                </c:pt>
                <c:pt idx="420">
                  <c:v>1200.23379912319</c:v>
                </c:pt>
                <c:pt idx="421">
                  <c:v>1199.72537645773</c:v>
                </c:pt>
                <c:pt idx="422">
                  <c:v>1196.00418601359</c:v>
                </c:pt>
                <c:pt idx="423">
                  <c:v>1195.81396259417</c:v>
                </c:pt>
                <c:pt idx="424">
                  <c:v>1198.65442640247</c:v>
                </c:pt>
                <c:pt idx="425">
                  <c:v>1197.72965511013</c:v>
                </c:pt>
                <c:pt idx="426">
                  <c:v>1198.61525090562</c:v>
                </c:pt>
                <c:pt idx="427">
                  <c:v>1199.50312519591</c:v>
                </c:pt>
                <c:pt idx="428">
                  <c:v>1201.03790796766</c:v>
                </c:pt>
                <c:pt idx="429">
                  <c:v>1200.69142215579</c:v>
                </c:pt>
                <c:pt idx="430">
                  <c:v>1198.51478162348</c:v>
                </c:pt>
                <c:pt idx="431">
                  <c:v>1200.31243091912</c:v>
                </c:pt>
                <c:pt idx="432">
                  <c:v>1207.93932697228</c:v>
                </c:pt>
                <c:pt idx="433">
                  <c:v>1210.35979707742</c:v>
                </c:pt>
                <c:pt idx="434">
                  <c:v>1208.6839693455</c:v>
                </c:pt>
                <c:pt idx="435">
                  <c:v>1210.29194739195</c:v>
                </c:pt>
                <c:pt idx="436">
                  <c:v>1210.97089382144</c:v>
                </c:pt>
                <c:pt idx="437">
                  <c:v>1213.97659548364</c:v>
                </c:pt>
                <c:pt idx="438">
                  <c:v>1212.76630105803</c:v>
                </c:pt>
                <c:pt idx="439">
                  <c:v>1213.10449981648</c:v>
                </c:pt>
                <c:pt idx="440">
                  <c:v>1212.83998600921</c:v>
                </c:pt>
                <c:pt idx="441">
                  <c:v>1213.02366718566</c:v>
                </c:pt>
                <c:pt idx="442">
                  <c:v>1211.48792794434</c:v>
                </c:pt>
                <c:pt idx="443">
                  <c:v>1212.38414268484</c:v>
                </c:pt>
                <c:pt idx="444">
                  <c:v>1212.71299704399</c:v>
                </c:pt>
                <c:pt idx="445">
                  <c:v>1212.4545667166</c:v>
                </c:pt>
                <c:pt idx="446">
                  <c:v>1212.59161357058</c:v>
                </c:pt>
                <c:pt idx="447">
                  <c:v>1214.26314141357</c:v>
                </c:pt>
                <c:pt idx="448">
                  <c:v>1214.8973046986</c:v>
                </c:pt>
                <c:pt idx="449">
                  <c:v>1212.41132776223</c:v>
                </c:pt>
                <c:pt idx="450">
                  <c:v>1211.8429742972</c:v>
                </c:pt>
                <c:pt idx="451">
                  <c:v>1214.83776956741</c:v>
                </c:pt>
                <c:pt idx="452">
                  <c:v>1215.79658117864</c:v>
                </c:pt>
                <c:pt idx="453">
                  <c:v>1215.85286690151</c:v>
                </c:pt>
                <c:pt idx="454">
                  <c:v>1216.45710437852</c:v>
                </c:pt>
                <c:pt idx="455">
                  <c:v>1213.73708609921</c:v>
                </c:pt>
                <c:pt idx="456">
                  <c:v>1215.12642876321</c:v>
                </c:pt>
                <c:pt idx="457">
                  <c:v>1216.54141812239</c:v>
                </c:pt>
                <c:pt idx="458">
                  <c:v>1218.38583896867</c:v>
                </c:pt>
                <c:pt idx="459">
                  <c:v>1220.68498191066</c:v>
                </c:pt>
                <c:pt idx="460">
                  <c:v>1222.04126540934</c:v>
                </c:pt>
                <c:pt idx="461">
                  <c:v>1221.65572472439</c:v>
                </c:pt>
                <c:pt idx="462">
                  <c:v>1222.80631627639</c:v>
                </c:pt>
                <c:pt idx="463">
                  <c:v>1223.27281851473</c:v>
                </c:pt>
                <c:pt idx="464">
                  <c:v>1223.61443341732</c:v>
                </c:pt>
                <c:pt idx="465">
                  <c:v>1223.97340022092</c:v>
                </c:pt>
                <c:pt idx="466">
                  <c:v>1224.35949121066</c:v>
                </c:pt>
                <c:pt idx="467">
                  <c:v>1224.28451138809</c:v>
                </c:pt>
                <c:pt idx="468">
                  <c:v>1224.41910010954</c:v>
                </c:pt>
                <c:pt idx="469">
                  <c:v>1224.17307557899</c:v>
                </c:pt>
                <c:pt idx="470">
                  <c:v>1225.34934836908</c:v>
                </c:pt>
                <c:pt idx="471">
                  <c:v>1226.78186099272</c:v>
                </c:pt>
                <c:pt idx="472">
                  <c:v>1227.85908340336</c:v>
                </c:pt>
                <c:pt idx="473">
                  <c:v>1227.45071090087</c:v>
                </c:pt>
                <c:pt idx="474">
                  <c:v>1229.86768608163</c:v>
                </c:pt>
                <c:pt idx="475">
                  <c:v>1224.86476293299</c:v>
                </c:pt>
                <c:pt idx="476">
                  <c:v>1211.65573200453</c:v>
                </c:pt>
                <c:pt idx="477">
                  <c:v>1217.5148477093</c:v>
                </c:pt>
                <c:pt idx="478">
                  <c:v>1210.79634750669</c:v>
                </c:pt>
                <c:pt idx="479">
                  <c:v>1213.78766815402</c:v>
                </c:pt>
                <c:pt idx="480">
                  <c:v>1215.23631314181</c:v>
                </c:pt>
                <c:pt idx="481">
                  <c:v>1221.15806421615</c:v>
                </c:pt>
                <c:pt idx="482">
                  <c:v>1222.12082915868</c:v>
                </c:pt>
                <c:pt idx="483">
                  <c:v>1221.70775648841</c:v>
                </c:pt>
                <c:pt idx="484">
                  <c:v>1222.33143398567</c:v>
                </c:pt>
                <c:pt idx="485">
                  <c:v>1222.45575824905</c:v>
                </c:pt>
                <c:pt idx="486">
                  <c:v>1223.14811498931</c:v>
                </c:pt>
                <c:pt idx="487">
                  <c:v>1222.56536891616</c:v>
                </c:pt>
                <c:pt idx="488">
                  <c:v>1222.76135508504</c:v>
                </c:pt>
                <c:pt idx="489">
                  <c:v>1223.28941681854</c:v>
                </c:pt>
                <c:pt idx="490">
                  <c:v>1220.61419494808</c:v>
                </c:pt>
                <c:pt idx="491">
                  <c:v>1221.55505647682</c:v>
                </c:pt>
                <c:pt idx="492">
                  <c:v>1221.30235492029</c:v>
                </c:pt>
                <c:pt idx="493">
                  <c:v>1221.70152095778</c:v>
                </c:pt>
                <c:pt idx="494">
                  <c:v>1218.93554168013</c:v>
                </c:pt>
                <c:pt idx="495">
                  <c:v>1217.56835952799</c:v>
                </c:pt>
                <c:pt idx="496">
                  <c:v>1220.40057945888</c:v>
                </c:pt>
                <c:pt idx="497">
                  <c:v>1221.64243752879</c:v>
                </c:pt>
                <c:pt idx="498">
                  <c:v>1221.09457328412</c:v>
                </c:pt>
                <c:pt idx="499">
                  <c:v>1222.920916813</c:v>
                </c:pt>
                <c:pt idx="500">
                  <c:v>1220.81954728581</c:v>
                </c:pt>
                <c:pt idx="501">
                  <c:v>1221.30591982812</c:v>
                </c:pt>
                <c:pt idx="502">
                  <c:v>1223.89152336983</c:v>
                </c:pt>
                <c:pt idx="503">
                  <c:v>1225.85021016568</c:v>
                </c:pt>
                <c:pt idx="504">
                  <c:v>1225.3527101302</c:v>
                </c:pt>
                <c:pt idx="505">
                  <c:v>1224.45165198076</c:v>
                </c:pt>
                <c:pt idx="506">
                  <c:v>1224.27700163587</c:v>
                </c:pt>
                <c:pt idx="507">
                  <c:v>1223.9247394639</c:v>
                </c:pt>
                <c:pt idx="508">
                  <c:v>1221.67383481292</c:v>
                </c:pt>
                <c:pt idx="509">
                  <c:v>1223.2703200061</c:v>
                </c:pt>
                <c:pt idx="510">
                  <c:v>1221.90915502665</c:v>
                </c:pt>
                <c:pt idx="511">
                  <c:v>1220.25154043075</c:v>
                </c:pt>
                <c:pt idx="512">
                  <c:v>1225.37545913399</c:v>
                </c:pt>
                <c:pt idx="513">
                  <c:v>1223.1806104669</c:v>
                </c:pt>
                <c:pt idx="514">
                  <c:v>1224.75112405975</c:v>
                </c:pt>
                <c:pt idx="515">
                  <c:v>1224.74702951687</c:v>
                </c:pt>
                <c:pt idx="516">
                  <c:v>1223.22340443833</c:v>
                </c:pt>
                <c:pt idx="517">
                  <c:v>1222.19542663127</c:v>
                </c:pt>
                <c:pt idx="518">
                  <c:v>1223.62088914382</c:v>
                </c:pt>
                <c:pt idx="519">
                  <c:v>1224.17906241032</c:v>
                </c:pt>
                <c:pt idx="520">
                  <c:v>1225.16291178154</c:v>
                </c:pt>
                <c:pt idx="521">
                  <c:v>1226.78675445502</c:v>
                </c:pt>
                <c:pt idx="522">
                  <c:v>1226.79896780046</c:v>
                </c:pt>
                <c:pt idx="523">
                  <c:v>1225.67485138373</c:v>
                </c:pt>
                <c:pt idx="524">
                  <c:v>1226.22343245704</c:v>
                </c:pt>
                <c:pt idx="525">
                  <c:v>1223.88611674491</c:v>
                </c:pt>
                <c:pt idx="526">
                  <c:v>1222.25960592577</c:v>
                </c:pt>
                <c:pt idx="527">
                  <c:v>1221.90119716999</c:v>
                </c:pt>
                <c:pt idx="528">
                  <c:v>1223.27498852847</c:v>
                </c:pt>
                <c:pt idx="529">
                  <c:v>1222.85354496196</c:v>
                </c:pt>
                <c:pt idx="530">
                  <c:v>1222.56975136543</c:v>
                </c:pt>
                <c:pt idx="531">
                  <c:v>1221.6888610832</c:v>
                </c:pt>
                <c:pt idx="532">
                  <c:v>1217.25520596034</c:v>
                </c:pt>
                <c:pt idx="533">
                  <c:v>1215.91539906165</c:v>
                </c:pt>
                <c:pt idx="534">
                  <c:v>1213.75860225746</c:v>
                </c:pt>
                <c:pt idx="535">
                  <c:v>1212.46586922639</c:v>
                </c:pt>
                <c:pt idx="536">
                  <c:v>1208.38735968606</c:v>
                </c:pt>
                <c:pt idx="537">
                  <c:v>1205.32783786233</c:v>
                </c:pt>
                <c:pt idx="538">
                  <c:v>1203.14912974077</c:v>
                </c:pt>
                <c:pt idx="539">
                  <c:v>1204.81582925947</c:v>
                </c:pt>
                <c:pt idx="540">
                  <c:v>1207.12208956849</c:v>
                </c:pt>
                <c:pt idx="541">
                  <c:v>1208.63068510096</c:v>
                </c:pt>
                <c:pt idx="542">
                  <c:v>1209.12922164617</c:v>
                </c:pt>
                <c:pt idx="543">
                  <c:v>1210.52793670644</c:v>
                </c:pt>
                <c:pt idx="544">
                  <c:v>1211.99233275967</c:v>
                </c:pt>
                <c:pt idx="545">
                  <c:v>1212.90929976411</c:v>
                </c:pt>
                <c:pt idx="546">
                  <c:v>1210.84080728191</c:v>
                </c:pt>
                <c:pt idx="547">
                  <c:v>1209.36153553395</c:v>
                </c:pt>
                <c:pt idx="548">
                  <c:v>1209.60999703937</c:v>
                </c:pt>
                <c:pt idx="549">
                  <c:v>1211.17664220297</c:v>
                </c:pt>
                <c:pt idx="550">
                  <c:v>1211.75238902789</c:v>
                </c:pt>
                <c:pt idx="551">
                  <c:v>1211.78184633631</c:v>
                </c:pt>
                <c:pt idx="552">
                  <c:v>1214.3932695891</c:v>
                </c:pt>
                <c:pt idx="553">
                  <c:v>1213.89682454909</c:v>
                </c:pt>
                <c:pt idx="554">
                  <c:v>1216.74973971011</c:v>
                </c:pt>
                <c:pt idx="555">
                  <c:v>1207.07534095839</c:v>
                </c:pt>
                <c:pt idx="556">
                  <c:v>1209.89559374424</c:v>
                </c:pt>
                <c:pt idx="557">
                  <c:v>1211.08828310117</c:v>
                </c:pt>
                <c:pt idx="558">
                  <c:v>1213.62278823639</c:v>
                </c:pt>
                <c:pt idx="559">
                  <c:v>1214.56455196493</c:v>
                </c:pt>
                <c:pt idx="560">
                  <c:v>1214.22513801629</c:v>
                </c:pt>
                <c:pt idx="561">
                  <c:v>1213.74603575357</c:v>
                </c:pt>
                <c:pt idx="562">
                  <c:v>1212.34970260282</c:v>
                </c:pt>
                <c:pt idx="563">
                  <c:v>1210.82405460181</c:v>
                </c:pt>
                <c:pt idx="564">
                  <c:v>1212.34604834701</c:v>
                </c:pt>
                <c:pt idx="565">
                  <c:v>1206.18596696284</c:v>
                </c:pt>
                <c:pt idx="566">
                  <c:v>1206.92862170064</c:v>
                </c:pt>
                <c:pt idx="567">
                  <c:v>1209.33501221235</c:v>
                </c:pt>
                <c:pt idx="568">
                  <c:v>1211.93692505439</c:v>
                </c:pt>
                <c:pt idx="569">
                  <c:v>1212.38494817559</c:v>
                </c:pt>
                <c:pt idx="570">
                  <c:v>1215.85327306399</c:v>
                </c:pt>
                <c:pt idx="571">
                  <c:v>1210.19600728588</c:v>
                </c:pt>
                <c:pt idx="572">
                  <c:v>1209.79748288168</c:v>
                </c:pt>
                <c:pt idx="573">
                  <c:v>1210.76885109303</c:v>
                </c:pt>
                <c:pt idx="574">
                  <c:v>1208.36733729584</c:v>
                </c:pt>
                <c:pt idx="575">
                  <c:v>1210.33955673677</c:v>
                </c:pt>
                <c:pt idx="576">
                  <c:v>1211.53961976873</c:v>
                </c:pt>
                <c:pt idx="577">
                  <c:v>1212.85523738946</c:v>
                </c:pt>
                <c:pt idx="578">
                  <c:v>1218.11949109029</c:v>
                </c:pt>
                <c:pt idx="579">
                  <c:v>1220.37376540829</c:v>
                </c:pt>
                <c:pt idx="580">
                  <c:v>1221.39081022531</c:v>
                </c:pt>
                <c:pt idx="581">
                  <c:v>1218.12148524944</c:v>
                </c:pt>
                <c:pt idx="582">
                  <c:v>1218.13771847694</c:v>
                </c:pt>
                <c:pt idx="583">
                  <c:v>1217.70166031653</c:v>
                </c:pt>
                <c:pt idx="584">
                  <c:v>1218.36984721055</c:v>
                </c:pt>
                <c:pt idx="585">
                  <c:v>1218.48025338047</c:v>
                </c:pt>
                <c:pt idx="586">
                  <c:v>1218.63106243559</c:v>
                </c:pt>
                <c:pt idx="587">
                  <c:v>1219.39268588918</c:v>
                </c:pt>
                <c:pt idx="588">
                  <c:v>1219.13885559445</c:v>
                </c:pt>
                <c:pt idx="589">
                  <c:v>1220.72493243192</c:v>
                </c:pt>
                <c:pt idx="590">
                  <c:v>1220.81337779919</c:v>
                </c:pt>
                <c:pt idx="591">
                  <c:v>1221.28627281877</c:v>
                </c:pt>
                <c:pt idx="592">
                  <c:v>1221.45097097708</c:v>
                </c:pt>
                <c:pt idx="593">
                  <c:v>1221.24038401935</c:v>
                </c:pt>
                <c:pt idx="594">
                  <c:v>1222.75061248668</c:v>
                </c:pt>
                <c:pt idx="595">
                  <c:v>1222.3846037646</c:v>
                </c:pt>
                <c:pt idx="596">
                  <c:v>1226.29751088489</c:v>
                </c:pt>
                <c:pt idx="597">
                  <c:v>1227.63527699285</c:v>
                </c:pt>
                <c:pt idx="598">
                  <c:v>1195.25627138788</c:v>
                </c:pt>
                <c:pt idx="599">
                  <c:v>1206.75301608203</c:v>
                </c:pt>
                <c:pt idx="600">
                  <c:v>1203.25155001345</c:v>
                </c:pt>
                <c:pt idx="601">
                  <c:v>1203.6388197883</c:v>
                </c:pt>
                <c:pt idx="602">
                  <c:v>1204.64975497551</c:v>
                </c:pt>
                <c:pt idx="603">
                  <c:v>1205.05656708076</c:v>
                </c:pt>
                <c:pt idx="604">
                  <c:v>1205.12276417355</c:v>
                </c:pt>
                <c:pt idx="605">
                  <c:v>1206.11358118984</c:v>
                </c:pt>
                <c:pt idx="606">
                  <c:v>1204.38204070509</c:v>
                </c:pt>
                <c:pt idx="607">
                  <c:v>1205.14395375472</c:v>
                </c:pt>
                <c:pt idx="608">
                  <c:v>1203.57492460936</c:v>
                </c:pt>
                <c:pt idx="609">
                  <c:v>1203.59307684787</c:v>
                </c:pt>
                <c:pt idx="610">
                  <c:v>1206.20264884857</c:v>
                </c:pt>
                <c:pt idx="611">
                  <c:v>1209.18971207118</c:v>
                </c:pt>
                <c:pt idx="612">
                  <c:v>1208.6303617432</c:v>
                </c:pt>
                <c:pt idx="613">
                  <c:v>1208.43051408763</c:v>
                </c:pt>
                <c:pt idx="614">
                  <c:v>1210.95216713671</c:v>
                </c:pt>
                <c:pt idx="615">
                  <c:v>1215.80465391849</c:v>
                </c:pt>
                <c:pt idx="616">
                  <c:v>1212.4016866185</c:v>
                </c:pt>
                <c:pt idx="617">
                  <c:v>1213.35818839996</c:v>
                </c:pt>
                <c:pt idx="618">
                  <c:v>1214.97053456721</c:v>
                </c:pt>
                <c:pt idx="619">
                  <c:v>1216.26580896134</c:v>
                </c:pt>
                <c:pt idx="620">
                  <c:v>1215.63125041356</c:v>
                </c:pt>
                <c:pt idx="621">
                  <c:v>1215.85876611267</c:v>
                </c:pt>
                <c:pt idx="622">
                  <c:v>1215.81692033945</c:v>
                </c:pt>
                <c:pt idx="623">
                  <c:v>1216.25630837299</c:v>
                </c:pt>
                <c:pt idx="624">
                  <c:v>1215.82982667254</c:v>
                </c:pt>
                <c:pt idx="625">
                  <c:v>1216.71198274086</c:v>
                </c:pt>
                <c:pt idx="626">
                  <c:v>1216.73447204968</c:v>
                </c:pt>
                <c:pt idx="627">
                  <c:v>1217.75466666817</c:v>
                </c:pt>
                <c:pt idx="628">
                  <c:v>1217.48891363191</c:v>
                </c:pt>
                <c:pt idx="629">
                  <c:v>1217.38807506111</c:v>
                </c:pt>
                <c:pt idx="630">
                  <c:v>1215.70351449183</c:v>
                </c:pt>
                <c:pt idx="631">
                  <c:v>1217.63930063594</c:v>
                </c:pt>
                <c:pt idx="632">
                  <c:v>1212.58951778343</c:v>
                </c:pt>
                <c:pt idx="633">
                  <c:v>1211.98425282081</c:v>
                </c:pt>
                <c:pt idx="634">
                  <c:v>1214.85037728818</c:v>
                </c:pt>
                <c:pt idx="635">
                  <c:v>1216.98229863626</c:v>
                </c:pt>
                <c:pt idx="636">
                  <c:v>1217.99411397858</c:v>
                </c:pt>
                <c:pt idx="637">
                  <c:v>1219.43697238555</c:v>
                </c:pt>
                <c:pt idx="638">
                  <c:v>1218.85051017938</c:v>
                </c:pt>
                <c:pt idx="639">
                  <c:v>1218.97945127323</c:v>
                </c:pt>
                <c:pt idx="640">
                  <c:v>1222.16605588369</c:v>
                </c:pt>
                <c:pt idx="641">
                  <c:v>1224.50928673596</c:v>
                </c:pt>
                <c:pt idx="642">
                  <c:v>1226.49627413286</c:v>
                </c:pt>
                <c:pt idx="643">
                  <c:v>1225.98839089933</c:v>
                </c:pt>
                <c:pt idx="644">
                  <c:v>1225.84138910829</c:v>
                </c:pt>
                <c:pt idx="645">
                  <c:v>1228.24167119254</c:v>
                </c:pt>
                <c:pt idx="646">
                  <c:v>1229.12529232128</c:v>
                </c:pt>
                <c:pt idx="647">
                  <c:v>1229.04407823909</c:v>
                </c:pt>
                <c:pt idx="648">
                  <c:v>1228.22231969615</c:v>
                </c:pt>
                <c:pt idx="649">
                  <c:v>1229.63545765905</c:v>
                </c:pt>
                <c:pt idx="650">
                  <c:v>1229.48644397212</c:v>
                </c:pt>
                <c:pt idx="651">
                  <c:v>1229.14698353089</c:v>
                </c:pt>
                <c:pt idx="652">
                  <c:v>1228.76096900762</c:v>
                </c:pt>
                <c:pt idx="653">
                  <c:v>1228.05422261466</c:v>
                </c:pt>
                <c:pt idx="654">
                  <c:v>1227.36290285551</c:v>
                </c:pt>
                <c:pt idx="655">
                  <c:v>1226.81419708151</c:v>
                </c:pt>
                <c:pt idx="656">
                  <c:v>1227.15388190377</c:v>
                </c:pt>
                <c:pt idx="657">
                  <c:v>1230.58096845477</c:v>
                </c:pt>
                <c:pt idx="658">
                  <c:v>1232.12334784047</c:v>
                </c:pt>
                <c:pt idx="659">
                  <c:v>1233.32756031702</c:v>
                </c:pt>
                <c:pt idx="660">
                  <c:v>1236.14140452943</c:v>
                </c:pt>
                <c:pt idx="661">
                  <c:v>1238.96273417716</c:v>
                </c:pt>
                <c:pt idx="662">
                  <c:v>1236.87143542034</c:v>
                </c:pt>
                <c:pt idx="663">
                  <c:v>1234.74918963074</c:v>
                </c:pt>
                <c:pt idx="664">
                  <c:v>1234.62611713537</c:v>
                </c:pt>
                <c:pt idx="665">
                  <c:v>1234.8247997387</c:v>
                </c:pt>
                <c:pt idx="666">
                  <c:v>1235.22697446943</c:v>
                </c:pt>
                <c:pt idx="667">
                  <c:v>1234.25410661064</c:v>
                </c:pt>
                <c:pt idx="668">
                  <c:v>1233.28942146497</c:v>
                </c:pt>
                <c:pt idx="669">
                  <c:v>1233.32680226275</c:v>
                </c:pt>
                <c:pt idx="670">
                  <c:v>1232.66139150628</c:v>
                </c:pt>
                <c:pt idx="671">
                  <c:v>1234.02434597174</c:v>
                </c:pt>
                <c:pt idx="672">
                  <c:v>1233.3757310257</c:v>
                </c:pt>
                <c:pt idx="673">
                  <c:v>1232.47484675001</c:v>
                </c:pt>
                <c:pt idx="674">
                  <c:v>1232.53283947745</c:v>
                </c:pt>
                <c:pt idx="675">
                  <c:v>1232.30195293428</c:v>
                </c:pt>
                <c:pt idx="676">
                  <c:v>1232.83528248805</c:v>
                </c:pt>
                <c:pt idx="677">
                  <c:v>1231.34497207258</c:v>
                </c:pt>
                <c:pt idx="678">
                  <c:v>1231.35125346009</c:v>
                </c:pt>
                <c:pt idx="679">
                  <c:v>1232.3596395197</c:v>
                </c:pt>
                <c:pt idx="680">
                  <c:v>1232.83873482311</c:v>
                </c:pt>
                <c:pt idx="681">
                  <c:v>1235.34651611272</c:v>
                </c:pt>
                <c:pt idx="682">
                  <c:v>1233.46123442001</c:v>
                </c:pt>
                <c:pt idx="683">
                  <c:v>1231.66339916196</c:v>
                </c:pt>
                <c:pt idx="684">
                  <c:v>1232.54385616978</c:v>
                </c:pt>
                <c:pt idx="685">
                  <c:v>1230.3015010044</c:v>
                </c:pt>
                <c:pt idx="686">
                  <c:v>1230.89873289526</c:v>
                </c:pt>
                <c:pt idx="687">
                  <c:v>1232.06980683978</c:v>
                </c:pt>
                <c:pt idx="688">
                  <c:v>1232.84760456703</c:v>
                </c:pt>
                <c:pt idx="689">
                  <c:v>1230.23497203715</c:v>
                </c:pt>
                <c:pt idx="690">
                  <c:v>1229.38778859507</c:v>
                </c:pt>
                <c:pt idx="691">
                  <c:v>1232.99638612675</c:v>
                </c:pt>
                <c:pt idx="692">
                  <c:v>1234.71183761404</c:v>
                </c:pt>
                <c:pt idx="693">
                  <c:v>1232.80840518567</c:v>
                </c:pt>
                <c:pt idx="694">
                  <c:v>1229.94086795903</c:v>
                </c:pt>
                <c:pt idx="695">
                  <c:v>1230.54577274169</c:v>
                </c:pt>
                <c:pt idx="696">
                  <c:v>1234.5240750367</c:v>
                </c:pt>
                <c:pt idx="697">
                  <c:v>1232.88836383519</c:v>
                </c:pt>
                <c:pt idx="698">
                  <c:v>1232.61175602926</c:v>
                </c:pt>
                <c:pt idx="699">
                  <c:v>1229.26911809282</c:v>
                </c:pt>
                <c:pt idx="700">
                  <c:v>1230.61896949658</c:v>
                </c:pt>
                <c:pt idx="701">
                  <c:v>1229.98482801438</c:v>
                </c:pt>
                <c:pt idx="702">
                  <c:v>1234.09587648901</c:v>
                </c:pt>
                <c:pt idx="703">
                  <c:v>1236.4195500526</c:v>
                </c:pt>
                <c:pt idx="704">
                  <c:v>1238.24701018659</c:v>
                </c:pt>
                <c:pt idx="705">
                  <c:v>1237.09319694466</c:v>
                </c:pt>
                <c:pt idx="706">
                  <c:v>1237.14303781255</c:v>
                </c:pt>
                <c:pt idx="707">
                  <c:v>1237.36848430161</c:v>
                </c:pt>
                <c:pt idx="708">
                  <c:v>1236.96759983344</c:v>
                </c:pt>
                <c:pt idx="709">
                  <c:v>1238.30750930356</c:v>
                </c:pt>
                <c:pt idx="710">
                  <c:v>1235.05209038461</c:v>
                </c:pt>
                <c:pt idx="711">
                  <c:v>1232.08838715438</c:v>
                </c:pt>
                <c:pt idx="712">
                  <c:v>1234.07701629996</c:v>
                </c:pt>
                <c:pt idx="713">
                  <c:v>1231.54555693849</c:v>
                </c:pt>
                <c:pt idx="714">
                  <c:v>1233.45727343866</c:v>
                </c:pt>
                <c:pt idx="715">
                  <c:v>1236.7330969731</c:v>
                </c:pt>
                <c:pt idx="716">
                  <c:v>1238.51102522782</c:v>
                </c:pt>
                <c:pt idx="717">
                  <c:v>1238.86881548076</c:v>
                </c:pt>
                <c:pt idx="718">
                  <c:v>1241.51035894524</c:v>
                </c:pt>
                <c:pt idx="719">
                  <c:v>1243.52746007379</c:v>
                </c:pt>
                <c:pt idx="720">
                  <c:v>1247.85110054254</c:v>
                </c:pt>
                <c:pt idx="721">
                  <c:v>1251.09492660105</c:v>
                </c:pt>
                <c:pt idx="722">
                  <c:v>1254.10200966823</c:v>
                </c:pt>
                <c:pt idx="723">
                  <c:v>1258.24381792965</c:v>
                </c:pt>
                <c:pt idx="724">
                  <c:v>1260.40155770785</c:v>
                </c:pt>
                <c:pt idx="725">
                  <c:v>1259.95780810404</c:v>
                </c:pt>
                <c:pt idx="726">
                  <c:v>1258.81266512547</c:v>
                </c:pt>
                <c:pt idx="727">
                  <c:v>1259.41248851126</c:v>
                </c:pt>
                <c:pt idx="728">
                  <c:v>1259.56937772774</c:v>
                </c:pt>
                <c:pt idx="729">
                  <c:v>1259.40583736132</c:v>
                </c:pt>
                <c:pt idx="730">
                  <c:v>1259.67205062228</c:v>
                </c:pt>
                <c:pt idx="731">
                  <c:v>1261.16016180561</c:v>
                </c:pt>
                <c:pt idx="732">
                  <c:v>1261.53985872717</c:v>
                </c:pt>
                <c:pt idx="733">
                  <c:v>1260.8556419227</c:v>
                </c:pt>
                <c:pt idx="734">
                  <c:v>1261.93752242793</c:v>
                </c:pt>
                <c:pt idx="735">
                  <c:v>1261.38623975484</c:v>
                </c:pt>
                <c:pt idx="736">
                  <c:v>1262.51318268325</c:v>
                </c:pt>
                <c:pt idx="737">
                  <c:v>1261.63759777948</c:v>
                </c:pt>
                <c:pt idx="738">
                  <c:v>1263.30326528144</c:v>
                </c:pt>
                <c:pt idx="739">
                  <c:v>1261.3523799038</c:v>
                </c:pt>
                <c:pt idx="740">
                  <c:v>1263.71964679309</c:v>
                </c:pt>
                <c:pt idx="741">
                  <c:v>1268.37833385292</c:v>
                </c:pt>
                <c:pt idx="742">
                  <c:v>1270.34941880764</c:v>
                </c:pt>
                <c:pt idx="743">
                  <c:v>1277.88893764885</c:v>
                </c:pt>
                <c:pt idx="744">
                  <c:v>1247.1571903373</c:v>
                </c:pt>
                <c:pt idx="745">
                  <c:v>1255.63714783319</c:v>
                </c:pt>
                <c:pt idx="746">
                  <c:v>1255.55802063971</c:v>
                </c:pt>
                <c:pt idx="747">
                  <c:v>1257.21694016778</c:v>
                </c:pt>
                <c:pt idx="748">
                  <c:v>1256.42456239142</c:v>
                </c:pt>
                <c:pt idx="749">
                  <c:v>1258.53503609807</c:v>
                </c:pt>
                <c:pt idx="750">
                  <c:v>1258.85319112459</c:v>
                </c:pt>
                <c:pt idx="751">
                  <c:v>1258.86984794922</c:v>
                </c:pt>
                <c:pt idx="752">
                  <c:v>1258.73237673218</c:v>
                </c:pt>
                <c:pt idx="753">
                  <c:v>1257.68166442199</c:v>
                </c:pt>
                <c:pt idx="754">
                  <c:v>1257.39693080079</c:v>
                </c:pt>
                <c:pt idx="755">
                  <c:v>1258.54580378597</c:v>
                </c:pt>
                <c:pt idx="756">
                  <c:v>1259.03832331521</c:v>
                </c:pt>
                <c:pt idx="757">
                  <c:v>1259.57487599108</c:v>
                </c:pt>
                <c:pt idx="758">
                  <c:v>1259.98403795649</c:v>
                </c:pt>
                <c:pt idx="759">
                  <c:v>1262.2875745501</c:v>
                </c:pt>
                <c:pt idx="760">
                  <c:v>1263.52846510425</c:v>
                </c:pt>
                <c:pt idx="761">
                  <c:v>1265.32628612207</c:v>
                </c:pt>
                <c:pt idx="762">
                  <c:v>1258.86525897036</c:v>
                </c:pt>
                <c:pt idx="763">
                  <c:v>1257.03344159774</c:v>
                </c:pt>
                <c:pt idx="764">
                  <c:v>1257.24741368732</c:v>
                </c:pt>
                <c:pt idx="765">
                  <c:v>1257.05708714078</c:v>
                </c:pt>
                <c:pt idx="766">
                  <c:v>1257.04347108255</c:v>
                </c:pt>
                <c:pt idx="767">
                  <c:v>1257.61643050443</c:v>
                </c:pt>
                <c:pt idx="768">
                  <c:v>1256.79040967599</c:v>
                </c:pt>
                <c:pt idx="769">
                  <c:v>1256.95078106178</c:v>
                </c:pt>
                <c:pt idx="770">
                  <c:v>1257.86436838496</c:v>
                </c:pt>
                <c:pt idx="771">
                  <c:v>1257.02666772037</c:v>
                </c:pt>
                <c:pt idx="772">
                  <c:v>1257.68643801844</c:v>
                </c:pt>
                <c:pt idx="773">
                  <c:v>1258.25801011796</c:v>
                </c:pt>
                <c:pt idx="774">
                  <c:v>1258.14175537194</c:v>
                </c:pt>
                <c:pt idx="775">
                  <c:v>1257.20211802387</c:v>
                </c:pt>
                <c:pt idx="776">
                  <c:v>1257.18521563793</c:v>
                </c:pt>
                <c:pt idx="777">
                  <c:v>1257.06739944043</c:v>
                </c:pt>
                <c:pt idx="778">
                  <c:v>1255.59842071569</c:v>
                </c:pt>
                <c:pt idx="779">
                  <c:v>1258.69802371125</c:v>
                </c:pt>
                <c:pt idx="780">
                  <c:v>1257.70043700065</c:v>
                </c:pt>
                <c:pt idx="781">
                  <c:v>1257.78605723394</c:v>
                </c:pt>
                <c:pt idx="782">
                  <c:v>1257.297048241</c:v>
                </c:pt>
                <c:pt idx="783">
                  <c:v>1257.99014068874</c:v>
                </c:pt>
                <c:pt idx="784">
                  <c:v>1257.91348003989</c:v>
                </c:pt>
                <c:pt idx="785">
                  <c:v>1258.51308792106</c:v>
                </c:pt>
                <c:pt idx="786">
                  <c:v>1258.4914536026</c:v>
                </c:pt>
                <c:pt idx="787">
                  <c:v>1259.98813500318</c:v>
                </c:pt>
                <c:pt idx="788">
                  <c:v>1260.37985450862</c:v>
                </c:pt>
                <c:pt idx="789">
                  <c:v>1260.45110190857</c:v>
                </c:pt>
                <c:pt idx="790">
                  <c:v>1260.69852403305</c:v>
                </c:pt>
                <c:pt idx="791">
                  <c:v>1261.04991711179</c:v>
                </c:pt>
                <c:pt idx="792">
                  <c:v>1261.47439681004</c:v>
                </c:pt>
                <c:pt idx="793">
                  <c:v>1261.2861745015</c:v>
                </c:pt>
                <c:pt idx="794">
                  <c:v>1262.66218107503</c:v>
                </c:pt>
                <c:pt idx="795">
                  <c:v>1263.77475963668</c:v>
                </c:pt>
                <c:pt idx="796">
                  <c:v>1264.21604417024</c:v>
                </c:pt>
                <c:pt idx="797">
                  <c:v>1265.45108686419</c:v>
                </c:pt>
                <c:pt idx="798">
                  <c:v>1268.7742096161</c:v>
                </c:pt>
                <c:pt idx="799">
                  <c:v>1271.54757261968</c:v>
                </c:pt>
                <c:pt idx="800">
                  <c:v>1274.1844174422</c:v>
                </c:pt>
                <c:pt idx="801">
                  <c:v>1276.27644775927</c:v>
                </c:pt>
                <c:pt idx="802">
                  <c:v>1276.96006564414</c:v>
                </c:pt>
                <c:pt idx="803">
                  <c:v>1277.08111320721</c:v>
                </c:pt>
                <c:pt idx="804">
                  <c:v>1279.08989336978</c:v>
                </c:pt>
                <c:pt idx="805">
                  <c:v>1281.12408112536</c:v>
                </c:pt>
                <c:pt idx="806">
                  <c:v>1281.08488394352</c:v>
                </c:pt>
                <c:pt idx="807">
                  <c:v>1279.79307186495</c:v>
                </c:pt>
                <c:pt idx="808">
                  <c:v>1279.02166637499</c:v>
                </c:pt>
                <c:pt idx="809">
                  <c:v>1278.3493857788</c:v>
                </c:pt>
                <c:pt idx="810">
                  <c:v>1278.94047538283</c:v>
                </c:pt>
                <c:pt idx="811">
                  <c:v>1280.10082886598</c:v>
                </c:pt>
                <c:pt idx="812">
                  <c:v>1281.86489865824</c:v>
                </c:pt>
                <c:pt idx="813">
                  <c:v>1283.2854881941</c:v>
                </c:pt>
                <c:pt idx="814">
                  <c:v>1284.15478064737</c:v>
                </c:pt>
                <c:pt idx="815">
                  <c:v>1283.39895128172</c:v>
                </c:pt>
                <c:pt idx="816">
                  <c:v>1280.81412130301</c:v>
                </c:pt>
                <c:pt idx="817">
                  <c:v>1278.74356582041</c:v>
                </c:pt>
                <c:pt idx="818">
                  <c:v>1279.5077831967</c:v>
                </c:pt>
                <c:pt idx="819">
                  <c:v>1277.74083010436</c:v>
                </c:pt>
                <c:pt idx="820">
                  <c:v>1279.12999362573</c:v>
                </c:pt>
                <c:pt idx="821">
                  <c:v>1280.46066694814</c:v>
                </c:pt>
                <c:pt idx="822">
                  <c:v>1279.8362364799</c:v>
                </c:pt>
                <c:pt idx="823">
                  <c:v>1279.69040591385</c:v>
                </c:pt>
                <c:pt idx="824">
                  <c:v>1280.30027001864</c:v>
                </c:pt>
                <c:pt idx="825">
                  <c:v>1281.07026236911</c:v>
                </c:pt>
                <c:pt idx="826">
                  <c:v>1279.82878495228</c:v>
                </c:pt>
                <c:pt idx="827">
                  <c:v>1278.62028284934</c:v>
                </c:pt>
                <c:pt idx="828">
                  <c:v>1278.12704538346</c:v>
                </c:pt>
                <c:pt idx="829">
                  <c:v>1278.85464186355</c:v>
                </c:pt>
                <c:pt idx="830">
                  <c:v>1278.64537495949</c:v>
                </c:pt>
                <c:pt idx="831">
                  <c:v>1277.92511084396</c:v>
                </c:pt>
                <c:pt idx="832">
                  <c:v>1277.1201785634</c:v>
                </c:pt>
                <c:pt idx="833">
                  <c:v>1277.54011713299</c:v>
                </c:pt>
                <c:pt idx="834">
                  <c:v>1280.61519344141</c:v>
                </c:pt>
                <c:pt idx="835">
                  <c:v>1281.06881060449</c:v>
                </c:pt>
                <c:pt idx="836">
                  <c:v>1280.18680232029</c:v>
                </c:pt>
                <c:pt idx="837">
                  <c:v>1279.12165928447</c:v>
                </c:pt>
                <c:pt idx="838">
                  <c:v>1279.66935014675</c:v>
                </c:pt>
                <c:pt idx="839">
                  <c:v>1282.37231606427</c:v>
                </c:pt>
                <c:pt idx="840">
                  <c:v>1284.15792353629</c:v>
                </c:pt>
                <c:pt idx="841">
                  <c:v>1287.6998883149</c:v>
                </c:pt>
                <c:pt idx="842">
                  <c:v>1286.76216858257</c:v>
                </c:pt>
                <c:pt idx="843">
                  <c:v>1288.57628603112</c:v>
                </c:pt>
                <c:pt idx="844">
                  <c:v>1289.83025022401</c:v>
                </c:pt>
                <c:pt idx="845">
                  <c:v>1289.08309629354</c:v>
                </c:pt>
                <c:pt idx="846">
                  <c:v>1289.2814512389</c:v>
                </c:pt>
                <c:pt idx="847">
                  <c:v>1288.43145943871</c:v>
                </c:pt>
                <c:pt idx="848">
                  <c:v>1286.44288399341</c:v>
                </c:pt>
                <c:pt idx="849">
                  <c:v>1287.93200780917</c:v>
                </c:pt>
                <c:pt idx="850">
                  <c:v>1287.59284142535</c:v>
                </c:pt>
                <c:pt idx="851">
                  <c:v>1287.71514219006</c:v>
                </c:pt>
                <c:pt idx="852">
                  <c:v>1288.11228065483</c:v>
                </c:pt>
                <c:pt idx="853">
                  <c:v>1290.07723034304</c:v>
                </c:pt>
                <c:pt idx="854">
                  <c:v>1291.37303325316</c:v>
                </c:pt>
                <c:pt idx="855">
                  <c:v>1290.49924424032</c:v>
                </c:pt>
                <c:pt idx="856">
                  <c:v>1290.0437721227</c:v>
                </c:pt>
                <c:pt idx="857">
                  <c:v>1289.40822883455</c:v>
                </c:pt>
                <c:pt idx="858">
                  <c:v>1290.2296849837</c:v>
                </c:pt>
                <c:pt idx="859">
                  <c:v>1292.32058202352</c:v>
                </c:pt>
                <c:pt idx="860">
                  <c:v>1292.12803251374</c:v>
                </c:pt>
                <c:pt idx="861">
                  <c:v>1294.82490188087</c:v>
                </c:pt>
                <c:pt idx="862">
                  <c:v>1295.72044743976</c:v>
                </c:pt>
                <c:pt idx="863">
                  <c:v>1295.57101131063</c:v>
                </c:pt>
                <c:pt idx="864">
                  <c:v>1296.55899891903</c:v>
                </c:pt>
                <c:pt idx="865">
                  <c:v>1297.26931520958</c:v>
                </c:pt>
                <c:pt idx="866">
                  <c:v>1296.23019161526</c:v>
                </c:pt>
                <c:pt idx="867">
                  <c:v>1297.24354203913</c:v>
                </c:pt>
                <c:pt idx="868">
                  <c:v>1297.03624989613</c:v>
                </c:pt>
                <c:pt idx="869">
                  <c:v>1296.49821590807</c:v>
                </c:pt>
                <c:pt idx="870">
                  <c:v>1296.39347935795</c:v>
                </c:pt>
                <c:pt idx="871">
                  <c:v>1296.65223275972</c:v>
                </c:pt>
                <c:pt idx="872">
                  <c:v>1292.33286340173</c:v>
                </c:pt>
                <c:pt idx="873">
                  <c:v>1288.38540785571</c:v>
                </c:pt>
                <c:pt idx="874">
                  <c:v>1289.67937743171</c:v>
                </c:pt>
                <c:pt idx="875">
                  <c:v>1288.31613794083</c:v>
                </c:pt>
                <c:pt idx="876">
                  <c:v>1289.97928673357</c:v>
                </c:pt>
                <c:pt idx="877">
                  <c:v>1289.5158129549</c:v>
                </c:pt>
                <c:pt idx="878">
                  <c:v>1289.06665914672</c:v>
                </c:pt>
                <c:pt idx="879">
                  <c:v>1288.54477147857</c:v>
                </c:pt>
                <c:pt idx="880">
                  <c:v>1288.4590921814</c:v>
                </c:pt>
                <c:pt idx="881">
                  <c:v>1291.24339429341</c:v>
                </c:pt>
                <c:pt idx="882">
                  <c:v>1287.67155744443</c:v>
                </c:pt>
                <c:pt idx="883">
                  <c:v>1286.89564713547</c:v>
                </c:pt>
                <c:pt idx="884">
                  <c:v>1286.82156404301</c:v>
                </c:pt>
                <c:pt idx="885">
                  <c:v>1286.65424347154</c:v>
                </c:pt>
                <c:pt idx="886">
                  <c:v>1286.76767035319</c:v>
                </c:pt>
                <c:pt idx="887">
                  <c:v>1286.21242938352</c:v>
                </c:pt>
                <c:pt idx="888">
                  <c:v>1285.3211295376</c:v>
                </c:pt>
                <c:pt idx="889">
                  <c:v>1285.5057626191</c:v>
                </c:pt>
                <c:pt idx="890">
                  <c:v>1284.74338269077</c:v>
                </c:pt>
                <c:pt idx="891">
                  <c:v>1285.6899941594</c:v>
                </c:pt>
                <c:pt idx="892">
                  <c:v>1285.34445709945</c:v>
                </c:pt>
                <c:pt idx="893">
                  <c:v>1281.14700524047</c:v>
                </c:pt>
                <c:pt idx="894">
                  <c:v>1284.35695622415</c:v>
                </c:pt>
                <c:pt idx="895">
                  <c:v>1287.1968352607</c:v>
                </c:pt>
                <c:pt idx="896">
                  <c:v>1289.14743367354</c:v>
                </c:pt>
                <c:pt idx="897">
                  <c:v>1291.29410644659</c:v>
                </c:pt>
                <c:pt idx="898">
                  <c:v>1294.12502611725</c:v>
                </c:pt>
                <c:pt idx="899">
                  <c:v>1293.73474759416</c:v>
                </c:pt>
                <c:pt idx="900">
                  <c:v>1293.89154953887</c:v>
                </c:pt>
                <c:pt idx="901">
                  <c:v>1292.32386792081</c:v>
                </c:pt>
                <c:pt idx="902">
                  <c:v>1293.03266769693</c:v>
                </c:pt>
                <c:pt idx="903">
                  <c:v>1295.95560156392</c:v>
                </c:pt>
                <c:pt idx="904">
                  <c:v>1297.07746317962</c:v>
                </c:pt>
                <c:pt idx="905">
                  <c:v>1296.40759940919</c:v>
                </c:pt>
                <c:pt idx="906">
                  <c:v>1296.79104004261</c:v>
                </c:pt>
                <c:pt idx="907">
                  <c:v>1296.26291351487</c:v>
                </c:pt>
                <c:pt idx="908">
                  <c:v>1296.84750144618</c:v>
                </c:pt>
                <c:pt idx="909">
                  <c:v>1296.79672772395</c:v>
                </c:pt>
                <c:pt idx="910">
                  <c:v>1296.44789129013</c:v>
                </c:pt>
                <c:pt idx="911">
                  <c:v>1295.64192397328</c:v>
                </c:pt>
                <c:pt idx="912">
                  <c:v>1296.57928760014</c:v>
                </c:pt>
                <c:pt idx="913">
                  <c:v>1296.59591090507</c:v>
                </c:pt>
                <c:pt idx="914">
                  <c:v>1296.41485265387</c:v>
                </c:pt>
                <c:pt idx="915">
                  <c:v>1296.21289734572</c:v>
                </c:pt>
                <c:pt idx="916">
                  <c:v>1296.2553878913</c:v>
                </c:pt>
                <c:pt idx="917">
                  <c:v>1301.56513723805</c:v>
                </c:pt>
                <c:pt idx="918">
                  <c:v>1302.28848834093</c:v>
                </c:pt>
                <c:pt idx="919">
                  <c:v>1303.44475935221</c:v>
                </c:pt>
                <c:pt idx="920">
                  <c:v>1305.56339650706</c:v>
                </c:pt>
                <c:pt idx="921">
                  <c:v>1304.70196716697</c:v>
                </c:pt>
                <c:pt idx="922">
                  <c:v>1304.15003670551</c:v>
                </c:pt>
                <c:pt idx="923">
                  <c:v>1305.11353353598</c:v>
                </c:pt>
                <c:pt idx="924">
                  <c:v>1304.98452665078</c:v>
                </c:pt>
                <c:pt idx="925">
                  <c:v>1303.52433922668</c:v>
                </c:pt>
                <c:pt idx="926">
                  <c:v>1303.50015498124</c:v>
                </c:pt>
                <c:pt idx="927">
                  <c:v>1302.80151276507</c:v>
                </c:pt>
                <c:pt idx="928">
                  <c:v>1303.99546278289</c:v>
                </c:pt>
                <c:pt idx="929">
                  <c:v>1305.75835747391</c:v>
                </c:pt>
                <c:pt idx="930">
                  <c:v>1306.51288926229</c:v>
                </c:pt>
                <c:pt idx="931">
                  <c:v>1307.20336470906</c:v>
                </c:pt>
                <c:pt idx="932">
                  <c:v>1308.13681039691</c:v>
                </c:pt>
                <c:pt idx="933">
                  <c:v>1308.61538233427</c:v>
                </c:pt>
                <c:pt idx="934">
                  <c:v>1308.873635628</c:v>
                </c:pt>
                <c:pt idx="935">
                  <c:v>1309.58202312353</c:v>
                </c:pt>
                <c:pt idx="936">
                  <c:v>1311.04538652874</c:v>
                </c:pt>
                <c:pt idx="937">
                  <c:v>1312.18439453068</c:v>
                </c:pt>
                <c:pt idx="938">
                  <c:v>1312.38563439021</c:v>
                </c:pt>
                <c:pt idx="939">
                  <c:v>1312.96819161518</c:v>
                </c:pt>
                <c:pt idx="940">
                  <c:v>1314.35591766746</c:v>
                </c:pt>
                <c:pt idx="941">
                  <c:v>1312.70296550447</c:v>
                </c:pt>
                <c:pt idx="942">
                  <c:v>1314.79875040754</c:v>
                </c:pt>
                <c:pt idx="943">
                  <c:v>1315.46774994394</c:v>
                </c:pt>
                <c:pt idx="944">
                  <c:v>1316.30281062986</c:v>
                </c:pt>
                <c:pt idx="945">
                  <c:v>1316.58687539301</c:v>
                </c:pt>
                <c:pt idx="946">
                  <c:v>1316.54453084195</c:v>
                </c:pt>
                <c:pt idx="947">
                  <c:v>1316.8818667352</c:v>
                </c:pt>
                <c:pt idx="948">
                  <c:v>1317.04588863543</c:v>
                </c:pt>
                <c:pt idx="949">
                  <c:v>1316.24487314018</c:v>
                </c:pt>
                <c:pt idx="950">
                  <c:v>1316.15395895129</c:v>
                </c:pt>
                <c:pt idx="951">
                  <c:v>1315.77630657698</c:v>
                </c:pt>
                <c:pt idx="952">
                  <c:v>1315.17872490929</c:v>
                </c:pt>
                <c:pt idx="953">
                  <c:v>1315.59102850096</c:v>
                </c:pt>
                <c:pt idx="954">
                  <c:v>1315.4988933385</c:v>
                </c:pt>
                <c:pt idx="955">
                  <c:v>1316.23162518885</c:v>
                </c:pt>
                <c:pt idx="956">
                  <c:v>1315.06500334196</c:v>
                </c:pt>
                <c:pt idx="957">
                  <c:v>1314.49803116193</c:v>
                </c:pt>
                <c:pt idx="958">
                  <c:v>1312.11329901116</c:v>
                </c:pt>
                <c:pt idx="959">
                  <c:v>1313.47723739677</c:v>
                </c:pt>
                <c:pt idx="960">
                  <c:v>1311.9901194542</c:v>
                </c:pt>
                <c:pt idx="961">
                  <c:v>1312.88720492232</c:v>
                </c:pt>
                <c:pt idx="962">
                  <c:v>1310.89262428068</c:v>
                </c:pt>
                <c:pt idx="963">
                  <c:v>1312.20201899032</c:v>
                </c:pt>
                <c:pt idx="964">
                  <c:v>1311.69757846726</c:v>
                </c:pt>
                <c:pt idx="965">
                  <c:v>1311.95440072246</c:v>
                </c:pt>
                <c:pt idx="966">
                  <c:v>1311.67904821327</c:v>
                </c:pt>
                <c:pt idx="967">
                  <c:v>1311.74082893628</c:v>
                </c:pt>
                <c:pt idx="968">
                  <c:v>1311.64227266248</c:v>
                </c:pt>
                <c:pt idx="969">
                  <c:v>1310.62830147021</c:v>
                </c:pt>
                <c:pt idx="970">
                  <c:v>1312.71357228318</c:v>
                </c:pt>
                <c:pt idx="971">
                  <c:v>1312.83064911896</c:v>
                </c:pt>
                <c:pt idx="972">
                  <c:v>1314.13724274969</c:v>
                </c:pt>
                <c:pt idx="973">
                  <c:v>1313.25896981336</c:v>
                </c:pt>
                <c:pt idx="974">
                  <c:v>1313.64283062958</c:v>
                </c:pt>
                <c:pt idx="975">
                  <c:v>1312.98198189815</c:v>
                </c:pt>
                <c:pt idx="976">
                  <c:v>1315.13490996609</c:v>
                </c:pt>
                <c:pt idx="977">
                  <c:v>1314.7399075103</c:v>
                </c:pt>
                <c:pt idx="978">
                  <c:v>1315.68933482126</c:v>
                </c:pt>
                <c:pt idx="979">
                  <c:v>1313.80382367046</c:v>
                </c:pt>
                <c:pt idx="980">
                  <c:v>1313.33313853446</c:v>
                </c:pt>
                <c:pt idx="981">
                  <c:v>1307.80844421747</c:v>
                </c:pt>
                <c:pt idx="982">
                  <c:v>1313.03487985813</c:v>
                </c:pt>
                <c:pt idx="983">
                  <c:v>1313.87771912081</c:v>
                </c:pt>
                <c:pt idx="984">
                  <c:v>1313.87496078429</c:v>
                </c:pt>
                <c:pt idx="985">
                  <c:v>1316.14994606211</c:v>
                </c:pt>
                <c:pt idx="986">
                  <c:v>1318.1655066676</c:v>
                </c:pt>
                <c:pt idx="987">
                  <c:v>1318.18436226288</c:v>
                </c:pt>
                <c:pt idx="988">
                  <c:v>1317.19359799863</c:v>
                </c:pt>
                <c:pt idx="989">
                  <c:v>1314.8854598768</c:v>
                </c:pt>
                <c:pt idx="990">
                  <c:v>1317.34125378256</c:v>
                </c:pt>
                <c:pt idx="991">
                  <c:v>1314.79696447454</c:v>
                </c:pt>
                <c:pt idx="992">
                  <c:v>1317.18229880034</c:v>
                </c:pt>
                <c:pt idx="993">
                  <c:v>1317.75647373908</c:v>
                </c:pt>
                <c:pt idx="994">
                  <c:v>1319.79592004664</c:v>
                </c:pt>
                <c:pt idx="995">
                  <c:v>1321.24570906192</c:v>
                </c:pt>
                <c:pt idx="996">
                  <c:v>1319.48697717167</c:v>
                </c:pt>
                <c:pt idx="997">
                  <c:v>1318.39370333276</c:v>
                </c:pt>
                <c:pt idx="998">
                  <c:v>1314.03066785063</c:v>
                </c:pt>
                <c:pt idx="999">
                  <c:v>1313.79714457687</c:v>
                </c:pt>
                <c:pt idx="1000">
                  <c:v>1307.73436352895</c:v>
                </c:pt>
                <c:pt idx="1001">
                  <c:v>1309.64909558905</c:v>
                </c:pt>
                <c:pt idx="1002">
                  <c:v>1324.27795797714</c:v>
                </c:pt>
                <c:pt idx="1003">
                  <c:v>1330.26277926487</c:v>
                </c:pt>
                <c:pt idx="1004">
                  <c:v>1330.48953057297</c:v>
                </c:pt>
                <c:pt idx="1005">
                  <c:v>1346.20619400426</c:v>
                </c:pt>
                <c:pt idx="1006">
                  <c:v>1347.84372417362</c:v>
                </c:pt>
                <c:pt idx="1007">
                  <c:v>1344.65539105927</c:v>
                </c:pt>
                <c:pt idx="1008">
                  <c:v>1345.00013140199</c:v>
                </c:pt>
                <c:pt idx="1009">
                  <c:v>1344.5036757297</c:v>
                </c:pt>
                <c:pt idx="1010">
                  <c:v>1344.99678089114</c:v>
                </c:pt>
                <c:pt idx="1011">
                  <c:v>1347.01120514427</c:v>
                </c:pt>
                <c:pt idx="1012">
                  <c:v>1344.49856752327</c:v>
                </c:pt>
                <c:pt idx="1013">
                  <c:v>1347.68426239851</c:v>
                </c:pt>
                <c:pt idx="1014">
                  <c:v>1348.43242739813</c:v>
                </c:pt>
                <c:pt idx="1015">
                  <c:v>1350.82960751368</c:v>
                </c:pt>
                <c:pt idx="1016">
                  <c:v>1354.64032293039</c:v>
                </c:pt>
                <c:pt idx="1017">
                  <c:v>1356.35283539304</c:v>
                </c:pt>
                <c:pt idx="1018">
                  <c:v>1358.86347449075</c:v>
                </c:pt>
                <c:pt idx="1019">
                  <c:v>1362.43096814795</c:v>
                </c:pt>
                <c:pt idx="1020">
                  <c:v>1365.15568533704</c:v>
                </c:pt>
                <c:pt idx="1021">
                  <c:v>1363.90071915741</c:v>
                </c:pt>
                <c:pt idx="1022">
                  <c:v>1363.83710783772</c:v>
                </c:pt>
                <c:pt idx="1023">
                  <c:v>1367.61363483251</c:v>
                </c:pt>
                <c:pt idx="1024">
                  <c:v>1370.16973068695</c:v>
                </c:pt>
                <c:pt idx="1025">
                  <c:v>1370.61770570716</c:v>
                </c:pt>
                <c:pt idx="1026">
                  <c:v>1370.61793731644</c:v>
                </c:pt>
                <c:pt idx="1027">
                  <c:v>1371.0086053954</c:v>
                </c:pt>
                <c:pt idx="1028">
                  <c:v>1370.68151159705</c:v>
                </c:pt>
                <c:pt idx="1029">
                  <c:v>1368.71374025163</c:v>
                </c:pt>
                <c:pt idx="1030">
                  <c:v>1369.99311300585</c:v>
                </c:pt>
                <c:pt idx="1031">
                  <c:v>1371.07909890236</c:v>
                </c:pt>
                <c:pt idx="1032">
                  <c:v>1370.10908520036</c:v>
                </c:pt>
                <c:pt idx="1033">
                  <c:v>1369.56080260427</c:v>
                </c:pt>
                <c:pt idx="1034">
                  <c:v>1371.64680439954</c:v>
                </c:pt>
                <c:pt idx="1035">
                  <c:v>1370.35579445498</c:v>
                </c:pt>
                <c:pt idx="1036">
                  <c:v>1370.54200433074</c:v>
                </c:pt>
                <c:pt idx="1037">
                  <c:v>1371.4413758586</c:v>
                </c:pt>
                <c:pt idx="1038">
                  <c:v>1371.77111666631</c:v>
                </c:pt>
                <c:pt idx="1039">
                  <c:v>1372.10218967457</c:v>
                </c:pt>
                <c:pt idx="1040">
                  <c:v>1372.27118549318</c:v>
                </c:pt>
                <c:pt idx="1041">
                  <c:v>1372.61214036891</c:v>
                </c:pt>
                <c:pt idx="1042">
                  <c:v>1372.1952295074</c:v>
                </c:pt>
                <c:pt idx="1043">
                  <c:v>1371.85061986878</c:v>
                </c:pt>
                <c:pt idx="1044">
                  <c:v>1368.31748442913</c:v>
                </c:pt>
                <c:pt idx="1045">
                  <c:v>1371.99434013705</c:v>
                </c:pt>
                <c:pt idx="1046">
                  <c:v>1370.02444525443</c:v>
                </c:pt>
                <c:pt idx="1047">
                  <c:v>1369.89587765777</c:v>
                </c:pt>
                <c:pt idx="1048">
                  <c:v>1370.19160264335</c:v>
                </c:pt>
                <c:pt idx="1049">
                  <c:v>1369.97377888326</c:v>
                </c:pt>
                <c:pt idx="1050">
                  <c:v>1370.27582447415</c:v>
                </c:pt>
                <c:pt idx="1051">
                  <c:v>1371.38186280245</c:v>
                </c:pt>
                <c:pt idx="1052">
                  <c:v>1371.58301935003</c:v>
                </c:pt>
                <c:pt idx="1053">
                  <c:v>1366.89279631059</c:v>
                </c:pt>
                <c:pt idx="1054">
                  <c:v>1369.40859811097</c:v>
                </c:pt>
                <c:pt idx="1055">
                  <c:v>1370.70902250578</c:v>
                </c:pt>
                <c:pt idx="1056">
                  <c:v>1373.1512663178</c:v>
                </c:pt>
                <c:pt idx="1057">
                  <c:v>1374.06555260312</c:v>
                </c:pt>
                <c:pt idx="1058">
                  <c:v>1376.94517992307</c:v>
                </c:pt>
                <c:pt idx="1059">
                  <c:v>1376.99945837631</c:v>
                </c:pt>
                <c:pt idx="1060">
                  <c:v>1377.68062993226</c:v>
                </c:pt>
                <c:pt idx="1061">
                  <c:v>1378.38728915951</c:v>
                </c:pt>
                <c:pt idx="1062">
                  <c:v>1379.29145891324</c:v>
                </c:pt>
                <c:pt idx="1063">
                  <c:v>1381.77311725213</c:v>
                </c:pt>
                <c:pt idx="1064">
                  <c:v>1385.28920696389</c:v>
                </c:pt>
                <c:pt idx="1065">
                  <c:v>1384.45549583085</c:v>
                </c:pt>
                <c:pt idx="1066">
                  <c:v>1384.55845432697</c:v>
                </c:pt>
                <c:pt idx="1067">
                  <c:v>1384.78427806012</c:v>
                </c:pt>
                <c:pt idx="1068">
                  <c:v>1384.15430561586</c:v>
                </c:pt>
                <c:pt idx="1069">
                  <c:v>1382.85742685885</c:v>
                </c:pt>
                <c:pt idx="1070">
                  <c:v>1384.75019582442</c:v>
                </c:pt>
                <c:pt idx="1071">
                  <c:v>1385.4579721902</c:v>
                </c:pt>
                <c:pt idx="1072">
                  <c:v>1386.10309440909</c:v>
                </c:pt>
                <c:pt idx="1073">
                  <c:v>1385.41935918474</c:v>
                </c:pt>
                <c:pt idx="1074">
                  <c:v>1384.9637082814</c:v>
                </c:pt>
                <c:pt idx="1075">
                  <c:v>1386.54706400821</c:v>
                </c:pt>
                <c:pt idx="1076">
                  <c:v>1388.2135282781</c:v>
                </c:pt>
                <c:pt idx="1077">
                  <c:v>1387.70803873771</c:v>
                </c:pt>
                <c:pt idx="1078">
                  <c:v>1386.47276814104</c:v>
                </c:pt>
                <c:pt idx="1079">
                  <c:v>1384.74839102718</c:v>
                </c:pt>
                <c:pt idx="1080">
                  <c:v>1385.74553030406</c:v>
                </c:pt>
                <c:pt idx="1081">
                  <c:v>1387.1700291494</c:v>
                </c:pt>
                <c:pt idx="1082">
                  <c:v>1387.67548168578</c:v>
                </c:pt>
                <c:pt idx="1083">
                  <c:v>1387.99634621926</c:v>
                </c:pt>
                <c:pt idx="1084">
                  <c:v>1389.31662668343</c:v>
                </c:pt>
                <c:pt idx="1085">
                  <c:v>1390.78514534432</c:v>
                </c:pt>
                <c:pt idx="1086">
                  <c:v>1391.59426983256</c:v>
                </c:pt>
                <c:pt idx="1087">
                  <c:v>1391.16921512235</c:v>
                </c:pt>
                <c:pt idx="1088">
                  <c:v>1391.35202838313</c:v>
                </c:pt>
                <c:pt idx="1089">
                  <c:v>1391.48162308093</c:v>
                </c:pt>
                <c:pt idx="1090">
                  <c:v>1390.82000429621</c:v>
                </c:pt>
                <c:pt idx="1091">
                  <c:v>1391.11535836874</c:v>
                </c:pt>
                <c:pt idx="1092">
                  <c:v>1391.11711505367</c:v>
                </c:pt>
                <c:pt idx="1093">
                  <c:v>1391.88807389078</c:v>
                </c:pt>
                <c:pt idx="1094">
                  <c:v>1392.78856722759</c:v>
                </c:pt>
                <c:pt idx="1095">
                  <c:v>1394.01634490066</c:v>
                </c:pt>
                <c:pt idx="1096">
                  <c:v>1394.38614889859</c:v>
                </c:pt>
                <c:pt idx="1097">
                  <c:v>1393.95768047838</c:v>
                </c:pt>
                <c:pt idx="1098">
                  <c:v>1391.42932787854</c:v>
                </c:pt>
                <c:pt idx="1099">
                  <c:v>1391.15052430087</c:v>
                </c:pt>
                <c:pt idx="1100">
                  <c:v>1391.27790246357</c:v>
                </c:pt>
                <c:pt idx="1101">
                  <c:v>1391.66599301209</c:v>
                </c:pt>
                <c:pt idx="1102">
                  <c:v>1391.74069428353</c:v>
                </c:pt>
                <c:pt idx="1103">
                  <c:v>1394.41877948938</c:v>
                </c:pt>
                <c:pt idx="1104">
                  <c:v>1397.90746812017</c:v>
                </c:pt>
                <c:pt idx="1105">
                  <c:v>1401.47299561499</c:v>
                </c:pt>
                <c:pt idx="1106">
                  <c:v>1402.38073765133</c:v>
                </c:pt>
                <c:pt idx="1107">
                  <c:v>1399.42813092611</c:v>
                </c:pt>
                <c:pt idx="1108">
                  <c:v>1400.88210432518</c:v>
                </c:pt>
                <c:pt idx="1109">
                  <c:v>1400.81715314403</c:v>
                </c:pt>
                <c:pt idx="1110">
                  <c:v>1399.41724836622</c:v>
                </c:pt>
                <c:pt idx="1111">
                  <c:v>1398.24564774734</c:v>
                </c:pt>
                <c:pt idx="1112">
                  <c:v>1398.08592719189</c:v>
                </c:pt>
                <c:pt idx="1113">
                  <c:v>1398.56839963221</c:v>
                </c:pt>
                <c:pt idx="1114">
                  <c:v>1399.05776556117</c:v>
                </c:pt>
                <c:pt idx="1115">
                  <c:v>1397.72035336362</c:v>
                </c:pt>
                <c:pt idx="1116">
                  <c:v>1399.41123608852</c:v>
                </c:pt>
                <c:pt idx="1117">
                  <c:v>1398.68788093385</c:v>
                </c:pt>
                <c:pt idx="1118">
                  <c:v>1397.28401304847</c:v>
                </c:pt>
                <c:pt idx="1119">
                  <c:v>1394.08119695345</c:v>
                </c:pt>
                <c:pt idx="1120">
                  <c:v>1395.44228167236</c:v>
                </c:pt>
                <c:pt idx="1121">
                  <c:v>1397.21613277653</c:v>
                </c:pt>
                <c:pt idx="1122">
                  <c:v>1397.35906045955</c:v>
                </c:pt>
                <c:pt idx="1123">
                  <c:v>1398.20461512671</c:v>
                </c:pt>
                <c:pt idx="1124">
                  <c:v>1398.8211063588</c:v>
                </c:pt>
                <c:pt idx="1125">
                  <c:v>1399.71373595386</c:v>
                </c:pt>
                <c:pt idx="1126">
                  <c:v>1399.53845228011</c:v>
                </c:pt>
                <c:pt idx="1127">
                  <c:v>1400.70523305097</c:v>
                </c:pt>
                <c:pt idx="1128">
                  <c:v>1401.34245715802</c:v>
                </c:pt>
                <c:pt idx="1129">
                  <c:v>1401.80292865898</c:v>
                </c:pt>
                <c:pt idx="1130">
                  <c:v>1401.23706301539</c:v>
                </c:pt>
                <c:pt idx="1131">
                  <c:v>1401.3584893884</c:v>
                </c:pt>
                <c:pt idx="1132">
                  <c:v>1401.27753823951</c:v>
                </c:pt>
                <c:pt idx="1133">
                  <c:v>1402.07944745795</c:v>
                </c:pt>
                <c:pt idx="1134">
                  <c:v>1402.11582685326</c:v>
                </c:pt>
                <c:pt idx="1135">
                  <c:v>1401.96383359559</c:v>
                </c:pt>
                <c:pt idx="1136">
                  <c:v>1401.65282300832</c:v>
                </c:pt>
                <c:pt idx="1137">
                  <c:v>1400.68548360145</c:v>
                </c:pt>
                <c:pt idx="1138">
                  <c:v>1401.32262592288</c:v>
                </c:pt>
                <c:pt idx="1139">
                  <c:v>1393.15218926619</c:v>
                </c:pt>
                <c:pt idx="1140">
                  <c:v>1394.44892920738</c:v>
                </c:pt>
                <c:pt idx="1141">
                  <c:v>1393.08545376934</c:v>
                </c:pt>
                <c:pt idx="1142">
                  <c:v>1393.65599183353</c:v>
                </c:pt>
                <c:pt idx="1143">
                  <c:v>1392.72611075837</c:v>
                </c:pt>
                <c:pt idx="1144">
                  <c:v>1390.27784795242</c:v>
                </c:pt>
                <c:pt idx="1145">
                  <c:v>1390.44724244657</c:v>
                </c:pt>
                <c:pt idx="1146">
                  <c:v>1391.22451693642</c:v>
                </c:pt>
                <c:pt idx="1147">
                  <c:v>1392.74570907349</c:v>
                </c:pt>
                <c:pt idx="1148">
                  <c:v>1394.04489507115</c:v>
                </c:pt>
                <c:pt idx="1149">
                  <c:v>1394.64452915668</c:v>
                </c:pt>
                <c:pt idx="1150">
                  <c:v>1396.33457611537</c:v>
                </c:pt>
                <c:pt idx="1151">
                  <c:v>1396.9130352684</c:v>
                </c:pt>
                <c:pt idx="1152">
                  <c:v>1397.67331444275</c:v>
                </c:pt>
                <c:pt idx="1153">
                  <c:v>1388.92938439012</c:v>
                </c:pt>
                <c:pt idx="1154">
                  <c:v>1381.17001999549</c:v>
                </c:pt>
                <c:pt idx="1155">
                  <c:v>1378.71585520437</c:v>
                </c:pt>
                <c:pt idx="1156">
                  <c:v>1375.62691122972</c:v>
                </c:pt>
                <c:pt idx="1157">
                  <c:v>1361.48336572566</c:v>
                </c:pt>
                <c:pt idx="1158">
                  <c:v>1363.16443566364</c:v>
                </c:pt>
                <c:pt idx="1159">
                  <c:v>1353.87581769365</c:v>
                </c:pt>
                <c:pt idx="1160">
                  <c:v>1365.75918819885</c:v>
                </c:pt>
                <c:pt idx="1161">
                  <c:v>1366.87051267078</c:v>
                </c:pt>
                <c:pt idx="1162">
                  <c:v>1377.2927725567</c:v>
                </c:pt>
                <c:pt idx="1163">
                  <c:v>1377.06213296768</c:v>
                </c:pt>
                <c:pt idx="1164">
                  <c:v>1379.0920035572</c:v>
                </c:pt>
                <c:pt idx="1165">
                  <c:v>1375.77963680362</c:v>
                </c:pt>
                <c:pt idx="1166">
                  <c:v>1367.44246075129</c:v>
                </c:pt>
                <c:pt idx="1167">
                  <c:v>1371.43477774844</c:v>
                </c:pt>
                <c:pt idx="1168">
                  <c:v>1376.72039113324</c:v>
                </c:pt>
                <c:pt idx="1169">
                  <c:v>1379.86038744613</c:v>
                </c:pt>
                <c:pt idx="1170">
                  <c:v>1380.07563687653</c:v>
                </c:pt>
                <c:pt idx="1171">
                  <c:v>1379.09256998316</c:v>
                </c:pt>
                <c:pt idx="1172">
                  <c:v>1379.10404658532</c:v>
                </c:pt>
                <c:pt idx="1173">
                  <c:v>1380.44904338407</c:v>
                </c:pt>
                <c:pt idx="1174">
                  <c:v>1378.86878765266</c:v>
                </c:pt>
                <c:pt idx="1175">
                  <c:v>1376.17928062657</c:v>
                </c:pt>
                <c:pt idx="1176">
                  <c:v>1377.44367325598</c:v>
                </c:pt>
                <c:pt idx="1177">
                  <c:v>1381.49031328673</c:v>
                </c:pt>
                <c:pt idx="1178">
                  <c:v>1384.06056483937</c:v>
                </c:pt>
                <c:pt idx="1179">
                  <c:v>1390.07183389093</c:v>
                </c:pt>
                <c:pt idx="1180">
                  <c:v>1400.63459898332</c:v>
                </c:pt>
                <c:pt idx="1181">
                  <c:v>1395.75117845782</c:v>
                </c:pt>
                <c:pt idx="1182">
                  <c:v>1421.45153963156</c:v>
                </c:pt>
                <c:pt idx="1183">
                  <c:v>1424.68867043795</c:v>
                </c:pt>
                <c:pt idx="1184">
                  <c:v>1431.29807899628</c:v>
                </c:pt>
                <c:pt idx="1185">
                  <c:v>1431.63936391977</c:v>
                </c:pt>
                <c:pt idx="1186">
                  <c:v>1434.94836528589</c:v>
                </c:pt>
                <c:pt idx="1187">
                  <c:v>1434.57201525552</c:v>
                </c:pt>
                <c:pt idx="1188">
                  <c:v>1434.05752841202</c:v>
                </c:pt>
                <c:pt idx="1189">
                  <c:v>1436.07216917177</c:v>
                </c:pt>
                <c:pt idx="1190">
                  <c:v>1438.29447468747</c:v>
                </c:pt>
                <c:pt idx="1191">
                  <c:v>1436.42497151889</c:v>
                </c:pt>
                <c:pt idx="1192">
                  <c:v>1434.97858976286</c:v>
                </c:pt>
                <c:pt idx="1193">
                  <c:v>1436.25277857575</c:v>
                </c:pt>
                <c:pt idx="1194">
                  <c:v>1436.47198569102</c:v>
                </c:pt>
                <c:pt idx="1195">
                  <c:v>1436.12190952374</c:v>
                </c:pt>
                <c:pt idx="1196">
                  <c:v>1434.22108488459</c:v>
                </c:pt>
                <c:pt idx="1197">
                  <c:v>1436.19994283653</c:v>
                </c:pt>
                <c:pt idx="1198">
                  <c:v>1436.30639698751</c:v>
                </c:pt>
                <c:pt idx="1199">
                  <c:v>1437.50832996954</c:v>
                </c:pt>
                <c:pt idx="1200">
                  <c:v>1439.69756070853</c:v>
                </c:pt>
                <c:pt idx="1201">
                  <c:v>1440.16254073727</c:v>
                </c:pt>
                <c:pt idx="1202">
                  <c:v>1447.4420311388</c:v>
                </c:pt>
                <c:pt idx="1203">
                  <c:v>1436.44746538947</c:v>
                </c:pt>
                <c:pt idx="1204">
                  <c:v>1443.7569331864</c:v>
                </c:pt>
                <c:pt idx="1205">
                  <c:v>1446.19445433977</c:v>
                </c:pt>
                <c:pt idx="1206">
                  <c:v>1443.76329270422</c:v>
                </c:pt>
                <c:pt idx="1207">
                  <c:v>1446.10569525513</c:v>
                </c:pt>
                <c:pt idx="1208">
                  <c:v>1447.53582590983</c:v>
                </c:pt>
                <c:pt idx="1209">
                  <c:v>1451.01036028052</c:v>
                </c:pt>
                <c:pt idx="1210">
                  <c:v>1450.84215188549</c:v>
                </c:pt>
                <c:pt idx="1211">
                  <c:v>1452.72723628968</c:v>
                </c:pt>
                <c:pt idx="1212">
                  <c:v>1453.89618511174</c:v>
                </c:pt>
                <c:pt idx="1213">
                  <c:v>1455.19959610302</c:v>
                </c:pt>
                <c:pt idx="1214">
                  <c:v>1455.06610125165</c:v>
                </c:pt>
                <c:pt idx="1215">
                  <c:v>1456.15253301715</c:v>
                </c:pt>
                <c:pt idx="1216">
                  <c:v>1456.90612633193</c:v>
                </c:pt>
                <c:pt idx="1217">
                  <c:v>1459.16193821939</c:v>
                </c:pt>
                <c:pt idx="1218">
                  <c:v>1457.28552072138</c:v>
                </c:pt>
                <c:pt idx="1219">
                  <c:v>1451.97840527425</c:v>
                </c:pt>
                <c:pt idx="1220">
                  <c:v>1452.348913141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77905775"/>
        <c:axId val="448682099"/>
      </c:lineChart>
      <c:dateAx>
        <c:axId val="877905775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48682099"/>
        <c:crosses val="autoZero"/>
        <c:auto val="1"/>
        <c:lblOffset val="100"/>
        <c:baseTimeUnit val="days"/>
      </c:dateAx>
      <c:valAx>
        <c:axId val="448682099"/>
        <c:scaling>
          <c:orientation val="minMax"/>
          <c:min val="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77905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[csi300_opt_stats.csv]Sheet1!$B$1</c:f>
              <c:strCache>
                <c:ptCount val="1"/>
                <c:pt idx="0">
                  <c:v>Gamma损益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[csi300_opt_stats.csv]Sheet1!$A$2:$A$1172</c:f>
              <c:numCache>
                <c:formatCode>yyyy/m/d</c:formatCode>
                <c:ptCount val="117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</c:numCache>
            </c:numRef>
          </c:cat>
          <c:val>
            <c:numRef>
              <c:f>[csi300_opt_stats.csv]Sheet1!$B$2:$B$1172</c:f>
              <c:numCache>
                <c:formatCode>General</c:formatCode>
                <c:ptCount val="1171"/>
                <c:pt idx="0">
                  <c:v>0</c:v>
                </c:pt>
                <c:pt idx="1">
                  <c:v>0</c:v>
                </c:pt>
                <c:pt idx="2" c:formatCode="0.00E+00">
                  <c:v>-6.81371429062097e-5</c:v>
                </c:pt>
                <c:pt idx="3">
                  <c:v>-0.0387655034554219</c:v>
                </c:pt>
                <c:pt idx="4">
                  <c:v>-0.0396027582023926</c:v>
                </c:pt>
                <c:pt idx="5">
                  <c:v>-0.293378222789226</c:v>
                </c:pt>
                <c:pt idx="6">
                  <c:v>-0.313669046274146</c:v>
                </c:pt>
                <c:pt idx="7">
                  <c:v>-0.637567589860719</c:v>
                </c:pt>
                <c:pt idx="8">
                  <c:v>-0.643668036620268</c:v>
                </c:pt>
                <c:pt idx="9">
                  <c:v>-0.676577371914284</c:v>
                </c:pt>
                <c:pt idx="10">
                  <c:v>-0.814381111211953</c:v>
                </c:pt>
                <c:pt idx="11">
                  <c:v>-1.19228207693877</c:v>
                </c:pt>
                <c:pt idx="12">
                  <c:v>-1.66340412132058</c:v>
                </c:pt>
                <c:pt idx="13">
                  <c:v>-1.66369416010343</c:v>
                </c:pt>
                <c:pt idx="14">
                  <c:v>-2.05456521005806</c:v>
                </c:pt>
                <c:pt idx="15">
                  <c:v>-2.10899902781949</c:v>
                </c:pt>
                <c:pt idx="16">
                  <c:v>-2.27136136236472</c:v>
                </c:pt>
                <c:pt idx="17">
                  <c:v>-2.37005358438392</c:v>
                </c:pt>
                <c:pt idx="18">
                  <c:v>-2.38158946669545</c:v>
                </c:pt>
                <c:pt idx="19">
                  <c:v>-2.75738729293046</c:v>
                </c:pt>
                <c:pt idx="20">
                  <c:v>-5.07269336574869</c:v>
                </c:pt>
                <c:pt idx="21">
                  <c:v>-5.19427166257142</c:v>
                </c:pt>
                <c:pt idx="22">
                  <c:v>-12.3618332307583</c:v>
                </c:pt>
                <c:pt idx="23">
                  <c:v>-40.7903352140925</c:v>
                </c:pt>
                <c:pt idx="24">
                  <c:v>-41.8767750036489</c:v>
                </c:pt>
                <c:pt idx="25">
                  <c:v>-42.2060771784193</c:v>
                </c:pt>
                <c:pt idx="26">
                  <c:v>-43.2568859015601</c:v>
                </c:pt>
                <c:pt idx="27">
                  <c:v>-43.2568886059396</c:v>
                </c:pt>
                <c:pt idx="28">
                  <c:v>-43.3495103625558</c:v>
                </c:pt>
                <c:pt idx="29">
                  <c:v>-43.9079607723899</c:v>
                </c:pt>
                <c:pt idx="30">
                  <c:v>-44.451294902301</c:v>
                </c:pt>
                <c:pt idx="31">
                  <c:v>-44.8555194595211</c:v>
                </c:pt>
                <c:pt idx="32">
                  <c:v>-45.4315381318971</c:v>
                </c:pt>
                <c:pt idx="33">
                  <c:v>-53.0220620918198</c:v>
                </c:pt>
                <c:pt idx="34">
                  <c:v>-53.439680362663</c:v>
                </c:pt>
                <c:pt idx="35">
                  <c:v>-53.4858909466719</c:v>
                </c:pt>
                <c:pt idx="36">
                  <c:v>-64.6136474911729</c:v>
                </c:pt>
                <c:pt idx="37">
                  <c:v>-64.6363468197725</c:v>
                </c:pt>
                <c:pt idx="38">
                  <c:v>-64.6684865321112</c:v>
                </c:pt>
                <c:pt idx="39">
                  <c:v>-64.6787988813597</c:v>
                </c:pt>
                <c:pt idx="40">
                  <c:v>-65.0592030070634</c:v>
                </c:pt>
                <c:pt idx="41">
                  <c:v>-65.0819064628842</c:v>
                </c:pt>
                <c:pt idx="42">
                  <c:v>-69.0415825682395</c:v>
                </c:pt>
                <c:pt idx="43">
                  <c:v>-71.4849313017934</c:v>
                </c:pt>
                <c:pt idx="44">
                  <c:v>-71.6027512094601</c:v>
                </c:pt>
                <c:pt idx="45">
                  <c:v>-71.7624756698134</c:v>
                </c:pt>
                <c:pt idx="46">
                  <c:v>-74.5583891731951</c:v>
                </c:pt>
                <c:pt idx="47">
                  <c:v>-76.6130890399015</c:v>
                </c:pt>
                <c:pt idx="48">
                  <c:v>-85.2333702707092</c:v>
                </c:pt>
                <c:pt idx="49">
                  <c:v>-87.4938473578945</c:v>
                </c:pt>
                <c:pt idx="50">
                  <c:v>-88.8225096048892</c:v>
                </c:pt>
                <c:pt idx="51">
                  <c:v>-91.3457298425438</c:v>
                </c:pt>
                <c:pt idx="52">
                  <c:v>-92.3966842455387</c:v>
                </c:pt>
                <c:pt idx="53">
                  <c:v>-101.299131454593</c:v>
                </c:pt>
                <c:pt idx="54">
                  <c:v>-101.349534567633</c:v>
                </c:pt>
                <c:pt idx="55">
                  <c:v>-101.95863016683</c:v>
                </c:pt>
                <c:pt idx="56">
                  <c:v>-102.094646838963</c:v>
                </c:pt>
                <c:pt idx="57">
                  <c:v>-102.366092315433</c:v>
                </c:pt>
                <c:pt idx="58">
                  <c:v>-103.366025475639</c:v>
                </c:pt>
                <c:pt idx="59">
                  <c:v>-104.013170420744</c:v>
                </c:pt>
                <c:pt idx="60">
                  <c:v>-104.991421174968</c:v>
                </c:pt>
                <c:pt idx="61">
                  <c:v>-105.075657525388</c:v>
                </c:pt>
                <c:pt idx="62">
                  <c:v>-105.098542471675</c:v>
                </c:pt>
                <c:pt idx="63">
                  <c:v>-105.342723113011</c:v>
                </c:pt>
                <c:pt idx="64">
                  <c:v>-105.372487021052</c:v>
                </c:pt>
                <c:pt idx="65">
                  <c:v>-105.401910080525</c:v>
                </c:pt>
                <c:pt idx="66">
                  <c:v>-106.350944363215</c:v>
                </c:pt>
                <c:pt idx="67">
                  <c:v>-106.51570847647</c:v>
                </c:pt>
                <c:pt idx="68">
                  <c:v>-109.317061233817</c:v>
                </c:pt>
                <c:pt idx="69">
                  <c:v>-109.498656177723</c:v>
                </c:pt>
                <c:pt idx="70">
                  <c:v>-109.59917635802</c:v>
                </c:pt>
                <c:pt idx="71">
                  <c:v>-110.049779062721</c:v>
                </c:pt>
                <c:pt idx="72">
                  <c:v>-110.269304000564</c:v>
                </c:pt>
                <c:pt idx="73">
                  <c:v>-114.781056166407</c:v>
                </c:pt>
                <c:pt idx="74">
                  <c:v>-115.834375523611</c:v>
                </c:pt>
                <c:pt idx="75">
                  <c:v>-115.867736040318</c:v>
                </c:pt>
                <c:pt idx="76">
                  <c:v>-117.87943313948</c:v>
                </c:pt>
                <c:pt idx="77">
                  <c:v>-117.908144522881</c:v>
                </c:pt>
                <c:pt idx="78">
                  <c:v>-118.280859675459</c:v>
                </c:pt>
                <c:pt idx="79">
                  <c:v>-118.473371238842</c:v>
                </c:pt>
                <c:pt idx="80">
                  <c:v>-118.497401784458</c:v>
                </c:pt>
                <c:pt idx="81">
                  <c:v>-118.823748746915</c:v>
                </c:pt>
                <c:pt idx="82">
                  <c:v>-119.045720155323</c:v>
                </c:pt>
                <c:pt idx="83">
                  <c:v>-119.349357595685</c:v>
                </c:pt>
                <c:pt idx="84">
                  <c:v>-119.517661255382</c:v>
                </c:pt>
                <c:pt idx="85">
                  <c:v>-120.801434020926</c:v>
                </c:pt>
                <c:pt idx="86">
                  <c:v>-121.186360881715</c:v>
                </c:pt>
                <c:pt idx="87">
                  <c:v>-121.305099948039</c:v>
                </c:pt>
                <c:pt idx="88">
                  <c:v>-123.032241993015</c:v>
                </c:pt>
                <c:pt idx="89">
                  <c:v>-123.048651329388</c:v>
                </c:pt>
                <c:pt idx="90">
                  <c:v>-123.048657082085</c:v>
                </c:pt>
                <c:pt idx="91">
                  <c:v>-123.173311980159</c:v>
                </c:pt>
                <c:pt idx="92">
                  <c:v>-126.936775700329</c:v>
                </c:pt>
                <c:pt idx="93">
                  <c:v>-127.306854794267</c:v>
                </c:pt>
                <c:pt idx="94">
                  <c:v>-127.317344451311</c:v>
                </c:pt>
                <c:pt idx="95">
                  <c:v>-127.470598117527</c:v>
                </c:pt>
                <c:pt idx="96">
                  <c:v>-127.54917585975</c:v>
                </c:pt>
                <c:pt idx="97">
                  <c:v>-127.644008728843</c:v>
                </c:pt>
                <c:pt idx="98">
                  <c:v>-129.405997460775</c:v>
                </c:pt>
                <c:pt idx="99">
                  <c:v>-129.410984891911</c:v>
                </c:pt>
                <c:pt idx="100">
                  <c:v>-129.79657912938</c:v>
                </c:pt>
                <c:pt idx="101">
                  <c:v>-130.004569397448</c:v>
                </c:pt>
                <c:pt idx="102">
                  <c:v>-130.040232045997</c:v>
                </c:pt>
                <c:pt idx="103">
                  <c:v>-130.077884145236</c:v>
                </c:pt>
                <c:pt idx="104">
                  <c:v>-134.374347737558</c:v>
                </c:pt>
                <c:pt idx="105">
                  <c:v>-134.467211862663</c:v>
                </c:pt>
                <c:pt idx="106">
                  <c:v>-134.467216467949</c:v>
                </c:pt>
                <c:pt idx="107">
                  <c:v>-134.46886200544</c:v>
                </c:pt>
                <c:pt idx="108">
                  <c:v>-134.769531181446</c:v>
                </c:pt>
                <c:pt idx="109">
                  <c:v>-135.173445078055</c:v>
                </c:pt>
                <c:pt idx="110">
                  <c:v>-135.889048744165</c:v>
                </c:pt>
                <c:pt idx="111">
                  <c:v>-135.957400240159</c:v>
                </c:pt>
                <c:pt idx="112">
                  <c:v>-138.60022060048</c:v>
                </c:pt>
                <c:pt idx="113">
                  <c:v>-138.670081716556</c:v>
                </c:pt>
                <c:pt idx="114">
                  <c:v>-142.619827905616</c:v>
                </c:pt>
                <c:pt idx="115">
                  <c:v>-147.588018374519</c:v>
                </c:pt>
                <c:pt idx="116">
                  <c:v>-147.608075999205</c:v>
                </c:pt>
                <c:pt idx="117">
                  <c:v>-149.314125931699</c:v>
                </c:pt>
                <c:pt idx="118">
                  <c:v>-158.625291125554</c:v>
                </c:pt>
                <c:pt idx="119">
                  <c:v>-158.627125145819</c:v>
                </c:pt>
                <c:pt idx="120">
                  <c:v>-158.702467786992</c:v>
                </c:pt>
                <c:pt idx="121">
                  <c:v>-158.768571960423</c:v>
                </c:pt>
                <c:pt idx="122">
                  <c:v>-158.98797499686</c:v>
                </c:pt>
                <c:pt idx="123">
                  <c:v>-159.932894112847</c:v>
                </c:pt>
                <c:pt idx="124">
                  <c:v>-162.771543083823</c:v>
                </c:pt>
                <c:pt idx="125">
                  <c:v>-166.310101197666</c:v>
                </c:pt>
                <c:pt idx="126">
                  <c:v>-168.759578445622</c:v>
                </c:pt>
                <c:pt idx="127">
                  <c:v>-187.836010473747</c:v>
                </c:pt>
                <c:pt idx="128">
                  <c:v>-187.93056085871</c:v>
                </c:pt>
                <c:pt idx="129">
                  <c:v>-188.825172468245</c:v>
                </c:pt>
                <c:pt idx="130">
                  <c:v>-189.455367373346</c:v>
                </c:pt>
                <c:pt idx="131">
                  <c:v>-190.893076954906</c:v>
                </c:pt>
                <c:pt idx="132">
                  <c:v>-193.346587557928</c:v>
                </c:pt>
                <c:pt idx="133">
                  <c:v>-193.946993950665</c:v>
                </c:pt>
                <c:pt idx="134">
                  <c:v>-194.945686996525</c:v>
                </c:pt>
                <c:pt idx="135">
                  <c:v>-210.525200668219</c:v>
                </c:pt>
                <c:pt idx="136">
                  <c:v>-210.749005802021</c:v>
                </c:pt>
                <c:pt idx="137">
                  <c:v>-211.393209685226</c:v>
                </c:pt>
                <c:pt idx="138">
                  <c:v>-211.399259508458</c:v>
                </c:pt>
                <c:pt idx="139">
                  <c:v>-211.435754180375</c:v>
                </c:pt>
                <c:pt idx="140">
                  <c:v>-211.436088472691</c:v>
                </c:pt>
                <c:pt idx="141">
                  <c:v>-215.580018761732</c:v>
                </c:pt>
                <c:pt idx="142">
                  <c:v>-215.620682102514</c:v>
                </c:pt>
                <c:pt idx="143">
                  <c:v>-215.766494307214</c:v>
                </c:pt>
                <c:pt idx="144">
                  <c:v>-217.152376554427</c:v>
                </c:pt>
                <c:pt idx="145">
                  <c:v>-217.236891920347</c:v>
                </c:pt>
                <c:pt idx="146">
                  <c:v>-217.499579944051</c:v>
                </c:pt>
                <c:pt idx="147">
                  <c:v>-218.622938576271</c:v>
                </c:pt>
                <c:pt idx="148">
                  <c:v>-218.627480609809</c:v>
                </c:pt>
                <c:pt idx="149">
                  <c:v>-218.62793010923</c:v>
                </c:pt>
                <c:pt idx="150">
                  <c:v>-218.686296414751</c:v>
                </c:pt>
                <c:pt idx="151">
                  <c:v>-219.599757378192</c:v>
                </c:pt>
                <c:pt idx="152">
                  <c:v>-219.691441461885</c:v>
                </c:pt>
                <c:pt idx="153">
                  <c:v>-220.392863779642</c:v>
                </c:pt>
                <c:pt idx="154">
                  <c:v>-220.854270630816</c:v>
                </c:pt>
                <c:pt idx="155">
                  <c:v>-220.904968809083</c:v>
                </c:pt>
                <c:pt idx="156">
                  <c:v>-222.757663720059</c:v>
                </c:pt>
                <c:pt idx="157">
                  <c:v>-229.986969905503</c:v>
                </c:pt>
                <c:pt idx="158">
                  <c:v>-229.991794633526</c:v>
                </c:pt>
                <c:pt idx="159">
                  <c:v>-234.606006912525</c:v>
                </c:pt>
                <c:pt idx="160">
                  <c:v>-237.986788996689</c:v>
                </c:pt>
                <c:pt idx="161">
                  <c:v>-238.997155859834</c:v>
                </c:pt>
                <c:pt idx="162">
                  <c:v>-239.069643231624</c:v>
                </c:pt>
                <c:pt idx="163">
                  <c:v>-239.072283831283</c:v>
                </c:pt>
                <c:pt idx="164">
                  <c:v>-239.350874711884</c:v>
                </c:pt>
                <c:pt idx="165">
                  <c:v>-239.411990905353</c:v>
                </c:pt>
                <c:pt idx="166">
                  <c:v>-240.937638907283</c:v>
                </c:pt>
                <c:pt idx="167">
                  <c:v>-241.070997898186</c:v>
                </c:pt>
                <c:pt idx="168">
                  <c:v>-241.193837911479</c:v>
                </c:pt>
                <c:pt idx="169">
                  <c:v>-241.194500715616</c:v>
                </c:pt>
                <c:pt idx="170">
                  <c:v>-241.359591651894</c:v>
                </c:pt>
                <c:pt idx="171">
                  <c:v>-241.901010607425</c:v>
                </c:pt>
                <c:pt idx="172">
                  <c:v>-244.544426826109</c:v>
                </c:pt>
                <c:pt idx="173">
                  <c:v>-244.688369117706</c:v>
                </c:pt>
                <c:pt idx="174">
                  <c:v>-247.965912238658</c:v>
                </c:pt>
                <c:pt idx="175">
                  <c:v>-247.967418270573</c:v>
                </c:pt>
                <c:pt idx="176">
                  <c:v>-248.412681019673</c:v>
                </c:pt>
                <c:pt idx="177">
                  <c:v>-248.575149506234</c:v>
                </c:pt>
                <c:pt idx="178">
                  <c:v>-248.985962285274</c:v>
                </c:pt>
                <c:pt idx="179">
                  <c:v>-249.419309997943</c:v>
                </c:pt>
                <c:pt idx="180">
                  <c:v>-249.618594491263</c:v>
                </c:pt>
                <c:pt idx="181">
                  <c:v>-253.257479382655</c:v>
                </c:pt>
                <c:pt idx="182">
                  <c:v>-253.499386994666</c:v>
                </c:pt>
                <c:pt idx="183">
                  <c:v>-253.90354727771</c:v>
                </c:pt>
                <c:pt idx="184">
                  <c:v>-253.941838109635</c:v>
                </c:pt>
                <c:pt idx="185">
                  <c:v>-255.301194550734</c:v>
                </c:pt>
                <c:pt idx="186">
                  <c:v>-255.309204510125</c:v>
                </c:pt>
                <c:pt idx="187">
                  <c:v>-255.338020671188</c:v>
                </c:pt>
                <c:pt idx="188">
                  <c:v>-255.361932180445</c:v>
                </c:pt>
                <c:pt idx="189">
                  <c:v>-255.367667314573</c:v>
                </c:pt>
                <c:pt idx="190">
                  <c:v>-258.057214764813</c:v>
                </c:pt>
                <c:pt idx="191">
                  <c:v>-269.679202774</c:v>
                </c:pt>
                <c:pt idx="192">
                  <c:v>-269.903836287061</c:v>
                </c:pt>
                <c:pt idx="193">
                  <c:v>-270.873619068088</c:v>
                </c:pt>
                <c:pt idx="194">
                  <c:v>-270.953404922179</c:v>
                </c:pt>
                <c:pt idx="195">
                  <c:v>-271.019137462023</c:v>
                </c:pt>
                <c:pt idx="196">
                  <c:v>-271.094746742755</c:v>
                </c:pt>
                <c:pt idx="197">
                  <c:v>-271.194305873664</c:v>
                </c:pt>
                <c:pt idx="198">
                  <c:v>-271.19434307866</c:v>
                </c:pt>
                <c:pt idx="199">
                  <c:v>-271.218110750792</c:v>
                </c:pt>
                <c:pt idx="200">
                  <c:v>-271.660549383776</c:v>
                </c:pt>
                <c:pt idx="201">
                  <c:v>-271.757139766027</c:v>
                </c:pt>
                <c:pt idx="202">
                  <c:v>-271.765814261409</c:v>
                </c:pt>
                <c:pt idx="203">
                  <c:v>-271.998366372736</c:v>
                </c:pt>
                <c:pt idx="204">
                  <c:v>-272.261625988336</c:v>
                </c:pt>
                <c:pt idx="205">
                  <c:v>-273.816330894887</c:v>
                </c:pt>
                <c:pt idx="206">
                  <c:v>-273.959856970936</c:v>
                </c:pt>
                <c:pt idx="207">
                  <c:v>-274.812298166188</c:v>
                </c:pt>
                <c:pt idx="208">
                  <c:v>-275.24964450807</c:v>
                </c:pt>
                <c:pt idx="209">
                  <c:v>-277.371614663197</c:v>
                </c:pt>
                <c:pt idx="210">
                  <c:v>-277.371806007813</c:v>
                </c:pt>
                <c:pt idx="211">
                  <c:v>-282.853245174501</c:v>
                </c:pt>
                <c:pt idx="212">
                  <c:v>-283.330388658475</c:v>
                </c:pt>
                <c:pt idx="213">
                  <c:v>-285.093315267523</c:v>
                </c:pt>
                <c:pt idx="214">
                  <c:v>-285.103745258205</c:v>
                </c:pt>
                <c:pt idx="215">
                  <c:v>-287.577223981618</c:v>
                </c:pt>
                <c:pt idx="216">
                  <c:v>-289.663178873805</c:v>
                </c:pt>
                <c:pt idx="217">
                  <c:v>-289.777607073385</c:v>
                </c:pt>
                <c:pt idx="218">
                  <c:v>-289.790543161999</c:v>
                </c:pt>
                <c:pt idx="219">
                  <c:v>-291.705700674059</c:v>
                </c:pt>
                <c:pt idx="220">
                  <c:v>-292.155709172419</c:v>
                </c:pt>
                <c:pt idx="221">
                  <c:v>-292.512080262037</c:v>
                </c:pt>
                <c:pt idx="222">
                  <c:v>-292.62394590492</c:v>
                </c:pt>
                <c:pt idx="223">
                  <c:v>-293.181815193817</c:v>
                </c:pt>
                <c:pt idx="224">
                  <c:v>-293.1934070939</c:v>
                </c:pt>
                <c:pt idx="225">
                  <c:v>-293.833262209562</c:v>
                </c:pt>
                <c:pt idx="226">
                  <c:v>-293.930499636435</c:v>
                </c:pt>
                <c:pt idx="227">
                  <c:v>-296.897555651352</c:v>
                </c:pt>
                <c:pt idx="228">
                  <c:v>-296.897556307812</c:v>
                </c:pt>
                <c:pt idx="229">
                  <c:v>-296.930053822736</c:v>
                </c:pt>
                <c:pt idx="230">
                  <c:v>-296.958102868908</c:v>
                </c:pt>
                <c:pt idx="231">
                  <c:v>-297.751120548972</c:v>
                </c:pt>
                <c:pt idx="232">
                  <c:v>-297.82193530392</c:v>
                </c:pt>
                <c:pt idx="233">
                  <c:v>-300.153391783952</c:v>
                </c:pt>
                <c:pt idx="234">
                  <c:v>-300.15570391342</c:v>
                </c:pt>
                <c:pt idx="235">
                  <c:v>-301.364712046227</c:v>
                </c:pt>
                <c:pt idx="236">
                  <c:v>-302.172038482861</c:v>
                </c:pt>
                <c:pt idx="237">
                  <c:v>-302.230054710635</c:v>
                </c:pt>
                <c:pt idx="238">
                  <c:v>-302.277328862187</c:v>
                </c:pt>
                <c:pt idx="239">
                  <c:v>-304.892456520657</c:v>
                </c:pt>
                <c:pt idx="240">
                  <c:v>-305.187445227372</c:v>
                </c:pt>
                <c:pt idx="241">
                  <c:v>-305.421495619059</c:v>
                </c:pt>
                <c:pt idx="242">
                  <c:v>-306.342346369947</c:v>
                </c:pt>
                <c:pt idx="243">
                  <c:v>-306.601195900422</c:v>
                </c:pt>
                <c:pt idx="244">
                  <c:v>-306.610135144481</c:v>
                </c:pt>
                <c:pt idx="245">
                  <c:v>-306.973220575085</c:v>
                </c:pt>
                <c:pt idx="246">
                  <c:v>-307.105410796296</c:v>
                </c:pt>
                <c:pt idx="247">
                  <c:v>-307.246963633345</c:v>
                </c:pt>
                <c:pt idx="248">
                  <c:v>-308.910070257369</c:v>
                </c:pt>
                <c:pt idx="249">
                  <c:v>-312.806544565454</c:v>
                </c:pt>
                <c:pt idx="250">
                  <c:v>-314.1339547542</c:v>
                </c:pt>
                <c:pt idx="251">
                  <c:v>-318.333482501087</c:v>
                </c:pt>
                <c:pt idx="252">
                  <c:v>-319.302856724791</c:v>
                </c:pt>
                <c:pt idx="253">
                  <c:v>-322.948445425688</c:v>
                </c:pt>
                <c:pt idx="254">
                  <c:v>-323.044601724264</c:v>
                </c:pt>
                <c:pt idx="255">
                  <c:v>-324.20045426828</c:v>
                </c:pt>
                <c:pt idx="256">
                  <c:v>-336.327143023675</c:v>
                </c:pt>
                <c:pt idx="257">
                  <c:v>-336.457036641168</c:v>
                </c:pt>
                <c:pt idx="258">
                  <c:v>-341.964955871468</c:v>
                </c:pt>
                <c:pt idx="259">
                  <c:v>-342.066832518454</c:v>
                </c:pt>
                <c:pt idx="260">
                  <c:v>-342.244648955062</c:v>
                </c:pt>
                <c:pt idx="261">
                  <c:v>-342.678502655208</c:v>
                </c:pt>
                <c:pt idx="262">
                  <c:v>-342.783793289648</c:v>
                </c:pt>
                <c:pt idx="263">
                  <c:v>-343.485873681225</c:v>
                </c:pt>
                <c:pt idx="264">
                  <c:v>-343.4885512101</c:v>
                </c:pt>
                <c:pt idx="265">
                  <c:v>-343.905804658106</c:v>
                </c:pt>
                <c:pt idx="266">
                  <c:v>-345.932250683414</c:v>
                </c:pt>
                <c:pt idx="267">
                  <c:v>-345.968206078481</c:v>
                </c:pt>
                <c:pt idx="268">
                  <c:v>-349.985344581121</c:v>
                </c:pt>
                <c:pt idx="269">
                  <c:v>-350.08106057355</c:v>
                </c:pt>
                <c:pt idx="270">
                  <c:v>-350.728267741603</c:v>
                </c:pt>
                <c:pt idx="271">
                  <c:v>-352.164440364686</c:v>
                </c:pt>
                <c:pt idx="272">
                  <c:v>-352.234820369926</c:v>
                </c:pt>
                <c:pt idx="273">
                  <c:v>-352.276275525332</c:v>
                </c:pt>
                <c:pt idx="274">
                  <c:v>-352.308517294575</c:v>
                </c:pt>
                <c:pt idx="275">
                  <c:v>-355.181171739927</c:v>
                </c:pt>
                <c:pt idx="276">
                  <c:v>-363.481139340864</c:v>
                </c:pt>
                <c:pt idx="277">
                  <c:v>-374.16049583665</c:v>
                </c:pt>
                <c:pt idx="278">
                  <c:v>-375.134221984051</c:v>
                </c:pt>
                <c:pt idx="279">
                  <c:v>-375.240536249893</c:v>
                </c:pt>
                <c:pt idx="280">
                  <c:v>-377.177905945428</c:v>
                </c:pt>
                <c:pt idx="281">
                  <c:v>-377.196362757627</c:v>
                </c:pt>
                <c:pt idx="282">
                  <c:v>-378.515879919126</c:v>
                </c:pt>
                <c:pt idx="283">
                  <c:v>-378.578431975712</c:v>
                </c:pt>
                <c:pt idx="284">
                  <c:v>-379.961982187126</c:v>
                </c:pt>
                <c:pt idx="285">
                  <c:v>-380.487859159424</c:v>
                </c:pt>
                <c:pt idx="286">
                  <c:v>-380.976102691357</c:v>
                </c:pt>
                <c:pt idx="287">
                  <c:v>-382.035528689161</c:v>
                </c:pt>
                <c:pt idx="288">
                  <c:v>-386.624217256053</c:v>
                </c:pt>
                <c:pt idx="289">
                  <c:v>-386.666062094245</c:v>
                </c:pt>
                <c:pt idx="290">
                  <c:v>-391.935712210284</c:v>
                </c:pt>
                <c:pt idx="291">
                  <c:v>-393.299802058268</c:v>
                </c:pt>
                <c:pt idx="292">
                  <c:v>-393.409648103649</c:v>
                </c:pt>
                <c:pt idx="293">
                  <c:v>-395.403678090085</c:v>
                </c:pt>
                <c:pt idx="294">
                  <c:v>-395.470736472023</c:v>
                </c:pt>
                <c:pt idx="295">
                  <c:v>-398.972058872374</c:v>
                </c:pt>
                <c:pt idx="296">
                  <c:v>-399.284367866566</c:v>
                </c:pt>
                <c:pt idx="297">
                  <c:v>-399.376468021723</c:v>
                </c:pt>
                <c:pt idx="298">
                  <c:v>-399.795398914706</c:v>
                </c:pt>
                <c:pt idx="299">
                  <c:v>-406.035619422502</c:v>
                </c:pt>
                <c:pt idx="300">
                  <c:v>-406.196100435632</c:v>
                </c:pt>
                <c:pt idx="301">
                  <c:v>-406.416034385954</c:v>
                </c:pt>
                <c:pt idx="302">
                  <c:v>-407.116111786447</c:v>
                </c:pt>
                <c:pt idx="303">
                  <c:v>-407.116754710987</c:v>
                </c:pt>
                <c:pt idx="304">
                  <c:v>-408.87766093456</c:v>
                </c:pt>
                <c:pt idx="305">
                  <c:v>-408.894420049545</c:v>
                </c:pt>
                <c:pt idx="306">
                  <c:v>-409.439252607575</c:v>
                </c:pt>
                <c:pt idx="307">
                  <c:v>-410.067079632361</c:v>
                </c:pt>
                <c:pt idx="308">
                  <c:v>-411.241480303176</c:v>
                </c:pt>
                <c:pt idx="309">
                  <c:v>-412.336723373835</c:v>
                </c:pt>
                <c:pt idx="310">
                  <c:v>-412.556834530388</c:v>
                </c:pt>
                <c:pt idx="311">
                  <c:v>-413.283424282912</c:v>
                </c:pt>
                <c:pt idx="312">
                  <c:v>-413.325394249255</c:v>
                </c:pt>
                <c:pt idx="313">
                  <c:v>-417.75741425587</c:v>
                </c:pt>
                <c:pt idx="314">
                  <c:v>-422.709208518674</c:v>
                </c:pt>
                <c:pt idx="315">
                  <c:v>-422.734857943124</c:v>
                </c:pt>
                <c:pt idx="316">
                  <c:v>-423.256492003366</c:v>
                </c:pt>
                <c:pt idx="317">
                  <c:v>-423.688672269913</c:v>
                </c:pt>
                <c:pt idx="318">
                  <c:v>-423.761262784583</c:v>
                </c:pt>
                <c:pt idx="319">
                  <c:v>-425.008797199386</c:v>
                </c:pt>
                <c:pt idx="320">
                  <c:v>-425.010393249949</c:v>
                </c:pt>
                <c:pt idx="321">
                  <c:v>-425.043096168385</c:v>
                </c:pt>
                <c:pt idx="322">
                  <c:v>-425.057396560254</c:v>
                </c:pt>
                <c:pt idx="323">
                  <c:v>-425.433299109297</c:v>
                </c:pt>
                <c:pt idx="324">
                  <c:v>-426.143811843624</c:v>
                </c:pt>
                <c:pt idx="325">
                  <c:v>-426.183322663676</c:v>
                </c:pt>
                <c:pt idx="326">
                  <c:v>-426.399919089881</c:v>
                </c:pt>
                <c:pt idx="327">
                  <c:v>-427.027410186509</c:v>
                </c:pt>
                <c:pt idx="328">
                  <c:v>-427.622114418787</c:v>
                </c:pt>
                <c:pt idx="329">
                  <c:v>-429.112362278527</c:v>
                </c:pt>
                <c:pt idx="330">
                  <c:v>-430.784633892549</c:v>
                </c:pt>
                <c:pt idx="331">
                  <c:v>-430.789257369383</c:v>
                </c:pt>
                <c:pt idx="332">
                  <c:v>-431.132908854467</c:v>
                </c:pt>
                <c:pt idx="333">
                  <c:v>-431.366581040326</c:v>
                </c:pt>
                <c:pt idx="334">
                  <c:v>-433.040666540254</c:v>
                </c:pt>
                <c:pt idx="335">
                  <c:v>-440.724340193259</c:v>
                </c:pt>
                <c:pt idx="336">
                  <c:v>-446.443106879673</c:v>
                </c:pt>
                <c:pt idx="337">
                  <c:v>-446.451240562809</c:v>
                </c:pt>
                <c:pt idx="338">
                  <c:v>-446.779291908505</c:v>
                </c:pt>
                <c:pt idx="339">
                  <c:v>-447.088642500012</c:v>
                </c:pt>
                <c:pt idx="340">
                  <c:v>-452.158841310037</c:v>
                </c:pt>
                <c:pt idx="341">
                  <c:v>-452.193650323427</c:v>
                </c:pt>
                <c:pt idx="342">
                  <c:v>-454.88152465605</c:v>
                </c:pt>
                <c:pt idx="343">
                  <c:v>-454.882158578463</c:v>
                </c:pt>
                <c:pt idx="344">
                  <c:v>-454.932027938787</c:v>
                </c:pt>
                <c:pt idx="345">
                  <c:v>-454.984576683804</c:v>
                </c:pt>
                <c:pt idx="346">
                  <c:v>-455.005970258215</c:v>
                </c:pt>
                <c:pt idx="347">
                  <c:v>-455.029112711702</c:v>
                </c:pt>
                <c:pt idx="348">
                  <c:v>-455.708726736862</c:v>
                </c:pt>
                <c:pt idx="349">
                  <c:v>-456.047981467667</c:v>
                </c:pt>
                <c:pt idx="350">
                  <c:v>-456.268721424315</c:v>
                </c:pt>
                <c:pt idx="351">
                  <c:v>-456.276524407585</c:v>
                </c:pt>
                <c:pt idx="352">
                  <c:v>-457.112586275362</c:v>
                </c:pt>
                <c:pt idx="353">
                  <c:v>-457.120088389414</c:v>
                </c:pt>
                <c:pt idx="354">
                  <c:v>-457.707546732418</c:v>
                </c:pt>
                <c:pt idx="355">
                  <c:v>-459.136377790448</c:v>
                </c:pt>
                <c:pt idx="356">
                  <c:v>-461.018647811186</c:v>
                </c:pt>
                <c:pt idx="357">
                  <c:v>-463.411718482648</c:v>
                </c:pt>
                <c:pt idx="358">
                  <c:v>-463.483406798394</c:v>
                </c:pt>
                <c:pt idx="359">
                  <c:v>-463.483450546379</c:v>
                </c:pt>
                <c:pt idx="360">
                  <c:v>-463.49540217631</c:v>
                </c:pt>
                <c:pt idx="361">
                  <c:v>-463.596323114876</c:v>
                </c:pt>
                <c:pt idx="362">
                  <c:v>-463.678365475323</c:v>
                </c:pt>
                <c:pt idx="363">
                  <c:v>-463.690999553868</c:v>
                </c:pt>
                <c:pt idx="364">
                  <c:v>-465.149532624737</c:v>
                </c:pt>
                <c:pt idx="365">
                  <c:v>-465.186211997031</c:v>
                </c:pt>
                <c:pt idx="366">
                  <c:v>-466.296012862527</c:v>
                </c:pt>
                <c:pt idx="367">
                  <c:v>-466.64778360985</c:v>
                </c:pt>
                <c:pt idx="368">
                  <c:v>-466.65933722123</c:v>
                </c:pt>
                <c:pt idx="369">
                  <c:v>-474.69710068708</c:v>
                </c:pt>
                <c:pt idx="370">
                  <c:v>-474.703407214915</c:v>
                </c:pt>
                <c:pt idx="371">
                  <c:v>-474.705767358491</c:v>
                </c:pt>
                <c:pt idx="372">
                  <c:v>-475.936867833452</c:v>
                </c:pt>
                <c:pt idx="373">
                  <c:v>-477.627195722716</c:v>
                </c:pt>
                <c:pt idx="374">
                  <c:v>-477.826160376978</c:v>
                </c:pt>
                <c:pt idx="375">
                  <c:v>-480.155852110905</c:v>
                </c:pt>
                <c:pt idx="376">
                  <c:v>-480.231816858312</c:v>
                </c:pt>
                <c:pt idx="377">
                  <c:v>-483.731290401494</c:v>
                </c:pt>
                <c:pt idx="378">
                  <c:v>-487.120708482693</c:v>
                </c:pt>
                <c:pt idx="379">
                  <c:v>-491.054702734798</c:v>
                </c:pt>
                <c:pt idx="380">
                  <c:v>-491.081018946001</c:v>
                </c:pt>
                <c:pt idx="381">
                  <c:v>-491.083060193989</c:v>
                </c:pt>
                <c:pt idx="382">
                  <c:v>-491.228532650015</c:v>
                </c:pt>
                <c:pt idx="383">
                  <c:v>-491.237439843079</c:v>
                </c:pt>
                <c:pt idx="384">
                  <c:v>-491.902133425246</c:v>
                </c:pt>
                <c:pt idx="385">
                  <c:v>-496.531533473427</c:v>
                </c:pt>
                <c:pt idx="386">
                  <c:v>-499.871068551014</c:v>
                </c:pt>
                <c:pt idx="387">
                  <c:v>-499.878715198073</c:v>
                </c:pt>
                <c:pt idx="388">
                  <c:v>-500.701952706228</c:v>
                </c:pt>
                <c:pt idx="389">
                  <c:v>-500.922024810854</c:v>
                </c:pt>
                <c:pt idx="390">
                  <c:v>-503.268714406568</c:v>
                </c:pt>
                <c:pt idx="391">
                  <c:v>-503.268856681923</c:v>
                </c:pt>
                <c:pt idx="392">
                  <c:v>-503.889448274113</c:v>
                </c:pt>
                <c:pt idx="393">
                  <c:v>-504.23089654577</c:v>
                </c:pt>
                <c:pt idx="394">
                  <c:v>-504.518020051227</c:v>
                </c:pt>
                <c:pt idx="395">
                  <c:v>-506.264635058088</c:v>
                </c:pt>
                <c:pt idx="396">
                  <c:v>-508.181202403603</c:v>
                </c:pt>
                <c:pt idx="397">
                  <c:v>-508.751363723278</c:v>
                </c:pt>
                <c:pt idx="398">
                  <c:v>-510.141754953372</c:v>
                </c:pt>
                <c:pt idx="399">
                  <c:v>-510.77366800906</c:v>
                </c:pt>
                <c:pt idx="400">
                  <c:v>-510.79544697945</c:v>
                </c:pt>
                <c:pt idx="401">
                  <c:v>-521.156621666343</c:v>
                </c:pt>
                <c:pt idx="402">
                  <c:v>-522.67540333289</c:v>
                </c:pt>
                <c:pt idx="403">
                  <c:v>-523.379996000933</c:v>
                </c:pt>
                <c:pt idx="404">
                  <c:v>-527.190324748889</c:v>
                </c:pt>
                <c:pt idx="405">
                  <c:v>-527.528728737437</c:v>
                </c:pt>
                <c:pt idx="406">
                  <c:v>-527.858065489918</c:v>
                </c:pt>
                <c:pt idx="407">
                  <c:v>-527.874113419837</c:v>
                </c:pt>
                <c:pt idx="408">
                  <c:v>-529.690001875054</c:v>
                </c:pt>
                <c:pt idx="409">
                  <c:v>-529.809824032946</c:v>
                </c:pt>
                <c:pt idx="410">
                  <c:v>-529.853206228082</c:v>
                </c:pt>
                <c:pt idx="411">
                  <c:v>-529.867121349097</c:v>
                </c:pt>
                <c:pt idx="412">
                  <c:v>-530.990774930688</c:v>
                </c:pt>
                <c:pt idx="413">
                  <c:v>-530.99077580346</c:v>
                </c:pt>
                <c:pt idx="414">
                  <c:v>-531.289200612096</c:v>
                </c:pt>
                <c:pt idx="415">
                  <c:v>-535.079894087282</c:v>
                </c:pt>
                <c:pt idx="416">
                  <c:v>-537.229107695886</c:v>
                </c:pt>
                <c:pt idx="417">
                  <c:v>-537.535725069169</c:v>
                </c:pt>
                <c:pt idx="418">
                  <c:v>-537.539246289456</c:v>
                </c:pt>
                <c:pt idx="419">
                  <c:v>-539.256250647926</c:v>
                </c:pt>
                <c:pt idx="420">
                  <c:v>-539.745627135051</c:v>
                </c:pt>
                <c:pt idx="421">
                  <c:v>-546.457465993871</c:v>
                </c:pt>
                <c:pt idx="422">
                  <c:v>-549.377626948525</c:v>
                </c:pt>
                <c:pt idx="423">
                  <c:v>-552.463935279533</c:v>
                </c:pt>
                <c:pt idx="424">
                  <c:v>-553.829763636894</c:v>
                </c:pt>
                <c:pt idx="425">
                  <c:v>-553.966196773266</c:v>
                </c:pt>
                <c:pt idx="426">
                  <c:v>-554.098979083853</c:v>
                </c:pt>
                <c:pt idx="427">
                  <c:v>-554.101522674551</c:v>
                </c:pt>
                <c:pt idx="428">
                  <c:v>-554.286024754569</c:v>
                </c:pt>
                <c:pt idx="429">
                  <c:v>-554.298797838377</c:v>
                </c:pt>
                <c:pt idx="430">
                  <c:v>-555.16479742635</c:v>
                </c:pt>
                <c:pt idx="431">
                  <c:v>-555.559723221732</c:v>
                </c:pt>
                <c:pt idx="432">
                  <c:v>-557.383438757177</c:v>
                </c:pt>
                <c:pt idx="433">
                  <c:v>-557.414179941318</c:v>
                </c:pt>
                <c:pt idx="434">
                  <c:v>-559.862269279921</c:v>
                </c:pt>
                <c:pt idx="435">
                  <c:v>-561.543602620812</c:v>
                </c:pt>
                <c:pt idx="436">
                  <c:v>-562.347301844236</c:v>
                </c:pt>
                <c:pt idx="437">
                  <c:v>-562.669758371365</c:v>
                </c:pt>
                <c:pt idx="438">
                  <c:v>-562.980557192223</c:v>
                </c:pt>
                <c:pt idx="439">
                  <c:v>-563.199350271556</c:v>
                </c:pt>
                <c:pt idx="440">
                  <c:v>-563.220955644883</c:v>
                </c:pt>
                <c:pt idx="441">
                  <c:v>-563.270783202571</c:v>
                </c:pt>
                <c:pt idx="442">
                  <c:v>-563.459665861544</c:v>
                </c:pt>
                <c:pt idx="443">
                  <c:v>-563.54902850381</c:v>
                </c:pt>
                <c:pt idx="444">
                  <c:v>-563.620414178758</c:v>
                </c:pt>
                <c:pt idx="445">
                  <c:v>-564.813158958725</c:v>
                </c:pt>
                <c:pt idx="446">
                  <c:v>-565.113460527956</c:v>
                </c:pt>
                <c:pt idx="447">
                  <c:v>-565.666392506659</c:v>
                </c:pt>
                <c:pt idx="448">
                  <c:v>-565.782362686193</c:v>
                </c:pt>
                <c:pt idx="449">
                  <c:v>-566.763283058099</c:v>
                </c:pt>
                <c:pt idx="450">
                  <c:v>-566.876286181216</c:v>
                </c:pt>
                <c:pt idx="451">
                  <c:v>-567.683085627888</c:v>
                </c:pt>
                <c:pt idx="452">
                  <c:v>-568.011027646842</c:v>
                </c:pt>
                <c:pt idx="453">
                  <c:v>-568.028435873146</c:v>
                </c:pt>
                <c:pt idx="454">
                  <c:v>-568.029534157596</c:v>
                </c:pt>
                <c:pt idx="455">
                  <c:v>-568.40165416425</c:v>
                </c:pt>
                <c:pt idx="456">
                  <c:v>-571.423457119189</c:v>
                </c:pt>
                <c:pt idx="457">
                  <c:v>-571.529524965523</c:v>
                </c:pt>
                <c:pt idx="458">
                  <c:v>-571.570084119291</c:v>
                </c:pt>
                <c:pt idx="459">
                  <c:v>-571.57110935856</c:v>
                </c:pt>
                <c:pt idx="460">
                  <c:v>-571.578030387928</c:v>
                </c:pt>
                <c:pt idx="461">
                  <c:v>-574.156067028906</c:v>
                </c:pt>
                <c:pt idx="462">
                  <c:v>-575.771441972163</c:v>
                </c:pt>
                <c:pt idx="463">
                  <c:v>-575.833120584477</c:v>
                </c:pt>
                <c:pt idx="464">
                  <c:v>-575.833262745528</c:v>
                </c:pt>
                <c:pt idx="465">
                  <c:v>-575.835363039603</c:v>
                </c:pt>
                <c:pt idx="466">
                  <c:v>-575.930603922813</c:v>
                </c:pt>
                <c:pt idx="467">
                  <c:v>-576.268817940044</c:v>
                </c:pt>
                <c:pt idx="468">
                  <c:v>-576.288247789224</c:v>
                </c:pt>
                <c:pt idx="469">
                  <c:v>-576.395751235844</c:v>
                </c:pt>
                <c:pt idx="470">
                  <c:v>-576.437148243592</c:v>
                </c:pt>
                <c:pt idx="471">
                  <c:v>-576.496605707172</c:v>
                </c:pt>
                <c:pt idx="472">
                  <c:v>-577.44916420755</c:v>
                </c:pt>
                <c:pt idx="473">
                  <c:v>-577.495544879768</c:v>
                </c:pt>
                <c:pt idx="474">
                  <c:v>-578.149419408068</c:v>
                </c:pt>
                <c:pt idx="475">
                  <c:v>-583.164561458142</c:v>
                </c:pt>
                <c:pt idx="476">
                  <c:v>-590.813871636032</c:v>
                </c:pt>
                <c:pt idx="477">
                  <c:v>-591.27587713783</c:v>
                </c:pt>
                <c:pt idx="478">
                  <c:v>-592.21666818717</c:v>
                </c:pt>
                <c:pt idx="479">
                  <c:v>-593.509801998111</c:v>
                </c:pt>
                <c:pt idx="480">
                  <c:v>-596.115343165342</c:v>
                </c:pt>
                <c:pt idx="481">
                  <c:v>-597.482847097978</c:v>
                </c:pt>
                <c:pt idx="482">
                  <c:v>-609.685626945303</c:v>
                </c:pt>
                <c:pt idx="483">
                  <c:v>-610.118673029289</c:v>
                </c:pt>
                <c:pt idx="484">
                  <c:v>-610.208617382333</c:v>
                </c:pt>
                <c:pt idx="485">
                  <c:v>-610.208722639927</c:v>
                </c:pt>
                <c:pt idx="486">
                  <c:v>-610.366768222177</c:v>
                </c:pt>
                <c:pt idx="487">
                  <c:v>-610.50311854193</c:v>
                </c:pt>
                <c:pt idx="488">
                  <c:v>-610.503916462499</c:v>
                </c:pt>
                <c:pt idx="489">
                  <c:v>-610.81070522418</c:v>
                </c:pt>
                <c:pt idx="490">
                  <c:v>-612.384061972225</c:v>
                </c:pt>
                <c:pt idx="491">
                  <c:v>-612.761765272923</c:v>
                </c:pt>
                <c:pt idx="492">
                  <c:v>-612.878184272325</c:v>
                </c:pt>
                <c:pt idx="493">
                  <c:v>-613.065455866157</c:v>
                </c:pt>
                <c:pt idx="494">
                  <c:v>-614.005258304685</c:v>
                </c:pt>
                <c:pt idx="495">
                  <c:v>-614.892835612984</c:v>
                </c:pt>
                <c:pt idx="496">
                  <c:v>-614.898098167519</c:v>
                </c:pt>
                <c:pt idx="497">
                  <c:v>-615.068403181537</c:v>
                </c:pt>
                <c:pt idx="498">
                  <c:v>-615.997822026134</c:v>
                </c:pt>
                <c:pt idx="499">
                  <c:v>-616.883238008559</c:v>
                </c:pt>
                <c:pt idx="500">
                  <c:v>-620.890136076267</c:v>
                </c:pt>
                <c:pt idx="501">
                  <c:v>-621.552081967981</c:v>
                </c:pt>
                <c:pt idx="502">
                  <c:v>-622.151653276781</c:v>
                </c:pt>
                <c:pt idx="503">
                  <c:v>-623.144784758318</c:v>
                </c:pt>
                <c:pt idx="504">
                  <c:v>-623.915236113199</c:v>
                </c:pt>
                <c:pt idx="505">
                  <c:v>-624.893109918051</c:v>
                </c:pt>
                <c:pt idx="506">
                  <c:v>-626.676332401647</c:v>
                </c:pt>
                <c:pt idx="507">
                  <c:v>-626.684348755607</c:v>
                </c:pt>
                <c:pt idx="508">
                  <c:v>-628.765039577075</c:v>
                </c:pt>
                <c:pt idx="509">
                  <c:v>-628.947589311857</c:v>
                </c:pt>
                <c:pt idx="510">
                  <c:v>-630.685052181877</c:v>
                </c:pt>
                <c:pt idx="511">
                  <c:v>-631.250472681071</c:v>
                </c:pt>
                <c:pt idx="512">
                  <c:v>-632.068959571344</c:v>
                </c:pt>
                <c:pt idx="513">
                  <c:v>-632.209105151194</c:v>
                </c:pt>
                <c:pt idx="514">
                  <c:v>-632.674587556556</c:v>
                </c:pt>
                <c:pt idx="515">
                  <c:v>-632.735810480902</c:v>
                </c:pt>
                <c:pt idx="516">
                  <c:v>-633.464986173272</c:v>
                </c:pt>
                <c:pt idx="517">
                  <c:v>-634.73533794843</c:v>
                </c:pt>
                <c:pt idx="518">
                  <c:v>-635.490127969345</c:v>
                </c:pt>
                <c:pt idx="519">
                  <c:v>-635.629283755414</c:v>
                </c:pt>
                <c:pt idx="520">
                  <c:v>-635.706530226546</c:v>
                </c:pt>
                <c:pt idx="521">
                  <c:v>-636.087729827963</c:v>
                </c:pt>
                <c:pt idx="522">
                  <c:v>-636.135425003995</c:v>
                </c:pt>
                <c:pt idx="523">
                  <c:v>-636.848815547775</c:v>
                </c:pt>
                <c:pt idx="524">
                  <c:v>-637.309510089501</c:v>
                </c:pt>
                <c:pt idx="525">
                  <c:v>-639.79110914726</c:v>
                </c:pt>
                <c:pt idx="526">
                  <c:v>-640.213973214157</c:v>
                </c:pt>
                <c:pt idx="527">
                  <c:v>-640.235774557857</c:v>
                </c:pt>
                <c:pt idx="528">
                  <c:v>-640.767890976087</c:v>
                </c:pt>
                <c:pt idx="529">
                  <c:v>-641.616324203362</c:v>
                </c:pt>
                <c:pt idx="530">
                  <c:v>-641.983062130318</c:v>
                </c:pt>
                <c:pt idx="531">
                  <c:v>-643.481215108136</c:v>
                </c:pt>
                <c:pt idx="532">
                  <c:v>-652.005264460394</c:v>
                </c:pt>
                <c:pt idx="533">
                  <c:v>-653.668276162941</c:v>
                </c:pt>
                <c:pt idx="534">
                  <c:v>-653.94365985354</c:v>
                </c:pt>
                <c:pt idx="535">
                  <c:v>-654.726151694468</c:v>
                </c:pt>
                <c:pt idx="536">
                  <c:v>-654.789164283742</c:v>
                </c:pt>
                <c:pt idx="537">
                  <c:v>-662.818675336484</c:v>
                </c:pt>
                <c:pt idx="538">
                  <c:v>-674.274167706153</c:v>
                </c:pt>
                <c:pt idx="539">
                  <c:v>-678.251842501487</c:v>
                </c:pt>
                <c:pt idx="540">
                  <c:v>-680.190914173594</c:v>
                </c:pt>
                <c:pt idx="541">
                  <c:v>-680.601694566368</c:v>
                </c:pt>
                <c:pt idx="542">
                  <c:v>-680.608319089448</c:v>
                </c:pt>
                <c:pt idx="543">
                  <c:v>-680.610158263316</c:v>
                </c:pt>
                <c:pt idx="544">
                  <c:v>-680.697353072832</c:v>
                </c:pt>
                <c:pt idx="545">
                  <c:v>-680.857072910882</c:v>
                </c:pt>
                <c:pt idx="546">
                  <c:v>-682.575861723361</c:v>
                </c:pt>
                <c:pt idx="547">
                  <c:v>-682.753728475227</c:v>
                </c:pt>
                <c:pt idx="548">
                  <c:v>-682.80892707006</c:v>
                </c:pt>
                <c:pt idx="549">
                  <c:v>-687.314677233328</c:v>
                </c:pt>
                <c:pt idx="550">
                  <c:v>-687.866447011295</c:v>
                </c:pt>
                <c:pt idx="551">
                  <c:v>-689.570611818766</c:v>
                </c:pt>
                <c:pt idx="552">
                  <c:v>-689.684495611589</c:v>
                </c:pt>
                <c:pt idx="553">
                  <c:v>-692.061811552425</c:v>
                </c:pt>
                <c:pt idx="554">
                  <c:v>-692.440547819726</c:v>
                </c:pt>
                <c:pt idx="555">
                  <c:v>-709.741558866425</c:v>
                </c:pt>
                <c:pt idx="556">
                  <c:v>-712.606509125007</c:v>
                </c:pt>
                <c:pt idx="557">
                  <c:v>-713.850264030106</c:v>
                </c:pt>
                <c:pt idx="558">
                  <c:v>-715.634127698792</c:v>
                </c:pt>
                <c:pt idx="559">
                  <c:v>-715.641712254082</c:v>
                </c:pt>
                <c:pt idx="560">
                  <c:v>-715.702040628693</c:v>
                </c:pt>
                <c:pt idx="561">
                  <c:v>-715.838337294643</c:v>
                </c:pt>
                <c:pt idx="562">
                  <c:v>-716.466672205217</c:v>
                </c:pt>
                <c:pt idx="563">
                  <c:v>-717.323733684893</c:v>
                </c:pt>
                <c:pt idx="564">
                  <c:v>-717.368361519162</c:v>
                </c:pt>
                <c:pt idx="565">
                  <c:v>-724.70910526879</c:v>
                </c:pt>
                <c:pt idx="566">
                  <c:v>-724.837620432205</c:v>
                </c:pt>
                <c:pt idx="567">
                  <c:v>-726.40424069577</c:v>
                </c:pt>
                <c:pt idx="568">
                  <c:v>-726.532046867745</c:v>
                </c:pt>
                <c:pt idx="569">
                  <c:v>-728.770657710702</c:v>
                </c:pt>
                <c:pt idx="570">
                  <c:v>-728.78526989058</c:v>
                </c:pt>
                <c:pt idx="571">
                  <c:v>-733.41772256836</c:v>
                </c:pt>
                <c:pt idx="572">
                  <c:v>-733.740877699657</c:v>
                </c:pt>
                <c:pt idx="573">
                  <c:v>-734.308518447081</c:v>
                </c:pt>
                <c:pt idx="574">
                  <c:v>-735.896653594753</c:v>
                </c:pt>
                <c:pt idx="575">
                  <c:v>-736.118249624127</c:v>
                </c:pt>
                <c:pt idx="576">
                  <c:v>-736.774283060579</c:v>
                </c:pt>
                <c:pt idx="577">
                  <c:v>-737.784753979405</c:v>
                </c:pt>
                <c:pt idx="578">
                  <c:v>-739.866376628094</c:v>
                </c:pt>
                <c:pt idx="579">
                  <c:v>-740.11586084249</c:v>
                </c:pt>
                <c:pt idx="580">
                  <c:v>-740.202990753289</c:v>
                </c:pt>
                <c:pt idx="581">
                  <c:v>-749.883553607495</c:v>
                </c:pt>
                <c:pt idx="582">
                  <c:v>-749.976394706534</c:v>
                </c:pt>
                <c:pt idx="583">
                  <c:v>-751.700050608953</c:v>
                </c:pt>
                <c:pt idx="584">
                  <c:v>-751.811595924527</c:v>
                </c:pt>
                <c:pt idx="585">
                  <c:v>-751.833829801612</c:v>
                </c:pt>
                <c:pt idx="586">
                  <c:v>-751.85373915736</c:v>
                </c:pt>
                <c:pt idx="587">
                  <c:v>-752.121172323097</c:v>
                </c:pt>
                <c:pt idx="588">
                  <c:v>-753.808157836655</c:v>
                </c:pt>
                <c:pt idx="589">
                  <c:v>-753.847374006961</c:v>
                </c:pt>
                <c:pt idx="590">
                  <c:v>-753.872854223117</c:v>
                </c:pt>
                <c:pt idx="591">
                  <c:v>-758.032057528056</c:v>
                </c:pt>
                <c:pt idx="592">
                  <c:v>-758.177000107453</c:v>
                </c:pt>
                <c:pt idx="593">
                  <c:v>-759.718719524283</c:v>
                </c:pt>
                <c:pt idx="594">
                  <c:v>-761.713860129336</c:v>
                </c:pt>
                <c:pt idx="595">
                  <c:v>-766.611225909591</c:v>
                </c:pt>
                <c:pt idx="596">
                  <c:v>-769.690105355687</c:v>
                </c:pt>
                <c:pt idx="597">
                  <c:v>-771.37231562859</c:v>
                </c:pt>
                <c:pt idx="598">
                  <c:v>-776.512760788333</c:v>
                </c:pt>
                <c:pt idx="599">
                  <c:v>-777.347433879923</c:v>
                </c:pt>
                <c:pt idx="600">
                  <c:v>-783.291256660582</c:v>
                </c:pt>
                <c:pt idx="601">
                  <c:v>-783.349076138642</c:v>
                </c:pt>
                <c:pt idx="602">
                  <c:v>-783.352783006811</c:v>
                </c:pt>
                <c:pt idx="603">
                  <c:v>-783.917197564755</c:v>
                </c:pt>
                <c:pt idx="604">
                  <c:v>-785.026752689708</c:v>
                </c:pt>
                <c:pt idx="605">
                  <c:v>-785.735334511685</c:v>
                </c:pt>
                <c:pt idx="606">
                  <c:v>-786.561258728788</c:v>
                </c:pt>
                <c:pt idx="607">
                  <c:v>-787.366048397089</c:v>
                </c:pt>
                <c:pt idx="608">
                  <c:v>-789.413165596415</c:v>
                </c:pt>
                <c:pt idx="609">
                  <c:v>-791.276888133145</c:v>
                </c:pt>
                <c:pt idx="610">
                  <c:v>-791.444883293985</c:v>
                </c:pt>
                <c:pt idx="611">
                  <c:v>-791.936218374622</c:v>
                </c:pt>
                <c:pt idx="612">
                  <c:v>-791.964342665143</c:v>
                </c:pt>
                <c:pt idx="613">
                  <c:v>-795.134081711072</c:v>
                </c:pt>
                <c:pt idx="614">
                  <c:v>-795.422362173078</c:v>
                </c:pt>
                <c:pt idx="615">
                  <c:v>-795.618976498419</c:v>
                </c:pt>
                <c:pt idx="616">
                  <c:v>-801.533970679511</c:v>
                </c:pt>
                <c:pt idx="617">
                  <c:v>-802.849845121518</c:v>
                </c:pt>
                <c:pt idx="618">
                  <c:v>-802.886399804444</c:v>
                </c:pt>
                <c:pt idx="619">
                  <c:v>-802.886611952821</c:v>
                </c:pt>
                <c:pt idx="620">
                  <c:v>-805.787098299585</c:v>
                </c:pt>
                <c:pt idx="621">
                  <c:v>-805.954491597597</c:v>
                </c:pt>
                <c:pt idx="622">
                  <c:v>-806.017673086878</c:v>
                </c:pt>
                <c:pt idx="623">
                  <c:v>-806.046721916001</c:v>
                </c:pt>
                <c:pt idx="624">
                  <c:v>-806.431806671534</c:v>
                </c:pt>
                <c:pt idx="625">
                  <c:v>-806.432654404013</c:v>
                </c:pt>
                <c:pt idx="626">
                  <c:v>-806.567516129649</c:v>
                </c:pt>
                <c:pt idx="627">
                  <c:v>-806.818681633449</c:v>
                </c:pt>
                <c:pt idx="628">
                  <c:v>-806.945001668785</c:v>
                </c:pt>
                <c:pt idx="629">
                  <c:v>-806.945123902553</c:v>
                </c:pt>
                <c:pt idx="630">
                  <c:v>-808.001644632419</c:v>
                </c:pt>
                <c:pt idx="631">
                  <c:v>-808.103422427424</c:v>
                </c:pt>
                <c:pt idx="632">
                  <c:v>-810.423735948789</c:v>
                </c:pt>
                <c:pt idx="633">
                  <c:v>-810.924748362669</c:v>
                </c:pt>
                <c:pt idx="634">
                  <c:v>-811.262679487657</c:v>
                </c:pt>
                <c:pt idx="635">
                  <c:v>-812.3348630492</c:v>
                </c:pt>
                <c:pt idx="636">
                  <c:v>-812.378373458468</c:v>
                </c:pt>
                <c:pt idx="637">
                  <c:v>-812.419775825952</c:v>
                </c:pt>
                <c:pt idx="638">
                  <c:v>-813.952132149958</c:v>
                </c:pt>
                <c:pt idx="639">
                  <c:v>-818.11512065591</c:v>
                </c:pt>
                <c:pt idx="640">
                  <c:v>-818.121855591705</c:v>
                </c:pt>
                <c:pt idx="641">
                  <c:v>-818.163319691917</c:v>
                </c:pt>
                <c:pt idx="642">
                  <c:v>-818.250059735831</c:v>
                </c:pt>
                <c:pt idx="643">
                  <c:v>-820.41963703125</c:v>
                </c:pt>
                <c:pt idx="644">
                  <c:v>-823.159125524336</c:v>
                </c:pt>
                <c:pt idx="645">
                  <c:v>-824.58320790224</c:v>
                </c:pt>
                <c:pt idx="646">
                  <c:v>-824.704682792227</c:v>
                </c:pt>
                <c:pt idx="647">
                  <c:v>-824.782319537931</c:v>
                </c:pt>
                <c:pt idx="648">
                  <c:v>-826.09122813039</c:v>
                </c:pt>
                <c:pt idx="649">
                  <c:v>-826.306304431808</c:v>
                </c:pt>
                <c:pt idx="650">
                  <c:v>-826.32586995841</c:v>
                </c:pt>
                <c:pt idx="651">
                  <c:v>-826.430770754592</c:v>
                </c:pt>
                <c:pt idx="652">
                  <c:v>-826.493805880891</c:v>
                </c:pt>
                <c:pt idx="653">
                  <c:v>-826.497358222362</c:v>
                </c:pt>
                <c:pt idx="654">
                  <c:v>-827.065892196791</c:v>
                </c:pt>
                <c:pt idx="655">
                  <c:v>-827.246900739998</c:v>
                </c:pt>
                <c:pt idx="656">
                  <c:v>-827.275153592652</c:v>
                </c:pt>
                <c:pt idx="657">
                  <c:v>-827.931691397017</c:v>
                </c:pt>
                <c:pt idx="658">
                  <c:v>-827.936916926926</c:v>
                </c:pt>
                <c:pt idx="659">
                  <c:v>-828.204871176747</c:v>
                </c:pt>
                <c:pt idx="660">
                  <c:v>-831.234344672946</c:v>
                </c:pt>
                <c:pt idx="661">
                  <c:v>-831.715111122989</c:v>
                </c:pt>
                <c:pt idx="662">
                  <c:v>-835.795530777671</c:v>
                </c:pt>
                <c:pt idx="663">
                  <c:v>-837.964606579723</c:v>
                </c:pt>
                <c:pt idx="664">
                  <c:v>-843.852448452932</c:v>
                </c:pt>
                <c:pt idx="665">
                  <c:v>-843.854810562199</c:v>
                </c:pt>
                <c:pt idx="666">
                  <c:v>-843.857933505171</c:v>
                </c:pt>
                <c:pt idx="667">
                  <c:v>-844.003849366146</c:v>
                </c:pt>
                <c:pt idx="668">
                  <c:v>-844.238449254962</c:v>
                </c:pt>
                <c:pt idx="669">
                  <c:v>-844.276008374282</c:v>
                </c:pt>
                <c:pt idx="670">
                  <c:v>-844.369983053651</c:v>
                </c:pt>
                <c:pt idx="671">
                  <c:v>-845.220809386046</c:v>
                </c:pt>
                <c:pt idx="672">
                  <c:v>-846.746703418097</c:v>
                </c:pt>
                <c:pt idx="673">
                  <c:v>-846.747590080141</c:v>
                </c:pt>
                <c:pt idx="674">
                  <c:v>-846.944593097473</c:v>
                </c:pt>
                <c:pt idx="675">
                  <c:v>-849.912843107531</c:v>
                </c:pt>
                <c:pt idx="676">
                  <c:v>-849.926014104649</c:v>
                </c:pt>
                <c:pt idx="677">
                  <c:v>-851.086612822127</c:v>
                </c:pt>
                <c:pt idx="678">
                  <c:v>-851.651551088433</c:v>
                </c:pt>
                <c:pt idx="679">
                  <c:v>-856.827233081286</c:v>
                </c:pt>
                <c:pt idx="680">
                  <c:v>-856.84540083224</c:v>
                </c:pt>
                <c:pt idx="681">
                  <c:v>-856.927157749147</c:v>
                </c:pt>
                <c:pt idx="682">
                  <c:v>-861.781656699162</c:v>
                </c:pt>
                <c:pt idx="683">
                  <c:v>-862.201797606247</c:v>
                </c:pt>
                <c:pt idx="684">
                  <c:v>-862.310231506404</c:v>
                </c:pt>
                <c:pt idx="685">
                  <c:v>-863.955841934933</c:v>
                </c:pt>
                <c:pt idx="686">
                  <c:v>-863.960249774562</c:v>
                </c:pt>
                <c:pt idx="687">
                  <c:v>-864.102505554824</c:v>
                </c:pt>
                <c:pt idx="688">
                  <c:v>-864.2438061708</c:v>
                </c:pt>
                <c:pt idx="689">
                  <c:v>-866.279461933946</c:v>
                </c:pt>
                <c:pt idx="690">
                  <c:v>-866.502673700258</c:v>
                </c:pt>
                <c:pt idx="691">
                  <c:v>-869.910908173744</c:v>
                </c:pt>
                <c:pt idx="692">
                  <c:v>-870.714797750976</c:v>
                </c:pt>
                <c:pt idx="693">
                  <c:v>-871.226249858439</c:v>
                </c:pt>
                <c:pt idx="694">
                  <c:v>-879.586422477889</c:v>
                </c:pt>
                <c:pt idx="695">
                  <c:v>-879.640136745556</c:v>
                </c:pt>
                <c:pt idx="696">
                  <c:v>-880.249437223547</c:v>
                </c:pt>
                <c:pt idx="697">
                  <c:v>-881.516872674883</c:v>
                </c:pt>
                <c:pt idx="698">
                  <c:v>-882.372497187222</c:v>
                </c:pt>
                <c:pt idx="699">
                  <c:v>-894.216422502098</c:v>
                </c:pt>
                <c:pt idx="700">
                  <c:v>-894.266572875789</c:v>
                </c:pt>
                <c:pt idx="701">
                  <c:v>-903.252096125766</c:v>
                </c:pt>
                <c:pt idx="702">
                  <c:v>-904.954993725172</c:v>
                </c:pt>
                <c:pt idx="703">
                  <c:v>-905.447288563535</c:v>
                </c:pt>
                <c:pt idx="704">
                  <c:v>-906.135838263045</c:v>
                </c:pt>
                <c:pt idx="705">
                  <c:v>-906.283380707214</c:v>
                </c:pt>
                <c:pt idx="706">
                  <c:v>-906.283412153483</c:v>
                </c:pt>
                <c:pt idx="707">
                  <c:v>-906.286399110635</c:v>
                </c:pt>
                <c:pt idx="708">
                  <c:v>-906.353454766432</c:v>
                </c:pt>
                <c:pt idx="709">
                  <c:v>-906.448340046892</c:v>
                </c:pt>
                <c:pt idx="710">
                  <c:v>-907.050319939856</c:v>
                </c:pt>
                <c:pt idx="711">
                  <c:v>-911.26393364074</c:v>
                </c:pt>
                <c:pt idx="712">
                  <c:v>-911.275005400864</c:v>
                </c:pt>
                <c:pt idx="713">
                  <c:v>-912.310606839562</c:v>
                </c:pt>
                <c:pt idx="714">
                  <c:v>-912.719574487469</c:v>
                </c:pt>
                <c:pt idx="715">
                  <c:v>-917.317801041729</c:v>
                </c:pt>
                <c:pt idx="716">
                  <c:v>-917.756838293636</c:v>
                </c:pt>
                <c:pt idx="717">
                  <c:v>-917.863293957048</c:v>
                </c:pt>
                <c:pt idx="718">
                  <c:v>-917.863989788785</c:v>
                </c:pt>
                <c:pt idx="719">
                  <c:v>-920.099398002637</c:v>
                </c:pt>
                <c:pt idx="720">
                  <c:v>-923.472421898265</c:v>
                </c:pt>
                <c:pt idx="721">
                  <c:v>-923.583986503803</c:v>
                </c:pt>
                <c:pt idx="722">
                  <c:v>-923.750098727298</c:v>
                </c:pt>
                <c:pt idx="723">
                  <c:v>-923.767824416011</c:v>
                </c:pt>
                <c:pt idx="724">
                  <c:v>-923.779819655222</c:v>
                </c:pt>
                <c:pt idx="725">
                  <c:v>-924.282517587675</c:v>
                </c:pt>
                <c:pt idx="726">
                  <c:v>-924.868372994212</c:v>
                </c:pt>
                <c:pt idx="727">
                  <c:v>-924.86871363745</c:v>
                </c:pt>
                <c:pt idx="728">
                  <c:v>-924.874081534899</c:v>
                </c:pt>
                <c:pt idx="729">
                  <c:v>-924.887444195181</c:v>
                </c:pt>
                <c:pt idx="730">
                  <c:v>-924.945354678942</c:v>
                </c:pt>
                <c:pt idx="731">
                  <c:v>-925.549772274945</c:v>
                </c:pt>
                <c:pt idx="732">
                  <c:v>-925.663665975387</c:v>
                </c:pt>
                <c:pt idx="733">
                  <c:v>-925.757912628344</c:v>
                </c:pt>
                <c:pt idx="734">
                  <c:v>-925.862829043376</c:v>
                </c:pt>
                <c:pt idx="735">
                  <c:v>-926.013020785733</c:v>
                </c:pt>
                <c:pt idx="736">
                  <c:v>-926.030355576531</c:v>
                </c:pt>
                <c:pt idx="737">
                  <c:v>-930.260823695392</c:v>
                </c:pt>
                <c:pt idx="738">
                  <c:v>-930.422217046501</c:v>
                </c:pt>
                <c:pt idx="739">
                  <c:v>-931.687293071543</c:v>
                </c:pt>
                <c:pt idx="740">
                  <c:v>-931.712570305198</c:v>
                </c:pt>
                <c:pt idx="741">
                  <c:v>-931.795556133125</c:v>
                </c:pt>
                <c:pt idx="742">
                  <c:v>-931.903137039913</c:v>
                </c:pt>
                <c:pt idx="743">
                  <c:v>-938.251304338339</c:v>
                </c:pt>
                <c:pt idx="744">
                  <c:v>-948.268928416216</c:v>
                </c:pt>
                <c:pt idx="745">
                  <c:v>-948.269794027788</c:v>
                </c:pt>
                <c:pt idx="746">
                  <c:v>-948.358610765734</c:v>
                </c:pt>
                <c:pt idx="747">
                  <c:v>-949.780103905402</c:v>
                </c:pt>
                <c:pt idx="748">
                  <c:v>-951.031469859046</c:v>
                </c:pt>
                <c:pt idx="749">
                  <c:v>-951.105020877882</c:v>
                </c:pt>
                <c:pt idx="750">
                  <c:v>-951.622146564087</c:v>
                </c:pt>
                <c:pt idx="751">
                  <c:v>-952.060918362339</c:v>
                </c:pt>
                <c:pt idx="752">
                  <c:v>-952.141548362828</c:v>
                </c:pt>
                <c:pt idx="753">
                  <c:v>-952.794039312244</c:v>
                </c:pt>
                <c:pt idx="754">
                  <c:v>-954.043223121866</c:v>
                </c:pt>
                <c:pt idx="755">
                  <c:v>-954.062399483737</c:v>
                </c:pt>
                <c:pt idx="756">
                  <c:v>-954.2106946794</c:v>
                </c:pt>
                <c:pt idx="757">
                  <c:v>-955.713360579217</c:v>
                </c:pt>
                <c:pt idx="758">
                  <c:v>-956.240198625557</c:v>
                </c:pt>
                <c:pt idx="759">
                  <c:v>-957.466729607443</c:v>
                </c:pt>
                <c:pt idx="760">
                  <c:v>-957.470197183829</c:v>
                </c:pt>
                <c:pt idx="761">
                  <c:v>-958.073045802603</c:v>
                </c:pt>
                <c:pt idx="762">
                  <c:v>-959.09146215016</c:v>
                </c:pt>
                <c:pt idx="763">
                  <c:v>-962.413568372266</c:v>
                </c:pt>
                <c:pt idx="764">
                  <c:v>-963.635739698428</c:v>
                </c:pt>
                <c:pt idx="765">
                  <c:v>-963.661069252466</c:v>
                </c:pt>
                <c:pt idx="766">
                  <c:v>-964.021008572998</c:v>
                </c:pt>
                <c:pt idx="767">
                  <c:v>-964.024010806888</c:v>
                </c:pt>
                <c:pt idx="768">
                  <c:v>-964.600233356666</c:v>
                </c:pt>
                <c:pt idx="769">
                  <c:v>-964.694083371356</c:v>
                </c:pt>
                <c:pt idx="770">
                  <c:v>-964.9187610993</c:v>
                </c:pt>
                <c:pt idx="771">
                  <c:v>-966.381475355783</c:v>
                </c:pt>
                <c:pt idx="772">
                  <c:v>-966.437064388828</c:v>
                </c:pt>
                <c:pt idx="773">
                  <c:v>-966.555599235647</c:v>
                </c:pt>
                <c:pt idx="774">
                  <c:v>-966.942773939095</c:v>
                </c:pt>
                <c:pt idx="775">
                  <c:v>-969.938841076422</c:v>
                </c:pt>
                <c:pt idx="776">
                  <c:v>-970.087661455833</c:v>
                </c:pt>
                <c:pt idx="777">
                  <c:v>-970.216949545475</c:v>
                </c:pt>
                <c:pt idx="778">
                  <c:v>-972.223791338794</c:v>
                </c:pt>
                <c:pt idx="779">
                  <c:v>-973.166941135091</c:v>
                </c:pt>
                <c:pt idx="780">
                  <c:v>-973.581558334561</c:v>
                </c:pt>
                <c:pt idx="781">
                  <c:v>-973.584572321196</c:v>
                </c:pt>
                <c:pt idx="782">
                  <c:v>-974.822742909351</c:v>
                </c:pt>
                <c:pt idx="783">
                  <c:v>-974.931831954221</c:v>
                </c:pt>
                <c:pt idx="784">
                  <c:v>-974.985885700495</c:v>
                </c:pt>
                <c:pt idx="785">
                  <c:v>-975.290554155329</c:v>
                </c:pt>
                <c:pt idx="786">
                  <c:v>-975.35707644768</c:v>
                </c:pt>
                <c:pt idx="787">
                  <c:v>-975.798303498372</c:v>
                </c:pt>
                <c:pt idx="788">
                  <c:v>-975.852507341626</c:v>
                </c:pt>
                <c:pt idx="789">
                  <c:v>-975.942319316382</c:v>
                </c:pt>
                <c:pt idx="790">
                  <c:v>-976.018091432901</c:v>
                </c:pt>
                <c:pt idx="791">
                  <c:v>-976.039639506312</c:v>
                </c:pt>
                <c:pt idx="792">
                  <c:v>-976.620655448893</c:v>
                </c:pt>
                <c:pt idx="793">
                  <c:v>-976.72754307019</c:v>
                </c:pt>
                <c:pt idx="794">
                  <c:v>-977.984383776793</c:v>
                </c:pt>
                <c:pt idx="795">
                  <c:v>-978.133053269421</c:v>
                </c:pt>
                <c:pt idx="796">
                  <c:v>-978.177313729324</c:v>
                </c:pt>
                <c:pt idx="797">
                  <c:v>-978.982028930561</c:v>
                </c:pt>
                <c:pt idx="798">
                  <c:v>-979.431290274094</c:v>
                </c:pt>
                <c:pt idx="799">
                  <c:v>-979.463945254165</c:v>
                </c:pt>
                <c:pt idx="800">
                  <c:v>-979.47762327479</c:v>
                </c:pt>
                <c:pt idx="801">
                  <c:v>-980.995919521268</c:v>
                </c:pt>
                <c:pt idx="802">
                  <c:v>-982.017490400356</c:v>
                </c:pt>
                <c:pt idx="803">
                  <c:v>-990.211584224014</c:v>
                </c:pt>
                <c:pt idx="804">
                  <c:v>-990.71013615296</c:v>
                </c:pt>
                <c:pt idx="805">
                  <c:v>-995.478862637522</c:v>
                </c:pt>
                <c:pt idx="806">
                  <c:v>-996.020435648281</c:v>
                </c:pt>
                <c:pt idx="807">
                  <c:v>-1020.28786058598</c:v>
                </c:pt>
                <c:pt idx="808">
                  <c:v>-1020.67067543806</c:v>
                </c:pt>
                <c:pt idx="809">
                  <c:v>-1020.73023813881</c:v>
                </c:pt>
                <c:pt idx="810">
                  <c:v>-1020.73250838969</c:v>
                </c:pt>
                <c:pt idx="811">
                  <c:v>-1020.94025801183</c:v>
                </c:pt>
                <c:pt idx="812">
                  <c:v>-1021.50704488912</c:v>
                </c:pt>
                <c:pt idx="813">
                  <c:v>-1021.50771165213</c:v>
                </c:pt>
                <c:pt idx="814">
                  <c:v>-1021.61565003777</c:v>
                </c:pt>
                <c:pt idx="815">
                  <c:v>-1023.04146956659</c:v>
                </c:pt>
                <c:pt idx="816">
                  <c:v>-1024.19746607251</c:v>
                </c:pt>
                <c:pt idx="817">
                  <c:v>-1025.13231172549</c:v>
                </c:pt>
                <c:pt idx="818">
                  <c:v>-1025.16486353602</c:v>
                </c:pt>
                <c:pt idx="819">
                  <c:v>-1027.83197598575</c:v>
                </c:pt>
                <c:pt idx="820">
                  <c:v>-1030.52934794018</c:v>
                </c:pt>
                <c:pt idx="821">
                  <c:v>-1031.07552057828</c:v>
                </c:pt>
                <c:pt idx="822">
                  <c:v>-1031.42942191891</c:v>
                </c:pt>
                <c:pt idx="823">
                  <c:v>-1031.44265360751</c:v>
                </c:pt>
                <c:pt idx="824">
                  <c:v>-1031.52871328803</c:v>
                </c:pt>
                <c:pt idx="825">
                  <c:v>-1031.65102805605</c:v>
                </c:pt>
                <c:pt idx="826">
                  <c:v>-1032.5157783895</c:v>
                </c:pt>
                <c:pt idx="827">
                  <c:v>-1033.27351762921</c:v>
                </c:pt>
                <c:pt idx="828">
                  <c:v>-1033.2909821852</c:v>
                </c:pt>
                <c:pt idx="829">
                  <c:v>-1033.29103282884</c:v>
                </c:pt>
                <c:pt idx="830">
                  <c:v>-1033.38659522776</c:v>
                </c:pt>
                <c:pt idx="831">
                  <c:v>-1033.39179048158</c:v>
                </c:pt>
                <c:pt idx="832">
                  <c:v>-1034.0378300047</c:v>
                </c:pt>
                <c:pt idx="833">
                  <c:v>-1034.06781146664</c:v>
                </c:pt>
                <c:pt idx="834">
                  <c:v>-1035.66365608868</c:v>
                </c:pt>
                <c:pt idx="835">
                  <c:v>-1035.91647948376</c:v>
                </c:pt>
                <c:pt idx="836">
                  <c:v>-1037.00457389646</c:v>
                </c:pt>
                <c:pt idx="837">
                  <c:v>-1037.27819432573</c:v>
                </c:pt>
                <c:pt idx="838">
                  <c:v>-1037.97911499787</c:v>
                </c:pt>
                <c:pt idx="839">
                  <c:v>-1038.28089838617</c:v>
                </c:pt>
                <c:pt idx="840">
                  <c:v>-1038.37319409329</c:v>
                </c:pt>
                <c:pt idx="841">
                  <c:v>-1039.13875658406</c:v>
                </c:pt>
                <c:pt idx="842">
                  <c:v>-1039.14058349217</c:v>
                </c:pt>
                <c:pt idx="843">
                  <c:v>-1049.16632259168</c:v>
                </c:pt>
                <c:pt idx="844">
                  <c:v>-1053.92030948659</c:v>
                </c:pt>
                <c:pt idx="845">
                  <c:v>-1054.16166402412</c:v>
                </c:pt>
                <c:pt idx="846">
                  <c:v>-1054.17288725994</c:v>
                </c:pt>
                <c:pt idx="847">
                  <c:v>-1055.23534245018</c:v>
                </c:pt>
                <c:pt idx="848">
                  <c:v>-1056.08770539271</c:v>
                </c:pt>
                <c:pt idx="849">
                  <c:v>-1056.42267285716</c:v>
                </c:pt>
                <c:pt idx="850">
                  <c:v>-1056.43038665447</c:v>
                </c:pt>
                <c:pt idx="851">
                  <c:v>-1056.57760216527</c:v>
                </c:pt>
                <c:pt idx="852">
                  <c:v>-1056.77023458094</c:v>
                </c:pt>
                <c:pt idx="853">
                  <c:v>-1058.21525887221</c:v>
                </c:pt>
                <c:pt idx="854">
                  <c:v>-1058.24444572063</c:v>
                </c:pt>
                <c:pt idx="855">
                  <c:v>-1059.05699339729</c:v>
                </c:pt>
                <c:pt idx="856">
                  <c:v>-1059.6392646833</c:v>
                </c:pt>
                <c:pt idx="857">
                  <c:v>-1059.87229484331</c:v>
                </c:pt>
                <c:pt idx="858">
                  <c:v>-1060.15921641859</c:v>
                </c:pt>
                <c:pt idx="859">
                  <c:v>-1060.81223502485</c:v>
                </c:pt>
                <c:pt idx="860">
                  <c:v>-1061.76572919044</c:v>
                </c:pt>
                <c:pt idx="861">
                  <c:v>-1065.84435064433</c:v>
                </c:pt>
                <c:pt idx="862">
                  <c:v>-1065.84542072105</c:v>
                </c:pt>
                <c:pt idx="863">
                  <c:v>-1068.43911847902</c:v>
                </c:pt>
                <c:pt idx="864">
                  <c:v>-1068.75247222309</c:v>
                </c:pt>
                <c:pt idx="865">
                  <c:v>-1068.78751297842</c:v>
                </c:pt>
                <c:pt idx="866">
                  <c:v>-1070.31116895418</c:v>
                </c:pt>
                <c:pt idx="867">
                  <c:v>-1070.31558344872</c:v>
                </c:pt>
                <c:pt idx="868">
                  <c:v>-1070.37337771534</c:v>
                </c:pt>
                <c:pt idx="869">
                  <c:v>-1073.23328826966</c:v>
                </c:pt>
                <c:pt idx="870">
                  <c:v>-1073.25998993386</c:v>
                </c:pt>
                <c:pt idx="871">
                  <c:v>-1073.26999683537</c:v>
                </c:pt>
                <c:pt idx="872">
                  <c:v>-1077.50609762597</c:v>
                </c:pt>
                <c:pt idx="873">
                  <c:v>-1077.78297524383</c:v>
                </c:pt>
                <c:pt idx="874">
                  <c:v>-1077.9451688345</c:v>
                </c:pt>
                <c:pt idx="875">
                  <c:v>-1078.49061015026</c:v>
                </c:pt>
                <c:pt idx="876">
                  <c:v>-1079.40815062366</c:v>
                </c:pt>
                <c:pt idx="877">
                  <c:v>-1079.61546483948</c:v>
                </c:pt>
                <c:pt idx="878">
                  <c:v>-1080.47555170886</c:v>
                </c:pt>
                <c:pt idx="879">
                  <c:v>-1080.58964645965</c:v>
                </c:pt>
                <c:pt idx="880">
                  <c:v>-1080.75844388423</c:v>
                </c:pt>
                <c:pt idx="881">
                  <c:v>-1080.83971992996</c:v>
                </c:pt>
                <c:pt idx="882">
                  <c:v>-1092.51659411646</c:v>
                </c:pt>
                <c:pt idx="883">
                  <c:v>-1093.36314012591</c:v>
                </c:pt>
                <c:pt idx="884">
                  <c:v>-1093.42711100893</c:v>
                </c:pt>
                <c:pt idx="885">
                  <c:v>-1093.94058916887</c:v>
                </c:pt>
                <c:pt idx="886">
                  <c:v>-1094.02129417326</c:v>
                </c:pt>
                <c:pt idx="887">
                  <c:v>-1095.01329760477</c:v>
                </c:pt>
                <c:pt idx="888">
                  <c:v>-1095.4747743579</c:v>
                </c:pt>
                <c:pt idx="889">
                  <c:v>-1095.60760451962</c:v>
                </c:pt>
                <c:pt idx="890">
                  <c:v>-1096.40914786709</c:v>
                </c:pt>
                <c:pt idx="891">
                  <c:v>-1096.56583339856</c:v>
                </c:pt>
                <c:pt idx="892">
                  <c:v>-1096.62280942001</c:v>
                </c:pt>
                <c:pt idx="893">
                  <c:v>-1097.19282386199</c:v>
                </c:pt>
                <c:pt idx="894">
                  <c:v>-1097.74086539197</c:v>
                </c:pt>
                <c:pt idx="895">
                  <c:v>-1097.74217846481</c:v>
                </c:pt>
                <c:pt idx="896">
                  <c:v>-1098.06607616711</c:v>
                </c:pt>
                <c:pt idx="897">
                  <c:v>-1098.50221597803</c:v>
                </c:pt>
                <c:pt idx="898">
                  <c:v>-1101.0875884965</c:v>
                </c:pt>
                <c:pt idx="899">
                  <c:v>-1102.0250701252</c:v>
                </c:pt>
                <c:pt idx="900">
                  <c:v>-1102.10367526235</c:v>
                </c:pt>
                <c:pt idx="901">
                  <c:v>-1105.70928216972</c:v>
                </c:pt>
                <c:pt idx="902">
                  <c:v>-1106.05224738394</c:v>
                </c:pt>
                <c:pt idx="903">
                  <c:v>-1106.76561335246</c:v>
                </c:pt>
                <c:pt idx="904">
                  <c:v>-1106.82428446612</c:v>
                </c:pt>
                <c:pt idx="905">
                  <c:v>-1107.46938685263</c:v>
                </c:pt>
                <c:pt idx="906">
                  <c:v>-1107.47557859625</c:v>
                </c:pt>
                <c:pt idx="907">
                  <c:v>-1107.81426370891</c:v>
                </c:pt>
                <c:pt idx="908">
                  <c:v>-1107.87813324002</c:v>
                </c:pt>
                <c:pt idx="909">
                  <c:v>-1107.89096609608</c:v>
                </c:pt>
                <c:pt idx="910">
                  <c:v>-1107.95513240464</c:v>
                </c:pt>
                <c:pt idx="911">
                  <c:v>-1108.32257814162</c:v>
                </c:pt>
                <c:pt idx="912">
                  <c:v>-1109.82166638966</c:v>
                </c:pt>
                <c:pt idx="913">
                  <c:v>-1110.11276232879</c:v>
                </c:pt>
                <c:pt idx="914">
                  <c:v>-1110.35490279348</c:v>
                </c:pt>
                <c:pt idx="915">
                  <c:v>-1110.38625995868</c:v>
                </c:pt>
                <c:pt idx="916">
                  <c:v>-1110.46410925762</c:v>
                </c:pt>
                <c:pt idx="917">
                  <c:v>-1110.47907961601</c:v>
                </c:pt>
                <c:pt idx="918">
                  <c:v>-1111.02022451262</c:v>
                </c:pt>
                <c:pt idx="919">
                  <c:v>-1111.08747207635</c:v>
                </c:pt>
                <c:pt idx="920">
                  <c:v>-1111.99221529279</c:v>
                </c:pt>
                <c:pt idx="921">
                  <c:v>-1113.90560424264</c:v>
                </c:pt>
                <c:pt idx="922">
                  <c:v>-1115.309504847</c:v>
                </c:pt>
                <c:pt idx="923">
                  <c:v>-1115.40889211182</c:v>
                </c:pt>
                <c:pt idx="924">
                  <c:v>-1115.96493786888</c:v>
                </c:pt>
                <c:pt idx="925">
                  <c:v>-1118.70577049509</c:v>
                </c:pt>
                <c:pt idx="926">
                  <c:v>-1118.85088683753</c:v>
                </c:pt>
                <c:pt idx="927">
                  <c:v>-1119.06327547797</c:v>
                </c:pt>
                <c:pt idx="928">
                  <c:v>-1119.09173892966</c:v>
                </c:pt>
                <c:pt idx="929">
                  <c:v>-1119.16619918908</c:v>
                </c:pt>
                <c:pt idx="930">
                  <c:v>-1119.19715057291</c:v>
                </c:pt>
                <c:pt idx="931">
                  <c:v>-1120.15330070472</c:v>
                </c:pt>
                <c:pt idx="932">
                  <c:v>-1120.43994078823</c:v>
                </c:pt>
                <c:pt idx="933">
                  <c:v>-1120.53526893447</c:v>
                </c:pt>
                <c:pt idx="934">
                  <c:v>-1120.53705957472</c:v>
                </c:pt>
                <c:pt idx="935">
                  <c:v>-1120.79864835455</c:v>
                </c:pt>
                <c:pt idx="936">
                  <c:v>-1121.66838483667</c:v>
                </c:pt>
                <c:pt idx="937">
                  <c:v>-1124.66362287703</c:v>
                </c:pt>
                <c:pt idx="938">
                  <c:v>-1124.93161397966</c:v>
                </c:pt>
                <c:pt idx="939">
                  <c:v>-1125.06767497354</c:v>
                </c:pt>
                <c:pt idx="940">
                  <c:v>-1125.07330026416</c:v>
                </c:pt>
                <c:pt idx="941">
                  <c:v>-1126.59405789837</c:v>
                </c:pt>
                <c:pt idx="942">
                  <c:v>-1126.69872561376</c:v>
                </c:pt>
                <c:pt idx="943">
                  <c:v>-1126.71305145448</c:v>
                </c:pt>
                <c:pt idx="944">
                  <c:v>-1128.09490497701</c:v>
                </c:pt>
                <c:pt idx="945">
                  <c:v>-1131.77114276565</c:v>
                </c:pt>
                <c:pt idx="946">
                  <c:v>-1131.80815029511</c:v>
                </c:pt>
                <c:pt idx="947">
                  <c:v>-1131.8231364651</c:v>
                </c:pt>
                <c:pt idx="948">
                  <c:v>-1131.82995360628</c:v>
                </c:pt>
                <c:pt idx="949">
                  <c:v>-1132.34136527919</c:v>
                </c:pt>
                <c:pt idx="950">
                  <c:v>-1132.4512320248</c:v>
                </c:pt>
                <c:pt idx="951">
                  <c:v>-1132.71589773039</c:v>
                </c:pt>
                <c:pt idx="952">
                  <c:v>-1133.040529241</c:v>
                </c:pt>
                <c:pt idx="953">
                  <c:v>-1133.06106219623</c:v>
                </c:pt>
                <c:pt idx="954">
                  <c:v>-1133.59588788014</c:v>
                </c:pt>
                <c:pt idx="955">
                  <c:v>-1133.63111652751</c:v>
                </c:pt>
                <c:pt idx="956">
                  <c:v>-1133.75851459538</c:v>
                </c:pt>
                <c:pt idx="957">
                  <c:v>-1134.15493566716</c:v>
                </c:pt>
                <c:pt idx="958">
                  <c:v>-1137.30594116178</c:v>
                </c:pt>
                <c:pt idx="959">
                  <c:v>-1137.3209729604</c:v>
                </c:pt>
                <c:pt idx="960">
                  <c:v>-1137.36112237662</c:v>
                </c:pt>
                <c:pt idx="961">
                  <c:v>-1137.41000413895</c:v>
                </c:pt>
                <c:pt idx="962">
                  <c:v>-1137.7796931411</c:v>
                </c:pt>
                <c:pt idx="963">
                  <c:v>-1137.84227655435</c:v>
                </c:pt>
                <c:pt idx="964">
                  <c:v>-1142.23640563493</c:v>
                </c:pt>
                <c:pt idx="965">
                  <c:v>-1142.44687350795</c:v>
                </c:pt>
                <c:pt idx="966">
                  <c:v>-1142.49646991589</c:v>
                </c:pt>
                <c:pt idx="967">
                  <c:v>-1142.52300299557</c:v>
                </c:pt>
                <c:pt idx="968">
                  <c:v>-1142.52784676652</c:v>
                </c:pt>
                <c:pt idx="969">
                  <c:v>-1142.88833124629</c:v>
                </c:pt>
                <c:pt idx="970">
                  <c:v>-1143.22209175518</c:v>
                </c:pt>
                <c:pt idx="971">
                  <c:v>-1143.2382322596</c:v>
                </c:pt>
                <c:pt idx="972">
                  <c:v>-1143.28659591294</c:v>
                </c:pt>
                <c:pt idx="973">
                  <c:v>-1143.5716129558</c:v>
                </c:pt>
                <c:pt idx="974">
                  <c:v>-1143.64691901275</c:v>
                </c:pt>
                <c:pt idx="975">
                  <c:v>-1147.70279660287</c:v>
                </c:pt>
                <c:pt idx="976">
                  <c:v>-1147.96067619713</c:v>
                </c:pt>
                <c:pt idx="977">
                  <c:v>-1150.11391884183</c:v>
                </c:pt>
                <c:pt idx="978">
                  <c:v>-1150.18313342551</c:v>
                </c:pt>
                <c:pt idx="979">
                  <c:v>-1151.29506682561</c:v>
                </c:pt>
                <c:pt idx="980">
                  <c:v>-1151.63056764278</c:v>
                </c:pt>
                <c:pt idx="981">
                  <c:v>-1153.54312168656</c:v>
                </c:pt>
                <c:pt idx="982">
                  <c:v>-1153.57933169851</c:v>
                </c:pt>
                <c:pt idx="983">
                  <c:v>-1153.80474594982</c:v>
                </c:pt>
                <c:pt idx="984">
                  <c:v>-1154.16239358771</c:v>
                </c:pt>
                <c:pt idx="985">
                  <c:v>-1154.34213027862</c:v>
                </c:pt>
                <c:pt idx="986">
                  <c:v>-1154.35711659037</c:v>
                </c:pt>
                <c:pt idx="987">
                  <c:v>-1154.83714595536</c:v>
                </c:pt>
                <c:pt idx="988">
                  <c:v>-1161.84021139363</c:v>
                </c:pt>
                <c:pt idx="989">
                  <c:v>-1163.4543927987</c:v>
                </c:pt>
                <c:pt idx="990">
                  <c:v>-1163.46730104176</c:v>
                </c:pt>
                <c:pt idx="991">
                  <c:v>-1164.18026336294</c:v>
                </c:pt>
                <c:pt idx="992">
                  <c:v>-1164.22636762616</c:v>
                </c:pt>
                <c:pt idx="993">
                  <c:v>-1165.02233904765</c:v>
                </c:pt>
                <c:pt idx="994">
                  <c:v>-1167.24339751941</c:v>
                </c:pt>
                <c:pt idx="995">
                  <c:v>-1167.30628814269</c:v>
                </c:pt>
                <c:pt idx="996">
                  <c:v>-1168.09373044065</c:v>
                </c:pt>
                <c:pt idx="997">
                  <c:v>-1171.26260670197</c:v>
                </c:pt>
                <c:pt idx="998">
                  <c:v>-1172.00413407915</c:v>
                </c:pt>
                <c:pt idx="999">
                  <c:v>-1172.00853046685</c:v>
                </c:pt>
                <c:pt idx="1000">
                  <c:v>-1173.32064779324</c:v>
                </c:pt>
                <c:pt idx="1001">
                  <c:v>-1173.6336341977</c:v>
                </c:pt>
                <c:pt idx="1002">
                  <c:v>-1184.56585937011</c:v>
                </c:pt>
                <c:pt idx="1003">
                  <c:v>-1186.44923541516</c:v>
                </c:pt>
                <c:pt idx="1004">
                  <c:v>-1187.4872867002</c:v>
                </c:pt>
                <c:pt idx="1005">
                  <c:v>-1191.50319661233</c:v>
                </c:pt>
                <c:pt idx="1006">
                  <c:v>-1191.51579742057</c:v>
                </c:pt>
                <c:pt idx="1007">
                  <c:v>-1192.2360496315</c:v>
                </c:pt>
                <c:pt idx="1008">
                  <c:v>-1192.60839665201</c:v>
                </c:pt>
                <c:pt idx="1009">
                  <c:v>-1192.61294056521</c:v>
                </c:pt>
                <c:pt idx="1010">
                  <c:v>-1193.33563683076</c:v>
                </c:pt>
                <c:pt idx="1011">
                  <c:v>-1194.37702365644</c:v>
                </c:pt>
                <c:pt idx="1012">
                  <c:v>-1195.8350304697</c:v>
                </c:pt>
                <c:pt idx="1013">
                  <c:v>-1199.26146008088</c:v>
                </c:pt>
                <c:pt idx="1014">
                  <c:v>-1199.71218260027</c:v>
                </c:pt>
                <c:pt idx="1015">
                  <c:v>-1199.72273557756</c:v>
                </c:pt>
                <c:pt idx="1016">
                  <c:v>-1200.497221964</c:v>
                </c:pt>
                <c:pt idx="1017">
                  <c:v>-1200.81653044024</c:v>
                </c:pt>
                <c:pt idx="1018">
                  <c:v>-1201.62831122498</c:v>
                </c:pt>
                <c:pt idx="1019">
                  <c:v>-1202.0744761906</c:v>
                </c:pt>
                <c:pt idx="1020">
                  <c:v>-1206.85639063522</c:v>
                </c:pt>
                <c:pt idx="1021">
                  <c:v>-1207.06033569641</c:v>
                </c:pt>
                <c:pt idx="1022">
                  <c:v>-1209.13229906691</c:v>
                </c:pt>
                <c:pt idx="1023">
                  <c:v>-1209.51819268562</c:v>
                </c:pt>
                <c:pt idx="1024">
                  <c:v>-1209.74737133064</c:v>
                </c:pt>
                <c:pt idx="1025">
                  <c:v>-1209.99063872913</c:v>
                </c:pt>
                <c:pt idx="1026">
                  <c:v>-1210.19162441605</c:v>
                </c:pt>
                <c:pt idx="1027">
                  <c:v>-1210.21200681882</c:v>
                </c:pt>
                <c:pt idx="1028">
                  <c:v>-1210.21940389264</c:v>
                </c:pt>
                <c:pt idx="1029">
                  <c:v>-1210.82290289451</c:v>
                </c:pt>
                <c:pt idx="1030">
                  <c:v>-1210.98064158112</c:v>
                </c:pt>
                <c:pt idx="1031">
                  <c:v>-1211.13308025991</c:v>
                </c:pt>
                <c:pt idx="1032">
                  <c:v>-1212.08165169951</c:v>
                </c:pt>
                <c:pt idx="1033">
                  <c:v>-1212.26965787442</c:v>
                </c:pt>
                <c:pt idx="1034">
                  <c:v>-1212.4425285286</c:v>
                </c:pt>
                <c:pt idx="1035">
                  <c:v>-1215.02571432064</c:v>
                </c:pt>
                <c:pt idx="1036">
                  <c:v>-1215.29652752586</c:v>
                </c:pt>
                <c:pt idx="1037">
                  <c:v>-1215.50330278686</c:v>
                </c:pt>
                <c:pt idx="1038">
                  <c:v>-1216.78746103447</c:v>
                </c:pt>
                <c:pt idx="1039">
                  <c:v>-1216.797385235</c:v>
                </c:pt>
                <c:pt idx="1040">
                  <c:v>-1217.81120640208</c:v>
                </c:pt>
                <c:pt idx="1041">
                  <c:v>-1217.81142908187</c:v>
                </c:pt>
                <c:pt idx="1042">
                  <c:v>-1218.77220892793</c:v>
                </c:pt>
                <c:pt idx="1043">
                  <c:v>-1224.31397562216</c:v>
                </c:pt>
                <c:pt idx="1044">
                  <c:v>-1227.24930626475</c:v>
                </c:pt>
                <c:pt idx="1045">
                  <c:v>-1232.15755783354</c:v>
                </c:pt>
                <c:pt idx="1046">
                  <c:v>-1232.2118351872</c:v>
                </c:pt>
                <c:pt idx="1047">
                  <c:v>-1234.98298328858</c:v>
                </c:pt>
                <c:pt idx="1048">
                  <c:v>-1235.01502321644</c:v>
                </c:pt>
                <c:pt idx="1049">
                  <c:v>-1235.22464769026</c:v>
                </c:pt>
                <c:pt idx="1050">
                  <c:v>-1235.31303759532</c:v>
                </c:pt>
                <c:pt idx="1051">
                  <c:v>-1235.348828466</c:v>
                </c:pt>
                <c:pt idx="1052">
                  <c:v>-1237.09822317299</c:v>
                </c:pt>
                <c:pt idx="1053">
                  <c:v>-1238.48479754017</c:v>
                </c:pt>
                <c:pt idx="1054">
                  <c:v>-1238.85226233321</c:v>
                </c:pt>
                <c:pt idx="1055">
                  <c:v>-1242.04689920262</c:v>
                </c:pt>
                <c:pt idx="1056">
                  <c:v>-1242.04870424434</c:v>
                </c:pt>
                <c:pt idx="1057">
                  <c:v>-1243.41722879933</c:v>
                </c:pt>
                <c:pt idx="1058">
                  <c:v>-1245.54624879872</c:v>
                </c:pt>
                <c:pt idx="1059">
                  <c:v>-1245.55297610552</c:v>
                </c:pt>
                <c:pt idx="1060">
                  <c:v>-1245.559630432</c:v>
                </c:pt>
                <c:pt idx="1061">
                  <c:v>-1245.72870261422</c:v>
                </c:pt>
                <c:pt idx="1062">
                  <c:v>-1248.61233277663</c:v>
                </c:pt>
                <c:pt idx="1063">
                  <c:v>-1249.18371040458</c:v>
                </c:pt>
                <c:pt idx="1064">
                  <c:v>-1253.74197429912</c:v>
                </c:pt>
                <c:pt idx="1065">
                  <c:v>-1253.78087090322</c:v>
                </c:pt>
                <c:pt idx="1066">
                  <c:v>-1253.84481146659</c:v>
                </c:pt>
                <c:pt idx="1067">
                  <c:v>-1253.86740916756</c:v>
                </c:pt>
                <c:pt idx="1068">
                  <c:v>-1254.60047961095</c:v>
                </c:pt>
                <c:pt idx="1069">
                  <c:v>-1255.23475870118</c:v>
                </c:pt>
                <c:pt idx="1070">
                  <c:v>-1255.69118433818</c:v>
                </c:pt>
                <c:pt idx="1071">
                  <c:v>-1256.03645975467</c:v>
                </c:pt>
                <c:pt idx="1072">
                  <c:v>-1256.04599911528</c:v>
                </c:pt>
                <c:pt idx="1073">
                  <c:v>-1256.26437535121</c:v>
                </c:pt>
                <c:pt idx="1074">
                  <c:v>-1256.39244203166</c:v>
                </c:pt>
                <c:pt idx="1075">
                  <c:v>-1256.44371676862</c:v>
                </c:pt>
                <c:pt idx="1076">
                  <c:v>-1256.93442320578</c:v>
                </c:pt>
                <c:pt idx="1077">
                  <c:v>-1257.37777814523</c:v>
                </c:pt>
                <c:pt idx="1078">
                  <c:v>-1257.38451399567</c:v>
                </c:pt>
                <c:pt idx="1079">
                  <c:v>-1257.74918256355</c:v>
                </c:pt>
                <c:pt idx="1080">
                  <c:v>-1258.77628745261</c:v>
                </c:pt>
                <c:pt idx="1081">
                  <c:v>-1258.77783345672</c:v>
                </c:pt>
                <c:pt idx="1082">
                  <c:v>-1259.13892736897</c:v>
                </c:pt>
                <c:pt idx="1083">
                  <c:v>-1259.37873644314</c:v>
                </c:pt>
                <c:pt idx="1084">
                  <c:v>-1259.42354324154</c:v>
                </c:pt>
                <c:pt idx="1085">
                  <c:v>-1259.55730993495</c:v>
                </c:pt>
                <c:pt idx="1086">
                  <c:v>-1260.01289789559</c:v>
                </c:pt>
                <c:pt idx="1087">
                  <c:v>-1260.99284976964</c:v>
                </c:pt>
                <c:pt idx="1088">
                  <c:v>-1261.04955135854</c:v>
                </c:pt>
                <c:pt idx="1089">
                  <c:v>-1261.14201545132</c:v>
                </c:pt>
                <c:pt idx="1090">
                  <c:v>-1261.25634120096</c:v>
                </c:pt>
                <c:pt idx="1091">
                  <c:v>-1261.41877550845</c:v>
                </c:pt>
                <c:pt idx="1092">
                  <c:v>-1261.73519327639</c:v>
                </c:pt>
                <c:pt idx="1093">
                  <c:v>-1261.76309384236</c:v>
                </c:pt>
                <c:pt idx="1094">
                  <c:v>-1261.92957606838</c:v>
                </c:pt>
                <c:pt idx="1095">
                  <c:v>-1261.96176779944</c:v>
                </c:pt>
                <c:pt idx="1096">
                  <c:v>-1262.022427165</c:v>
                </c:pt>
                <c:pt idx="1097">
                  <c:v>-1262.31692658793</c:v>
                </c:pt>
                <c:pt idx="1098">
                  <c:v>-1262.52702314279</c:v>
                </c:pt>
                <c:pt idx="1099">
                  <c:v>-1263.31077210518</c:v>
                </c:pt>
                <c:pt idx="1100">
                  <c:v>-1264.57618068653</c:v>
                </c:pt>
                <c:pt idx="1101">
                  <c:v>-1264.75454605011</c:v>
                </c:pt>
                <c:pt idx="1102">
                  <c:v>-1267.21855415145</c:v>
                </c:pt>
                <c:pt idx="1103">
                  <c:v>-1267.26502361352</c:v>
                </c:pt>
                <c:pt idx="1104">
                  <c:v>-1267.31167059235</c:v>
                </c:pt>
                <c:pt idx="1105">
                  <c:v>-1268.97890032178</c:v>
                </c:pt>
                <c:pt idx="1106">
                  <c:v>-1269.02838144517</c:v>
                </c:pt>
                <c:pt idx="1107">
                  <c:v>-1271.06620618233</c:v>
                </c:pt>
                <c:pt idx="1108">
                  <c:v>-1273.18347169594</c:v>
                </c:pt>
                <c:pt idx="1109">
                  <c:v>-1273.40341102436</c:v>
                </c:pt>
                <c:pt idx="1110">
                  <c:v>-1275.86655167187</c:v>
                </c:pt>
                <c:pt idx="1111">
                  <c:v>-1276.0545998487</c:v>
                </c:pt>
                <c:pt idx="1112">
                  <c:v>-1276.19006383182</c:v>
                </c:pt>
                <c:pt idx="1113">
                  <c:v>-1276.23133803576</c:v>
                </c:pt>
                <c:pt idx="1114">
                  <c:v>-1276.41380971904</c:v>
                </c:pt>
                <c:pt idx="1115">
                  <c:v>-1276.68657316352</c:v>
                </c:pt>
                <c:pt idx="1116">
                  <c:v>-1279.86111055634</c:v>
                </c:pt>
                <c:pt idx="1117">
                  <c:v>-1280.44679701028</c:v>
                </c:pt>
                <c:pt idx="1118">
                  <c:v>-1281.80545544416</c:v>
                </c:pt>
                <c:pt idx="1119">
                  <c:v>-1283.46526024081</c:v>
                </c:pt>
                <c:pt idx="1120">
                  <c:v>-1283.46536061609</c:v>
                </c:pt>
                <c:pt idx="1121">
                  <c:v>-1283.46726760264</c:v>
                </c:pt>
                <c:pt idx="1122">
                  <c:v>-1283.46941201063</c:v>
                </c:pt>
                <c:pt idx="1123">
                  <c:v>-1283.63234377705</c:v>
                </c:pt>
                <c:pt idx="1124">
                  <c:v>-1283.67644212072</c:v>
                </c:pt>
                <c:pt idx="1125">
                  <c:v>-1283.7663306375</c:v>
                </c:pt>
                <c:pt idx="1126">
                  <c:v>-1284.48276183246</c:v>
                </c:pt>
                <c:pt idx="1127">
                  <c:v>-1285.52453838056</c:v>
                </c:pt>
                <c:pt idx="1128">
                  <c:v>-1285.54109915183</c:v>
                </c:pt>
                <c:pt idx="1129">
                  <c:v>-1285.58178569425</c:v>
                </c:pt>
                <c:pt idx="1130">
                  <c:v>-1285.82802684486</c:v>
                </c:pt>
                <c:pt idx="1131">
                  <c:v>-1285.88096702151</c:v>
                </c:pt>
                <c:pt idx="1132">
                  <c:v>-1285.9174590052</c:v>
                </c:pt>
                <c:pt idx="1133">
                  <c:v>-1286.02597699437</c:v>
                </c:pt>
                <c:pt idx="1134">
                  <c:v>-1286.03233621193</c:v>
                </c:pt>
                <c:pt idx="1135">
                  <c:v>-1286.31765149707</c:v>
                </c:pt>
                <c:pt idx="1136">
                  <c:v>-1286.61365291693</c:v>
                </c:pt>
                <c:pt idx="1137">
                  <c:v>-1286.6777780446</c:v>
                </c:pt>
                <c:pt idx="1138">
                  <c:v>-1288.4443195609</c:v>
                </c:pt>
                <c:pt idx="1139">
                  <c:v>-1292.79660995758</c:v>
                </c:pt>
                <c:pt idx="1140">
                  <c:v>-1292.86604335469</c:v>
                </c:pt>
                <c:pt idx="1141">
                  <c:v>-1293.38168214364</c:v>
                </c:pt>
                <c:pt idx="1142">
                  <c:v>-1293.41604422786</c:v>
                </c:pt>
                <c:pt idx="1143">
                  <c:v>-1294.30239362491</c:v>
                </c:pt>
                <c:pt idx="1144">
                  <c:v>-1296.01268534783</c:v>
                </c:pt>
                <c:pt idx="1145">
                  <c:v>-1296.01974189977</c:v>
                </c:pt>
                <c:pt idx="1146">
                  <c:v>-1296.13008184805</c:v>
                </c:pt>
                <c:pt idx="1147">
                  <c:v>-1296.37382142154</c:v>
                </c:pt>
                <c:pt idx="1148">
                  <c:v>-1296.5957711393</c:v>
                </c:pt>
                <c:pt idx="1149">
                  <c:v>-1296.74711233671</c:v>
                </c:pt>
                <c:pt idx="1150">
                  <c:v>-1297.51563379743</c:v>
                </c:pt>
                <c:pt idx="1151">
                  <c:v>-1297.56446117337</c:v>
                </c:pt>
                <c:pt idx="1152">
                  <c:v>-1297.62456577456</c:v>
                </c:pt>
                <c:pt idx="1153">
                  <c:v>-1309.70783057898</c:v>
                </c:pt>
                <c:pt idx="1154">
                  <c:v>-1311.17183650575</c:v>
                </c:pt>
                <c:pt idx="1155">
                  <c:v>-1321.66701612755</c:v>
                </c:pt>
                <c:pt idx="1156">
                  <c:v>-1329.41750726632</c:v>
                </c:pt>
                <c:pt idx="1157">
                  <c:v>-1344.77361125309</c:v>
                </c:pt>
                <c:pt idx="1158">
                  <c:v>-1349.18399025185</c:v>
                </c:pt>
                <c:pt idx="1159">
                  <c:v>-1355.50710709759</c:v>
                </c:pt>
                <c:pt idx="1160">
                  <c:v>-1355.83805332185</c:v>
                </c:pt>
                <c:pt idx="1161">
                  <c:v>-1358.11580221536</c:v>
                </c:pt>
                <c:pt idx="1162">
                  <c:v>-1359.48492428757</c:v>
                </c:pt>
                <c:pt idx="1163">
                  <c:v>-1362.39532305108</c:v>
                </c:pt>
                <c:pt idx="1164">
                  <c:v>-1362.5849254588</c:v>
                </c:pt>
                <c:pt idx="1165">
                  <c:v>-1363.1233150475</c:v>
                </c:pt>
                <c:pt idx="1166">
                  <c:v>-1370.11243309414</c:v>
                </c:pt>
                <c:pt idx="1167">
                  <c:v>-1370.12214419198</c:v>
                </c:pt>
                <c:pt idx="1168">
                  <c:v>-1370.18274142221</c:v>
                </c:pt>
                <c:pt idx="1169">
                  <c:v>-1370.21996199614</c:v>
                </c:pt>
                <c:pt idx="1170">
                  <c:v>-1370.60312553781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[csi300_opt_stats.csv]Sheet1!$C$1</c:f>
              <c:strCache>
                <c:ptCount val="1"/>
                <c:pt idx="0">
                  <c:v>Theta损益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[csi300_opt_stats.csv]Sheet1!$A$2:$A$1172</c:f>
              <c:numCache>
                <c:formatCode>yyyy/m/d</c:formatCode>
                <c:ptCount val="117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</c:numCache>
            </c:numRef>
          </c:cat>
          <c:val>
            <c:numRef>
              <c:f>[csi300_opt_stats.csv]Sheet1!$C$2:$C$1172</c:f>
              <c:numCache>
                <c:formatCode>General</c:formatCode>
                <c:ptCount val="1171"/>
                <c:pt idx="0">
                  <c:v>0</c:v>
                </c:pt>
                <c:pt idx="1">
                  <c:v>0</c:v>
                </c:pt>
                <c:pt idx="2">
                  <c:v>0.0302094140531348</c:v>
                </c:pt>
                <c:pt idx="3">
                  <c:v>0.0903470199981569</c:v>
                </c:pt>
                <c:pt idx="4">
                  <c:v>0.182942753494142</c:v>
                </c:pt>
                <c:pt idx="5">
                  <c:v>0.322493836431626</c:v>
                </c:pt>
                <c:pt idx="6">
                  <c:v>0.528072456291684</c:v>
                </c:pt>
                <c:pt idx="7">
                  <c:v>0.79752756691177</c:v>
                </c:pt>
                <c:pt idx="8">
                  <c:v>1.16469411767237</c:v>
                </c:pt>
                <c:pt idx="9">
                  <c:v>1.56855653045199</c:v>
                </c:pt>
                <c:pt idx="10">
                  <c:v>2.0249760739485</c:v>
                </c:pt>
                <c:pt idx="11">
                  <c:v>2.55704946532887</c:v>
                </c:pt>
                <c:pt idx="12">
                  <c:v>3.13651983517957</c:v>
                </c:pt>
                <c:pt idx="13">
                  <c:v>3.76905821555267</c:v>
                </c:pt>
                <c:pt idx="14">
                  <c:v>4.43953500903722</c:v>
                </c:pt>
                <c:pt idx="15">
                  <c:v>5.16913478873611</c:v>
                </c:pt>
                <c:pt idx="16">
                  <c:v>5.96275531266912</c:v>
                </c:pt>
                <c:pt idx="17">
                  <c:v>6.77873726207037</c:v>
                </c:pt>
                <c:pt idx="18">
                  <c:v>7.57418876544479</c:v>
                </c:pt>
                <c:pt idx="19">
                  <c:v>8.37894201282089</c:v>
                </c:pt>
                <c:pt idx="20">
                  <c:v>9.31308869281312</c:v>
                </c:pt>
                <c:pt idx="21">
                  <c:v>10.2978270093776</c:v>
                </c:pt>
                <c:pt idx="22">
                  <c:v>11.4337930307135</c:v>
                </c:pt>
                <c:pt idx="23">
                  <c:v>12.6230030789438</c:v>
                </c:pt>
                <c:pt idx="24">
                  <c:v>13.6551255735233</c:v>
                </c:pt>
                <c:pt idx="25">
                  <c:v>14.5669684389189</c:v>
                </c:pt>
                <c:pt idx="26">
                  <c:v>15.3365971926059</c:v>
                </c:pt>
                <c:pt idx="27">
                  <c:v>16.4535724004608</c:v>
                </c:pt>
                <c:pt idx="28">
                  <c:v>17.8816642498851</c:v>
                </c:pt>
                <c:pt idx="29">
                  <c:v>19.4625299738984</c:v>
                </c:pt>
                <c:pt idx="30">
                  <c:v>21.0334601342489</c:v>
                </c:pt>
                <c:pt idx="31">
                  <c:v>22.6222885306925</c:v>
                </c:pt>
                <c:pt idx="32">
                  <c:v>24.4989166772801</c:v>
                </c:pt>
                <c:pt idx="33">
                  <c:v>26.6004665911033</c:v>
                </c:pt>
                <c:pt idx="34">
                  <c:v>29.9504593327046</c:v>
                </c:pt>
                <c:pt idx="35">
                  <c:v>33.4630919496315</c:v>
                </c:pt>
                <c:pt idx="36">
                  <c:v>37.7760543004228</c:v>
                </c:pt>
                <c:pt idx="37">
                  <c:v>42.3210612387518</c:v>
                </c:pt>
                <c:pt idx="38">
                  <c:v>42.7404140049928</c:v>
                </c:pt>
                <c:pt idx="39">
                  <c:v>43.3040690891899</c:v>
                </c:pt>
                <c:pt idx="40">
                  <c:v>43.9508121862375</c:v>
                </c:pt>
                <c:pt idx="41">
                  <c:v>44.6895565076957</c:v>
                </c:pt>
                <c:pt idx="42">
                  <c:v>45.4665020938505</c:v>
                </c:pt>
                <c:pt idx="43">
                  <c:v>46.178660948188</c:v>
                </c:pt>
                <c:pt idx="44">
                  <c:v>47.2605428328541</c:v>
                </c:pt>
                <c:pt idx="45">
                  <c:v>48.4568493023413</c:v>
                </c:pt>
                <c:pt idx="46">
                  <c:v>49.8613339015927</c:v>
                </c:pt>
                <c:pt idx="47">
                  <c:v>51.8570394576621</c:v>
                </c:pt>
                <c:pt idx="48">
                  <c:v>54.0543555535655</c:v>
                </c:pt>
                <c:pt idx="49">
                  <c:v>56.0923087196446</c:v>
                </c:pt>
                <c:pt idx="50">
                  <c:v>59.1124235205121</c:v>
                </c:pt>
                <c:pt idx="51">
                  <c:v>62.2088404288076</c:v>
                </c:pt>
                <c:pt idx="52">
                  <c:v>65.1296761669388</c:v>
                </c:pt>
                <c:pt idx="53">
                  <c:v>69.0323701224248</c:v>
                </c:pt>
                <c:pt idx="54">
                  <c:v>71.551950268273</c:v>
                </c:pt>
                <c:pt idx="55">
                  <c:v>73.5312675670651</c:v>
                </c:pt>
                <c:pt idx="56">
                  <c:v>74.426083462311</c:v>
                </c:pt>
                <c:pt idx="57">
                  <c:v>75.9246881525335</c:v>
                </c:pt>
                <c:pt idx="58">
                  <c:v>76.4350825588688</c:v>
                </c:pt>
                <c:pt idx="59">
                  <c:v>77.0854252481333</c:v>
                </c:pt>
                <c:pt idx="60">
                  <c:v>77.9395273736481</c:v>
                </c:pt>
                <c:pt idx="61">
                  <c:v>79.0491945104159</c:v>
                </c:pt>
                <c:pt idx="62">
                  <c:v>80.2463820902523</c:v>
                </c:pt>
                <c:pt idx="63">
                  <c:v>81.6691982603197</c:v>
                </c:pt>
                <c:pt idx="64">
                  <c:v>83.1299324659435</c:v>
                </c:pt>
                <c:pt idx="65">
                  <c:v>84.5984844837942</c:v>
                </c:pt>
                <c:pt idx="66">
                  <c:v>86.0737804780519</c:v>
                </c:pt>
                <c:pt idx="67">
                  <c:v>87.8468758124542</c:v>
                </c:pt>
                <c:pt idx="68">
                  <c:v>90.0891515226294</c:v>
                </c:pt>
                <c:pt idx="69">
                  <c:v>92.9926250363336</c:v>
                </c:pt>
                <c:pt idx="70">
                  <c:v>95.6836160064024</c:v>
                </c:pt>
                <c:pt idx="71">
                  <c:v>98.4714046714308</c:v>
                </c:pt>
                <c:pt idx="72">
                  <c:v>101.378833719461</c:v>
                </c:pt>
                <c:pt idx="73">
                  <c:v>103.998451768619</c:v>
                </c:pt>
                <c:pt idx="74">
                  <c:v>107.764559614923</c:v>
                </c:pt>
                <c:pt idx="75">
                  <c:v>111.810302942383</c:v>
                </c:pt>
                <c:pt idx="76">
                  <c:v>116.278578583022</c:v>
                </c:pt>
                <c:pt idx="77">
                  <c:v>116.670760872898</c:v>
                </c:pt>
                <c:pt idx="78">
                  <c:v>117.167126356592</c:v>
                </c:pt>
                <c:pt idx="79">
                  <c:v>117.670372269149</c:v>
                </c:pt>
                <c:pt idx="80">
                  <c:v>118.327345494752</c:v>
                </c:pt>
                <c:pt idx="81">
                  <c:v>119.081533889294</c:v>
                </c:pt>
                <c:pt idx="82">
                  <c:v>119.867758872287</c:v>
                </c:pt>
                <c:pt idx="83">
                  <c:v>120.810824116079</c:v>
                </c:pt>
                <c:pt idx="84">
                  <c:v>122.039960751637</c:v>
                </c:pt>
                <c:pt idx="85">
                  <c:v>123.553949127197</c:v>
                </c:pt>
                <c:pt idx="86">
                  <c:v>125.881914453542</c:v>
                </c:pt>
                <c:pt idx="87">
                  <c:v>128.584984404507</c:v>
                </c:pt>
                <c:pt idx="88">
                  <c:v>131.324613994312</c:v>
                </c:pt>
                <c:pt idx="89">
                  <c:v>134.432676272998</c:v>
                </c:pt>
                <c:pt idx="90">
                  <c:v>137.642253507268</c:v>
                </c:pt>
                <c:pt idx="91">
                  <c:v>141.142210744678</c:v>
                </c:pt>
                <c:pt idx="92">
                  <c:v>145.770259887042</c:v>
                </c:pt>
                <c:pt idx="93">
                  <c:v>151.537241383377</c:v>
                </c:pt>
                <c:pt idx="94">
                  <c:v>151.748199421565</c:v>
                </c:pt>
                <c:pt idx="95">
                  <c:v>152.00828993973</c:v>
                </c:pt>
                <c:pt idx="96">
                  <c:v>152.317802053036</c:v>
                </c:pt>
                <c:pt idx="97">
                  <c:v>152.626786128086</c:v>
                </c:pt>
                <c:pt idx="98">
                  <c:v>152.986056021473</c:v>
                </c:pt>
                <c:pt idx="99">
                  <c:v>153.364947422082</c:v>
                </c:pt>
                <c:pt idx="100">
                  <c:v>153.74274528769</c:v>
                </c:pt>
                <c:pt idx="101">
                  <c:v>154.18605687103</c:v>
                </c:pt>
                <c:pt idx="102">
                  <c:v>154.71599534929</c:v>
                </c:pt>
                <c:pt idx="103">
                  <c:v>155.364940281578</c:v>
                </c:pt>
                <c:pt idx="104">
                  <c:v>156.140660100701</c:v>
                </c:pt>
                <c:pt idx="105">
                  <c:v>157.409180370527</c:v>
                </c:pt>
                <c:pt idx="106">
                  <c:v>158.778446495136</c:v>
                </c:pt>
                <c:pt idx="107">
                  <c:v>160.369364687214</c:v>
                </c:pt>
                <c:pt idx="108">
                  <c:v>162.119702556084</c:v>
                </c:pt>
                <c:pt idx="109">
                  <c:v>164.084311397229</c:v>
                </c:pt>
                <c:pt idx="110">
                  <c:v>166.160242407705</c:v>
                </c:pt>
                <c:pt idx="111">
                  <c:v>168.552573286972</c:v>
                </c:pt>
                <c:pt idx="112">
                  <c:v>171.331002031434</c:v>
                </c:pt>
                <c:pt idx="113">
                  <c:v>174.08393714128</c:v>
                </c:pt>
                <c:pt idx="114">
                  <c:v>177.330362447291</c:v>
                </c:pt>
                <c:pt idx="115">
                  <c:v>180.567161328571</c:v>
                </c:pt>
                <c:pt idx="116">
                  <c:v>184.339208208853</c:v>
                </c:pt>
                <c:pt idx="117">
                  <c:v>189.046506080577</c:v>
                </c:pt>
                <c:pt idx="118">
                  <c:v>195.839055071612</c:v>
                </c:pt>
                <c:pt idx="119">
                  <c:v>196.258138849714</c:v>
                </c:pt>
                <c:pt idx="120">
                  <c:v>196.786961588804</c:v>
                </c:pt>
                <c:pt idx="121">
                  <c:v>197.462445508771</c:v>
                </c:pt>
                <c:pt idx="122">
                  <c:v>198.309616853613</c:v>
                </c:pt>
                <c:pt idx="123">
                  <c:v>199.170560664664</c:v>
                </c:pt>
                <c:pt idx="124">
                  <c:v>200.166475677564</c:v>
                </c:pt>
                <c:pt idx="125">
                  <c:v>201.335070260847</c:v>
                </c:pt>
                <c:pt idx="126">
                  <c:v>202.844691712612</c:v>
                </c:pt>
                <c:pt idx="127">
                  <c:v>204.29127800814</c:v>
                </c:pt>
                <c:pt idx="128">
                  <c:v>206.019340664286</c:v>
                </c:pt>
                <c:pt idx="129">
                  <c:v>209.139313497088</c:v>
                </c:pt>
                <c:pt idx="130">
                  <c:v>211.130612935092</c:v>
                </c:pt>
                <c:pt idx="131">
                  <c:v>214.600398688549</c:v>
                </c:pt>
                <c:pt idx="132">
                  <c:v>219.036107300321</c:v>
                </c:pt>
                <c:pt idx="133">
                  <c:v>223.514327265461</c:v>
                </c:pt>
                <c:pt idx="134">
                  <c:v>227.073816725756</c:v>
                </c:pt>
                <c:pt idx="135">
                  <c:v>234.92687937352</c:v>
                </c:pt>
                <c:pt idx="136">
                  <c:v>248.146506991367</c:v>
                </c:pt>
                <c:pt idx="137">
                  <c:v>248.44746890419</c:v>
                </c:pt>
                <c:pt idx="138">
                  <c:v>248.868502329038</c:v>
                </c:pt>
                <c:pt idx="139">
                  <c:v>249.364831151649</c:v>
                </c:pt>
                <c:pt idx="140">
                  <c:v>249.994308423861</c:v>
                </c:pt>
                <c:pt idx="141">
                  <c:v>250.716179303615</c:v>
                </c:pt>
                <c:pt idx="142">
                  <c:v>251.446644581469</c:v>
                </c:pt>
                <c:pt idx="143">
                  <c:v>252.202895411294</c:v>
                </c:pt>
                <c:pt idx="144">
                  <c:v>253.107579606725</c:v>
                </c:pt>
                <c:pt idx="145">
                  <c:v>254.457343073521</c:v>
                </c:pt>
                <c:pt idx="146">
                  <c:v>255.968695368886</c:v>
                </c:pt>
                <c:pt idx="147">
                  <c:v>257.742955297288</c:v>
                </c:pt>
                <c:pt idx="148">
                  <c:v>260.077249112962</c:v>
                </c:pt>
                <c:pt idx="149">
                  <c:v>262.578994403447</c:v>
                </c:pt>
                <c:pt idx="150">
                  <c:v>265.232311830017</c:v>
                </c:pt>
                <c:pt idx="151">
                  <c:v>268.085261874953</c:v>
                </c:pt>
                <c:pt idx="152">
                  <c:v>271.14002299319</c:v>
                </c:pt>
                <c:pt idx="153">
                  <c:v>274.691722972279</c:v>
                </c:pt>
                <c:pt idx="154">
                  <c:v>277.987839979148</c:v>
                </c:pt>
                <c:pt idx="155">
                  <c:v>280.95010164944</c:v>
                </c:pt>
                <c:pt idx="156">
                  <c:v>284.005841667205</c:v>
                </c:pt>
                <c:pt idx="157">
                  <c:v>288.050288293352</c:v>
                </c:pt>
                <c:pt idx="158">
                  <c:v>296.403644648138</c:v>
                </c:pt>
                <c:pt idx="159">
                  <c:v>303.947295225541</c:v>
                </c:pt>
                <c:pt idx="160">
                  <c:v>311.067281858718</c:v>
                </c:pt>
                <c:pt idx="161">
                  <c:v>315.743105085632</c:v>
                </c:pt>
                <c:pt idx="162">
                  <c:v>316.160694265458</c:v>
                </c:pt>
                <c:pt idx="163">
                  <c:v>316.72463117464</c:v>
                </c:pt>
                <c:pt idx="164">
                  <c:v>317.357922710397</c:v>
                </c:pt>
                <c:pt idx="165">
                  <c:v>318.084653209052</c:v>
                </c:pt>
                <c:pt idx="166">
                  <c:v>318.933499926484</c:v>
                </c:pt>
                <c:pt idx="167">
                  <c:v>320.185446167162</c:v>
                </c:pt>
                <c:pt idx="168">
                  <c:v>321.67177923789</c:v>
                </c:pt>
                <c:pt idx="169">
                  <c:v>323.215178681361</c:v>
                </c:pt>
                <c:pt idx="170">
                  <c:v>325.169726103956</c:v>
                </c:pt>
                <c:pt idx="171">
                  <c:v>327.207736150002</c:v>
                </c:pt>
                <c:pt idx="172">
                  <c:v>329.228563298143</c:v>
                </c:pt>
                <c:pt idx="173">
                  <c:v>331.155169842212</c:v>
                </c:pt>
                <c:pt idx="174">
                  <c:v>333.22822406933</c:v>
                </c:pt>
                <c:pt idx="175">
                  <c:v>335.09138033837</c:v>
                </c:pt>
                <c:pt idx="176">
                  <c:v>336.467507106623</c:v>
                </c:pt>
                <c:pt idx="177">
                  <c:v>337.920088106111</c:v>
                </c:pt>
                <c:pt idx="178">
                  <c:v>339.183860324705</c:v>
                </c:pt>
                <c:pt idx="179">
                  <c:v>341.096420491724</c:v>
                </c:pt>
                <c:pt idx="180">
                  <c:v>342.66791748827</c:v>
                </c:pt>
                <c:pt idx="181">
                  <c:v>344.948135196484</c:v>
                </c:pt>
                <c:pt idx="182">
                  <c:v>345.534287921382</c:v>
                </c:pt>
                <c:pt idx="183">
                  <c:v>346.289133415957</c:v>
                </c:pt>
                <c:pt idx="184">
                  <c:v>347.108026961041</c:v>
                </c:pt>
                <c:pt idx="185">
                  <c:v>348.017862324658</c:v>
                </c:pt>
                <c:pt idx="186">
                  <c:v>348.999573375254</c:v>
                </c:pt>
                <c:pt idx="187">
                  <c:v>350.211609101164</c:v>
                </c:pt>
                <c:pt idx="188">
                  <c:v>351.867997702293</c:v>
                </c:pt>
                <c:pt idx="189">
                  <c:v>354.119583806698</c:v>
                </c:pt>
                <c:pt idx="190">
                  <c:v>356.496648532864</c:v>
                </c:pt>
                <c:pt idx="191">
                  <c:v>359.013441513527</c:v>
                </c:pt>
                <c:pt idx="192">
                  <c:v>363.024253135819</c:v>
                </c:pt>
                <c:pt idx="193">
                  <c:v>367.270779356002</c:v>
                </c:pt>
                <c:pt idx="194">
                  <c:v>372.005161040792</c:v>
                </c:pt>
                <c:pt idx="195">
                  <c:v>378.361074447916</c:v>
                </c:pt>
                <c:pt idx="196">
                  <c:v>378.688667326527</c:v>
                </c:pt>
                <c:pt idx="197">
                  <c:v>379.015602153724</c:v>
                </c:pt>
                <c:pt idx="198">
                  <c:v>379.424575563619</c:v>
                </c:pt>
                <c:pt idx="199">
                  <c:v>379.928989343964</c:v>
                </c:pt>
                <c:pt idx="200">
                  <c:v>380.529869474885</c:v>
                </c:pt>
                <c:pt idx="201">
                  <c:v>381.21167288579</c:v>
                </c:pt>
                <c:pt idx="202">
                  <c:v>381.859756301948</c:v>
                </c:pt>
                <c:pt idx="203">
                  <c:v>382.606517579378</c:v>
                </c:pt>
                <c:pt idx="204">
                  <c:v>383.575027499187</c:v>
                </c:pt>
                <c:pt idx="205">
                  <c:v>384.763671732611</c:v>
                </c:pt>
                <c:pt idx="206">
                  <c:v>385.85782890088</c:v>
                </c:pt>
                <c:pt idx="207">
                  <c:v>387.161837643658</c:v>
                </c:pt>
                <c:pt idx="208">
                  <c:v>388.860358665913</c:v>
                </c:pt>
                <c:pt idx="209">
                  <c:v>390.737791168377</c:v>
                </c:pt>
                <c:pt idx="210">
                  <c:v>393.076993344871</c:v>
                </c:pt>
                <c:pt idx="211">
                  <c:v>395.430108347841</c:v>
                </c:pt>
                <c:pt idx="212">
                  <c:v>398.928127984475</c:v>
                </c:pt>
                <c:pt idx="213">
                  <c:v>402.530487167752</c:v>
                </c:pt>
                <c:pt idx="214">
                  <c:v>406.346112419959</c:v>
                </c:pt>
                <c:pt idx="215">
                  <c:v>410.249393667633</c:v>
                </c:pt>
                <c:pt idx="216">
                  <c:v>413.480542119255</c:v>
                </c:pt>
                <c:pt idx="217">
                  <c:v>417.433970130011</c:v>
                </c:pt>
                <c:pt idx="218">
                  <c:v>421.588942395925</c:v>
                </c:pt>
                <c:pt idx="219">
                  <c:v>426.771047658188</c:v>
                </c:pt>
                <c:pt idx="220">
                  <c:v>434.141556226617</c:v>
                </c:pt>
                <c:pt idx="221">
                  <c:v>434.537758092946</c:v>
                </c:pt>
                <c:pt idx="222">
                  <c:v>435.097947147467</c:v>
                </c:pt>
                <c:pt idx="223">
                  <c:v>435.72300748429</c:v>
                </c:pt>
                <c:pt idx="224">
                  <c:v>436.378003225809</c:v>
                </c:pt>
                <c:pt idx="225">
                  <c:v>437.047029779391</c:v>
                </c:pt>
                <c:pt idx="226">
                  <c:v>437.903011581935</c:v>
                </c:pt>
                <c:pt idx="227">
                  <c:v>439.056415425345</c:v>
                </c:pt>
                <c:pt idx="228">
                  <c:v>440.655645600893</c:v>
                </c:pt>
                <c:pt idx="229">
                  <c:v>442.640489465087</c:v>
                </c:pt>
                <c:pt idx="230">
                  <c:v>444.807490309472</c:v>
                </c:pt>
                <c:pt idx="231">
                  <c:v>447.081670903356</c:v>
                </c:pt>
                <c:pt idx="232">
                  <c:v>449.322291229433</c:v>
                </c:pt>
                <c:pt idx="233">
                  <c:v>451.658271590251</c:v>
                </c:pt>
                <c:pt idx="234">
                  <c:v>453.81468158217</c:v>
                </c:pt>
                <c:pt idx="235">
                  <c:v>455.554906370152</c:v>
                </c:pt>
                <c:pt idx="236">
                  <c:v>457.430412055926</c:v>
                </c:pt>
                <c:pt idx="237">
                  <c:v>459.461220292515</c:v>
                </c:pt>
                <c:pt idx="238">
                  <c:v>461.622850108012</c:v>
                </c:pt>
                <c:pt idx="239">
                  <c:v>464.303225306844</c:v>
                </c:pt>
                <c:pt idx="240">
                  <c:v>468.792323872613</c:v>
                </c:pt>
                <c:pt idx="241">
                  <c:v>469.161385512834</c:v>
                </c:pt>
                <c:pt idx="242">
                  <c:v>469.690422020646</c:v>
                </c:pt>
                <c:pt idx="243">
                  <c:v>470.216315380909</c:v>
                </c:pt>
                <c:pt idx="244">
                  <c:v>470.868462580901</c:v>
                </c:pt>
                <c:pt idx="245">
                  <c:v>471.630684202595</c:v>
                </c:pt>
                <c:pt idx="246">
                  <c:v>472.603995785591</c:v>
                </c:pt>
                <c:pt idx="247">
                  <c:v>473.766445695589</c:v>
                </c:pt>
                <c:pt idx="248">
                  <c:v>475.136435124916</c:v>
                </c:pt>
                <c:pt idx="249">
                  <c:v>476.823438611676</c:v>
                </c:pt>
                <c:pt idx="250">
                  <c:v>479.048141179113</c:v>
                </c:pt>
                <c:pt idx="251">
                  <c:v>481.883902996491</c:v>
                </c:pt>
                <c:pt idx="252">
                  <c:v>484.720289894106</c:v>
                </c:pt>
                <c:pt idx="253">
                  <c:v>487.770754234602</c:v>
                </c:pt>
                <c:pt idx="254">
                  <c:v>490.151818961674</c:v>
                </c:pt>
                <c:pt idx="255">
                  <c:v>494.39586864358</c:v>
                </c:pt>
                <c:pt idx="256">
                  <c:v>498.80084591115</c:v>
                </c:pt>
                <c:pt idx="257">
                  <c:v>502.669634461991</c:v>
                </c:pt>
                <c:pt idx="258">
                  <c:v>507.983385193502</c:v>
                </c:pt>
                <c:pt idx="259">
                  <c:v>516.781776265399</c:v>
                </c:pt>
                <c:pt idx="260">
                  <c:v>517.189259421322</c:v>
                </c:pt>
                <c:pt idx="261">
                  <c:v>517.71898592384</c:v>
                </c:pt>
                <c:pt idx="262">
                  <c:v>518.276684791965</c:v>
                </c:pt>
                <c:pt idx="263">
                  <c:v>518.950206231684</c:v>
                </c:pt>
                <c:pt idx="264">
                  <c:v>519.90824843526</c:v>
                </c:pt>
                <c:pt idx="265">
                  <c:v>520.906419524739</c:v>
                </c:pt>
                <c:pt idx="266">
                  <c:v>522.132800930478</c:v>
                </c:pt>
                <c:pt idx="267">
                  <c:v>523.356001879763</c:v>
                </c:pt>
                <c:pt idx="268">
                  <c:v>524.694349682963</c:v>
                </c:pt>
                <c:pt idx="269">
                  <c:v>525.969316334784</c:v>
                </c:pt>
                <c:pt idx="270">
                  <c:v>527.437995954924</c:v>
                </c:pt>
                <c:pt idx="271">
                  <c:v>529.187216409951</c:v>
                </c:pt>
                <c:pt idx="272">
                  <c:v>531.161562001026</c:v>
                </c:pt>
                <c:pt idx="273">
                  <c:v>533.369093365972</c:v>
                </c:pt>
                <c:pt idx="274">
                  <c:v>535.780164647951</c:v>
                </c:pt>
                <c:pt idx="275">
                  <c:v>538.706117582153</c:v>
                </c:pt>
                <c:pt idx="276">
                  <c:v>542.082669105247</c:v>
                </c:pt>
                <c:pt idx="277">
                  <c:v>546.957808231501</c:v>
                </c:pt>
                <c:pt idx="278">
                  <c:v>553.486050639291</c:v>
                </c:pt>
                <c:pt idx="279">
                  <c:v>564.610124293598</c:v>
                </c:pt>
                <c:pt idx="280">
                  <c:v>565.059522779187</c:v>
                </c:pt>
                <c:pt idx="281">
                  <c:v>565.566954573754</c:v>
                </c:pt>
                <c:pt idx="282">
                  <c:v>566.10750209091</c:v>
                </c:pt>
                <c:pt idx="283">
                  <c:v>566.781502945917</c:v>
                </c:pt>
                <c:pt idx="284">
                  <c:v>567.460907556031</c:v>
                </c:pt>
                <c:pt idx="285">
                  <c:v>568.24219306204</c:v>
                </c:pt>
                <c:pt idx="286">
                  <c:v>569.11705191591</c:v>
                </c:pt>
                <c:pt idx="287">
                  <c:v>569.974467633363</c:v>
                </c:pt>
                <c:pt idx="288">
                  <c:v>571.143296015696</c:v>
                </c:pt>
                <c:pt idx="289">
                  <c:v>572.473321322433</c:v>
                </c:pt>
                <c:pt idx="290">
                  <c:v>574.069949718947</c:v>
                </c:pt>
                <c:pt idx="291">
                  <c:v>575.661078214122</c:v>
                </c:pt>
                <c:pt idx="292">
                  <c:v>577.037708125284</c:v>
                </c:pt>
                <c:pt idx="293">
                  <c:v>578.416890635316</c:v>
                </c:pt>
                <c:pt idx="294">
                  <c:v>580.040307056407</c:v>
                </c:pt>
                <c:pt idx="295">
                  <c:v>581.97407570529</c:v>
                </c:pt>
                <c:pt idx="296">
                  <c:v>583.465633444452</c:v>
                </c:pt>
                <c:pt idx="297">
                  <c:v>584.900010962663</c:v>
                </c:pt>
                <c:pt idx="298">
                  <c:v>586.903197309108</c:v>
                </c:pt>
                <c:pt idx="299">
                  <c:v>589.91686515414</c:v>
                </c:pt>
                <c:pt idx="300">
                  <c:v>590.311257113447</c:v>
                </c:pt>
                <c:pt idx="301">
                  <c:v>590.83233457037</c:v>
                </c:pt>
                <c:pt idx="302">
                  <c:v>591.409958847984</c:v>
                </c:pt>
                <c:pt idx="303">
                  <c:v>592.146782133408</c:v>
                </c:pt>
                <c:pt idx="304">
                  <c:v>592.960592674058</c:v>
                </c:pt>
                <c:pt idx="305">
                  <c:v>594.006024943141</c:v>
                </c:pt>
                <c:pt idx="306">
                  <c:v>595.185202011829</c:v>
                </c:pt>
                <c:pt idx="307">
                  <c:v>596.574819816757</c:v>
                </c:pt>
                <c:pt idx="308">
                  <c:v>597.923641357202</c:v>
                </c:pt>
                <c:pt idx="309">
                  <c:v>599.651783838195</c:v>
                </c:pt>
                <c:pt idx="310">
                  <c:v>601.954128140966</c:v>
                </c:pt>
                <c:pt idx="311">
                  <c:v>604.688548395945</c:v>
                </c:pt>
                <c:pt idx="312">
                  <c:v>607.167011401283</c:v>
                </c:pt>
                <c:pt idx="313">
                  <c:v>609.941686494816</c:v>
                </c:pt>
                <c:pt idx="314">
                  <c:v>612.163478743249</c:v>
                </c:pt>
                <c:pt idx="315">
                  <c:v>614.257719577679</c:v>
                </c:pt>
                <c:pt idx="316">
                  <c:v>615.731929776319</c:v>
                </c:pt>
                <c:pt idx="317">
                  <c:v>617.883677552276</c:v>
                </c:pt>
                <c:pt idx="318">
                  <c:v>619.71264625488</c:v>
                </c:pt>
                <c:pt idx="319">
                  <c:v>620.05766113858</c:v>
                </c:pt>
                <c:pt idx="320">
                  <c:v>620.558466698345</c:v>
                </c:pt>
                <c:pt idx="321">
                  <c:v>621.147767351568</c:v>
                </c:pt>
                <c:pt idx="322">
                  <c:v>621.833386970227</c:v>
                </c:pt>
                <c:pt idx="323">
                  <c:v>622.585818387098</c:v>
                </c:pt>
                <c:pt idx="324">
                  <c:v>623.529659314874</c:v>
                </c:pt>
                <c:pt idx="325">
                  <c:v>624.524887830231</c:v>
                </c:pt>
                <c:pt idx="326">
                  <c:v>625.55161278707</c:v>
                </c:pt>
                <c:pt idx="327">
                  <c:v>626.741148262371</c:v>
                </c:pt>
                <c:pt idx="328">
                  <c:v>628.309400507172</c:v>
                </c:pt>
                <c:pt idx="329">
                  <c:v>629.924380408773</c:v>
                </c:pt>
                <c:pt idx="330">
                  <c:v>631.52411259903</c:v>
                </c:pt>
                <c:pt idx="331">
                  <c:v>632.880658187529</c:v>
                </c:pt>
                <c:pt idx="332">
                  <c:v>634.242767533518</c:v>
                </c:pt>
                <c:pt idx="333">
                  <c:v>636.117675130504</c:v>
                </c:pt>
                <c:pt idx="334">
                  <c:v>638.5020623746</c:v>
                </c:pt>
                <c:pt idx="335">
                  <c:v>640.833767346418</c:v>
                </c:pt>
                <c:pt idx="336">
                  <c:v>645.037649808611</c:v>
                </c:pt>
                <c:pt idx="337">
                  <c:v>651.161975096771</c:v>
                </c:pt>
                <c:pt idx="338">
                  <c:v>657.036745861319</c:v>
                </c:pt>
                <c:pt idx="339">
                  <c:v>664.087064742804</c:v>
                </c:pt>
                <c:pt idx="340">
                  <c:v>672.82784455232</c:v>
                </c:pt>
                <c:pt idx="341">
                  <c:v>673.178566997274</c:v>
                </c:pt>
                <c:pt idx="342">
                  <c:v>673.624880588939</c:v>
                </c:pt>
                <c:pt idx="343">
                  <c:v>674.435832302353</c:v>
                </c:pt>
                <c:pt idx="344">
                  <c:v>675.395468068575</c:v>
                </c:pt>
                <c:pt idx="345">
                  <c:v>676.554880704622</c:v>
                </c:pt>
                <c:pt idx="346">
                  <c:v>677.871345955152</c:v>
                </c:pt>
                <c:pt idx="347">
                  <c:v>679.443380741724</c:v>
                </c:pt>
                <c:pt idx="348">
                  <c:v>681.27548456405</c:v>
                </c:pt>
                <c:pt idx="349">
                  <c:v>683.033420984803</c:v>
                </c:pt>
                <c:pt idx="350">
                  <c:v>684.793558667603</c:v>
                </c:pt>
                <c:pt idx="351">
                  <c:v>686.697072881351</c:v>
                </c:pt>
                <c:pt idx="352">
                  <c:v>689.067097358586</c:v>
                </c:pt>
                <c:pt idx="353">
                  <c:v>691.699713693717</c:v>
                </c:pt>
                <c:pt idx="354">
                  <c:v>694.43662574249</c:v>
                </c:pt>
                <c:pt idx="355">
                  <c:v>697.555291987428</c:v>
                </c:pt>
                <c:pt idx="356">
                  <c:v>700.293571079229</c:v>
                </c:pt>
                <c:pt idx="357">
                  <c:v>702.285909832037</c:v>
                </c:pt>
                <c:pt idx="358">
                  <c:v>703.687456192529</c:v>
                </c:pt>
                <c:pt idx="359">
                  <c:v>705.065825725848</c:v>
                </c:pt>
                <c:pt idx="360">
                  <c:v>705.407580775334</c:v>
                </c:pt>
                <c:pt idx="361">
                  <c:v>705.830848296546</c:v>
                </c:pt>
                <c:pt idx="362">
                  <c:v>706.354385323654</c:v>
                </c:pt>
                <c:pt idx="363">
                  <c:v>706.979647862485</c:v>
                </c:pt>
                <c:pt idx="364">
                  <c:v>707.702605796483</c:v>
                </c:pt>
                <c:pt idx="365">
                  <c:v>708.71312276125</c:v>
                </c:pt>
                <c:pt idx="366">
                  <c:v>709.882993275204</c:v>
                </c:pt>
                <c:pt idx="367">
                  <c:v>711.097191878029</c:v>
                </c:pt>
                <c:pt idx="368">
                  <c:v>712.511485787724</c:v>
                </c:pt>
                <c:pt idx="369">
                  <c:v>714.00254783999</c:v>
                </c:pt>
                <c:pt idx="370">
                  <c:v>715.215189078771</c:v>
                </c:pt>
                <c:pt idx="371">
                  <c:v>716.310146934428</c:v>
                </c:pt>
                <c:pt idx="372">
                  <c:v>717.623427598657</c:v>
                </c:pt>
                <c:pt idx="373">
                  <c:v>719.650279483795</c:v>
                </c:pt>
                <c:pt idx="374">
                  <c:v>721.631062200761</c:v>
                </c:pt>
                <c:pt idx="375">
                  <c:v>723.698531936242</c:v>
                </c:pt>
                <c:pt idx="376">
                  <c:v>726.959926343201</c:v>
                </c:pt>
                <c:pt idx="377">
                  <c:v>730.557351508268</c:v>
                </c:pt>
                <c:pt idx="378">
                  <c:v>733.63974063669</c:v>
                </c:pt>
                <c:pt idx="379">
                  <c:v>738.824205800043</c:v>
                </c:pt>
                <c:pt idx="380">
                  <c:v>739.063406519078</c:v>
                </c:pt>
                <c:pt idx="381">
                  <c:v>739.374753542675</c:v>
                </c:pt>
                <c:pt idx="382">
                  <c:v>739.774732382466</c:v>
                </c:pt>
                <c:pt idx="383">
                  <c:v>740.263014821179</c:v>
                </c:pt>
                <c:pt idx="384">
                  <c:v>740.829597773659</c:v>
                </c:pt>
                <c:pt idx="385">
                  <c:v>741.378171525162</c:v>
                </c:pt>
                <c:pt idx="386">
                  <c:v>741.831223288882</c:v>
                </c:pt>
                <c:pt idx="387">
                  <c:v>742.260694252989</c:v>
                </c:pt>
                <c:pt idx="388">
                  <c:v>742.715363798607</c:v>
                </c:pt>
                <c:pt idx="389">
                  <c:v>743.231450296104</c:v>
                </c:pt>
                <c:pt idx="390">
                  <c:v>743.776082279372</c:v>
                </c:pt>
                <c:pt idx="391">
                  <c:v>744.682266558897</c:v>
                </c:pt>
                <c:pt idx="392">
                  <c:v>745.665084825018</c:v>
                </c:pt>
                <c:pt idx="393">
                  <c:v>746.831937327314</c:v>
                </c:pt>
                <c:pt idx="394">
                  <c:v>748.070556238985</c:v>
                </c:pt>
                <c:pt idx="395">
                  <c:v>749.364819564492</c:v>
                </c:pt>
                <c:pt idx="396">
                  <c:v>751.205772756025</c:v>
                </c:pt>
                <c:pt idx="397">
                  <c:v>753.428274607794</c:v>
                </c:pt>
                <c:pt idx="398">
                  <c:v>755.94454000218</c:v>
                </c:pt>
                <c:pt idx="399">
                  <c:v>758.695801462447</c:v>
                </c:pt>
                <c:pt idx="400">
                  <c:v>761.494990827502</c:v>
                </c:pt>
                <c:pt idx="401">
                  <c:v>764.727918251696</c:v>
                </c:pt>
                <c:pt idx="402">
                  <c:v>766.970826400869</c:v>
                </c:pt>
                <c:pt idx="403">
                  <c:v>769.569768099277</c:v>
                </c:pt>
                <c:pt idx="404">
                  <c:v>771.856840809457</c:v>
                </c:pt>
                <c:pt idx="405">
                  <c:v>772.170264809606</c:v>
                </c:pt>
                <c:pt idx="406">
                  <c:v>772.573705358299</c:v>
                </c:pt>
                <c:pt idx="407">
                  <c:v>773.098537006889</c:v>
                </c:pt>
                <c:pt idx="408">
                  <c:v>773.703700820282</c:v>
                </c:pt>
                <c:pt idx="409">
                  <c:v>774.338431057656</c:v>
                </c:pt>
                <c:pt idx="410">
                  <c:v>775.115679820317</c:v>
                </c:pt>
                <c:pt idx="411">
                  <c:v>775.987013720575</c:v>
                </c:pt>
                <c:pt idx="412">
                  <c:v>777.00122791244</c:v>
                </c:pt>
                <c:pt idx="413">
                  <c:v>778.533725087395</c:v>
                </c:pt>
                <c:pt idx="414">
                  <c:v>780.29796938733</c:v>
                </c:pt>
                <c:pt idx="415">
                  <c:v>782.204143084516</c:v>
                </c:pt>
                <c:pt idx="416">
                  <c:v>784.702397165453</c:v>
                </c:pt>
                <c:pt idx="417">
                  <c:v>787.606782104174</c:v>
                </c:pt>
                <c:pt idx="418">
                  <c:v>790.961826681152</c:v>
                </c:pt>
                <c:pt idx="419">
                  <c:v>794.614053413421</c:v>
                </c:pt>
                <c:pt idx="420">
                  <c:v>799.052603153513</c:v>
                </c:pt>
                <c:pt idx="421">
                  <c:v>803.900301110272</c:v>
                </c:pt>
                <c:pt idx="422">
                  <c:v>808.159829529017</c:v>
                </c:pt>
                <c:pt idx="423">
                  <c:v>811.467482608312</c:v>
                </c:pt>
                <c:pt idx="424">
                  <c:v>814.786048431583</c:v>
                </c:pt>
                <c:pt idx="425">
                  <c:v>815.238177980401</c:v>
                </c:pt>
                <c:pt idx="426">
                  <c:v>815.828499860041</c:v>
                </c:pt>
                <c:pt idx="427">
                  <c:v>816.556968662113</c:v>
                </c:pt>
                <c:pt idx="428">
                  <c:v>817.460407239919</c:v>
                </c:pt>
                <c:pt idx="429">
                  <c:v>818.535887304733</c:v>
                </c:pt>
                <c:pt idx="430">
                  <c:v>819.883194968311</c:v>
                </c:pt>
                <c:pt idx="431">
                  <c:v>821.428246954573</c:v>
                </c:pt>
                <c:pt idx="432">
                  <c:v>823.220269699176</c:v>
                </c:pt>
                <c:pt idx="433">
                  <c:v>825.672819618118</c:v>
                </c:pt>
                <c:pt idx="434">
                  <c:v>828.69255445981</c:v>
                </c:pt>
                <c:pt idx="435">
                  <c:v>830.731978362274</c:v>
                </c:pt>
                <c:pt idx="436">
                  <c:v>834.358020565492</c:v>
                </c:pt>
                <c:pt idx="437">
                  <c:v>837.868724673431</c:v>
                </c:pt>
                <c:pt idx="438">
                  <c:v>838.12820597572</c:v>
                </c:pt>
                <c:pt idx="439">
                  <c:v>838.405594750302</c:v>
                </c:pt>
                <c:pt idx="440">
                  <c:v>838.780600744084</c:v>
                </c:pt>
                <c:pt idx="441">
                  <c:v>839.229581105</c:v>
                </c:pt>
                <c:pt idx="442">
                  <c:v>839.754957647667</c:v>
                </c:pt>
                <c:pt idx="443">
                  <c:v>840.4825744981</c:v>
                </c:pt>
                <c:pt idx="444">
                  <c:v>841.327953530203</c:v>
                </c:pt>
                <c:pt idx="445">
                  <c:v>842.226144085754</c:v>
                </c:pt>
                <c:pt idx="446">
                  <c:v>843.031654059067</c:v>
                </c:pt>
                <c:pt idx="447">
                  <c:v>843.90320209767</c:v>
                </c:pt>
                <c:pt idx="448">
                  <c:v>844.949544126828</c:v>
                </c:pt>
                <c:pt idx="449">
                  <c:v>846.089231427208</c:v>
                </c:pt>
                <c:pt idx="450">
                  <c:v>847.115485317723</c:v>
                </c:pt>
                <c:pt idx="451">
                  <c:v>848.309745764082</c:v>
                </c:pt>
                <c:pt idx="452">
                  <c:v>849.624568177731</c:v>
                </c:pt>
                <c:pt idx="453">
                  <c:v>851.034504547123</c:v>
                </c:pt>
                <c:pt idx="454">
                  <c:v>852.637948117175</c:v>
                </c:pt>
                <c:pt idx="455">
                  <c:v>854.331154844549</c:v>
                </c:pt>
                <c:pt idx="456">
                  <c:v>855.883915173812</c:v>
                </c:pt>
                <c:pt idx="457">
                  <c:v>858.515105515101</c:v>
                </c:pt>
                <c:pt idx="458">
                  <c:v>861.348655575316</c:v>
                </c:pt>
                <c:pt idx="459">
                  <c:v>864.790212532255</c:v>
                </c:pt>
                <c:pt idx="460">
                  <c:v>867.878599680855</c:v>
                </c:pt>
                <c:pt idx="461">
                  <c:v>870.965017390468</c:v>
                </c:pt>
                <c:pt idx="462">
                  <c:v>873.216282294446</c:v>
                </c:pt>
                <c:pt idx="463">
                  <c:v>873.529233730034</c:v>
                </c:pt>
                <c:pt idx="464">
                  <c:v>873.92239366767</c:v>
                </c:pt>
                <c:pt idx="465">
                  <c:v>874.385792988727</c:v>
                </c:pt>
                <c:pt idx="466">
                  <c:v>874.94296640429</c:v>
                </c:pt>
                <c:pt idx="467">
                  <c:v>875.517069846554</c:v>
                </c:pt>
                <c:pt idx="468">
                  <c:v>876.08439050397</c:v>
                </c:pt>
                <c:pt idx="469">
                  <c:v>876.726700692031</c:v>
                </c:pt>
                <c:pt idx="470">
                  <c:v>877.420914910859</c:v>
                </c:pt>
                <c:pt idx="471">
                  <c:v>878.260763399608</c:v>
                </c:pt>
                <c:pt idx="472">
                  <c:v>879.174884510393</c:v>
                </c:pt>
                <c:pt idx="473">
                  <c:v>880.366662572899</c:v>
                </c:pt>
                <c:pt idx="474">
                  <c:v>881.845779295339</c:v>
                </c:pt>
                <c:pt idx="475">
                  <c:v>883.484163259175</c:v>
                </c:pt>
                <c:pt idx="476">
                  <c:v>886.046231402433</c:v>
                </c:pt>
                <c:pt idx="477">
                  <c:v>889.52976769162</c:v>
                </c:pt>
                <c:pt idx="478">
                  <c:v>892.76987447896</c:v>
                </c:pt>
                <c:pt idx="479">
                  <c:v>896.863663433268</c:v>
                </c:pt>
                <c:pt idx="480">
                  <c:v>901.177350585225</c:v>
                </c:pt>
                <c:pt idx="481">
                  <c:v>907.012197502993</c:v>
                </c:pt>
                <c:pt idx="482">
                  <c:v>912.392256166819</c:v>
                </c:pt>
                <c:pt idx="483">
                  <c:v>912.617293510073</c:v>
                </c:pt>
                <c:pt idx="484">
                  <c:v>912.862693591277</c:v>
                </c:pt>
                <c:pt idx="485">
                  <c:v>913.160449057462</c:v>
                </c:pt>
                <c:pt idx="486">
                  <c:v>913.510918465068</c:v>
                </c:pt>
                <c:pt idx="487">
                  <c:v>913.948376110375</c:v>
                </c:pt>
                <c:pt idx="488">
                  <c:v>914.446686913925</c:v>
                </c:pt>
                <c:pt idx="489">
                  <c:v>915.02766954789</c:v>
                </c:pt>
                <c:pt idx="490">
                  <c:v>915.776929752355</c:v>
                </c:pt>
                <c:pt idx="491">
                  <c:v>916.59527836462</c:v>
                </c:pt>
                <c:pt idx="492">
                  <c:v>917.532256186939</c:v>
                </c:pt>
                <c:pt idx="493">
                  <c:v>918.643885915943</c:v>
                </c:pt>
                <c:pt idx="494">
                  <c:v>919.765361843893</c:v>
                </c:pt>
                <c:pt idx="495">
                  <c:v>920.912520993326</c:v>
                </c:pt>
                <c:pt idx="496">
                  <c:v>922.024974882999</c:v>
                </c:pt>
                <c:pt idx="497">
                  <c:v>923.041772080897</c:v>
                </c:pt>
                <c:pt idx="498">
                  <c:v>924.265506372718</c:v>
                </c:pt>
                <c:pt idx="499">
                  <c:v>925.4535477547</c:v>
                </c:pt>
                <c:pt idx="500">
                  <c:v>927.118243357605</c:v>
                </c:pt>
                <c:pt idx="501">
                  <c:v>928.585239181794</c:v>
                </c:pt>
                <c:pt idx="502">
                  <c:v>929.82773077429</c:v>
                </c:pt>
                <c:pt idx="503">
                  <c:v>931.278606152352</c:v>
                </c:pt>
                <c:pt idx="504">
                  <c:v>932.988650100402</c:v>
                </c:pt>
                <c:pt idx="505">
                  <c:v>934.740342060953</c:v>
                </c:pt>
                <c:pt idx="506">
                  <c:v>937.995922259104</c:v>
                </c:pt>
                <c:pt idx="507">
                  <c:v>938.394208032832</c:v>
                </c:pt>
                <c:pt idx="508">
                  <c:v>938.919755805021</c:v>
                </c:pt>
                <c:pt idx="509">
                  <c:v>939.544117326419</c:v>
                </c:pt>
                <c:pt idx="510">
                  <c:v>940.220406942623</c:v>
                </c:pt>
                <c:pt idx="511">
                  <c:v>940.914345562342</c:v>
                </c:pt>
                <c:pt idx="512">
                  <c:v>941.660018630869</c:v>
                </c:pt>
                <c:pt idx="513">
                  <c:v>942.332285562476</c:v>
                </c:pt>
                <c:pt idx="514">
                  <c:v>943.037398879868</c:v>
                </c:pt>
                <c:pt idx="515">
                  <c:v>943.975400197971</c:v>
                </c:pt>
                <c:pt idx="516">
                  <c:v>945.096898380024</c:v>
                </c:pt>
                <c:pt idx="517">
                  <c:v>946.30946638257</c:v>
                </c:pt>
                <c:pt idx="518">
                  <c:v>947.504060933039</c:v>
                </c:pt>
                <c:pt idx="519">
                  <c:v>948.621799054767</c:v>
                </c:pt>
                <c:pt idx="520">
                  <c:v>950.276955961453</c:v>
                </c:pt>
                <c:pt idx="521">
                  <c:v>952.428616061093</c:v>
                </c:pt>
                <c:pt idx="522">
                  <c:v>952.731127529229</c:v>
                </c:pt>
                <c:pt idx="523">
                  <c:v>953.091315762427</c:v>
                </c:pt>
                <c:pt idx="524">
                  <c:v>953.467207326935</c:v>
                </c:pt>
                <c:pt idx="525">
                  <c:v>953.978435335007</c:v>
                </c:pt>
                <c:pt idx="526">
                  <c:v>954.488976576789</c:v>
                </c:pt>
                <c:pt idx="527">
                  <c:v>955.148813328812</c:v>
                </c:pt>
                <c:pt idx="528">
                  <c:v>955.954870082195</c:v>
                </c:pt>
                <c:pt idx="529">
                  <c:v>956.943367384774</c:v>
                </c:pt>
                <c:pt idx="530">
                  <c:v>957.964480677485</c:v>
                </c:pt>
                <c:pt idx="531">
                  <c:v>959.023320869815</c:v>
                </c:pt>
                <c:pt idx="532">
                  <c:v>959.982733503413</c:v>
                </c:pt>
                <c:pt idx="533">
                  <c:v>960.865949807926</c:v>
                </c:pt>
                <c:pt idx="534">
                  <c:v>961.761506297975</c:v>
                </c:pt>
                <c:pt idx="535">
                  <c:v>962.891511655223</c:v>
                </c:pt>
                <c:pt idx="536">
                  <c:v>964.264984388238</c:v>
                </c:pt>
                <c:pt idx="537">
                  <c:v>966.091127865586</c:v>
                </c:pt>
                <c:pt idx="538">
                  <c:v>968.452826898637</c:v>
                </c:pt>
                <c:pt idx="539">
                  <c:v>970.167867730517</c:v>
                </c:pt>
                <c:pt idx="540">
                  <c:v>972.822313578579</c:v>
                </c:pt>
                <c:pt idx="541">
                  <c:v>977.112881883435</c:v>
                </c:pt>
                <c:pt idx="542">
                  <c:v>977.605497038223</c:v>
                </c:pt>
                <c:pt idx="543">
                  <c:v>978.172035377782</c:v>
                </c:pt>
                <c:pt idx="544">
                  <c:v>978.792918040052</c:v>
                </c:pt>
                <c:pt idx="545">
                  <c:v>979.525870664462</c:v>
                </c:pt>
                <c:pt idx="546">
                  <c:v>980.260764102107</c:v>
                </c:pt>
                <c:pt idx="547">
                  <c:v>981.008777840351</c:v>
                </c:pt>
                <c:pt idx="548">
                  <c:v>981.922333632715</c:v>
                </c:pt>
                <c:pt idx="549">
                  <c:v>982.958930857044</c:v>
                </c:pt>
                <c:pt idx="550">
                  <c:v>984.630383650632</c:v>
                </c:pt>
                <c:pt idx="551">
                  <c:v>986.416456024379</c:v>
                </c:pt>
                <c:pt idx="552">
                  <c:v>988.650208509396</c:v>
                </c:pt>
                <c:pt idx="553">
                  <c:v>991.101060053466</c:v>
                </c:pt>
                <c:pt idx="554">
                  <c:v>993.671095533214</c:v>
                </c:pt>
                <c:pt idx="555">
                  <c:v>996.680639021383</c:v>
                </c:pt>
                <c:pt idx="556">
                  <c:v>998.956118120737</c:v>
                </c:pt>
                <c:pt idx="557">
                  <c:v>1002.13797881412</c:v>
                </c:pt>
                <c:pt idx="558">
                  <c:v>1004.99354394727</c:v>
                </c:pt>
                <c:pt idx="559">
                  <c:v>1009.64658927439</c:v>
                </c:pt>
                <c:pt idx="560">
                  <c:v>1009.98078246468</c:v>
                </c:pt>
                <c:pt idx="561">
                  <c:v>1010.36292467652</c:v>
                </c:pt>
                <c:pt idx="562">
                  <c:v>1010.81835671431</c:v>
                </c:pt>
                <c:pt idx="563">
                  <c:v>1011.34117868362</c:v>
                </c:pt>
                <c:pt idx="564">
                  <c:v>1011.91966630168</c:v>
                </c:pt>
                <c:pt idx="565">
                  <c:v>1012.57989915865</c:v>
                </c:pt>
                <c:pt idx="566">
                  <c:v>1013.33387148996</c:v>
                </c:pt>
                <c:pt idx="567">
                  <c:v>1013.94526197913</c:v>
                </c:pt>
                <c:pt idx="568">
                  <c:v>1014.78783209048</c:v>
                </c:pt>
                <c:pt idx="569">
                  <c:v>1015.63589452145</c:v>
                </c:pt>
                <c:pt idx="570">
                  <c:v>1016.97662732266</c:v>
                </c:pt>
                <c:pt idx="571">
                  <c:v>1018.40512882549</c:v>
                </c:pt>
                <c:pt idx="572">
                  <c:v>1019.57768035767</c:v>
                </c:pt>
                <c:pt idx="573">
                  <c:v>1020.84815314</c:v>
                </c:pt>
                <c:pt idx="574">
                  <c:v>1022.66852727163</c:v>
                </c:pt>
                <c:pt idx="575">
                  <c:v>1025.52872259899</c:v>
                </c:pt>
                <c:pt idx="576">
                  <c:v>1028.29751444587</c:v>
                </c:pt>
                <c:pt idx="577">
                  <c:v>1031.61725050407</c:v>
                </c:pt>
                <c:pt idx="578">
                  <c:v>1035.20103867999</c:v>
                </c:pt>
                <c:pt idx="579">
                  <c:v>1039.7688962575</c:v>
                </c:pt>
                <c:pt idx="580">
                  <c:v>1044.94445895431</c:v>
                </c:pt>
                <c:pt idx="581">
                  <c:v>1050.41962288774</c:v>
                </c:pt>
                <c:pt idx="582">
                  <c:v>1050.88879710862</c:v>
                </c:pt>
                <c:pt idx="583">
                  <c:v>1051.43799270057</c:v>
                </c:pt>
                <c:pt idx="584">
                  <c:v>1052.00242363012</c:v>
                </c:pt>
                <c:pt idx="585">
                  <c:v>1052.63914697505</c:v>
                </c:pt>
                <c:pt idx="586">
                  <c:v>1053.4156591361</c:v>
                </c:pt>
                <c:pt idx="587">
                  <c:v>1054.29588844848</c:v>
                </c:pt>
                <c:pt idx="588">
                  <c:v>1055.42998637204</c:v>
                </c:pt>
                <c:pt idx="589">
                  <c:v>1056.98748951806</c:v>
                </c:pt>
                <c:pt idx="590">
                  <c:v>1058.62956958333</c:v>
                </c:pt>
                <c:pt idx="591">
                  <c:v>1060.6125219547</c:v>
                </c:pt>
                <c:pt idx="592">
                  <c:v>1063.27762764123</c:v>
                </c:pt>
                <c:pt idx="593">
                  <c:v>1066.40680943069</c:v>
                </c:pt>
                <c:pt idx="594">
                  <c:v>1069.8484627422</c:v>
                </c:pt>
                <c:pt idx="595">
                  <c:v>1073.84476254611</c:v>
                </c:pt>
                <c:pt idx="596">
                  <c:v>1078.03800597302</c:v>
                </c:pt>
                <c:pt idx="597">
                  <c:v>1083.52751567386</c:v>
                </c:pt>
                <c:pt idx="598">
                  <c:v>1088.45578276319</c:v>
                </c:pt>
                <c:pt idx="599">
                  <c:v>1098.9081693727</c:v>
                </c:pt>
                <c:pt idx="600">
                  <c:v>1108.54590024293</c:v>
                </c:pt>
                <c:pt idx="601">
                  <c:v>1109.0220027383</c:v>
                </c:pt>
                <c:pt idx="602">
                  <c:v>1109.61342309027</c:v>
                </c:pt>
                <c:pt idx="603">
                  <c:v>1110.26515593196</c:v>
                </c:pt>
                <c:pt idx="604">
                  <c:v>1110.9339399597</c:v>
                </c:pt>
                <c:pt idx="605">
                  <c:v>1111.861127015</c:v>
                </c:pt>
                <c:pt idx="606">
                  <c:v>1112.9555632408</c:v>
                </c:pt>
                <c:pt idx="607">
                  <c:v>1114.36581911183</c:v>
                </c:pt>
                <c:pt idx="608">
                  <c:v>1115.932653959</c:v>
                </c:pt>
                <c:pt idx="609">
                  <c:v>1117.76617970913</c:v>
                </c:pt>
                <c:pt idx="610">
                  <c:v>1119.92838666957</c:v>
                </c:pt>
                <c:pt idx="611">
                  <c:v>1122.18792737228</c:v>
                </c:pt>
                <c:pt idx="612">
                  <c:v>1124.82307226542</c:v>
                </c:pt>
                <c:pt idx="613">
                  <c:v>1127.77579369264</c:v>
                </c:pt>
                <c:pt idx="614">
                  <c:v>1130.89923316713</c:v>
                </c:pt>
                <c:pt idx="615">
                  <c:v>1134.58344658368</c:v>
                </c:pt>
                <c:pt idx="616">
                  <c:v>1138.48021745233</c:v>
                </c:pt>
                <c:pt idx="617">
                  <c:v>1141.86718614676</c:v>
                </c:pt>
                <c:pt idx="618">
                  <c:v>1144.37840623035</c:v>
                </c:pt>
                <c:pt idx="619">
                  <c:v>1146.63255309682</c:v>
                </c:pt>
                <c:pt idx="620">
                  <c:v>1149.06598145962</c:v>
                </c:pt>
                <c:pt idx="621">
                  <c:v>1149.32041213363</c:v>
                </c:pt>
                <c:pt idx="622">
                  <c:v>1149.65656517495</c:v>
                </c:pt>
                <c:pt idx="623">
                  <c:v>1150.04851131494</c:v>
                </c:pt>
                <c:pt idx="624">
                  <c:v>1150.50538722317</c:v>
                </c:pt>
                <c:pt idx="625">
                  <c:v>1151.01407265426</c:v>
                </c:pt>
                <c:pt idx="626">
                  <c:v>1151.54888597582</c:v>
                </c:pt>
                <c:pt idx="627">
                  <c:v>1152.16622308016</c:v>
                </c:pt>
                <c:pt idx="628">
                  <c:v>1152.9000920256</c:v>
                </c:pt>
                <c:pt idx="629">
                  <c:v>1153.68911273468</c:v>
                </c:pt>
                <c:pt idx="630">
                  <c:v>1154.58603731852</c:v>
                </c:pt>
                <c:pt idx="631">
                  <c:v>1155.40720097189</c:v>
                </c:pt>
                <c:pt idx="632">
                  <c:v>1156.30546726664</c:v>
                </c:pt>
                <c:pt idx="633">
                  <c:v>1157.36002531544</c:v>
                </c:pt>
                <c:pt idx="634">
                  <c:v>1158.34229369224</c:v>
                </c:pt>
                <c:pt idx="635">
                  <c:v>1159.344796197</c:v>
                </c:pt>
                <c:pt idx="636">
                  <c:v>1160.68440589828</c:v>
                </c:pt>
                <c:pt idx="637">
                  <c:v>1162.21969933744</c:v>
                </c:pt>
                <c:pt idx="638">
                  <c:v>1163.90029203713</c:v>
                </c:pt>
                <c:pt idx="639">
                  <c:v>1165.38642524585</c:v>
                </c:pt>
                <c:pt idx="640">
                  <c:v>1168.35029478853</c:v>
                </c:pt>
                <c:pt idx="641">
                  <c:v>1171.54307207995</c:v>
                </c:pt>
                <c:pt idx="642">
                  <c:v>1174.9118354031</c:v>
                </c:pt>
                <c:pt idx="643">
                  <c:v>1178.21717864163</c:v>
                </c:pt>
                <c:pt idx="644">
                  <c:v>1182.93230045064</c:v>
                </c:pt>
                <c:pt idx="645">
                  <c:v>1187.97952088749</c:v>
                </c:pt>
                <c:pt idx="646">
                  <c:v>1188.2776303365</c:v>
                </c:pt>
                <c:pt idx="647">
                  <c:v>1188.66968362518</c:v>
                </c:pt>
                <c:pt idx="648">
                  <c:v>1189.11015032088</c:v>
                </c:pt>
                <c:pt idx="649">
                  <c:v>1189.54289050817</c:v>
                </c:pt>
                <c:pt idx="650">
                  <c:v>1190.03598164687</c:v>
                </c:pt>
                <c:pt idx="651">
                  <c:v>1190.64207453355</c:v>
                </c:pt>
                <c:pt idx="652">
                  <c:v>1191.31402759242</c:v>
                </c:pt>
                <c:pt idx="653">
                  <c:v>1192.10115148642</c:v>
                </c:pt>
                <c:pt idx="654">
                  <c:v>1193.07247666712</c:v>
                </c:pt>
                <c:pt idx="655">
                  <c:v>1194.09979798903</c:v>
                </c:pt>
                <c:pt idx="656">
                  <c:v>1195.12997461522</c:v>
                </c:pt>
                <c:pt idx="657">
                  <c:v>1196.389547215</c:v>
                </c:pt>
                <c:pt idx="658">
                  <c:v>1197.81691268191</c:v>
                </c:pt>
                <c:pt idx="659">
                  <c:v>1199.49244447018</c:v>
                </c:pt>
                <c:pt idx="660">
                  <c:v>1201.17719899599</c:v>
                </c:pt>
                <c:pt idx="661">
                  <c:v>1203.53745186296</c:v>
                </c:pt>
                <c:pt idx="662">
                  <c:v>1206.8121799877</c:v>
                </c:pt>
                <c:pt idx="663">
                  <c:v>1209.56814390108</c:v>
                </c:pt>
                <c:pt idx="664">
                  <c:v>1211.84195593589</c:v>
                </c:pt>
                <c:pt idx="665">
                  <c:v>1212.07093668453</c:v>
                </c:pt>
                <c:pt idx="666">
                  <c:v>1212.34266989516</c:v>
                </c:pt>
                <c:pt idx="667">
                  <c:v>1212.66567218112</c:v>
                </c:pt>
                <c:pt idx="668">
                  <c:v>1213.08732826948</c:v>
                </c:pt>
                <c:pt idx="669">
                  <c:v>1213.58944286681</c:v>
                </c:pt>
                <c:pt idx="670">
                  <c:v>1214.15242698086</c:v>
                </c:pt>
                <c:pt idx="671">
                  <c:v>1214.829131185</c:v>
                </c:pt>
                <c:pt idx="672">
                  <c:v>1215.68878851851</c:v>
                </c:pt>
                <c:pt idx="673">
                  <c:v>1216.55681574104</c:v>
                </c:pt>
                <c:pt idx="674">
                  <c:v>1217.57057165712</c:v>
                </c:pt>
                <c:pt idx="675">
                  <c:v>1218.67795375737</c:v>
                </c:pt>
                <c:pt idx="676">
                  <c:v>1219.55281396876</c:v>
                </c:pt>
                <c:pt idx="677">
                  <c:v>1220.57911859315</c:v>
                </c:pt>
                <c:pt idx="678">
                  <c:v>1222.01266861254</c:v>
                </c:pt>
                <c:pt idx="679">
                  <c:v>1223.68310611066</c:v>
                </c:pt>
                <c:pt idx="680">
                  <c:v>1226.28646412078</c:v>
                </c:pt>
                <c:pt idx="681">
                  <c:v>1229.32749754522</c:v>
                </c:pt>
                <c:pt idx="682">
                  <c:v>1232.36575254093</c:v>
                </c:pt>
                <c:pt idx="683">
                  <c:v>1234.99055461269</c:v>
                </c:pt>
                <c:pt idx="684">
                  <c:v>1238.19613805077</c:v>
                </c:pt>
                <c:pt idx="685">
                  <c:v>1238.50387658054</c:v>
                </c:pt>
                <c:pt idx="686">
                  <c:v>1238.92107965703</c:v>
                </c:pt>
                <c:pt idx="687">
                  <c:v>1239.4268294809</c:v>
                </c:pt>
                <c:pt idx="688">
                  <c:v>1239.9790521961</c:v>
                </c:pt>
                <c:pt idx="689">
                  <c:v>1240.58176259725</c:v>
                </c:pt>
                <c:pt idx="690">
                  <c:v>1241.19650590701</c:v>
                </c:pt>
                <c:pt idx="691">
                  <c:v>1241.95063943801</c:v>
                </c:pt>
                <c:pt idx="692">
                  <c:v>1243.00248311432</c:v>
                </c:pt>
                <c:pt idx="693">
                  <c:v>1244.34123597274</c:v>
                </c:pt>
                <c:pt idx="694">
                  <c:v>1245.84239239378</c:v>
                </c:pt>
                <c:pt idx="695">
                  <c:v>1247.99223747345</c:v>
                </c:pt>
                <c:pt idx="696">
                  <c:v>1250.64176189256</c:v>
                </c:pt>
                <c:pt idx="697">
                  <c:v>1253.25369965866</c:v>
                </c:pt>
                <c:pt idx="698">
                  <c:v>1256.37394993144</c:v>
                </c:pt>
                <c:pt idx="699">
                  <c:v>1259.76578240265</c:v>
                </c:pt>
                <c:pt idx="700">
                  <c:v>1263.99551409772</c:v>
                </c:pt>
                <c:pt idx="701">
                  <c:v>1269.53988076396</c:v>
                </c:pt>
                <c:pt idx="702">
                  <c:v>1275.38357212376</c:v>
                </c:pt>
                <c:pt idx="703">
                  <c:v>1282.17867359932</c:v>
                </c:pt>
                <c:pt idx="704">
                  <c:v>1289.30390886981</c:v>
                </c:pt>
                <c:pt idx="705">
                  <c:v>1289.67771415759</c:v>
                </c:pt>
                <c:pt idx="706">
                  <c:v>1290.10395902189</c:v>
                </c:pt>
                <c:pt idx="707">
                  <c:v>1290.61768675439</c:v>
                </c:pt>
                <c:pt idx="708">
                  <c:v>1291.27049000078</c:v>
                </c:pt>
                <c:pt idx="709">
                  <c:v>1292.03207327616</c:v>
                </c:pt>
                <c:pt idx="710">
                  <c:v>1292.93441485477</c:v>
                </c:pt>
                <c:pt idx="711">
                  <c:v>1293.83037903935</c:v>
                </c:pt>
                <c:pt idx="712">
                  <c:v>1295.3829070585</c:v>
                </c:pt>
                <c:pt idx="713">
                  <c:v>1297.06504201705</c:v>
                </c:pt>
                <c:pt idx="714">
                  <c:v>1299.1470164108</c:v>
                </c:pt>
                <c:pt idx="715">
                  <c:v>1301.35161044507</c:v>
                </c:pt>
                <c:pt idx="716">
                  <c:v>1304.04077765702</c:v>
                </c:pt>
                <c:pt idx="717">
                  <c:v>1306.94992096574</c:v>
                </c:pt>
                <c:pt idx="718">
                  <c:v>1310.12117172203</c:v>
                </c:pt>
                <c:pt idx="719">
                  <c:v>1313.76655037342</c:v>
                </c:pt>
                <c:pt idx="720">
                  <c:v>1317.84494953506</c:v>
                </c:pt>
                <c:pt idx="721">
                  <c:v>1322.66587746804</c:v>
                </c:pt>
                <c:pt idx="722">
                  <c:v>1327.91355619035</c:v>
                </c:pt>
                <c:pt idx="723">
                  <c:v>1334.05718982623</c:v>
                </c:pt>
                <c:pt idx="724">
                  <c:v>1340.28007881305</c:v>
                </c:pt>
                <c:pt idx="725">
                  <c:v>1340.55106246836</c:v>
                </c:pt>
                <c:pt idx="726">
                  <c:v>1340.85245705339</c:v>
                </c:pt>
                <c:pt idx="727">
                  <c:v>1341.20174423064</c:v>
                </c:pt>
                <c:pt idx="728">
                  <c:v>1341.58478775231</c:v>
                </c:pt>
                <c:pt idx="729">
                  <c:v>1342.0298752798</c:v>
                </c:pt>
                <c:pt idx="730">
                  <c:v>1342.55463415627</c:v>
                </c:pt>
                <c:pt idx="731">
                  <c:v>1343.21264524375</c:v>
                </c:pt>
                <c:pt idx="732">
                  <c:v>1344.02862213683</c:v>
                </c:pt>
                <c:pt idx="733">
                  <c:v>1344.85921395944</c:v>
                </c:pt>
                <c:pt idx="734">
                  <c:v>1345.74404760484</c:v>
                </c:pt>
                <c:pt idx="735">
                  <c:v>1346.74473330932</c:v>
                </c:pt>
                <c:pt idx="736">
                  <c:v>1347.97072461012</c:v>
                </c:pt>
                <c:pt idx="737">
                  <c:v>1349.21800335965</c:v>
                </c:pt>
                <c:pt idx="738">
                  <c:v>1351.09260983369</c:v>
                </c:pt>
                <c:pt idx="739">
                  <c:v>1353.19420437628</c:v>
                </c:pt>
                <c:pt idx="740">
                  <c:v>1355.91928260744</c:v>
                </c:pt>
                <c:pt idx="741">
                  <c:v>1358.88359110812</c:v>
                </c:pt>
                <c:pt idx="742">
                  <c:v>1361.84599539709</c:v>
                </c:pt>
                <c:pt idx="743">
                  <c:v>1365.11573763361</c:v>
                </c:pt>
                <c:pt idx="744">
                  <c:v>1368.06135757041</c:v>
                </c:pt>
                <c:pt idx="745">
                  <c:v>1373.37767138675</c:v>
                </c:pt>
                <c:pt idx="746">
                  <c:v>1377.1502460915</c:v>
                </c:pt>
                <c:pt idx="747">
                  <c:v>1382.72313264232</c:v>
                </c:pt>
                <c:pt idx="748">
                  <c:v>1387.86781261834</c:v>
                </c:pt>
                <c:pt idx="749">
                  <c:v>1388.36657031532</c:v>
                </c:pt>
                <c:pt idx="750">
                  <c:v>1388.98124210934</c:v>
                </c:pt>
                <c:pt idx="751">
                  <c:v>1389.60426851259</c:v>
                </c:pt>
                <c:pt idx="752">
                  <c:v>1390.4254274024</c:v>
                </c:pt>
                <c:pt idx="753">
                  <c:v>1391.40664675321</c:v>
                </c:pt>
                <c:pt idx="754">
                  <c:v>1392.37460590453</c:v>
                </c:pt>
                <c:pt idx="755">
                  <c:v>1393.27020085384</c:v>
                </c:pt>
                <c:pt idx="756">
                  <c:v>1394.27141014873</c:v>
                </c:pt>
                <c:pt idx="757">
                  <c:v>1395.34244170758</c:v>
                </c:pt>
                <c:pt idx="758">
                  <c:v>1397.15524744505</c:v>
                </c:pt>
                <c:pt idx="759">
                  <c:v>1398.82795689959</c:v>
                </c:pt>
                <c:pt idx="760">
                  <c:v>1401.35912505859</c:v>
                </c:pt>
                <c:pt idx="761">
                  <c:v>1404.16085395985</c:v>
                </c:pt>
                <c:pt idx="762">
                  <c:v>1406.50137247891</c:v>
                </c:pt>
                <c:pt idx="763">
                  <c:v>1409.5888092753</c:v>
                </c:pt>
                <c:pt idx="764">
                  <c:v>1409.83284725694</c:v>
                </c:pt>
                <c:pt idx="765">
                  <c:v>1410.25669177666</c:v>
                </c:pt>
                <c:pt idx="766">
                  <c:v>1410.78560627863</c:v>
                </c:pt>
                <c:pt idx="767">
                  <c:v>1411.34854306345</c:v>
                </c:pt>
                <c:pt idx="768">
                  <c:v>1411.97298022991</c:v>
                </c:pt>
                <c:pt idx="769">
                  <c:v>1412.63499520843</c:v>
                </c:pt>
                <c:pt idx="770">
                  <c:v>1413.37362225273</c:v>
                </c:pt>
                <c:pt idx="771">
                  <c:v>1414.2286624612</c:v>
                </c:pt>
                <c:pt idx="772">
                  <c:v>1415.5176690639</c:v>
                </c:pt>
                <c:pt idx="773">
                  <c:v>1416.94630921356</c:v>
                </c:pt>
                <c:pt idx="774">
                  <c:v>1418.60106100747</c:v>
                </c:pt>
                <c:pt idx="775">
                  <c:v>1420.29499054292</c:v>
                </c:pt>
                <c:pt idx="776">
                  <c:v>1421.82207719942</c:v>
                </c:pt>
                <c:pt idx="777">
                  <c:v>1423.2366191489</c:v>
                </c:pt>
                <c:pt idx="778">
                  <c:v>1424.82331981067</c:v>
                </c:pt>
                <c:pt idx="779">
                  <c:v>1426.23867980763</c:v>
                </c:pt>
                <c:pt idx="780">
                  <c:v>1427.90814615649</c:v>
                </c:pt>
                <c:pt idx="781">
                  <c:v>1429.54466678126</c:v>
                </c:pt>
                <c:pt idx="782">
                  <c:v>1431.07185907942</c:v>
                </c:pt>
                <c:pt idx="783">
                  <c:v>1432.72517444375</c:v>
                </c:pt>
                <c:pt idx="784">
                  <c:v>1432.96150387344</c:v>
                </c:pt>
                <c:pt idx="785">
                  <c:v>1433.25115935862</c:v>
                </c:pt>
                <c:pt idx="786">
                  <c:v>1433.63626229072</c:v>
                </c:pt>
                <c:pt idx="787">
                  <c:v>1434.10451522705</c:v>
                </c:pt>
                <c:pt idx="788">
                  <c:v>1434.6612365595</c:v>
                </c:pt>
                <c:pt idx="789">
                  <c:v>1435.282805795</c:v>
                </c:pt>
                <c:pt idx="790">
                  <c:v>1435.96255968687</c:v>
                </c:pt>
                <c:pt idx="791">
                  <c:v>1436.70453161131</c:v>
                </c:pt>
                <c:pt idx="792">
                  <c:v>1437.55391604506</c:v>
                </c:pt>
                <c:pt idx="793">
                  <c:v>1438.59063002547</c:v>
                </c:pt>
                <c:pt idx="794">
                  <c:v>1439.80530592955</c:v>
                </c:pt>
                <c:pt idx="795">
                  <c:v>1441.29893142107</c:v>
                </c:pt>
                <c:pt idx="796">
                  <c:v>1442.97104617294</c:v>
                </c:pt>
                <c:pt idx="797">
                  <c:v>1444.88073483353</c:v>
                </c:pt>
                <c:pt idx="798">
                  <c:v>1447.06486789429</c:v>
                </c:pt>
                <c:pt idx="799">
                  <c:v>1449.43784237416</c:v>
                </c:pt>
                <c:pt idx="800">
                  <c:v>1451.77793886571</c:v>
                </c:pt>
                <c:pt idx="801">
                  <c:v>1454.24987122496</c:v>
                </c:pt>
                <c:pt idx="802">
                  <c:v>1456.51634019688</c:v>
                </c:pt>
                <c:pt idx="803">
                  <c:v>1459.30262018814</c:v>
                </c:pt>
                <c:pt idx="804">
                  <c:v>1463.92988830985</c:v>
                </c:pt>
                <c:pt idx="805">
                  <c:v>1469.14241224567</c:v>
                </c:pt>
                <c:pt idx="806">
                  <c:v>1474.71844008035</c:v>
                </c:pt>
                <c:pt idx="807">
                  <c:v>1480.6760097383</c:v>
                </c:pt>
                <c:pt idx="808">
                  <c:v>1480.90316669657</c:v>
                </c:pt>
                <c:pt idx="809">
                  <c:v>1481.16614540059</c:v>
                </c:pt>
                <c:pt idx="810">
                  <c:v>1481.54757049505</c:v>
                </c:pt>
                <c:pt idx="811">
                  <c:v>1481.9927472816</c:v>
                </c:pt>
                <c:pt idx="812">
                  <c:v>1482.53704392446</c:v>
                </c:pt>
                <c:pt idx="813">
                  <c:v>1483.20217172028</c:v>
                </c:pt>
                <c:pt idx="814">
                  <c:v>1483.99370776117</c:v>
                </c:pt>
                <c:pt idx="815">
                  <c:v>1484.79639391463</c:v>
                </c:pt>
                <c:pt idx="816">
                  <c:v>1486.07877944275</c:v>
                </c:pt>
                <c:pt idx="817">
                  <c:v>1487.47673762692</c:v>
                </c:pt>
                <c:pt idx="818">
                  <c:v>1488.80811695707</c:v>
                </c:pt>
                <c:pt idx="819">
                  <c:v>1490.25793465509</c:v>
                </c:pt>
                <c:pt idx="820">
                  <c:v>1491.58001938977</c:v>
                </c:pt>
                <c:pt idx="821">
                  <c:v>1493.87283865919</c:v>
                </c:pt>
                <c:pt idx="822">
                  <c:v>1495.73632802663</c:v>
                </c:pt>
                <c:pt idx="823">
                  <c:v>1497.52563435678</c:v>
                </c:pt>
                <c:pt idx="824">
                  <c:v>1499.47468710241</c:v>
                </c:pt>
                <c:pt idx="825">
                  <c:v>1499.75309070713</c:v>
                </c:pt>
                <c:pt idx="826">
                  <c:v>1500.1033844022</c:v>
                </c:pt>
                <c:pt idx="827">
                  <c:v>1500.50435942541</c:v>
                </c:pt>
                <c:pt idx="828">
                  <c:v>1500.91208775914</c:v>
                </c:pt>
                <c:pt idx="829">
                  <c:v>1501.37592958874</c:v>
                </c:pt>
                <c:pt idx="830">
                  <c:v>1501.91780650619</c:v>
                </c:pt>
                <c:pt idx="831">
                  <c:v>1502.52784531593</c:v>
                </c:pt>
                <c:pt idx="832">
                  <c:v>1503.22747020428</c:v>
                </c:pt>
                <c:pt idx="833">
                  <c:v>1504.03763040689</c:v>
                </c:pt>
                <c:pt idx="834">
                  <c:v>1504.96858563213</c:v>
                </c:pt>
                <c:pt idx="835">
                  <c:v>1506.20861338653</c:v>
                </c:pt>
                <c:pt idx="836">
                  <c:v>1507.53174832098</c:v>
                </c:pt>
                <c:pt idx="837">
                  <c:v>1508.78973326738</c:v>
                </c:pt>
                <c:pt idx="838">
                  <c:v>1510.13972584491</c:v>
                </c:pt>
                <c:pt idx="839">
                  <c:v>1512.09062017968</c:v>
                </c:pt>
                <c:pt idx="840">
                  <c:v>1514.48307039885</c:v>
                </c:pt>
                <c:pt idx="841">
                  <c:v>1517.67673136365</c:v>
                </c:pt>
                <c:pt idx="842">
                  <c:v>1521.18195224111</c:v>
                </c:pt>
                <c:pt idx="843">
                  <c:v>1525.41245926493</c:v>
                </c:pt>
                <c:pt idx="844">
                  <c:v>1530.73467068515</c:v>
                </c:pt>
                <c:pt idx="845">
                  <c:v>1531.03175555127</c:v>
                </c:pt>
                <c:pt idx="846">
                  <c:v>1531.39491650653</c:v>
                </c:pt>
                <c:pt idx="847">
                  <c:v>1531.81238452539</c:v>
                </c:pt>
                <c:pt idx="848">
                  <c:v>1532.24627379243</c:v>
                </c:pt>
                <c:pt idx="849">
                  <c:v>1532.69779868967</c:v>
                </c:pt>
                <c:pt idx="850">
                  <c:v>1533.2284485527</c:v>
                </c:pt>
                <c:pt idx="851">
                  <c:v>1533.83903596789</c:v>
                </c:pt>
                <c:pt idx="852">
                  <c:v>1534.50522532046</c:v>
                </c:pt>
                <c:pt idx="853">
                  <c:v>1535.32664883245</c:v>
                </c:pt>
                <c:pt idx="854">
                  <c:v>1536.3994255663</c:v>
                </c:pt>
                <c:pt idx="855">
                  <c:v>1537.56254169951</c:v>
                </c:pt>
                <c:pt idx="856">
                  <c:v>1538.8060921519</c:v>
                </c:pt>
                <c:pt idx="857">
                  <c:v>1539.98522672139</c:v>
                </c:pt>
                <c:pt idx="858">
                  <c:v>1541.30369200674</c:v>
                </c:pt>
                <c:pt idx="859">
                  <c:v>1542.87193335032</c:v>
                </c:pt>
                <c:pt idx="860">
                  <c:v>1544.86914833419</c:v>
                </c:pt>
                <c:pt idx="861">
                  <c:v>1546.90166868305</c:v>
                </c:pt>
                <c:pt idx="862">
                  <c:v>1549.83156121337</c:v>
                </c:pt>
                <c:pt idx="863">
                  <c:v>1553.33840721307</c:v>
                </c:pt>
                <c:pt idx="864">
                  <c:v>1556.34308047935</c:v>
                </c:pt>
                <c:pt idx="865">
                  <c:v>1559.77765298312</c:v>
                </c:pt>
                <c:pt idx="866">
                  <c:v>1563.46765534545</c:v>
                </c:pt>
                <c:pt idx="867">
                  <c:v>1567.20665845926</c:v>
                </c:pt>
                <c:pt idx="868">
                  <c:v>1567.48315725241</c:v>
                </c:pt>
                <c:pt idx="869">
                  <c:v>1567.81954407989</c:v>
                </c:pt>
                <c:pt idx="870">
                  <c:v>1568.35525040786</c:v>
                </c:pt>
                <c:pt idx="871">
                  <c:v>1568.98084943235</c:v>
                </c:pt>
                <c:pt idx="872">
                  <c:v>1569.66873734588</c:v>
                </c:pt>
                <c:pt idx="873">
                  <c:v>1570.62758656723</c:v>
                </c:pt>
                <c:pt idx="874">
                  <c:v>1571.84381744719</c:v>
                </c:pt>
                <c:pt idx="875">
                  <c:v>1573.18019018335</c:v>
                </c:pt>
                <c:pt idx="876">
                  <c:v>1574.73105004987</c:v>
                </c:pt>
                <c:pt idx="877">
                  <c:v>1576.45460712474</c:v>
                </c:pt>
                <c:pt idx="878">
                  <c:v>1578.4049187621</c:v>
                </c:pt>
                <c:pt idx="879">
                  <c:v>1580.6454975075</c:v>
                </c:pt>
                <c:pt idx="880">
                  <c:v>1583.26335032476</c:v>
                </c:pt>
                <c:pt idx="881">
                  <c:v>1586.34213822562</c:v>
                </c:pt>
                <c:pt idx="882">
                  <c:v>1589.7486714504</c:v>
                </c:pt>
                <c:pt idx="883">
                  <c:v>1592.70599308238</c:v>
                </c:pt>
                <c:pt idx="884">
                  <c:v>1594.57373168037</c:v>
                </c:pt>
                <c:pt idx="885">
                  <c:v>1596.2812670344</c:v>
                </c:pt>
                <c:pt idx="886">
                  <c:v>1598.04542374118</c:v>
                </c:pt>
                <c:pt idx="887">
                  <c:v>1600.11936923961</c:v>
                </c:pt>
                <c:pt idx="888">
                  <c:v>1600.4837431037</c:v>
                </c:pt>
                <c:pt idx="889">
                  <c:v>1600.91572797286</c:v>
                </c:pt>
                <c:pt idx="890">
                  <c:v>1601.4556615304</c:v>
                </c:pt>
                <c:pt idx="891">
                  <c:v>1602.06826445551</c:v>
                </c:pt>
                <c:pt idx="892">
                  <c:v>1602.80686904729</c:v>
                </c:pt>
                <c:pt idx="893">
                  <c:v>1603.63373931121</c:v>
                </c:pt>
                <c:pt idx="894">
                  <c:v>1604.88630286083</c:v>
                </c:pt>
                <c:pt idx="895">
                  <c:v>1606.31175788023</c:v>
                </c:pt>
                <c:pt idx="896">
                  <c:v>1607.79015036353</c:v>
                </c:pt>
                <c:pt idx="897">
                  <c:v>1609.18185680938</c:v>
                </c:pt>
                <c:pt idx="898">
                  <c:v>1610.7490911768</c:v>
                </c:pt>
                <c:pt idx="899">
                  <c:v>1612.86968988984</c:v>
                </c:pt>
                <c:pt idx="900">
                  <c:v>1615.07781979235</c:v>
                </c:pt>
                <c:pt idx="901">
                  <c:v>1617.55100796296</c:v>
                </c:pt>
                <c:pt idx="902">
                  <c:v>1619.71556908143</c:v>
                </c:pt>
                <c:pt idx="903">
                  <c:v>1621.74376186517</c:v>
                </c:pt>
                <c:pt idx="904">
                  <c:v>1624.18925086345</c:v>
                </c:pt>
                <c:pt idx="905">
                  <c:v>1626.40703810407</c:v>
                </c:pt>
                <c:pt idx="906">
                  <c:v>1627.97831004163</c:v>
                </c:pt>
                <c:pt idx="907">
                  <c:v>1630.09824687956</c:v>
                </c:pt>
                <c:pt idx="908">
                  <c:v>1630.41760201503</c:v>
                </c:pt>
                <c:pt idx="909">
                  <c:v>1630.82980442518</c:v>
                </c:pt>
                <c:pt idx="910">
                  <c:v>1631.31079028896</c:v>
                </c:pt>
                <c:pt idx="911">
                  <c:v>1631.89035467021</c:v>
                </c:pt>
                <c:pt idx="912">
                  <c:v>1632.52895711674</c:v>
                </c:pt>
                <c:pt idx="913">
                  <c:v>1633.42339896163</c:v>
                </c:pt>
                <c:pt idx="914">
                  <c:v>1634.4202458394</c:v>
                </c:pt>
                <c:pt idx="915">
                  <c:v>1635.52317405284</c:v>
                </c:pt>
                <c:pt idx="916">
                  <c:v>1636.85903470658</c:v>
                </c:pt>
                <c:pt idx="917">
                  <c:v>1638.24073986949</c:v>
                </c:pt>
                <c:pt idx="918">
                  <c:v>1639.54964898151</c:v>
                </c:pt>
                <c:pt idx="919">
                  <c:v>1640.59178494244</c:v>
                </c:pt>
                <c:pt idx="920">
                  <c:v>1641.69000067095</c:v>
                </c:pt>
                <c:pt idx="921">
                  <c:v>1643.39017887968</c:v>
                </c:pt>
                <c:pt idx="922">
                  <c:v>1644.81102138232</c:v>
                </c:pt>
                <c:pt idx="923">
                  <c:v>1646.07662956479</c:v>
                </c:pt>
                <c:pt idx="924">
                  <c:v>1647.40997595932</c:v>
                </c:pt>
                <c:pt idx="925">
                  <c:v>1648.66009223097</c:v>
                </c:pt>
                <c:pt idx="926">
                  <c:v>1650.63963402994</c:v>
                </c:pt>
                <c:pt idx="927">
                  <c:v>1650.9651234951</c:v>
                </c:pt>
                <c:pt idx="928">
                  <c:v>1651.35689289221</c:v>
                </c:pt>
                <c:pt idx="929">
                  <c:v>1651.83577567982</c:v>
                </c:pt>
                <c:pt idx="930">
                  <c:v>1652.33881183898</c:v>
                </c:pt>
                <c:pt idx="931">
                  <c:v>1652.88503491549</c:v>
                </c:pt>
                <c:pt idx="932">
                  <c:v>1653.68123968444</c:v>
                </c:pt>
                <c:pt idx="933">
                  <c:v>1654.63768459308</c:v>
                </c:pt>
                <c:pt idx="934">
                  <c:v>1655.63448505552</c:v>
                </c:pt>
                <c:pt idx="935">
                  <c:v>1656.79216025598</c:v>
                </c:pt>
                <c:pt idx="936">
                  <c:v>1657.97806373681</c:v>
                </c:pt>
                <c:pt idx="937">
                  <c:v>1659.47428266027</c:v>
                </c:pt>
                <c:pt idx="938">
                  <c:v>1661.47075917998</c:v>
                </c:pt>
                <c:pt idx="939">
                  <c:v>1663.74549621848</c:v>
                </c:pt>
                <c:pt idx="940">
                  <c:v>1666.07477412429</c:v>
                </c:pt>
                <c:pt idx="941">
                  <c:v>1668.8802235467</c:v>
                </c:pt>
                <c:pt idx="942">
                  <c:v>1671.78840881973</c:v>
                </c:pt>
                <c:pt idx="943">
                  <c:v>1674.88645979027</c:v>
                </c:pt>
                <c:pt idx="944">
                  <c:v>1678.69439674064</c:v>
                </c:pt>
                <c:pt idx="945">
                  <c:v>1683.58295551455</c:v>
                </c:pt>
                <c:pt idx="946">
                  <c:v>1687.32109801679</c:v>
                </c:pt>
                <c:pt idx="947">
                  <c:v>1687.60329989748</c:v>
                </c:pt>
                <c:pt idx="948">
                  <c:v>1687.97242828894</c:v>
                </c:pt>
                <c:pt idx="949">
                  <c:v>1688.40465976518</c:v>
                </c:pt>
                <c:pt idx="950">
                  <c:v>1688.86198383127</c:v>
                </c:pt>
                <c:pt idx="951">
                  <c:v>1689.44314745078</c:v>
                </c:pt>
                <c:pt idx="952">
                  <c:v>1690.05414011834</c:v>
                </c:pt>
                <c:pt idx="953">
                  <c:v>1690.67711312566</c:v>
                </c:pt>
                <c:pt idx="954">
                  <c:v>1691.42082271589</c:v>
                </c:pt>
                <c:pt idx="955">
                  <c:v>1692.15247072752</c:v>
                </c:pt>
                <c:pt idx="956">
                  <c:v>1693.00703543551</c:v>
                </c:pt>
                <c:pt idx="957">
                  <c:v>1694.02701607593</c:v>
                </c:pt>
                <c:pt idx="958">
                  <c:v>1695.15589049582</c:v>
                </c:pt>
                <c:pt idx="959">
                  <c:v>1696.26359024013</c:v>
                </c:pt>
                <c:pt idx="960">
                  <c:v>1697.29689530437</c:v>
                </c:pt>
                <c:pt idx="961">
                  <c:v>1698.68956903498</c:v>
                </c:pt>
                <c:pt idx="962">
                  <c:v>1700.3743841579</c:v>
                </c:pt>
                <c:pt idx="963">
                  <c:v>1702.81646401647</c:v>
                </c:pt>
                <c:pt idx="964">
                  <c:v>1705.67982151281</c:v>
                </c:pt>
                <c:pt idx="965">
                  <c:v>1707.64492399113</c:v>
                </c:pt>
                <c:pt idx="966">
                  <c:v>1709.84684197393</c:v>
                </c:pt>
                <c:pt idx="967">
                  <c:v>1710.12268194386</c:v>
                </c:pt>
                <c:pt idx="968">
                  <c:v>1710.46716880956</c:v>
                </c:pt>
                <c:pt idx="969">
                  <c:v>1710.89862865125</c:v>
                </c:pt>
                <c:pt idx="970">
                  <c:v>1711.42932935027</c:v>
                </c:pt>
                <c:pt idx="971">
                  <c:v>1712.03747444302</c:v>
                </c:pt>
                <c:pt idx="972">
                  <c:v>1712.71197257977</c:v>
                </c:pt>
                <c:pt idx="973">
                  <c:v>1713.48965978692</c:v>
                </c:pt>
                <c:pt idx="974">
                  <c:v>1714.31295151846</c:v>
                </c:pt>
                <c:pt idx="975">
                  <c:v>1715.29314540924</c:v>
                </c:pt>
                <c:pt idx="976">
                  <c:v>1716.70069203352</c:v>
                </c:pt>
                <c:pt idx="977">
                  <c:v>1718.20994386809</c:v>
                </c:pt>
                <c:pt idx="978">
                  <c:v>1719.79600746028</c:v>
                </c:pt>
                <c:pt idx="979">
                  <c:v>1721.41960382881</c:v>
                </c:pt>
                <c:pt idx="980">
                  <c:v>1723.04543979008</c:v>
                </c:pt>
                <c:pt idx="981">
                  <c:v>1724.6634147825</c:v>
                </c:pt>
                <c:pt idx="982">
                  <c:v>1726.81410440007</c:v>
                </c:pt>
                <c:pt idx="983">
                  <c:v>1728.50553555467</c:v>
                </c:pt>
                <c:pt idx="984">
                  <c:v>1730.3649844317</c:v>
                </c:pt>
                <c:pt idx="985">
                  <c:v>1732.86400857538</c:v>
                </c:pt>
                <c:pt idx="986">
                  <c:v>1735.26665465954</c:v>
                </c:pt>
                <c:pt idx="987">
                  <c:v>1737.30566907102</c:v>
                </c:pt>
                <c:pt idx="988">
                  <c:v>1739.8911671924</c:v>
                </c:pt>
                <c:pt idx="989">
                  <c:v>1742.56078028282</c:v>
                </c:pt>
                <c:pt idx="990">
                  <c:v>1745.42683566983</c:v>
                </c:pt>
                <c:pt idx="991">
                  <c:v>1745.91310804128</c:v>
                </c:pt>
                <c:pt idx="992">
                  <c:v>1746.55956131947</c:v>
                </c:pt>
                <c:pt idx="993">
                  <c:v>1747.34807217253</c:v>
                </c:pt>
                <c:pt idx="994">
                  <c:v>1748.30803045966</c:v>
                </c:pt>
                <c:pt idx="995">
                  <c:v>1749.54266164456</c:v>
                </c:pt>
                <c:pt idx="996">
                  <c:v>1750.9163632163</c:v>
                </c:pt>
                <c:pt idx="997">
                  <c:v>1752.60117488518</c:v>
                </c:pt>
                <c:pt idx="998">
                  <c:v>1754.22339072847</c:v>
                </c:pt>
                <c:pt idx="999">
                  <c:v>1756.09003461114</c:v>
                </c:pt>
                <c:pt idx="1000">
                  <c:v>1758.2494593321</c:v>
                </c:pt>
                <c:pt idx="1001">
                  <c:v>1760.78154120787</c:v>
                </c:pt>
                <c:pt idx="1002">
                  <c:v>1763.77590658264</c:v>
                </c:pt>
                <c:pt idx="1003">
                  <c:v>1767.3977881746</c:v>
                </c:pt>
                <c:pt idx="1004">
                  <c:v>1771.5137195877</c:v>
                </c:pt>
                <c:pt idx="1005">
                  <c:v>1777.04720411755</c:v>
                </c:pt>
                <c:pt idx="1006">
                  <c:v>1777.54716654076</c:v>
                </c:pt>
                <c:pt idx="1007">
                  <c:v>1778.11366420022</c:v>
                </c:pt>
                <c:pt idx="1008">
                  <c:v>1778.89435303669</c:v>
                </c:pt>
                <c:pt idx="1009">
                  <c:v>1779.79431769202</c:v>
                </c:pt>
                <c:pt idx="1010">
                  <c:v>1780.87478043468</c:v>
                </c:pt>
                <c:pt idx="1011">
                  <c:v>1782.08181788569</c:v>
                </c:pt>
                <c:pt idx="1012">
                  <c:v>1783.46834003768</c:v>
                </c:pt>
                <c:pt idx="1013">
                  <c:v>1785.14278815696</c:v>
                </c:pt>
                <c:pt idx="1014">
                  <c:v>1786.93068036326</c:v>
                </c:pt>
                <c:pt idx="1015">
                  <c:v>1789.02136683563</c:v>
                </c:pt>
                <c:pt idx="1016">
                  <c:v>1791.4369100971</c:v>
                </c:pt>
                <c:pt idx="1017">
                  <c:v>1794.01384785418</c:v>
                </c:pt>
                <c:pt idx="1018">
                  <c:v>1796.91238128937</c:v>
                </c:pt>
                <c:pt idx="1019">
                  <c:v>1799.75376706329</c:v>
                </c:pt>
                <c:pt idx="1020">
                  <c:v>1802.71655100075</c:v>
                </c:pt>
                <c:pt idx="1021">
                  <c:v>1806.8401485759</c:v>
                </c:pt>
                <c:pt idx="1022">
                  <c:v>1811.81388493494</c:v>
                </c:pt>
                <c:pt idx="1023">
                  <c:v>1817.76676369175</c:v>
                </c:pt>
                <c:pt idx="1024">
                  <c:v>1824.37687223298</c:v>
                </c:pt>
                <c:pt idx="1025">
                  <c:v>1824.671939447</c:v>
                </c:pt>
                <c:pt idx="1026">
                  <c:v>1825.06458797914</c:v>
                </c:pt>
                <c:pt idx="1027">
                  <c:v>1825.50652226431</c:v>
                </c:pt>
                <c:pt idx="1028">
                  <c:v>1826.0172872838</c:v>
                </c:pt>
                <c:pt idx="1029">
                  <c:v>1826.62309546126</c:v>
                </c:pt>
                <c:pt idx="1030">
                  <c:v>1827.24115849756</c:v>
                </c:pt>
                <c:pt idx="1031">
                  <c:v>1827.86817562705</c:v>
                </c:pt>
                <c:pt idx="1032">
                  <c:v>1828.56950175729</c:v>
                </c:pt>
                <c:pt idx="1033">
                  <c:v>1829.35754912464</c:v>
                </c:pt>
                <c:pt idx="1034">
                  <c:v>1830.23420856906</c:v>
                </c:pt>
                <c:pt idx="1035">
                  <c:v>1831.16829462443</c:v>
                </c:pt>
                <c:pt idx="1036">
                  <c:v>1832.64746572429</c:v>
                </c:pt>
                <c:pt idx="1037">
                  <c:v>1834.21972845392</c:v>
                </c:pt>
                <c:pt idx="1038">
                  <c:v>1835.8326735027</c:v>
                </c:pt>
                <c:pt idx="1039">
                  <c:v>1837.36894957128</c:v>
                </c:pt>
                <c:pt idx="1040">
                  <c:v>1839.00856858245</c:v>
                </c:pt>
                <c:pt idx="1041">
                  <c:v>1840.40764024634</c:v>
                </c:pt>
                <c:pt idx="1042">
                  <c:v>1841.99058474748</c:v>
                </c:pt>
                <c:pt idx="1043">
                  <c:v>1843.49680333636</c:v>
                </c:pt>
                <c:pt idx="1044">
                  <c:v>1846.72557077946</c:v>
                </c:pt>
                <c:pt idx="1045">
                  <c:v>1850.00853018351</c:v>
                </c:pt>
                <c:pt idx="1046">
                  <c:v>1854.49073407004</c:v>
                </c:pt>
                <c:pt idx="1047">
                  <c:v>1862.31083760754</c:v>
                </c:pt>
                <c:pt idx="1048">
                  <c:v>1862.69857931949</c:v>
                </c:pt>
                <c:pt idx="1049">
                  <c:v>1863.16194780051</c:v>
                </c:pt>
                <c:pt idx="1050">
                  <c:v>1863.66194957727</c:v>
                </c:pt>
                <c:pt idx="1051">
                  <c:v>1864.30321189169</c:v>
                </c:pt>
                <c:pt idx="1052">
                  <c:v>1865.01593358672</c:v>
                </c:pt>
                <c:pt idx="1053">
                  <c:v>1866.06079720347</c:v>
                </c:pt>
                <c:pt idx="1054">
                  <c:v>1867.59096284281</c:v>
                </c:pt>
                <c:pt idx="1055">
                  <c:v>1869.16720529399</c:v>
                </c:pt>
                <c:pt idx="1056">
                  <c:v>1871.1268625588</c:v>
                </c:pt>
                <c:pt idx="1057">
                  <c:v>1873.23484203008</c:v>
                </c:pt>
                <c:pt idx="1058">
                  <c:v>1875.45858397163</c:v>
                </c:pt>
                <c:pt idx="1059">
                  <c:v>1878.02003639314</c:v>
                </c:pt>
                <c:pt idx="1060">
                  <c:v>1880.9004040871</c:v>
                </c:pt>
                <c:pt idx="1061">
                  <c:v>1884.4124669584</c:v>
                </c:pt>
                <c:pt idx="1062">
                  <c:v>1888.28645409083</c:v>
                </c:pt>
                <c:pt idx="1063">
                  <c:v>1892.30394915722</c:v>
                </c:pt>
                <c:pt idx="1064">
                  <c:v>1897.07475174672</c:v>
                </c:pt>
                <c:pt idx="1065">
                  <c:v>1897.34062187525</c:v>
                </c:pt>
                <c:pt idx="1066">
                  <c:v>1897.70975770792</c:v>
                </c:pt>
                <c:pt idx="1067">
                  <c:v>1898.11925800406</c:v>
                </c:pt>
                <c:pt idx="1068">
                  <c:v>1898.62409460572</c:v>
                </c:pt>
                <c:pt idx="1069">
                  <c:v>1899.11234758519</c:v>
                </c:pt>
                <c:pt idx="1070">
                  <c:v>1899.67424444495</c:v>
                </c:pt>
                <c:pt idx="1071">
                  <c:v>1900.3056914766</c:v>
                </c:pt>
                <c:pt idx="1072">
                  <c:v>1900.90927821835</c:v>
                </c:pt>
                <c:pt idx="1073">
                  <c:v>1901.59013831801</c:v>
                </c:pt>
                <c:pt idx="1074">
                  <c:v>1902.34546641288</c:v>
                </c:pt>
                <c:pt idx="1075">
                  <c:v>1903.18623678475</c:v>
                </c:pt>
                <c:pt idx="1076">
                  <c:v>1903.98757049098</c:v>
                </c:pt>
                <c:pt idx="1077">
                  <c:v>1905.08292897034</c:v>
                </c:pt>
                <c:pt idx="1078">
                  <c:v>1906.26598296839</c:v>
                </c:pt>
                <c:pt idx="1079">
                  <c:v>1907.69763315261</c:v>
                </c:pt>
                <c:pt idx="1080">
                  <c:v>1909.16132311373</c:v>
                </c:pt>
                <c:pt idx="1081">
                  <c:v>1910.63102010918</c:v>
                </c:pt>
                <c:pt idx="1082">
                  <c:v>1912.12606867532</c:v>
                </c:pt>
                <c:pt idx="1083">
                  <c:v>1913.41418859287</c:v>
                </c:pt>
                <c:pt idx="1084">
                  <c:v>1915.27258865837</c:v>
                </c:pt>
                <c:pt idx="1085">
                  <c:v>1917.36733154945</c:v>
                </c:pt>
                <c:pt idx="1086">
                  <c:v>1919.45909523234</c:v>
                </c:pt>
                <c:pt idx="1087">
                  <c:v>1921.67966827131</c:v>
                </c:pt>
                <c:pt idx="1088">
                  <c:v>1924.12910769513</c:v>
                </c:pt>
                <c:pt idx="1089">
                  <c:v>1924.40931150311</c:v>
                </c:pt>
                <c:pt idx="1090">
                  <c:v>1924.73590227109</c:v>
                </c:pt>
                <c:pt idx="1091">
                  <c:v>1925.09869461738</c:v>
                </c:pt>
                <c:pt idx="1092">
                  <c:v>1925.59230899542</c:v>
                </c:pt>
                <c:pt idx="1093">
                  <c:v>1926.12199610098</c:v>
                </c:pt>
                <c:pt idx="1094">
                  <c:v>1926.71821002513</c:v>
                </c:pt>
                <c:pt idx="1095">
                  <c:v>1927.44150222673</c:v>
                </c:pt>
                <c:pt idx="1096">
                  <c:v>1928.15153881377</c:v>
                </c:pt>
                <c:pt idx="1097">
                  <c:v>1928.89109974334</c:v>
                </c:pt>
                <c:pt idx="1098">
                  <c:v>1929.71079854674</c:v>
                </c:pt>
                <c:pt idx="1099">
                  <c:v>1930.60355356654</c:v>
                </c:pt>
                <c:pt idx="1100">
                  <c:v>1931.59364796291</c:v>
                </c:pt>
                <c:pt idx="1101">
                  <c:v>1933.13971024833</c:v>
                </c:pt>
                <c:pt idx="1102">
                  <c:v>1934.81808297035</c:v>
                </c:pt>
                <c:pt idx="1103">
                  <c:v>1937.22173883333</c:v>
                </c:pt>
                <c:pt idx="1104">
                  <c:v>1939.93053277719</c:v>
                </c:pt>
                <c:pt idx="1105">
                  <c:v>1943.005656246</c:v>
                </c:pt>
                <c:pt idx="1106">
                  <c:v>1946.51088890929</c:v>
                </c:pt>
                <c:pt idx="1107">
                  <c:v>1951.30121198084</c:v>
                </c:pt>
                <c:pt idx="1108">
                  <c:v>1957.41910202413</c:v>
                </c:pt>
                <c:pt idx="1109">
                  <c:v>1957.74838379385</c:v>
                </c:pt>
                <c:pt idx="1110">
                  <c:v>1958.13630749622</c:v>
                </c:pt>
                <c:pt idx="1111">
                  <c:v>1958.56342462614</c:v>
                </c:pt>
                <c:pt idx="1112">
                  <c:v>1959.02461526206</c:v>
                </c:pt>
                <c:pt idx="1113">
                  <c:v>1959.52890681753</c:v>
                </c:pt>
                <c:pt idx="1114">
                  <c:v>1960.13701119697</c:v>
                </c:pt>
                <c:pt idx="1115">
                  <c:v>1960.81629898273</c:v>
                </c:pt>
                <c:pt idx="1116">
                  <c:v>1961.57052336654</c:v>
                </c:pt>
                <c:pt idx="1117">
                  <c:v>1962.81867783823</c:v>
                </c:pt>
                <c:pt idx="1118">
                  <c:v>1964.1294765054</c:v>
                </c:pt>
                <c:pt idx="1119">
                  <c:v>1965.35286404154</c:v>
                </c:pt>
                <c:pt idx="1120">
                  <c:v>1966.95677184702</c:v>
                </c:pt>
                <c:pt idx="1121">
                  <c:v>1968.39983015266</c:v>
                </c:pt>
                <c:pt idx="1122">
                  <c:v>1969.84079149424</c:v>
                </c:pt>
                <c:pt idx="1123">
                  <c:v>1971.42340645443</c:v>
                </c:pt>
                <c:pt idx="1124">
                  <c:v>1973.05211344625</c:v>
                </c:pt>
                <c:pt idx="1125">
                  <c:v>1974.94059018072</c:v>
                </c:pt>
                <c:pt idx="1126">
                  <c:v>1976.75419386342</c:v>
                </c:pt>
                <c:pt idx="1127">
                  <c:v>1978.8841409471</c:v>
                </c:pt>
                <c:pt idx="1128">
                  <c:v>1981.21740471846</c:v>
                </c:pt>
                <c:pt idx="1129">
                  <c:v>1981.50032070511</c:v>
                </c:pt>
                <c:pt idx="1130">
                  <c:v>1981.84090430921</c:v>
                </c:pt>
                <c:pt idx="1131">
                  <c:v>1982.19922836733</c:v>
                </c:pt>
                <c:pt idx="1132">
                  <c:v>1982.6154836079</c:v>
                </c:pt>
                <c:pt idx="1133">
                  <c:v>1983.07124656366</c:v>
                </c:pt>
                <c:pt idx="1134">
                  <c:v>1983.63562116342</c:v>
                </c:pt>
                <c:pt idx="1135">
                  <c:v>1984.2851852008</c:v>
                </c:pt>
                <c:pt idx="1136">
                  <c:v>1984.98124112811</c:v>
                </c:pt>
                <c:pt idx="1137">
                  <c:v>1985.68054097286</c:v>
                </c:pt>
                <c:pt idx="1138">
                  <c:v>1986.55760365712</c:v>
                </c:pt>
                <c:pt idx="1139">
                  <c:v>1987.76189941767</c:v>
                </c:pt>
                <c:pt idx="1140">
                  <c:v>1988.78099773403</c:v>
                </c:pt>
                <c:pt idx="1141">
                  <c:v>1989.89593309982</c:v>
                </c:pt>
                <c:pt idx="1142">
                  <c:v>1991.0622732346</c:v>
                </c:pt>
                <c:pt idx="1143">
                  <c:v>1992.42277685845</c:v>
                </c:pt>
                <c:pt idx="1144">
                  <c:v>1993.73107405162</c:v>
                </c:pt>
                <c:pt idx="1145">
                  <c:v>1995.0796161392</c:v>
                </c:pt>
                <c:pt idx="1146">
                  <c:v>1996.89570654135</c:v>
                </c:pt>
                <c:pt idx="1147">
                  <c:v>1998.91245301559</c:v>
                </c:pt>
                <c:pt idx="1148">
                  <c:v>2000.66242961997</c:v>
                </c:pt>
                <c:pt idx="1149">
                  <c:v>2002.00911881227</c:v>
                </c:pt>
                <c:pt idx="1150">
                  <c:v>2004.25247793041</c:v>
                </c:pt>
                <c:pt idx="1151">
                  <c:v>2007.49305697862</c:v>
                </c:pt>
                <c:pt idx="1152">
                  <c:v>2007.89405962627</c:v>
                </c:pt>
                <c:pt idx="1153">
                  <c:v>2008.39863876896</c:v>
                </c:pt>
                <c:pt idx="1154">
                  <c:v>2009.17642960318</c:v>
                </c:pt>
                <c:pt idx="1155">
                  <c:v>2010.12309299145</c:v>
                </c:pt>
                <c:pt idx="1156">
                  <c:v>2011.02380948647</c:v>
                </c:pt>
                <c:pt idx="1157">
                  <c:v>2012.15560869391</c:v>
                </c:pt>
                <c:pt idx="1158">
                  <c:v>2013.79041817749</c:v>
                </c:pt>
                <c:pt idx="1159">
                  <c:v>2015.78550906342</c:v>
                </c:pt>
                <c:pt idx="1160">
                  <c:v>2021.50840054512</c:v>
                </c:pt>
                <c:pt idx="1161">
                  <c:v>2024.69003242988</c:v>
                </c:pt>
                <c:pt idx="1162">
                  <c:v>2028.78566651541</c:v>
                </c:pt>
                <c:pt idx="1163">
                  <c:v>2031.58813573402</c:v>
                </c:pt>
                <c:pt idx="1164">
                  <c:v>2035.86699644066</c:v>
                </c:pt>
                <c:pt idx="1165">
                  <c:v>2038.31876717059</c:v>
                </c:pt>
                <c:pt idx="1166">
                  <c:v>2047.31348619859</c:v>
                </c:pt>
                <c:pt idx="1167">
                  <c:v>2048.30337268896</c:v>
                </c:pt>
                <c:pt idx="1168">
                  <c:v>2049.38458194716</c:v>
                </c:pt>
                <c:pt idx="1169">
                  <c:v>2050.49671061406</c:v>
                </c:pt>
                <c:pt idx="1170">
                  <c:v>2051.71637032313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75353747"/>
        <c:axId val="218935621"/>
      </c:lineChart>
      <c:lineChart>
        <c:grouping val="standard"/>
        <c:varyColors val="0"/>
        <c:ser>
          <c:idx val="2"/>
          <c:order val="2"/>
          <c:tx>
            <c:strRef>
              <c:f>[csi300_opt_stats.csv]Sheet1!$D$1</c:f>
              <c:strCache>
                <c:ptCount val="1"/>
                <c:pt idx="0">
                  <c:v>Theta+Gamma损益(右轴)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[csi300_opt_stats.csv]Sheet1!$A$2:$A$1172</c:f>
              <c:numCache>
                <c:formatCode>yyyy/m/d</c:formatCode>
                <c:ptCount val="117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</c:numCache>
            </c:numRef>
          </c:cat>
          <c:val>
            <c:numRef>
              <c:f>[csi300_opt_stats.csv]Sheet1!$D$2:$D$1172</c:f>
              <c:numCache>
                <c:formatCode>General</c:formatCode>
                <c:ptCount val="1171"/>
                <c:pt idx="0">
                  <c:v>0</c:v>
                </c:pt>
                <c:pt idx="1">
                  <c:v>0</c:v>
                </c:pt>
                <c:pt idx="2">
                  <c:v>0.0301412769102286</c:v>
                </c:pt>
                <c:pt idx="3">
                  <c:v>0.051581516542735</c:v>
                </c:pt>
                <c:pt idx="4">
                  <c:v>0.143339995291749</c:v>
                </c:pt>
                <c:pt idx="5">
                  <c:v>0.0291156136424</c:v>
                </c:pt>
                <c:pt idx="6">
                  <c:v>0.214403410017538</c:v>
                </c:pt>
                <c:pt idx="7">
                  <c:v>0.159959977051051</c:v>
                </c:pt>
                <c:pt idx="8">
                  <c:v>0.521026081052102</c:v>
                </c:pt>
                <c:pt idx="9">
                  <c:v>0.891979158537706</c:v>
                </c:pt>
                <c:pt idx="10">
                  <c:v>1.21059496273655</c:v>
                </c:pt>
                <c:pt idx="11">
                  <c:v>1.3647673883901</c:v>
                </c:pt>
                <c:pt idx="12">
                  <c:v>1.47311571385899</c:v>
                </c:pt>
                <c:pt idx="13">
                  <c:v>2.10536405544924</c:v>
                </c:pt>
                <c:pt idx="14">
                  <c:v>2.38496979897916</c:v>
                </c:pt>
                <c:pt idx="15">
                  <c:v>3.06013576091662</c:v>
                </c:pt>
                <c:pt idx="16">
                  <c:v>3.6913939503044</c:v>
                </c:pt>
                <c:pt idx="17">
                  <c:v>4.40868367768645</c:v>
                </c:pt>
                <c:pt idx="18">
                  <c:v>5.19259929874934</c:v>
                </c:pt>
                <c:pt idx="19">
                  <c:v>5.62155471989043</c:v>
                </c:pt>
                <c:pt idx="20">
                  <c:v>4.24039532706443</c:v>
                </c:pt>
                <c:pt idx="21">
                  <c:v>5.10355534680618</c:v>
                </c:pt>
                <c:pt idx="22">
                  <c:v>-0.9280402000448</c:v>
                </c:pt>
                <c:pt idx="23">
                  <c:v>-28.1673321351487</c:v>
                </c:pt>
                <c:pt idx="24">
                  <c:v>-28.2216494301256</c:v>
                </c:pt>
                <c:pt idx="25">
                  <c:v>-27.6391087395004</c:v>
                </c:pt>
                <c:pt idx="26">
                  <c:v>-27.9202887089542</c:v>
                </c:pt>
                <c:pt idx="27">
                  <c:v>-26.8033162054788</c:v>
                </c:pt>
                <c:pt idx="28">
                  <c:v>-25.4678461126707</c:v>
                </c:pt>
                <c:pt idx="29">
                  <c:v>-24.4454307984915</c:v>
                </c:pt>
                <c:pt idx="30">
                  <c:v>-23.4178347680521</c:v>
                </c:pt>
                <c:pt idx="31">
                  <c:v>-22.2332309288286</c:v>
                </c:pt>
                <c:pt idx="32">
                  <c:v>-20.932621454617</c:v>
                </c:pt>
                <c:pt idx="33">
                  <c:v>-26.4215955007165</c:v>
                </c:pt>
                <c:pt idx="34">
                  <c:v>-23.4892210299584</c:v>
                </c:pt>
                <c:pt idx="35">
                  <c:v>-20.0227989970404</c:v>
                </c:pt>
                <c:pt idx="36">
                  <c:v>-26.8375931907501</c:v>
                </c:pt>
                <c:pt idx="37">
                  <c:v>-22.3152855810207</c:v>
                </c:pt>
                <c:pt idx="38">
                  <c:v>-21.9280725271184</c:v>
                </c:pt>
                <c:pt idx="39">
                  <c:v>-21.3747297921698</c:v>
                </c:pt>
                <c:pt idx="40">
                  <c:v>-21.1083908208259</c:v>
                </c:pt>
                <c:pt idx="41">
                  <c:v>-20.3923499551885</c:v>
                </c:pt>
                <c:pt idx="42">
                  <c:v>-23.575080474389</c:v>
                </c:pt>
                <c:pt idx="43">
                  <c:v>-25.3062703536054</c:v>
                </c:pt>
                <c:pt idx="44">
                  <c:v>-24.342208376606</c:v>
                </c:pt>
                <c:pt idx="45">
                  <c:v>-23.3056263674721</c:v>
                </c:pt>
                <c:pt idx="46">
                  <c:v>-24.6970552716024</c:v>
                </c:pt>
                <c:pt idx="47">
                  <c:v>-24.7560495822394</c:v>
                </c:pt>
                <c:pt idx="48">
                  <c:v>-31.1790147171437</c:v>
                </c:pt>
                <c:pt idx="49">
                  <c:v>-31.4015386382499</c:v>
                </c:pt>
                <c:pt idx="50">
                  <c:v>-29.7100860843771</c:v>
                </c:pt>
                <c:pt idx="51">
                  <c:v>-29.1368894137362</c:v>
                </c:pt>
                <c:pt idx="52">
                  <c:v>-27.2670080785999</c:v>
                </c:pt>
                <c:pt idx="53">
                  <c:v>-32.2667613321682</c:v>
                </c:pt>
                <c:pt idx="54">
                  <c:v>-29.79758429936</c:v>
                </c:pt>
                <c:pt idx="55">
                  <c:v>-28.4273625997649</c:v>
                </c:pt>
                <c:pt idx="56">
                  <c:v>-27.668563376652</c:v>
                </c:pt>
                <c:pt idx="57">
                  <c:v>-26.4414041628995</c:v>
                </c:pt>
                <c:pt idx="58">
                  <c:v>-26.9309429167702</c:v>
                </c:pt>
                <c:pt idx="59">
                  <c:v>-26.9277451726107</c:v>
                </c:pt>
                <c:pt idx="60">
                  <c:v>-27.0518938013199</c:v>
                </c:pt>
                <c:pt idx="61">
                  <c:v>-26.0264630149721</c:v>
                </c:pt>
                <c:pt idx="62">
                  <c:v>-24.8521603814227</c:v>
                </c:pt>
                <c:pt idx="63">
                  <c:v>-23.6735248526913</c:v>
                </c:pt>
                <c:pt idx="64">
                  <c:v>-22.2425545551085</c:v>
                </c:pt>
                <c:pt idx="65">
                  <c:v>-20.8034255967308</c:v>
                </c:pt>
                <c:pt idx="66">
                  <c:v>-20.2771638851631</c:v>
                </c:pt>
                <c:pt idx="67">
                  <c:v>-18.6688326640158</c:v>
                </c:pt>
                <c:pt idx="68">
                  <c:v>-19.2279097111876</c:v>
                </c:pt>
                <c:pt idx="69">
                  <c:v>-16.5060311413894</c:v>
                </c:pt>
                <c:pt idx="70">
                  <c:v>-13.9155603516176</c:v>
                </c:pt>
                <c:pt idx="71">
                  <c:v>-11.5783743912902</c:v>
                </c:pt>
                <c:pt idx="72">
                  <c:v>-8.89047028110301</c:v>
                </c:pt>
                <c:pt idx="73">
                  <c:v>-10.782604397788</c:v>
                </c:pt>
                <c:pt idx="74">
                  <c:v>-8.069815908688</c:v>
                </c:pt>
                <c:pt idx="75">
                  <c:v>-4.05743309793499</c:v>
                </c:pt>
                <c:pt idx="76">
                  <c:v>-1.600854556458</c:v>
                </c:pt>
                <c:pt idx="77">
                  <c:v>-1.237383649983</c:v>
                </c:pt>
                <c:pt idx="78">
                  <c:v>-1.11373331886701</c:v>
                </c:pt>
                <c:pt idx="79">
                  <c:v>-0.802998969693007</c:v>
                </c:pt>
                <c:pt idx="80">
                  <c:v>-0.170056289706011</c:v>
                </c:pt>
                <c:pt idx="81">
                  <c:v>0.257785142378992</c:v>
                </c:pt>
                <c:pt idx="82">
                  <c:v>0.822038716964002</c:v>
                </c:pt>
                <c:pt idx="83">
                  <c:v>1.461466520394</c:v>
                </c:pt>
                <c:pt idx="84">
                  <c:v>2.522299496255</c:v>
                </c:pt>
                <c:pt idx="85">
                  <c:v>2.752515106271</c:v>
                </c:pt>
                <c:pt idx="86">
                  <c:v>4.69555357182699</c:v>
                </c:pt>
                <c:pt idx="87">
                  <c:v>7.279884456468</c:v>
                </c:pt>
                <c:pt idx="88">
                  <c:v>8.29237200129698</c:v>
                </c:pt>
                <c:pt idx="89">
                  <c:v>11.38402494361</c:v>
                </c:pt>
                <c:pt idx="90">
                  <c:v>14.593596425183</c:v>
                </c:pt>
                <c:pt idx="91">
                  <c:v>17.968898764519</c:v>
                </c:pt>
                <c:pt idx="92">
                  <c:v>18.833484186713</c:v>
                </c:pt>
                <c:pt idx="93">
                  <c:v>24.23038658911</c:v>
                </c:pt>
                <c:pt idx="94">
                  <c:v>24.430854970254</c:v>
                </c:pt>
                <c:pt idx="95">
                  <c:v>24.537691822203</c:v>
                </c:pt>
                <c:pt idx="96">
                  <c:v>24.768626193286</c:v>
                </c:pt>
                <c:pt idx="97">
                  <c:v>24.982777399243</c:v>
                </c:pt>
                <c:pt idx="98">
                  <c:v>23.580058560698</c:v>
                </c:pt>
                <c:pt idx="99">
                  <c:v>23.953962530171</c:v>
                </c:pt>
                <c:pt idx="100">
                  <c:v>23.94616615831</c:v>
                </c:pt>
                <c:pt idx="101">
                  <c:v>24.181487473582</c:v>
                </c:pt>
                <c:pt idx="102">
                  <c:v>24.675763303293</c:v>
                </c:pt>
                <c:pt idx="103">
                  <c:v>25.287056136342</c:v>
                </c:pt>
                <c:pt idx="104">
                  <c:v>21.766312363143</c:v>
                </c:pt>
                <c:pt idx="105">
                  <c:v>22.941968507864</c:v>
                </c:pt>
                <c:pt idx="106">
                  <c:v>24.311230027187</c:v>
                </c:pt>
                <c:pt idx="107">
                  <c:v>25.900502681774</c:v>
                </c:pt>
                <c:pt idx="108">
                  <c:v>27.350171374638</c:v>
                </c:pt>
                <c:pt idx="109">
                  <c:v>28.910866319174</c:v>
                </c:pt>
                <c:pt idx="110">
                  <c:v>30.27119366354</c:v>
                </c:pt>
                <c:pt idx="111">
                  <c:v>32.595173046813</c:v>
                </c:pt>
                <c:pt idx="112">
                  <c:v>32.730781430954</c:v>
                </c:pt>
                <c:pt idx="113">
                  <c:v>35.413855424724</c:v>
                </c:pt>
                <c:pt idx="114">
                  <c:v>34.710534541675</c:v>
                </c:pt>
                <c:pt idx="115">
                  <c:v>32.979142954052</c:v>
                </c:pt>
                <c:pt idx="116">
                  <c:v>36.731132209648</c:v>
                </c:pt>
                <c:pt idx="117">
                  <c:v>39.732380148878</c:v>
                </c:pt>
                <c:pt idx="118">
                  <c:v>37.213763946058</c:v>
                </c:pt>
                <c:pt idx="119">
                  <c:v>37.631013703895</c:v>
                </c:pt>
                <c:pt idx="120">
                  <c:v>38.084493801812</c:v>
                </c:pt>
                <c:pt idx="121">
                  <c:v>38.693873548348</c:v>
                </c:pt>
                <c:pt idx="122">
                  <c:v>39.321641856753</c:v>
                </c:pt>
                <c:pt idx="123">
                  <c:v>39.237666551817</c:v>
                </c:pt>
                <c:pt idx="124">
                  <c:v>37.394932593741</c:v>
                </c:pt>
                <c:pt idx="125">
                  <c:v>35.024969063181</c:v>
                </c:pt>
                <c:pt idx="126">
                  <c:v>34.08511326699</c:v>
                </c:pt>
                <c:pt idx="127">
                  <c:v>16.455267534393</c:v>
                </c:pt>
                <c:pt idx="128">
                  <c:v>18.088779805576</c:v>
                </c:pt>
                <c:pt idx="129">
                  <c:v>20.314141028843</c:v>
                </c:pt>
                <c:pt idx="130">
                  <c:v>21.675245561746</c:v>
                </c:pt>
                <c:pt idx="131">
                  <c:v>23.707321733643</c:v>
                </c:pt>
                <c:pt idx="132">
                  <c:v>25.689519742393</c:v>
                </c:pt>
                <c:pt idx="133">
                  <c:v>29.567333314796</c:v>
                </c:pt>
                <c:pt idx="134">
                  <c:v>32.128129729231</c:v>
                </c:pt>
                <c:pt idx="135">
                  <c:v>24.401678705301</c:v>
                </c:pt>
                <c:pt idx="136">
                  <c:v>37.397501189346</c:v>
                </c:pt>
                <c:pt idx="137">
                  <c:v>37.054259218964</c:v>
                </c:pt>
                <c:pt idx="138">
                  <c:v>37.46924282058</c:v>
                </c:pt>
                <c:pt idx="139">
                  <c:v>37.929076971274</c:v>
                </c:pt>
                <c:pt idx="140">
                  <c:v>38.55821995117</c:v>
                </c:pt>
                <c:pt idx="141">
                  <c:v>35.136160541883</c:v>
                </c:pt>
                <c:pt idx="142">
                  <c:v>35.825962478955</c:v>
                </c:pt>
                <c:pt idx="143">
                  <c:v>36.43640110408</c:v>
                </c:pt>
                <c:pt idx="144">
                  <c:v>35.955203052298</c:v>
                </c:pt>
                <c:pt idx="145">
                  <c:v>37.220451153174</c:v>
                </c:pt>
                <c:pt idx="146">
                  <c:v>38.469115424835</c:v>
                </c:pt>
                <c:pt idx="147">
                  <c:v>39.120016721017</c:v>
                </c:pt>
                <c:pt idx="148">
                  <c:v>41.449768503153</c:v>
                </c:pt>
                <c:pt idx="149">
                  <c:v>43.951064294217</c:v>
                </c:pt>
                <c:pt idx="150">
                  <c:v>46.546015415266</c:v>
                </c:pt>
                <c:pt idx="151">
                  <c:v>48.485504496761</c:v>
                </c:pt>
                <c:pt idx="152">
                  <c:v>51.448581531305</c:v>
                </c:pt>
                <c:pt idx="153">
                  <c:v>54.298859192637</c:v>
                </c:pt>
                <c:pt idx="154">
                  <c:v>57.133569348332</c:v>
                </c:pt>
                <c:pt idx="155">
                  <c:v>60.045132840357</c:v>
                </c:pt>
                <c:pt idx="156">
                  <c:v>61.248177947146</c:v>
                </c:pt>
                <c:pt idx="157">
                  <c:v>58.063318387849</c:v>
                </c:pt>
                <c:pt idx="158">
                  <c:v>66.411850014612</c:v>
                </c:pt>
                <c:pt idx="159">
                  <c:v>69.341288313016</c:v>
                </c:pt>
                <c:pt idx="160">
                  <c:v>73.080492862029</c:v>
                </c:pt>
                <c:pt idx="161">
                  <c:v>76.745949225798</c:v>
                </c:pt>
                <c:pt idx="162">
                  <c:v>77.091051033834</c:v>
                </c:pt>
                <c:pt idx="163">
                  <c:v>77.652347343357</c:v>
                </c:pt>
                <c:pt idx="164">
                  <c:v>78.007047998513</c:v>
                </c:pt>
                <c:pt idx="165">
                  <c:v>78.672662303699</c:v>
                </c:pt>
                <c:pt idx="166">
                  <c:v>77.995861019201</c:v>
                </c:pt>
                <c:pt idx="167">
                  <c:v>79.114448268976</c:v>
                </c:pt>
                <c:pt idx="168">
                  <c:v>80.477941326411</c:v>
                </c:pt>
                <c:pt idx="169">
                  <c:v>82.020677965745</c:v>
                </c:pt>
                <c:pt idx="170">
                  <c:v>83.810134452062</c:v>
                </c:pt>
                <c:pt idx="171">
                  <c:v>85.306725542577</c:v>
                </c:pt>
                <c:pt idx="172">
                  <c:v>84.684136472034</c:v>
                </c:pt>
                <c:pt idx="173">
                  <c:v>86.466800724506</c:v>
                </c:pt>
                <c:pt idx="174">
                  <c:v>85.262311830672</c:v>
                </c:pt>
                <c:pt idx="175">
                  <c:v>87.123962067797</c:v>
                </c:pt>
                <c:pt idx="176">
                  <c:v>88.05482608695</c:v>
                </c:pt>
                <c:pt idx="177">
                  <c:v>89.344938599877</c:v>
                </c:pt>
                <c:pt idx="178">
                  <c:v>90.197898039431</c:v>
                </c:pt>
                <c:pt idx="179">
                  <c:v>91.677110493781</c:v>
                </c:pt>
                <c:pt idx="180">
                  <c:v>93.049322997007</c:v>
                </c:pt>
                <c:pt idx="181">
                  <c:v>91.690655813829</c:v>
                </c:pt>
                <c:pt idx="182">
                  <c:v>92.034900926716</c:v>
                </c:pt>
                <c:pt idx="183">
                  <c:v>92.385586138247</c:v>
                </c:pt>
                <c:pt idx="184">
                  <c:v>93.166188851406</c:v>
                </c:pt>
                <c:pt idx="185">
                  <c:v>92.716667773924</c:v>
                </c:pt>
                <c:pt idx="186">
                  <c:v>93.690368865129</c:v>
                </c:pt>
                <c:pt idx="187">
                  <c:v>94.873588429976</c:v>
                </c:pt>
                <c:pt idx="188">
                  <c:v>96.506065521848</c:v>
                </c:pt>
                <c:pt idx="189">
                  <c:v>98.751916492125</c:v>
                </c:pt>
                <c:pt idx="190">
                  <c:v>98.439433768051</c:v>
                </c:pt>
                <c:pt idx="191">
                  <c:v>89.3342387395271</c:v>
                </c:pt>
                <c:pt idx="192">
                  <c:v>93.120416848758</c:v>
                </c:pt>
                <c:pt idx="193">
                  <c:v>96.397160287914</c:v>
                </c:pt>
                <c:pt idx="194">
                  <c:v>101.051756118613</c:v>
                </c:pt>
                <c:pt idx="195">
                  <c:v>107.341936985893</c:v>
                </c:pt>
                <c:pt idx="196">
                  <c:v>107.593920583772</c:v>
                </c:pt>
                <c:pt idx="197">
                  <c:v>107.82129628006</c:v>
                </c:pt>
                <c:pt idx="198">
                  <c:v>108.230232484959</c:v>
                </c:pt>
                <c:pt idx="199">
                  <c:v>108.710878593172</c:v>
                </c:pt>
                <c:pt idx="200">
                  <c:v>108.869320091109</c:v>
                </c:pt>
                <c:pt idx="201">
                  <c:v>109.454533119763</c:v>
                </c:pt>
                <c:pt idx="202">
                  <c:v>110.093942040539</c:v>
                </c:pt>
                <c:pt idx="203">
                  <c:v>110.608151206642</c:v>
                </c:pt>
                <c:pt idx="204">
                  <c:v>111.313401510851</c:v>
                </c:pt>
                <c:pt idx="205">
                  <c:v>110.947340837724</c:v>
                </c:pt>
                <c:pt idx="206">
                  <c:v>111.897971929944</c:v>
                </c:pt>
                <c:pt idx="207">
                  <c:v>112.34953947747</c:v>
                </c:pt>
                <c:pt idx="208">
                  <c:v>113.610714157843</c:v>
                </c:pt>
                <c:pt idx="209">
                  <c:v>113.36617650518</c:v>
                </c:pt>
                <c:pt idx="210">
                  <c:v>115.705187337058</c:v>
                </c:pt>
                <c:pt idx="211">
                  <c:v>112.57686317334</c:v>
                </c:pt>
                <c:pt idx="212">
                  <c:v>115.597739326</c:v>
                </c:pt>
                <c:pt idx="213">
                  <c:v>117.437171900229</c:v>
                </c:pt>
                <c:pt idx="214">
                  <c:v>121.242367161754</c:v>
                </c:pt>
                <c:pt idx="215">
                  <c:v>122.672169686015</c:v>
                </c:pt>
                <c:pt idx="216">
                  <c:v>123.81736324545</c:v>
                </c:pt>
                <c:pt idx="217">
                  <c:v>127.656363056626</c:v>
                </c:pt>
                <c:pt idx="218">
                  <c:v>131.798399233926</c:v>
                </c:pt>
                <c:pt idx="219">
                  <c:v>135.065346984129</c:v>
                </c:pt>
                <c:pt idx="220">
                  <c:v>141.985847054198</c:v>
                </c:pt>
                <c:pt idx="221">
                  <c:v>142.025677830909</c:v>
                </c:pt>
                <c:pt idx="222">
                  <c:v>142.474001242547</c:v>
                </c:pt>
                <c:pt idx="223">
                  <c:v>142.541192290473</c:v>
                </c:pt>
                <c:pt idx="224">
                  <c:v>143.184596131909</c:v>
                </c:pt>
                <c:pt idx="225">
                  <c:v>143.213767569829</c:v>
                </c:pt>
                <c:pt idx="226">
                  <c:v>143.9725119455</c:v>
                </c:pt>
                <c:pt idx="227">
                  <c:v>142.158859773993</c:v>
                </c:pt>
                <c:pt idx="228">
                  <c:v>143.758089293081</c:v>
                </c:pt>
                <c:pt idx="229">
                  <c:v>145.710435642351</c:v>
                </c:pt>
                <c:pt idx="230">
                  <c:v>147.849387440564</c:v>
                </c:pt>
                <c:pt idx="231">
                  <c:v>149.330550354384</c:v>
                </c:pt>
                <c:pt idx="232">
                  <c:v>151.500355925513</c:v>
                </c:pt>
                <c:pt idx="233">
                  <c:v>151.504879806299</c:v>
                </c:pt>
                <c:pt idx="234">
                  <c:v>153.65897766875</c:v>
                </c:pt>
                <c:pt idx="235">
                  <c:v>154.190194323925</c:v>
                </c:pt>
                <c:pt idx="236">
                  <c:v>155.258373573065</c:v>
                </c:pt>
                <c:pt idx="237">
                  <c:v>157.23116558188</c:v>
                </c:pt>
                <c:pt idx="238">
                  <c:v>159.345521245825</c:v>
                </c:pt>
                <c:pt idx="239">
                  <c:v>159.410768786187</c:v>
                </c:pt>
                <c:pt idx="240">
                  <c:v>163.604878645241</c:v>
                </c:pt>
                <c:pt idx="241">
                  <c:v>163.739889893775</c:v>
                </c:pt>
                <c:pt idx="242">
                  <c:v>163.348075650699</c:v>
                </c:pt>
                <c:pt idx="243">
                  <c:v>163.615119480487</c:v>
                </c:pt>
                <c:pt idx="244">
                  <c:v>164.25832743642</c:v>
                </c:pt>
                <c:pt idx="245">
                  <c:v>164.65746362751</c:v>
                </c:pt>
                <c:pt idx="246">
                  <c:v>165.498584989295</c:v>
                </c:pt>
                <c:pt idx="247">
                  <c:v>166.519482062244</c:v>
                </c:pt>
                <c:pt idx="248">
                  <c:v>166.226364867547</c:v>
                </c:pt>
                <c:pt idx="249">
                  <c:v>164.016894046222</c:v>
                </c:pt>
                <c:pt idx="250">
                  <c:v>164.914186424913</c:v>
                </c:pt>
                <c:pt idx="251">
                  <c:v>163.550420495404</c:v>
                </c:pt>
                <c:pt idx="252">
                  <c:v>165.417433169315</c:v>
                </c:pt>
                <c:pt idx="253">
                  <c:v>164.822308808914</c:v>
                </c:pt>
                <c:pt idx="254">
                  <c:v>167.10721723741</c:v>
                </c:pt>
                <c:pt idx="255">
                  <c:v>170.1954143753</c:v>
                </c:pt>
                <c:pt idx="256">
                  <c:v>162.473702887475</c:v>
                </c:pt>
                <c:pt idx="257">
                  <c:v>166.212597820823</c:v>
                </c:pt>
                <c:pt idx="258">
                  <c:v>166.018429322034</c:v>
                </c:pt>
                <c:pt idx="259">
                  <c:v>174.714943746945</c:v>
                </c:pt>
                <c:pt idx="260">
                  <c:v>174.94461046626</c:v>
                </c:pt>
                <c:pt idx="261">
                  <c:v>175.040483268632</c:v>
                </c:pt>
                <c:pt idx="262">
                  <c:v>175.492891502317</c:v>
                </c:pt>
                <c:pt idx="263">
                  <c:v>175.464332550459</c:v>
                </c:pt>
                <c:pt idx="264">
                  <c:v>176.41969722516</c:v>
                </c:pt>
                <c:pt idx="265">
                  <c:v>177.000614866633</c:v>
                </c:pt>
                <c:pt idx="266">
                  <c:v>176.200550247064</c:v>
                </c:pt>
                <c:pt idx="267">
                  <c:v>177.387795801282</c:v>
                </c:pt>
                <c:pt idx="268">
                  <c:v>174.709005101842</c:v>
                </c:pt>
                <c:pt idx="269">
                  <c:v>175.888255761234</c:v>
                </c:pt>
                <c:pt idx="270">
                  <c:v>176.709728213321</c:v>
                </c:pt>
                <c:pt idx="271">
                  <c:v>177.022776045265</c:v>
                </c:pt>
                <c:pt idx="272">
                  <c:v>178.9267416311</c:v>
                </c:pt>
                <c:pt idx="273">
                  <c:v>181.09281784064</c:v>
                </c:pt>
                <c:pt idx="274">
                  <c:v>183.471647353376</c:v>
                </c:pt>
                <c:pt idx="275">
                  <c:v>183.524945842226</c:v>
                </c:pt>
                <c:pt idx="276">
                  <c:v>178.601529764383</c:v>
                </c:pt>
                <c:pt idx="277">
                  <c:v>172.797312394851</c:v>
                </c:pt>
                <c:pt idx="278">
                  <c:v>178.35182865524</c:v>
                </c:pt>
                <c:pt idx="279">
                  <c:v>189.369588043705</c:v>
                </c:pt>
                <c:pt idx="280">
                  <c:v>187.881616833759</c:v>
                </c:pt>
                <c:pt idx="281">
                  <c:v>188.370591816127</c:v>
                </c:pt>
                <c:pt idx="282">
                  <c:v>187.591622171784</c:v>
                </c:pt>
                <c:pt idx="283">
                  <c:v>188.203070970205</c:v>
                </c:pt>
                <c:pt idx="284">
                  <c:v>187.498925368905</c:v>
                </c:pt>
                <c:pt idx="285">
                  <c:v>187.754333902616</c:v>
                </c:pt>
                <c:pt idx="286">
                  <c:v>188.140949224553</c:v>
                </c:pt>
                <c:pt idx="287">
                  <c:v>187.938938944202</c:v>
                </c:pt>
                <c:pt idx="288">
                  <c:v>184.519078759643</c:v>
                </c:pt>
                <c:pt idx="289">
                  <c:v>185.807259228188</c:v>
                </c:pt>
                <c:pt idx="290">
                  <c:v>182.134237508663</c:v>
                </c:pt>
                <c:pt idx="291">
                  <c:v>182.361276155854</c:v>
                </c:pt>
                <c:pt idx="292">
                  <c:v>183.628060021635</c:v>
                </c:pt>
                <c:pt idx="293">
                  <c:v>183.013212545231</c:v>
                </c:pt>
                <c:pt idx="294">
                  <c:v>184.569570584384</c:v>
                </c:pt>
                <c:pt idx="295">
                  <c:v>183.002016832916</c:v>
                </c:pt>
                <c:pt idx="296">
                  <c:v>184.181265577886</c:v>
                </c:pt>
                <c:pt idx="297">
                  <c:v>185.52354294094</c:v>
                </c:pt>
                <c:pt idx="298">
                  <c:v>187.107798394402</c:v>
                </c:pt>
                <c:pt idx="299">
                  <c:v>183.881245731638</c:v>
                </c:pt>
                <c:pt idx="300">
                  <c:v>184.115156677815</c:v>
                </c:pt>
                <c:pt idx="301">
                  <c:v>184.416300184416</c:v>
                </c:pt>
                <c:pt idx="302">
                  <c:v>184.293847061537</c:v>
                </c:pt>
                <c:pt idx="303">
                  <c:v>185.030027422421</c:v>
                </c:pt>
                <c:pt idx="304">
                  <c:v>184.082931739498</c:v>
                </c:pt>
                <c:pt idx="305">
                  <c:v>185.111604893596</c:v>
                </c:pt>
                <c:pt idx="306">
                  <c:v>185.745949404254</c:v>
                </c:pt>
                <c:pt idx="307">
                  <c:v>186.507740184396</c:v>
                </c:pt>
                <c:pt idx="308">
                  <c:v>186.682161054026</c:v>
                </c:pt>
                <c:pt idx="309">
                  <c:v>187.31506046436</c:v>
                </c:pt>
                <c:pt idx="310">
                  <c:v>189.397293610578</c:v>
                </c:pt>
                <c:pt idx="311">
                  <c:v>191.405124113033</c:v>
                </c:pt>
                <c:pt idx="312">
                  <c:v>193.841617152028</c:v>
                </c:pt>
                <c:pt idx="313">
                  <c:v>192.184272238946</c:v>
                </c:pt>
                <c:pt idx="314">
                  <c:v>189.454270224575</c:v>
                </c:pt>
                <c:pt idx="315">
                  <c:v>191.522861634555</c:v>
                </c:pt>
                <c:pt idx="316">
                  <c:v>192.475437772953</c:v>
                </c:pt>
                <c:pt idx="317">
                  <c:v>194.195005282363</c:v>
                </c:pt>
                <c:pt idx="318">
                  <c:v>195.951383470297</c:v>
                </c:pt>
                <c:pt idx="319">
                  <c:v>195.048863939194</c:v>
                </c:pt>
                <c:pt idx="320">
                  <c:v>195.548073448396</c:v>
                </c:pt>
                <c:pt idx="321">
                  <c:v>196.104671183183</c:v>
                </c:pt>
                <c:pt idx="322">
                  <c:v>196.775990409973</c:v>
                </c:pt>
                <c:pt idx="323">
                  <c:v>197.152519277801</c:v>
                </c:pt>
                <c:pt idx="324">
                  <c:v>197.38584747125</c:v>
                </c:pt>
                <c:pt idx="325">
                  <c:v>198.341565166555</c:v>
                </c:pt>
                <c:pt idx="326">
                  <c:v>199.151693697189</c:v>
                </c:pt>
                <c:pt idx="327">
                  <c:v>199.713738075862</c:v>
                </c:pt>
                <c:pt idx="328">
                  <c:v>200.687286088385</c:v>
                </c:pt>
                <c:pt idx="329">
                  <c:v>200.812018130246</c:v>
                </c:pt>
                <c:pt idx="330">
                  <c:v>200.739478706481</c:v>
                </c:pt>
                <c:pt idx="331">
                  <c:v>202.091400818146</c:v>
                </c:pt>
                <c:pt idx="332">
                  <c:v>203.109858679051</c:v>
                </c:pt>
                <c:pt idx="333">
                  <c:v>204.751094090178</c:v>
                </c:pt>
                <c:pt idx="334">
                  <c:v>205.461395834346</c:v>
                </c:pt>
                <c:pt idx="335">
                  <c:v>200.109427153159</c:v>
                </c:pt>
                <c:pt idx="336">
                  <c:v>198.594542928938</c:v>
                </c:pt>
                <c:pt idx="337">
                  <c:v>204.710734533962</c:v>
                </c:pt>
                <c:pt idx="338">
                  <c:v>210.257453952814</c:v>
                </c:pt>
                <c:pt idx="339">
                  <c:v>216.998422242792</c:v>
                </c:pt>
                <c:pt idx="340">
                  <c:v>220.669003242283</c:v>
                </c:pt>
                <c:pt idx="341">
                  <c:v>220.984916673847</c:v>
                </c:pt>
                <c:pt idx="342">
                  <c:v>218.743355932889</c:v>
                </c:pt>
                <c:pt idx="343">
                  <c:v>219.55367372389</c:v>
                </c:pt>
                <c:pt idx="344">
                  <c:v>220.463440129788</c:v>
                </c:pt>
                <c:pt idx="345">
                  <c:v>221.570304020818</c:v>
                </c:pt>
                <c:pt idx="346">
                  <c:v>222.865375696937</c:v>
                </c:pt>
                <c:pt idx="347">
                  <c:v>224.414268030022</c:v>
                </c:pt>
                <c:pt idx="348">
                  <c:v>225.566757827188</c:v>
                </c:pt>
                <c:pt idx="349">
                  <c:v>226.985439517136</c:v>
                </c:pt>
                <c:pt idx="350">
                  <c:v>228.524837243288</c:v>
                </c:pt>
                <c:pt idx="351">
                  <c:v>230.420548473766</c:v>
                </c:pt>
                <c:pt idx="352">
                  <c:v>231.954511083224</c:v>
                </c:pt>
                <c:pt idx="353">
                  <c:v>234.579625304303</c:v>
                </c:pt>
                <c:pt idx="354">
                  <c:v>236.729079010072</c:v>
                </c:pt>
                <c:pt idx="355">
                  <c:v>238.41891419698</c:v>
                </c:pt>
                <c:pt idx="356">
                  <c:v>239.274923268043</c:v>
                </c:pt>
                <c:pt idx="357">
                  <c:v>238.874191349389</c:v>
                </c:pt>
                <c:pt idx="358">
                  <c:v>240.204049394135</c:v>
                </c:pt>
                <c:pt idx="359">
                  <c:v>241.582375179469</c:v>
                </c:pt>
                <c:pt idx="360">
                  <c:v>241.912178599024</c:v>
                </c:pt>
                <c:pt idx="361">
                  <c:v>242.23452518167</c:v>
                </c:pt>
                <c:pt idx="362">
                  <c:v>242.676019848331</c:v>
                </c:pt>
                <c:pt idx="363">
                  <c:v>243.288648308617</c:v>
                </c:pt>
                <c:pt idx="364">
                  <c:v>242.553073171746</c:v>
                </c:pt>
                <c:pt idx="365">
                  <c:v>243.526910764219</c:v>
                </c:pt>
                <c:pt idx="366">
                  <c:v>243.586980412677</c:v>
                </c:pt>
                <c:pt idx="367">
                  <c:v>244.449408268179</c:v>
                </c:pt>
                <c:pt idx="368">
                  <c:v>245.852148566494</c:v>
                </c:pt>
                <c:pt idx="369">
                  <c:v>239.30544715291</c:v>
                </c:pt>
                <c:pt idx="370">
                  <c:v>240.511781863856</c:v>
                </c:pt>
                <c:pt idx="371">
                  <c:v>241.604379575937</c:v>
                </c:pt>
                <c:pt idx="372">
                  <c:v>241.686559765205</c:v>
                </c:pt>
                <c:pt idx="373">
                  <c:v>242.023083761079</c:v>
                </c:pt>
                <c:pt idx="374">
                  <c:v>243.804901823783</c:v>
                </c:pt>
                <c:pt idx="375">
                  <c:v>243.542679825337</c:v>
                </c:pt>
                <c:pt idx="376">
                  <c:v>246.728109484889</c:v>
                </c:pt>
                <c:pt idx="377">
                  <c:v>246.826061106774</c:v>
                </c:pt>
                <c:pt idx="378">
                  <c:v>246.519032153997</c:v>
                </c:pt>
                <c:pt idx="379">
                  <c:v>247.769503065245</c:v>
                </c:pt>
                <c:pt idx="380">
                  <c:v>247.982387573077</c:v>
                </c:pt>
                <c:pt idx="381">
                  <c:v>248.291693348686</c:v>
                </c:pt>
                <c:pt idx="382">
                  <c:v>248.546199732451</c:v>
                </c:pt>
                <c:pt idx="383">
                  <c:v>249.0255749781</c:v>
                </c:pt>
                <c:pt idx="384">
                  <c:v>248.927464348413</c:v>
                </c:pt>
                <c:pt idx="385">
                  <c:v>244.846638051735</c:v>
                </c:pt>
                <c:pt idx="386">
                  <c:v>241.960154737868</c:v>
                </c:pt>
                <c:pt idx="387">
                  <c:v>242.381979054916</c:v>
                </c:pt>
                <c:pt idx="388">
                  <c:v>242.013411092379</c:v>
                </c:pt>
                <c:pt idx="389">
                  <c:v>242.30942548525</c:v>
                </c:pt>
                <c:pt idx="390">
                  <c:v>240.507367872804</c:v>
                </c:pt>
                <c:pt idx="391">
                  <c:v>241.413409876974</c:v>
                </c:pt>
                <c:pt idx="392">
                  <c:v>241.775636550905</c:v>
                </c:pt>
                <c:pt idx="393">
                  <c:v>242.601040781544</c:v>
                </c:pt>
                <c:pt idx="394">
                  <c:v>243.552536187758</c:v>
                </c:pt>
                <c:pt idx="395">
                  <c:v>243.100184506404</c:v>
                </c:pt>
                <c:pt idx="396">
                  <c:v>243.024570352422</c:v>
                </c:pt>
                <c:pt idx="397">
                  <c:v>244.676910884516</c:v>
                </c:pt>
                <c:pt idx="398">
                  <c:v>245.802785048808</c:v>
                </c:pt>
                <c:pt idx="399">
                  <c:v>247.922133453387</c:v>
                </c:pt>
                <c:pt idx="400">
                  <c:v>250.699543848052</c:v>
                </c:pt>
                <c:pt idx="401">
                  <c:v>243.571296585353</c:v>
                </c:pt>
                <c:pt idx="402">
                  <c:v>244.295423067979</c:v>
                </c:pt>
                <c:pt idx="403">
                  <c:v>246.189772098344</c:v>
                </c:pt>
                <c:pt idx="404">
                  <c:v>244.666516060568</c:v>
                </c:pt>
                <c:pt idx="405">
                  <c:v>244.641536072169</c:v>
                </c:pt>
                <c:pt idx="406">
                  <c:v>244.715639868381</c:v>
                </c:pt>
                <c:pt idx="407">
                  <c:v>245.224423587052</c:v>
                </c:pt>
                <c:pt idx="408">
                  <c:v>244.013698945228</c:v>
                </c:pt>
                <c:pt idx="409">
                  <c:v>244.52860702471</c:v>
                </c:pt>
                <c:pt idx="410">
                  <c:v>245.262473592235</c:v>
                </c:pt>
                <c:pt idx="411">
                  <c:v>246.119892371478</c:v>
                </c:pt>
                <c:pt idx="412">
                  <c:v>246.010452981752</c:v>
                </c:pt>
                <c:pt idx="413">
                  <c:v>247.542949283935</c:v>
                </c:pt>
                <c:pt idx="414">
                  <c:v>249.008768775234</c:v>
                </c:pt>
                <c:pt idx="415">
                  <c:v>247.124248997234</c:v>
                </c:pt>
                <c:pt idx="416">
                  <c:v>247.473289469567</c:v>
                </c:pt>
                <c:pt idx="417">
                  <c:v>250.071057035005</c:v>
                </c:pt>
                <c:pt idx="418">
                  <c:v>253.422580391696</c:v>
                </c:pt>
                <c:pt idx="419">
                  <c:v>255.357802765495</c:v>
                </c:pt>
                <c:pt idx="420">
                  <c:v>259.306976018462</c:v>
                </c:pt>
                <c:pt idx="421">
                  <c:v>257.442835116401</c:v>
                </c:pt>
                <c:pt idx="422">
                  <c:v>258.782202580492</c:v>
                </c:pt>
                <c:pt idx="423">
                  <c:v>259.003547328779</c:v>
                </c:pt>
                <c:pt idx="424">
                  <c:v>260.956284794689</c:v>
                </c:pt>
                <c:pt idx="425">
                  <c:v>261.271981207135</c:v>
                </c:pt>
                <c:pt idx="426">
                  <c:v>261.729520776188</c:v>
                </c:pt>
                <c:pt idx="427">
                  <c:v>262.455445987562</c:v>
                </c:pt>
                <c:pt idx="428">
                  <c:v>263.17438248535</c:v>
                </c:pt>
                <c:pt idx="429">
                  <c:v>264.237089466356</c:v>
                </c:pt>
                <c:pt idx="430">
                  <c:v>264.718397541961</c:v>
                </c:pt>
                <c:pt idx="431">
                  <c:v>265.868523732841</c:v>
                </c:pt>
                <c:pt idx="432">
                  <c:v>265.836830941999</c:v>
                </c:pt>
                <c:pt idx="433">
                  <c:v>268.2586396768</c:v>
                </c:pt>
                <c:pt idx="434">
                  <c:v>268.830285179889</c:v>
                </c:pt>
                <c:pt idx="435">
                  <c:v>269.188375741462</c:v>
                </c:pt>
                <c:pt idx="436">
                  <c:v>272.010718721256</c:v>
                </c:pt>
                <c:pt idx="437">
                  <c:v>275.198966302066</c:v>
                </c:pt>
                <c:pt idx="438">
                  <c:v>275.147648783497</c:v>
                </c:pt>
                <c:pt idx="439">
                  <c:v>275.206244478746</c:v>
                </c:pt>
                <c:pt idx="440">
                  <c:v>275.559645099201</c:v>
                </c:pt>
                <c:pt idx="441">
                  <c:v>275.958797902429</c:v>
                </c:pt>
                <c:pt idx="442">
                  <c:v>276.295291786123</c:v>
                </c:pt>
                <c:pt idx="443">
                  <c:v>276.93354599429</c:v>
                </c:pt>
                <c:pt idx="444">
                  <c:v>277.707539351445</c:v>
                </c:pt>
                <c:pt idx="445">
                  <c:v>277.412985127029</c:v>
                </c:pt>
                <c:pt idx="446">
                  <c:v>277.918193531111</c:v>
                </c:pt>
                <c:pt idx="447">
                  <c:v>278.236809591011</c:v>
                </c:pt>
                <c:pt idx="448">
                  <c:v>279.167181440635</c:v>
                </c:pt>
                <c:pt idx="449">
                  <c:v>279.325948369109</c:v>
                </c:pt>
                <c:pt idx="450">
                  <c:v>280.239199136507</c:v>
                </c:pt>
                <c:pt idx="451">
                  <c:v>280.626660136194</c:v>
                </c:pt>
                <c:pt idx="452">
                  <c:v>281.613540530889</c:v>
                </c:pt>
                <c:pt idx="453">
                  <c:v>283.006068673977</c:v>
                </c:pt>
                <c:pt idx="454">
                  <c:v>284.608413959579</c:v>
                </c:pt>
                <c:pt idx="455">
                  <c:v>285.929500680299</c:v>
                </c:pt>
                <c:pt idx="456">
                  <c:v>284.460458054623</c:v>
                </c:pt>
                <c:pt idx="457">
                  <c:v>286.985580549578</c:v>
                </c:pt>
                <c:pt idx="458">
                  <c:v>289.778571456025</c:v>
                </c:pt>
                <c:pt idx="459">
                  <c:v>293.219103173695</c:v>
                </c:pt>
                <c:pt idx="460">
                  <c:v>296.300569292927</c:v>
                </c:pt>
                <c:pt idx="461">
                  <c:v>296.808950361562</c:v>
                </c:pt>
                <c:pt idx="462">
                  <c:v>297.444840322283</c:v>
                </c:pt>
                <c:pt idx="463">
                  <c:v>297.696113145557</c:v>
                </c:pt>
                <c:pt idx="464">
                  <c:v>298.089130922142</c:v>
                </c:pt>
                <c:pt idx="465">
                  <c:v>298.550429949124</c:v>
                </c:pt>
                <c:pt idx="466">
                  <c:v>299.012362481477</c:v>
                </c:pt>
                <c:pt idx="467">
                  <c:v>299.24825190651</c:v>
                </c:pt>
                <c:pt idx="468">
                  <c:v>299.796142714746</c:v>
                </c:pt>
                <c:pt idx="469">
                  <c:v>300.330949456187</c:v>
                </c:pt>
                <c:pt idx="470">
                  <c:v>300.983766667267</c:v>
                </c:pt>
                <c:pt idx="471">
                  <c:v>301.764157692436</c:v>
                </c:pt>
                <c:pt idx="472">
                  <c:v>301.725720302843</c:v>
                </c:pt>
                <c:pt idx="473">
                  <c:v>302.871117693131</c:v>
                </c:pt>
                <c:pt idx="474">
                  <c:v>303.696359887271</c:v>
                </c:pt>
                <c:pt idx="475">
                  <c:v>300.319601801033</c:v>
                </c:pt>
                <c:pt idx="476">
                  <c:v>295.232359766401</c:v>
                </c:pt>
                <c:pt idx="477">
                  <c:v>298.25389055379</c:v>
                </c:pt>
                <c:pt idx="478">
                  <c:v>300.55320629179</c:v>
                </c:pt>
                <c:pt idx="479">
                  <c:v>303.353861435157</c:v>
                </c:pt>
                <c:pt idx="480">
                  <c:v>305.062007419883</c:v>
                </c:pt>
                <c:pt idx="481">
                  <c:v>309.529350405015</c:v>
                </c:pt>
                <c:pt idx="482">
                  <c:v>302.706629221516</c:v>
                </c:pt>
                <c:pt idx="483">
                  <c:v>302.498620480784</c:v>
                </c:pt>
                <c:pt idx="484">
                  <c:v>302.654076208944</c:v>
                </c:pt>
                <c:pt idx="485">
                  <c:v>302.951726417535</c:v>
                </c:pt>
                <c:pt idx="486">
                  <c:v>303.144150242891</c:v>
                </c:pt>
                <c:pt idx="487">
                  <c:v>303.445257568445</c:v>
                </c:pt>
                <c:pt idx="488">
                  <c:v>303.942770451426</c:v>
                </c:pt>
                <c:pt idx="489">
                  <c:v>304.21696432371</c:v>
                </c:pt>
                <c:pt idx="490">
                  <c:v>303.39286778013</c:v>
                </c:pt>
                <c:pt idx="491">
                  <c:v>303.833513091697</c:v>
                </c:pt>
                <c:pt idx="492">
                  <c:v>304.654071914614</c:v>
                </c:pt>
                <c:pt idx="493">
                  <c:v>305.578430049786</c:v>
                </c:pt>
                <c:pt idx="494">
                  <c:v>305.760103539208</c:v>
                </c:pt>
                <c:pt idx="495">
                  <c:v>306.019685380342</c:v>
                </c:pt>
                <c:pt idx="496">
                  <c:v>307.12687671548</c:v>
                </c:pt>
                <c:pt idx="497">
                  <c:v>307.97336889936</c:v>
                </c:pt>
                <c:pt idx="498">
                  <c:v>308.267684346584</c:v>
                </c:pt>
                <c:pt idx="499">
                  <c:v>308.570309746141</c:v>
                </c:pt>
                <c:pt idx="500">
                  <c:v>306.228107281338</c:v>
                </c:pt>
                <c:pt idx="501">
                  <c:v>307.033157213813</c:v>
                </c:pt>
                <c:pt idx="502">
                  <c:v>307.676077497509</c:v>
                </c:pt>
                <c:pt idx="503">
                  <c:v>308.133821394034</c:v>
                </c:pt>
                <c:pt idx="504">
                  <c:v>309.073413987203</c:v>
                </c:pt>
                <c:pt idx="505">
                  <c:v>309.847232142902</c:v>
                </c:pt>
                <c:pt idx="506">
                  <c:v>311.319589857457</c:v>
                </c:pt>
                <c:pt idx="507">
                  <c:v>311.709859277225</c:v>
                </c:pt>
                <c:pt idx="508">
                  <c:v>310.154716227946</c:v>
                </c:pt>
                <c:pt idx="509">
                  <c:v>310.596528014562</c:v>
                </c:pt>
                <c:pt idx="510">
                  <c:v>309.535354760746</c:v>
                </c:pt>
                <c:pt idx="511">
                  <c:v>309.663872881271</c:v>
                </c:pt>
                <c:pt idx="512">
                  <c:v>309.591059059525</c:v>
                </c:pt>
                <c:pt idx="513">
                  <c:v>310.123180411282</c:v>
                </c:pt>
                <c:pt idx="514">
                  <c:v>310.362811323312</c:v>
                </c:pt>
                <c:pt idx="515">
                  <c:v>311.239589717069</c:v>
                </c:pt>
                <c:pt idx="516">
                  <c:v>311.631912206752</c:v>
                </c:pt>
                <c:pt idx="517">
                  <c:v>311.57412843414</c:v>
                </c:pt>
                <c:pt idx="518">
                  <c:v>312.013932963694</c:v>
                </c:pt>
                <c:pt idx="519">
                  <c:v>312.992515299353</c:v>
                </c:pt>
                <c:pt idx="520">
                  <c:v>314.570425734907</c:v>
                </c:pt>
                <c:pt idx="521">
                  <c:v>316.34088623313</c:v>
                </c:pt>
                <c:pt idx="522">
                  <c:v>316.595702525234</c:v>
                </c:pt>
                <c:pt idx="523">
                  <c:v>316.242500214652</c:v>
                </c:pt>
                <c:pt idx="524">
                  <c:v>316.157697237434</c:v>
                </c:pt>
                <c:pt idx="525">
                  <c:v>314.187326187747</c:v>
                </c:pt>
                <c:pt idx="526">
                  <c:v>314.275003362632</c:v>
                </c:pt>
                <c:pt idx="527">
                  <c:v>314.913038770955</c:v>
                </c:pt>
                <c:pt idx="528">
                  <c:v>315.186979106108</c:v>
                </c:pt>
                <c:pt idx="529">
                  <c:v>315.327043181412</c:v>
                </c:pt>
                <c:pt idx="530">
                  <c:v>315.981418547167</c:v>
                </c:pt>
                <c:pt idx="531">
                  <c:v>315.542105761679</c:v>
                </c:pt>
                <c:pt idx="532">
                  <c:v>307.977469043019</c:v>
                </c:pt>
                <c:pt idx="533">
                  <c:v>307.197673644985</c:v>
                </c:pt>
                <c:pt idx="534">
                  <c:v>307.817846444435</c:v>
                </c:pt>
                <c:pt idx="535">
                  <c:v>308.165359960755</c:v>
                </c:pt>
                <c:pt idx="536">
                  <c:v>309.475820104496</c:v>
                </c:pt>
                <c:pt idx="537">
                  <c:v>303.272452529102</c:v>
                </c:pt>
                <c:pt idx="538">
                  <c:v>294.178659192484</c:v>
                </c:pt>
                <c:pt idx="539">
                  <c:v>291.91602522903</c:v>
                </c:pt>
                <c:pt idx="540">
                  <c:v>292.631399404985</c:v>
                </c:pt>
                <c:pt idx="541">
                  <c:v>296.511187317067</c:v>
                </c:pt>
                <c:pt idx="542">
                  <c:v>296.997177948775</c:v>
                </c:pt>
                <c:pt idx="543">
                  <c:v>297.561877114466</c:v>
                </c:pt>
                <c:pt idx="544">
                  <c:v>298.09556496722</c:v>
                </c:pt>
                <c:pt idx="545">
                  <c:v>298.66879775358</c:v>
                </c:pt>
                <c:pt idx="546">
                  <c:v>297.684902378746</c:v>
                </c:pt>
                <c:pt idx="547">
                  <c:v>298.255049365124</c:v>
                </c:pt>
                <c:pt idx="548">
                  <c:v>299.113406562655</c:v>
                </c:pt>
                <c:pt idx="549">
                  <c:v>295.644253623716</c:v>
                </c:pt>
                <c:pt idx="550">
                  <c:v>296.763936639337</c:v>
                </c:pt>
                <c:pt idx="551">
                  <c:v>296.845844205613</c:v>
                </c:pt>
                <c:pt idx="552">
                  <c:v>298.965712897807</c:v>
                </c:pt>
                <c:pt idx="553">
                  <c:v>299.039248501041</c:v>
                </c:pt>
                <c:pt idx="554">
                  <c:v>301.230547713488</c:v>
                </c:pt>
                <c:pt idx="555">
                  <c:v>286.939080154958</c:v>
                </c:pt>
                <c:pt idx="556">
                  <c:v>286.34960899573</c:v>
                </c:pt>
                <c:pt idx="557">
                  <c:v>288.287714784014</c:v>
                </c:pt>
                <c:pt idx="558">
                  <c:v>289.359416248478</c:v>
                </c:pt>
                <c:pt idx="559">
                  <c:v>294.004877020308</c:v>
                </c:pt>
                <c:pt idx="560">
                  <c:v>294.278741835987</c:v>
                </c:pt>
                <c:pt idx="561">
                  <c:v>294.524587381877</c:v>
                </c:pt>
                <c:pt idx="562">
                  <c:v>294.351684509093</c:v>
                </c:pt>
                <c:pt idx="563">
                  <c:v>294.017444998727</c:v>
                </c:pt>
                <c:pt idx="564">
                  <c:v>294.551304782518</c:v>
                </c:pt>
                <c:pt idx="565">
                  <c:v>287.87079388986</c:v>
                </c:pt>
                <c:pt idx="566">
                  <c:v>288.496251057755</c:v>
                </c:pt>
                <c:pt idx="567">
                  <c:v>287.54102128336</c:v>
                </c:pt>
                <c:pt idx="568">
                  <c:v>288.255785222735</c:v>
                </c:pt>
                <c:pt idx="569">
                  <c:v>286.865236810748</c:v>
                </c:pt>
                <c:pt idx="570">
                  <c:v>288.19135743208</c:v>
                </c:pt>
                <c:pt idx="571">
                  <c:v>284.98740625713</c:v>
                </c:pt>
                <c:pt idx="572">
                  <c:v>285.836802658013</c:v>
                </c:pt>
                <c:pt idx="573">
                  <c:v>286.539634692919</c:v>
                </c:pt>
                <c:pt idx="574">
                  <c:v>286.771873676877</c:v>
                </c:pt>
                <c:pt idx="575">
                  <c:v>289.410472974863</c:v>
                </c:pt>
                <c:pt idx="576">
                  <c:v>291.523231385291</c:v>
                </c:pt>
                <c:pt idx="577">
                  <c:v>293.832496524665</c:v>
                </c:pt>
                <c:pt idx="578">
                  <c:v>295.334662051896</c:v>
                </c:pt>
                <c:pt idx="579">
                  <c:v>299.65303541501</c:v>
                </c:pt>
                <c:pt idx="580">
                  <c:v>304.741468201021</c:v>
                </c:pt>
                <c:pt idx="581">
                  <c:v>300.536069280245</c:v>
                </c:pt>
                <c:pt idx="582">
                  <c:v>300.912402402086</c:v>
                </c:pt>
                <c:pt idx="583">
                  <c:v>299.737942091617</c:v>
                </c:pt>
                <c:pt idx="584">
                  <c:v>300.190827705593</c:v>
                </c:pt>
                <c:pt idx="585">
                  <c:v>300.805317173438</c:v>
                </c:pt>
                <c:pt idx="586">
                  <c:v>301.56191997874</c:v>
                </c:pt>
                <c:pt idx="587">
                  <c:v>302.174716125383</c:v>
                </c:pt>
                <c:pt idx="588">
                  <c:v>301.621828535385</c:v>
                </c:pt>
                <c:pt idx="589">
                  <c:v>303.140115511099</c:v>
                </c:pt>
                <c:pt idx="590">
                  <c:v>304.756715360213</c:v>
                </c:pt>
                <c:pt idx="591">
                  <c:v>302.580464426644</c:v>
                </c:pt>
                <c:pt idx="592">
                  <c:v>305.100627533777</c:v>
                </c:pt>
                <c:pt idx="593">
                  <c:v>306.688089906407</c:v>
                </c:pt>
                <c:pt idx="594">
                  <c:v>308.134602612864</c:v>
                </c:pt>
                <c:pt idx="595">
                  <c:v>307.233536636519</c:v>
                </c:pt>
                <c:pt idx="596">
                  <c:v>308.347900617333</c:v>
                </c:pt>
                <c:pt idx="597">
                  <c:v>312.15520004527</c:v>
                </c:pt>
                <c:pt idx="598">
                  <c:v>311.943021974857</c:v>
                </c:pt>
                <c:pt idx="599">
                  <c:v>321.560735492777</c:v>
                </c:pt>
                <c:pt idx="600">
                  <c:v>325.254643582348</c:v>
                </c:pt>
                <c:pt idx="601">
                  <c:v>325.672926599658</c:v>
                </c:pt>
                <c:pt idx="602">
                  <c:v>326.260640083459</c:v>
                </c:pt>
                <c:pt idx="603">
                  <c:v>326.347958367205</c:v>
                </c:pt>
                <c:pt idx="604">
                  <c:v>325.907187269992</c:v>
                </c:pt>
                <c:pt idx="605">
                  <c:v>326.125792503315</c:v>
                </c:pt>
                <c:pt idx="606">
                  <c:v>326.394304512012</c:v>
                </c:pt>
                <c:pt idx="607">
                  <c:v>326.999770714741</c:v>
                </c:pt>
                <c:pt idx="608">
                  <c:v>326.519488362585</c:v>
                </c:pt>
                <c:pt idx="609">
                  <c:v>326.489291575985</c:v>
                </c:pt>
                <c:pt idx="610">
                  <c:v>328.483503375585</c:v>
                </c:pt>
                <c:pt idx="611">
                  <c:v>330.251708997658</c:v>
                </c:pt>
                <c:pt idx="612">
                  <c:v>332.858729600277</c:v>
                </c:pt>
                <c:pt idx="613">
                  <c:v>332.641711981568</c:v>
                </c:pt>
                <c:pt idx="614">
                  <c:v>335.476870994052</c:v>
                </c:pt>
                <c:pt idx="615">
                  <c:v>338.964470085261</c:v>
                </c:pt>
                <c:pt idx="616">
                  <c:v>336.946246772819</c:v>
                </c:pt>
                <c:pt idx="617">
                  <c:v>339.017341025242</c:v>
                </c:pt>
                <c:pt idx="618">
                  <c:v>341.492006425906</c:v>
                </c:pt>
                <c:pt idx="619">
                  <c:v>343.745941143999</c:v>
                </c:pt>
                <c:pt idx="620">
                  <c:v>343.278883160035</c:v>
                </c:pt>
                <c:pt idx="621">
                  <c:v>343.365920536033</c:v>
                </c:pt>
                <c:pt idx="622">
                  <c:v>343.638892088072</c:v>
                </c:pt>
                <c:pt idx="623">
                  <c:v>344.001789398939</c:v>
                </c:pt>
                <c:pt idx="624">
                  <c:v>344.073580551636</c:v>
                </c:pt>
                <c:pt idx="625">
                  <c:v>344.581418250247</c:v>
                </c:pt>
                <c:pt idx="626">
                  <c:v>344.981369846171</c:v>
                </c:pt>
                <c:pt idx="627">
                  <c:v>345.347541446711</c:v>
                </c:pt>
                <c:pt idx="628">
                  <c:v>345.955090356815</c:v>
                </c:pt>
                <c:pt idx="629">
                  <c:v>346.743988832127</c:v>
                </c:pt>
                <c:pt idx="630">
                  <c:v>346.584392686101</c:v>
                </c:pt>
                <c:pt idx="631">
                  <c:v>347.303778544466</c:v>
                </c:pt>
                <c:pt idx="632">
                  <c:v>345.881731317851</c:v>
                </c:pt>
                <c:pt idx="633">
                  <c:v>346.435276952771</c:v>
                </c:pt>
                <c:pt idx="634">
                  <c:v>347.079614204583</c:v>
                </c:pt>
                <c:pt idx="635">
                  <c:v>347.0099331478</c:v>
                </c:pt>
                <c:pt idx="636">
                  <c:v>348.306032439812</c:v>
                </c:pt>
                <c:pt idx="637">
                  <c:v>349.799923511488</c:v>
                </c:pt>
                <c:pt idx="638">
                  <c:v>349.948159887172</c:v>
                </c:pt>
                <c:pt idx="639">
                  <c:v>347.27130458994</c:v>
                </c:pt>
                <c:pt idx="640">
                  <c:v>350.228439196825</c:v>
                </c:pt>
                <c:pt idx="641">
                  <c:v>353.379752388033</c:v>
                </c:pt>
                <c:pt idx="642">
                  <c:v>356.661775667269</c:v>
                </c:pt>
                <c:pt idx="643">
                  <c:v>357.79754161038</c:v>
                </c:pt>
                <c:pt idx="644">
                  <c:v>359.773174926304</c:v>
                </c:pt>
                <c:pt idx="645">
                  <c:v>363.39631298525</c:v>
                </c:pt>
                <c:pt idx="646">
                  <c:v>363.572947544273</c:v>
                </c:pt>
                <c:pt idx="647">
                  <c:v>363.887364087249</c:v>
                </c:pt>
                <c:pt idx="648">
                  <c:v>363.01892219049</c:v>
                </c:pt>
                <c:pt idx="649">
                  <c:v>363.236586076362</c:v>
                </c:pt>
                <c:pt idx="650">
                  <c:v>363.71011168846</c:v>
                </c:pt>
                <c:pt idx="651">
                  <c:v>364.211303778958</c:v>
                </c:pt>
                <c:pt idx="652">
                  <c:v>364.820221711529</c:v>
                </c:pt>
                <c:pt idx="653">
                  <c:v>365.603793264058</c:v>
                </c:pt>
                <c:pt idx="654">
                  <c:v>366.006584470329</c:v>
                </c:pt>
                <c:pt idx="655">
                  <c:v>366.852897249032</c:v>
                </c:pt>
                <c:pt idx="656">
                  <c:v>367.854821022568</c:v>
                </c:pt>
                <c:pt idx="657">
                  <c:v>368.457855817983</c:v>
                </c:pt>
                <c:pt idx="658">
                  <c:v>369.879995754984</c:v>
                </c:pt>
                <c:pt idx="659">
                  <c:v>371.287573293433</c:v>
                </c:pt>
                <c:pt idx="660">
                  <c:v>369.942854323044</c:v>
                </c:pt>
                <c:pt idx="661">
                  <c:v>371.822340739971</c:v>
                </c:pt>
                <c:pt idx="662">
                  <c:v>371.016649210029</c:v>
                </c:pt>
                <c:pt idx="663">
                  <c:v>371.603537321357</c:v>
                </c:pt>
                <c:pt idx="664">
                  <c:v>367.989507482958</c:v>
                </c:pt>
                <c:pt idx="665">
                  <c:v>368.216126122331</c:v>
                </c:pt>
                <c:pt idx="666">
                  <c:v>368.484736389989</c:v>
                </c:pt>
                <c:pt idx="667">
                  <c:v>368.661822814974</c:v>
                </c:pt>
                <c:pt idx="668">
                  <c:v>368.848879014518</c:v>
                </c:pt>
                <c:pt idx="669">
                  <c:v>369.313434492528</c:v>
                </c:pt>
                <c:pt idx="670">
                  <c:v>369.782443927209</c:v>
                </c:pt>
                <c:pt idx="671">
                  <c:v>369.608321798954</c:v>
                </c:pt>
                <c:pt idx="672">
                  <c:v>368.942085100413</c:v>
                </c:pt>
                <c:pt idx="673">
                  <c:v>369.809225660899</c:v>
                </c:pt>
                <c:pt idx="674">
                  <c:v>370.625978559647</c:v>
                </c:pt>
                <c:pt idx="675">
                  <c:v>368.765110649839</c:v>
                </c:pt>
                <c:pt idx="676">
                  <c:v>369.626799864111</c:v>
                </c:pt>
                <c:pt idx="677">
                  <c:v>369.492505771023</c:v>
                </c:pt>
                <c:pt idx="678">
                  <c:v>370.361117524107</c:v>
                </c:pt>
                <c:pt idx="679">
                  <c:v>366.855873029374</c:v>
                </c:pt>
                <c:pt idx="680">
                  <c:v>369.44106328854</c:v>
                </c:pt>
                <c:pt idx="681">
                  <c:v>372.400339796073</c:v>
                </c:pt>
                <c:pt idx="682">
                  <c:v>370.584095841768</c:v>
                </c:pt>
                <c:pt idx="683">
                  <c:v>372.788757006443</c:v>
                </c:pt>
                <c:pt idx="684">
                  <c:v>375.885906544366</c:v>
                </c:pt>
                <c:pt idx="685">
                  <c:v>374.548034645607</c:v>
                </c:pt>
                <c:pt idx="686">
                  <c:v>374.960829882468</c:v>
                </c:pt>
                <c:pt idx="687">
                  <c:v>375.324323926076</c:v>
                </c:pt>
                <c:pt idx="688">
                  <c:v>375.7352460253</c:v>
                </c:pt>
                <c:pt idx="689">
                  <c:v>374.302300663304</c:v>
                </c:pt>
                <c:pt idx="690">
                  <c:v>374.693832206752</c:v>
                </c:pt>
                <c:pt idx="691">
                  <c:v>372.039731264266</c:v>
                </c:pt>
                <c:pt idx="692">
                  <c:v>372.287685363344</c:v>
                </c:pt>
                <c:pt idx="693">
                  <c:v>373.114986114301</c:v>
                </c:pt>
                <c:pt idx="694">
                  <c:v>366.255969915891</c:v>
                </c:pt>
                <c:pt idx="695">
                  <c:v>368.352100727894</c:v>
                </c:pt>
                <c:pt idx="696">
                  <c:v>370.392324669013</c:v>
                </c:pt>
                <c:pt idx="697">
                  <c:v>371.736826983777</c:v>
                </c:pt>
                <c:pt idx="698">
                  <c:v>374.001452744218</c:v>
                </c:pt>
                <c:pt idx="699">
                  <c:v>365.549359900552</c:v>
                </c:pt>
                <c:pt idx="700">
                  <c:v>369.728941221931</c:v>
                </c:pt>
                <c:pt idx="701">
                  <c:v>366.287784638194</c:v>
                </c:pt>
                <c:pt idx="702">
                  <c:v>370.428578398588</c:v>
                </c:pt>
                <c:pt idx="703">
                  <c:v>376.731385035785</c:v>
                </c:pt>
                <c:pt idx="704">
                  <c:v>383.168070606765</c:v>
                </c:pt>
                <c:pt idx="705">
                  <c:v>383.394333450376</c:v>
                </c:pt>
                <c:pt idx="706">
                  <c:v>383.820546868407</c:v>
                </c:pt>
                <c:pt idx="707">
                  <c:v>384.331287643755</c:v>
                </c:pt>
                <c:pt idx="708">
                  <c:v>384.917035234348</c:v>
                </c:pt>
                <c:pt idx="709">
                  <c:v>385.583733229268</c:v>
                </c:pt>
                <c:pt idx="710">
                  <c:v>385.884094914914</c:v>
                </c:pt>
                <c:pt idx="711">
                  <c:v>382.56644539861</c:v>
                </c:pt>
                <c:pt idx="712">
                  <c:v>384.107901657636</c:v>
                </c:pt>
                <c:pt idx="713">
                  <c:v>384.754435177488</c:v>
                </c:pt>
                <c:pt idx="714">
                  <c:v>386.427441923331</c:v>
                </c:pt>
                <c:pt idx="715">
                  <c:v>384.033809403341</c:v>
                </c:pt>
                <c:pt idx="716">
                  <c:v>386.283939363384</c:v>
                </c:pt>
                <c:pt idx="717">
                  <c:v>389.086627008692</c:v>
                </c:pt>
                <c:pt idx="718">
                  <c:v>392.257181933245</c:v>
                </c:pt>
                <c:pt idx="719">
                  <c:v>393.667152370783</c:v>
                </c:pt>
                <c:pt idx="720">
                  <c:v>394.372527636795</c:v>
                </c:pt>
                <c:pt idx="721">
                  <c:v>399.081890964237</c:v>
                </c:pt>
                <c:pt idx="722">
                  <c:v>404.163457463052</c:v>
                </c:pt>
                <c:pt idx="723">
                  <c:v>410.289365410219</c:v>
                </c:pt>
                <c:pt idx="724">
                  <c:v>416.500259157828</c:v>
                </c:pt>
                <c:pt idx="725">
                  <c:v>416.268544880685</c:v>
                </c:pt>
                <c:pt idx="726">
                  <c:v>415.984084059178</c:v>
                </c:pt>
                <c:pt idx="727">
                  <c:v>416.33303059319</c:v>
                </c:pt>
                <c:pt idx="728">
                  <c:v>416.710706217411</c:v>
                </c:pt>
                <c:pt idx="729">
                  <c:v>417.142431084619</c:v>
                </c:pt>
                <c:pt idx="730">
                  <c:v>417.609279477328</c:v>
                </c:pt>
                <c:pt idx="731">
                  <c:v>417.662872968805</c:v>
                </c:pt>
                <c:pt idx="732">
                  <c:v>418.364956161443</c:v>
                </c:pt>
                <c:pt idx="733">
                  <c:v>419.101301331096</c:v>
                </c:pt>
                <c:pt idx="734">
                  <c:v>419.881218561464</c:v>
                </c:pt>
                <c:pt idx="735">
                  <c:v>420.731712523587</c:v>
                </c:pt>
                <c:pt idx="736">
                  <c:v>421.940369033589</c:v>
                </c:pt>
                <c:pt idx="737">
                  <c:v>418.957179664258</c:v>
                </c:pt>
                <c:pt idx="738">
                  <c:v>420.670392787189</c:v>
                </c:pt>
                <c:pt idx="739">
                  <c:v>421.506911304737</c:v>
                </c:pt>
                <c:pt idx="740">
                  <c:v>424.206712302242</c:v>
                </c:pt>
                <c:pt idx="741">
                  <c:v>427.088034974995</c:v>
                </c:pt>
                <c:pt idx="742">
                  <c:v>429.942858357177</c:v>
                </c:pt>
                <c:pt idx="743">
                  <c:v>426.864433295271</c:v>
                </c:pt>
                <c:pt idx="744">
                  <c:v>419.792429154194</c:v>
                </c:pt>
                <c:pt idx="745">
                  <c:v>425.107877358962</c:v>
                </c:pt>
                <c:pt idx="746">
                  <c:v>428.791635325766</c:v>
                </c:pt>
                <c:pt idx="747">
                  <c:v>432.943028736918</c:v>
                </c:pt>
                <c:pt idx="748">
                  <c:v>436.836342759294</c:v>
                </c:pt>
                <c:pt idx="749">
                  <c:v>437.261549437438</c:v>
                </c:pt>
                <c:pt idx="750">
                  <c:v>437.359095545253</c:v>
                </c:pt>
                <c:pt idx="751">
                  <c:v>437.543350150251</c:v>
                </c:pt>
                <c:pt idx="752">
                  <c:v>438.283879039572</c:v>
                </c:pt>
                <c:pt idx="753">
                  <c:v>438.612607440966</c:v>
                </c:pt>
                <c:pt idx="754">
                  <c:v>438.331382782664</c:v>
                </c:pt>
                <c:pt idx="755">
                  <c:v>439.207801370103</c:v>
                </c:pt>
                <c:pt idx="756">
                  <c:v>440.06071546933</c:v>
                </c:pt>
                <c:pt idx="757">
                  <c:v>439.629081128363</c:v>
                </c:pt>
                <c:pt idx="758">
                  <c:v>440.915048819493</c:v>
                </c:pt>
                <c:pt idx="759">
                  <c:v>441.361227292147</c:v>
                </c:pt>
                <c:pt idx="760">
                  <c:v>443.888927874761</c:v>
                </c:pt>
                <c:pt idx="761">
                  <c:v>446.087808157247</c:v>
                </c:pt>
                <c:pt idx="762">
                  <c:v>447.40991032875</c:v>
                </c:pt>
                <c:pt idx="763">
                  <c:v>447.175240903034</c:v>
                </c:pt>
                <c:pt idx="764">
                  <c:v>446.197107558512</c:v>
                </c:pt>
                <c:pt idx="765">
                  <c:v>446.595622524194</c:v>
                </c:pt>
                <c:pt idx="766">
                  <c:v>446.764597705632</c:v>
                </c:pt>
                <c:pt idx="767">
                  <c:v>447.324532256562</c:v>
                </c:pt>
                <c:pt idx="768">
                  <c:v>447.372746873244</c:v>
                </c:pt>
                <c:pt idx="769">
                  <c:v>447.940911837074</c:v>
                </c:pt>
                <c:pt idx="770">
                  <c:v>448.45486115343</c:v>
                </c:pt>
                <c:pt idx="771">
                  <c:v>447.847187105417</c:v>
                </c:pt>
                <c:pt idx="772">
                  <c:v>449.080604675072</c:v>
                </c:pt>
                <c:pt idx="773">
                  <c:v>450.390709977913</c:v>
                </c:pt>
                <c:pt idx="774">
                  <c:v>451.658287068375</c:v>
                </c:pt>
                <c:pt idx="775">
                  <c:v>450.356149466498</c:v>
                </c:pt>
                <c:pt idx="776">
                  <c:v>451.734415743587</c:v>
                </c:pt>
                <c:pt idx="777">
                  <c:v>453.019669603425</c:v>
                </c:pt>
                <c:pt idx="778">
                  <c:v>452.599528471876</c:v>
                </c:pt>
                <c:pt idx="779">
                  <c:v>453.071738672539</c:v>
                </c:pt>
                <c:pt idx="780">
                  <c:v>454.326587821929</c:v>
                </c:pt>
                <c:pt idx="781">
                  <c:v>455.960094460064</c:v>
                </c:pt>
                <c:pt idx="782">
                  <c:v>456.249116170069</c:v>
                </c:pt>
                <c:pt idx="783">
                  <c:v>457.793342489529</c:v>
                </c:pt>
                <c:pt idx="784">
                  <c:v>457.975618172945</c:v>
                </c:pt>
                <c:pt idx="785">
                  <c:v>457.960605203291</c:v>
                </c:pt>
                <c:pt idx="786">
                  <c:v>458.27918584304</c:v>
                </c:pt>
                <c:pt idx="787">
                  <c:v>458.306211728678</c:v>
                </c:pt>
                <c:pt idx="788">
                  <c:v>458.808729217874</c:v>
                </c:pt>
                <c:pt idx="789">
                  <c:v>459.340486478618</c:v>
                </c:pt>
                <c:pt idx="790">
                  <c:v>459.944468253969</c:v>
                </c:pt>
                <c:pt idx="791">
                  <c:v>460.664892104998</c:v>
                </c:pt>
                <c:pt idx="792">
                  <c:v>460.933260596167</c:v>
                </c:pt>
                <c:pt idx="793">
                  <c:v>461.86308695528</c:v>
                </c:pt>
                <c:pt idx="794">
                  <c:v>461.820922152757</c:v>
                </c:pt>
                <c:pt idx="795">
                  <c:v>463.165878151649</c:v>
                </c:pt>
                <c:pt idx="796">
                  <c:v>464.793732443616</c:v>
                </c:pt>
                <c:pt idx="797">
                  <c:v>465.898705902969</c:v>
                </c:pt>
                <c:pt idx="798">
                  <c:v>467.633577620196</c:v>
                </c:pt>
                <c:pt idx="799">
                  <c:v>469.973897119995</c:v>
                </c:pt>
                <c:pt idx="800">
                  <c:v>472.30031559092</c:v>
                </c:pt>
                <c:pt idx="801">
                  <c:v>473.253951703692</c:v>
                </c:pt>
                <c:pt idx="802">
                  <c:v>474.498849796524</c:v>
                </c:pt>
                <c:pt idx="803">
                  <c:v>469.091035964126</c:v>
                </c:pt>
                <c:pt idx="804">
                  <c:v>473.21975215689</c:v>
                </c:pt>
                <c:pt idx="805">
                  <c:v>473.663549608148</c:v>
                </c:pt>
                <c:pt idx="806">
                  <c:v>478.698004432069</c:v>
                </c:pt>
                <c:pt idx="807">
                  <c:v>460.38814915232</c:v>
                </c:pt>
                <c:pt idx="808">
                  <c:v>460.23249125851</c:v>
                </c:pt>
                <c:pt idx="809">
                  <c:v>460.43590726178</c:v>
                </c:pt>
                <c:pt idx="810">
                  <c:v>460.81506210536</c:v>
                </c:pt>
                <c:pt idx="811">
                  <c:v>461.05248926977</c:v>
                </c:pt>
                <c:pt idx="812">
                  <c:v>461.02999903534</c:v>
                </c:pt>
                <c:pt idx="813">
                  <c:v>461.69446006815</c:v>
                </c:pt>
                <c:pt idx="814">
                  <c:v>462.3780577234</c:v>
                </c:pt>
                <c:pt idx="815">
                  <c:v>461.75492434804</c:v>
                </c:pt>
                <c:pt idx="816">
                  <c:v>461.88131337024</c:v>
                </c:pt>
                <c:pt idx="817">
                  <c:v>462.34442590143</c:v>
                </c:pt>
                <c:pt idx="818">
                  <c:v>463.64325342105</c:v>
                </c:pt>
                <c:pt idx="819">
                  <c:v>462.42595866934</c:v>
                </c:pt>
                <c:pt idx="820">
                  <c:v>461.05067144959</c:v>
                </c:pt>
                <c:pt idx="821">
                  <c:v>462.79731808091</c:v>
                </c:pt>
                <c:pt idx="822">
                  <c:v>464.30690610772</c:v>
                </c:pt>
                <c:pt idx="823">
                  <c:v>466.08298074927</c:v>
                </c:pt>
                <c:pt idx="824">
                  <c:v>467.94597381438</c:v>
                </c:pt>
                <c:pt idx="825">
                  <c:v>468.10206265108</c:v>
                </c:pt>
                <c:pt idx="826">
                  <c:v>467.5876060127</c:v>
                </c:pt>
                <c:pt idx="827">
                  <c:v>467.2308417962</c:v>
                </c:pt>
                <c:pt idx="828">
                  <c:v>467.62110557394</c:v>
                </c:pt>
                <c:pt idx="829">
                  <c:v>468.0848967599</c:v>
                </c:pt>
                <c:pt idx="830">
                  <c:v>468.53121127843</c:v>
                </c:pt>
                <c:pt idx="831">
                  <c:v>469.13605483435</c:v>
                </c:pt>
                <c:pt idx="832">
                  <c:v>469.18964019958</c:v>
                </c:pt>
                <c:pt idx="833">
                  <c:v>469.96981894025</c:v>
                </c:pt>
                <c:pt idx="834">
                  <c:v>469.30492954345</c:v>
                </c:pt>
                <c:pt idx="835">
                  <c:v>470.29213390277</c:v>
                </c:pt>
                <c:pt idx="836">
                  <c:v>470.52717442452</c:v>
                </c:pt>
                <c:pt idx="837">
                  <c:v>471.51153894165</c:v>
                </c:pt>
                <c:pt idx="838">
                  <c:v>472.16061084704</c:v>
                </c:pt>
                <c:pt idx="839">
                  <c:v>473.80972179351</c:v>
                </c:pt>
                <c:pt idx="840">
                  <c:v>476.10987630556</c:v>
                </c:pt>
                <c:pt idx="841">
                  <c:v>478.53797477959</c:v>
                </c:pt>
                <c:pt idx="842">
                  <c:v>482.04136874894</c:v>
                </c:pt>
                <c:pt idx="843">
                  <c:v>476.24613667325</c:v>
                </c:pt>
                <c:pt idx="844">
                  <c:v>476.81436119856</c:v>
                </c:pt>
                <c:pt idx="845">
                  <c:v>476.87009152715</c:v>
                </c:pt>
                <c:pt idx="846">
                  <c:v>477.22202924659</c:v>
                </c:pt>
                <c:pt idx="847">
                  <c:v>476.57704207521</c:v>
                </c:pt>
                <c:pt idx="848">
                  <c:v>476.15856839972</c:v>
                </c:pt>
                <c:pt idx="849">
                  <c:v>476.27512583251</c:v>
                </c:pt>
                <c:pt idx="850">
                  <c:v>476.79806189823</c:v>
                </c:pt>
                <c:pt idx="851">
                  <c:v>477.26143380262</c:v>
                </c:pt>
                <c:pt idx="852">
                  <c:v>477.73499073952</c:v>
                </c:pt>
                <c:pt idx="853">
                  <c:v>477.11138996024</c:v>
                </c:pt>
                <c:pt idx="854">
                  <c:v>478.15497984567</c:v>
                </c:pt>
                <c:pt idx="855">
                  <c:v>478.50554830222</c:v>
                </c:pt>
                <c:pt idx="856">
                  <c:v>479.1668274686</c:v>
                </c:pt>
                <c:pt idx="857">
                  <c:v>480.11293187808</c:v>
                </c:pt>
                <c:pt idx="858">
                  <c:v>481.14447558815</c:v>
                </c:pt>
                <c:pt idx="859">
                  <c:v>482.05969832547</c:v>
                </c:pt>
                <c:pt idx="860">
                  <c:v>483.10341914375</c:v>
                </c:pt>
                <c:pt idx="861">
                  <c:v>481.05731803872</c:v>
                </c:pt>
                <c:pt idx="862">
                  <c:v>483.98614049232</c:v>
                </c:pt>
                <c:pt idx="863">
                  <c:v>484.89928873405</c:v>
                </c:pt>
                <c:pt idx="864">
                  <c:v>487.59060825626</c:v>
                </c:pt>
                <c:pt idx="865">
                  <c:v>490.9901400047</c:v>
                </c:pt>
                <c:pt idx="866">
                  <c:v>493.15648639127</c:v>
                </c:pt>
                <c:pt idx="867">
                  <c:v>496.89107501054</c:v>
                </c:pt>
                <c:pt idx="868">
                  <c:v>497.10977953707</c:v>
                </c:pt>
                <c:pt idx="869">
                  <c:v>494.58625581023</c:v>
                </c:pt>
                <c:pt idx="870">
                  <c:v>495.095260474</c:v>
                </c:pt>
                <c:pt idx="871">
                  <c:v>495.71085259698</c:v>
                </c:pt>
                <c:pt idx="872">
                  <c:v>492.16263971991</c:v>
                </c:pt>
                <c:pt idx="873">
                  <c:v>492.8446113234</c:v>
                </c:pt>
                <c:pt idx="874">
                  <c:v>493.89864861269</c:v>
                </c:pt>
                <c:pt idx="875">
                  <c:v>494.68958003309</c:v>
                </c:pt>
                <c:pt idx="876">
                  <c:v>495.32289942621</c:v>
                </c:pt>
                <c:pt idx="877">
                  <c:v>496.83914228526</c:v>
                </c:pt>
                <c:pt idx="878">
                  <c:v>497.92936705324</c:v>
                </c:pt>
                <c:pt idx="879">
                  <c:v>500.05585104785</c:v>
                </c:pt>
                <c:pt idx="880">
                  <c:v>502.50490644053</c:v>
                </c:pt>
                <c:pt idx="881">
                  <c:v>505.50241829566</c:v>
                </c:pt>
                <c:pt idx="882">
                  <c:v>497.23207733394</c:v>
                </c:pt>
                <c:pt idx="883">
                  <c:v>499.34285295647</c:v>
                </c:pt>
                <c:pt idx="884">
                  <c:v>501.14662067144</c:v>
                </c:pt>
                <c:pt idx="885">
                  <c:v>502.34067786553</c:v>
                </c:pt>
                <c:pt idx="886">
                  <c:v>504.02412956792</c:v>
                </c:pt>
                <c:pt idx="887">
                  <c:v>505.10607163484</c:v>
                </c:pt>
                <c:pt idx="888">
                  <c:v>505.0089687458</c:v>
                </c:pt>
                <c:pt idx="889">
                  <c:v>505.30812345324</c:v>
                </c:pt>
                <c:pt idx="890">
                  <c:v>505.04651366331</c:v>
                </c:pt>
                <c:pt idx="891">
                  <c:v>505.50243105695</c:v>
                </c:pt>
                <c:pt idx="892">
                  <c:v>506.18405962728</c:v>
                </c:pt>
                <c:pt idx="893">
                  <c:v>506.44091544922</c:v>
                </c:pt>
                <c:pt idx="894">
                  <c:v>507.14543746886</c:v>
                </c:pt>
                <c:pt idx="895">
                  <c:v>508.56957941542</c:v>
                </c:pt>
                <c:pt idx="896">
                  <c:v>509.72407419642</c:v>
                </c:pt>
                <c:pt idx="897">
                  <c:v>510.67964083135</c:v>
                </c:pt>
                <c:pt idx="898">
                  <c:v>509.6615026803</c:v>
                </c:pt>
                <c:pt idx="899">
                  <c:v>510.84461976464</c:v>
                </c:pt>
                <c:pt idx="900">
                  <c:v>512.97414453</c:v>
                </c:pt>
                <c:pt idx="901">
                  <c:v>511.84172579324</c:v>
                </c:pt>
                <c:pt idx="902">
                  <c:v>513.66332169749</c:v>
                </c:pt>
                <c:pt idx="903">
                  <c:v>514.97814851271</c:v>
                </c:pt>
                <c:pt idx="904">
                  <c:v>517.36496639733</c:v>
                </c:pt>
                <c:pt idx="905">
                  <c:v>518.93765125144</c:v>
                </c:pt>
                <c:pt idx="906">
                  <c:v>520.50273144538</c:v>
                </c:pt>
                <c:pt idx="907">
                  <c:v>522.28398317065</c:v>
                </c:pt>
                <c:pt idx="908">
                  <c:v>522.53946877501</c:v>
                </c:pt>
                <c:pt idx="909">
                  <c:v>522.9388383291</c:v>
                </c:pt>
                <c:pt idx="910">
                  <c:v>523.35565788432</c:v>
                </c:pt>
                <c:pt idx="911">
                  <c:v>523.56777652859</c:v>
                </c:pt>
                <c:pt idx="912">
                  <c:v>522.70729072708</c:v>
                </c:pt>
                <c:pt idx="913">
                  <c:v>523.31063663284</c:v>
                </c:pt>
                <c:pt idx="914">
                  <c:v>524.06534304592</c:v>
                </c:pt>
                <c:pt idx="915">
                  <c:v>525.13691409416</c:v>
                </c:pt>
                <c:pt idx="916">
                  <c:v>526.39492544896</c:v>
                </c:pt>
                <c:pt idx="917">
                  <c:v>527.76166025348</c:v>
                </c:pt>
                <c:pt idx="918">
                  <c:v>528.52942446889</c:v>
                </c:pt>
                <c:pt idx="919">
                  <c:v>529.50431286609</c:v>
                </c:pt>
                <c:pt idx="920">
                  <c:v>529.69778537816</c:v>
                </c:pt>
                <c:pt idx="921">
                  <c:v>529.48457463704</c:v>
                </c:pt>
                <c:pt idx="922">
                  <c:v>529.50151653532</c:v>
                </c:pt>
                <c:pt idx="923">
                  <c:v>530.66773745297</c:v>
                </c:pt>
                <c:pt idx="924">
                  <c:v>531.44503809044</c:v>
                </c:pt>
                <c:pt idx="925">
                  <c:v>529.95432173588</c:v>
                </c:pt>
                <c:pt idx="926">
                  <c:v>531.78874719241</c:v>
                </c:pt>
                <c:pt idx="927">
                  <c:v>531.90184801713</c:v>
                </c:pt>
                <c:pt idx="928">
                  <c:v>532.26515396255</c:v>
                </c:pt>
                <c:pt idx="929">
                  <c:v>532.66957649074</c:v>
                </c:pt>
                <c:pt idx="930">
                  <c:v>533.14166126607</c:v>
                </c:pt>
                <c:pt idx="931">
                  <c:v>532.73173421077</c:v>
                </c:pt>
                <c:pt idx="932">
                  <c:v>533.24129889621</c:v>
                </c:pt>
                <c:pt idx="933">
                  <c:v>534.10241565861</c:v>
                </c:pt>
                <c:pt idx="934">
                  <c:v>535.0974254808</c:v>
                </c:pt>
                <c:pt idx="935">
                  <c:v>535.99351190143</c:v>
                </c:pt>
                <c:pt idx="936">
                  <c:v>536.30967890014</c:v>
                </c:pt>
                <c:pt idx="937">
                  <c:v>534.81065978324</c:v>
                </c:pt>
                <c:pt idx="938">
                  <c:v>536.53914520032</c:v>
                </c:pt>
                <c:pt idx="939">
                  <c:v>538.67782124494</c:v>
                </c:pt>
                <c:pt idx="940">
                  <c:v>541.00147386013</c:v>
                </c:pt>
                <c:pt idx="941">
                  <c:v>542.28616564833</c:v>
                </c:pt>
                <c:pt idx="942">
                  <c:v>545.08968320597</c:v>
                </c:pt>
                <c:pt idx="943">
                  <c:v>548.17340833579</c:v>
                </c:pt>
                <c:pt idx="944">
                  <c:v>550.59949176363</c:v>
                </c:pt>
                <c:pt idx="945">
                  <c:v>551.8118127489</c:v>
                </c:pt>
                <c:pt idx="946">
                  <c:v>555.51294772168</c:v>
                </c:pt>
                <c:pt idx="947">
                  <c:v>555.78016343238</c:v>
                </c:pt>
                <c:pt idx="948">
                  <c:v>556.14247468266</c:v>
                </c:pt>
                <c:pt idx="949">
                  <c:v>556.06329448599</c:v>
                </c:pt>
                <c:pt idx="950">
                  <c:v>556.41075180647</c:v>
                </c:pt>
                <c:pt idx="951">
                  <c:v>556.72724972039</c:v>
                </c:pt>
                <c:pt idx="952">
                  <c:v>557.01361087734</c:v>
                </c:pt>
                <c:pt idx="953">
                  <c:v>557.61605092943</c:v>
                </c:pt>
                <c:pt idx="954">
                  <c:v>557.82493483575</c:v>
                </c:pt>
                <c:pt idx="955">
                  <c:v>558.52135420001</c:v>
                </c:pt>
                <c:pt idx="956">
                  <c:v>559.24852084013</c:v>
                </c:pt>
                <c:pt idx="957">
                  <c:v>559.87208040877</c:v>
                </c:pt>
                <c:pt idx="958">
                  <c:v>557.84994933404</c:v>
                </c:pt>
                <c:pt idx="959">
                  <c:v>558.94261727973</c:v>
                </c:pt>
                <c:pt idx="960">
                  <c:v>559.93577292775</c:v>
                </c:pt>
                <c:pt idx="961">
                  <c:v>561.27956489603</c:v>
                </c:pt>
                <c:pt idx="962">
                  <c:v>562.5946910168</c:v>
                </c:pt>
                <c:pt idx="963">
                  <c:v>564.97418746212</c:v>
                </c:pt>
                <c:pt idx="964">
                  <c:v>563.44341587788</c:v>
                </c:pt>
                <c:pt idx="965">
                  <c:v>565.19805048318</c:v>
                </c:pt>
                <c:pt idx="966">
                  <c:v>567.35037205804</c:v>
                </c:pt>
                <c:pt idx="967">
                  <c:v>567.59967894829</c:v>
                </c:pt>
                <c:pt idx="968">
                  <c:v>567.93932204304</c:v>
                </c:pt>
                <c:pt idx="969">
                  <c:v>568.01029740496</c:v>
                </c:pt>
                <c:pt idx="970">
                  <c:v>568.20723759509</c:v>
                </c:pt>
                <c:pt idx="971">
                  <c:v>568.79924218342</c:v>
                </c:pt>
                <c:pt idx="972">
                  <c:v>569.42537666683</c:v>
                </c:pt>
                <c:pt idx="973">
                  <c:v>569.91804683112</c:v>
                </c:pt>
                <c:pt idx="974">
                  <c:v>570.66603250571</c:v>
                </c:pt>
                <c:pt idx="975">
                  <c:v>567.59034880637</c:v>
                </c:pt>
                <c:pt idx="976">
                  <c:v>568.74001583639</c:v>
                </c:pt>
                <c:pt idx="977">
                  <c:v>568.09602502626</c:v>
                </c:pt>
                <c:pt idx="978">
                  <c:v>569.61287403477</c:v>
                </c:pt>
                <c:pt idx="979">
                  <c:v>570.1245370032</c:v>
                </c:pt>
                <c:pt idx="980">
                  <c:v>571.4148721473</c:v>
                </c:pt>
                <c:pt idx="981">
                  <c:v>571.12029309594</c:v>
                </c:pt>
                <c:pt idx="982">
                  <c:v>573.23477270156</c:v>
                </c:pt>
                <c:pt idx="983">
                  <c:v>574.70078960485</c:v>
                </c:pt>
                <c:pt idx="984">
                  <c:v>576.20259084399</c:v>
                </c:pt>
                <c:pt idx="985">
                  <c:v>578.52187829676</c:v>
                </c:pt>
                <c:pt idx="986">
                  <c:v>580.90953806917</c:v>
                </c:pt>
                <c:pt idx="987">
                  <c:v>582.46852311566</c:v>
                </c:pt>
                <c:pt idx="988">
                  <c:v>578.05095579877</c:v>
                </c:pt>
                <c:pt idx="989">
                  <c:v>579.10638748412</c:v>
                </c:pt>
                <c:pt idx="990">
                  <c:v>581.95953462807</c:v>
                </c:pt>
                <c:pt idx="991">
                  <c:v>581.73284467834</c:v>
                </c:pt>
                <c:pt idx="992">
                  <c:v>582.33319369331</c:v>
                </c:pt>
                <c:pt idx="993">
                  <c:v>582.32573312488</c:v>
                </c:pt>
                <c:pt idx="994">
                  <c:v>581.06463294025</c:v>
                </c:pt>
                <c:pt idx="995">
                  <c:v>582.23637350187</c:v>
                </c:pt>
                <c:pt idx="996">
                  <c:v>582.82263277565</c:v>
                </c:pt>
                <c:pt idx="997">
                  <c:v>581.33856818321</c:v>
                </c:pt>
                <c:pt idx="998">
                  <c:v>582.21925664932</c:v>
                </c:pt>
                <c:pt idx="999">
                  <c:v>584.08150414429</c:v>
                </c:pt>
                <c:pt idx="1000">
                  <c:v>584.92881153886</c:v>
                </c:pt>
                <c:pt idx="1001">
                  <c:v>587.14790701017</c:v>
                </c:pt>
                <c:pt idx="1002">
                  <c:v>579.21004721253</c:v>
                </c:pt>
                <c:pt idx="1003">
                  <c:v>580.94855275944</c:v>
                </c:pt>
                <c:pt idx="1004">
                  <c:v>584.0264328875</c:v>
                </c:pt>
                <c:pt idx="1005">
                  <c:v>585.54400750522</c:v>
                </c:pt>
                <c:pt idx="1006">
                  <c:v>586.03136912019</c:v>
                </c:pt>
                <c:pt idx="1007">
                  <c:v>585.87761456872</c:v>
                </c:pt>
                <c:pt idx="1008">
                  <c:v>586.28595638468</c:v>
                </c:pt>
                <c:pt idx="1009">
                  <c:v>587.18137712681</c:v>
                </c:pt>
                <c:pt idx="1010">
                  <c:v>587.53914360392</c:v>
                </c:pt>
                <c:pt idx="1011">
                  <c:v>587.70479422925</c:v>
                </c:pt>
                <c:pt idx="1012">
                  <c:v>587.63330956798</c:v>
                </c:pt>
                <c:pt idx="1013">
                  <c:v>585.88132807608</c:v>
                </c:pt>
                <c:pt idx="1014">
                  <c:v>587.21849776299</c:v>
                </c:pt>
                <c:pt idx="1015">
                  <c:v>589.29863125807</c:v>
                </c:pt>
                <c:pt idx="1016">
                  <c:v>590.9396881331</c:v>
                </c:pt>
                <c:pt idx="1017">
                  <c:v>593.19731741394</c:v>
                </c:pt>
                <c:pt idx="1018">
                  <c:v>595.28407006439</c:v>
                </c:pt>
                <c:pt idx="1019">
                  <c:v>597.67929087269</c:v>
                </c:pt>
                <c:pt idx="1020">
                  <c:v>595.86016036553</c:v>
                </c:pt>
                <c:pt idx="1021">
                  <c:v>599.77981287949</c:v>
                </c:pt>
                <c:pt idx="1022">
                  <c:v>602.68158586803</c:v>
                </c:pt>
                <c:pt idx="1023">
                  <c:v>608.24857100613</c:v>
                </c:pt>
                <c:pt idx="1024">
                  <c:v>614.62950090234</c:v>
                </c:pt>
                <c:pt idx="1025">
                  <c:v>614.68130071787</c:v>
                </c:pt>
                <c:pt idx="1026">
                  <c:v>614.87296356309</c:v>
                </c:pt>
                <c:pt idx="1027">
                  <c:v>615.29451544549</c:v>
                </c:pt>
                <c:pt idx="1028">
                  <c:v>615.79788339116</c:v>
                </c:pt>
                <c:pt idx="1029">
                  <c:v>615.80019256675</c:v>
                </c:pt>
                <c:pt idx="1030">
                  <c:v>616.26051691644</c:v>
                </c:pt>
                <c:pt idx="1031">
                  <c:v>616.73509536714</c:v>
                </c:pt>
                <c:pt idx="1032">
                  <c:v>616.48785005778</c:v>
                </c:pt>
                <c:pt idx="1033">
                  <c:v>617.08789125022</c:v>
                </c:pt>
                <c:pt idx="1034">
                  <c:v>617.79168004046</c:v>
                </c:pt>
                <c:pt idx="1035">
                  <c:v>616.14258030379</c:v>
                </c:pt>
                <c:pt idx="1036">
                  <c:v>617.35093819843</c:v>
                </c:pt>
                <c:pt idx="1037">
                  <c:v>618.71642566706</c:v>
                </c:pt>
                <c:pt idx="1038">
                  <c:v>619.04521246823</c:v>
                </c:pt>
                <c:pt idx="1039">
                  <c:v>620.57156433628</c:v>
                </c:pt>
                <c:pt idx="1040">
                  <c:v>621.19736218037</c:v>
                </c:pt>
                <c:pt idx="1041">
                  <c:v>622.59621116447</c:v>
                </c:pt>
                <c:pt idx="1042">
                  <c:v>623.21837581955</c:v>
                </c:pt>
                <c:pt idx="1043">
                  <c:v>619.1828277142</c:v>
                </c:pt>
                <c:pt idx="1044">
                  <c:v>619.47626451471</c:v>
                </c:pt>
                <c:pt idx="1045">
                  <c:v>617.85097234997</c:v>
                </c:pt>
                <c:pt idx="1046">
                  <c:v>622.27889888284</c:v>
                </c:pt>
                <c:pt idx="1047">
                  <c:v>627.32785431896</c:v>
                </c:pt>
                <c:pt idx="1048">
                  <c:v>627.68355610305</c:v>
                </c:pt>
                <c:pt idx="1049">
                  <c:v>627.93730011025</c:v>
                </c:pt>
                <c:pt idx="1050">
                  <c:v>628.34891198195</c:v>
                </c:pt>
                <c:pt idx="1051">
                  <c:v>628.95438342569</c:v>
                </c:pt>
                <c:pt idx="1052">
                  <c:v>627.91771041373</c:v>
                </c:pt>
                <c:pt idx="1053">
                  <c:v>627.5759996633</c:v>
                </c:pt>
                <c:pt idx="1054">
                  <c:v>628.7387005096</c:v>
                </c:pt>
                <c:pt idx="1055">
                  <c:v>627.12030609137</c:v>
                </c:pt>
                <c:pt idx="1056">
                  <c:v>629.07815831446</c:v>
                </c:pt>
                <c:pt idx="1057">
                  <c:v>629.81761323075</c:v>
                </c:pt>
                <c:pt idx="1058">
                  <c:v>629.91233517291</c:v>
                </c:pt>
                <c:pt idx="1059">
                  <c:v>632.46706028762</c:v>
                </c:pt>
                <c:pt idx="1060">
                  <c:v>635.3407736551</c:v>
                </c:pt>
                <c:pt idx="1061">
                  <c:v>638.68376434418</c:v>
                </c:pt>
                <c:pt idx="1062">
                  <c:v>639.6741213142</c:v>
                </c:pt>
                <c:pt idx="1063">
                  <c:v>643.12023875264</c:v>
                </c:pt>
                <c:pt idx="1064">
                  <c:v>643.3327774476</c:v>
                </c:pt>
                <c:pt idx="1065">
                  <c:v>643.55975097203</c:v>
                </c:pt>
                <c:pt idx="1066">
                  <c:v>643.86494624133</c:v>
                </c:pt>
                <c:pt idx="1067">
                  <c:v>644.2518488365</c:v>
                </c:pt>
                <c:pt idx="1068">
                  <c:v>644.02361499477</c:v>
                </c:pt>
                <c:pt idx="1069">
                  <c:v>643.87758888401</c:v>
                </c:pt>
                <c:pt idx="1070">
                  <c:v>643.98306010677</c:v>
                </c:pt>
                <c:pt idx="1071">
                  <c:v>644.26923172193</c:v>
                </c:pt>
                <c:pt idx="1072">
                  <c:v>644.86327910307</c:v>
                </c:pt>
                <c:pt idx="1073">
                  <c:v>645.3257629668</c:v>
                </c:pt>
                <c:pt idx="1074">
                  <c:v>645.95302438122</c:v>
                </c:pt>
                <c:pt idx="1075">
                  <c:v>646.74252001613</c:v>
                </c:pt>
                <c:pt idx="1076">
                  <c:v>647.0531472852</c:v>
                </c:pt>
                <c:pt idx="1077">
                  <c:v>647.70515082511</c:v>
                </c:pt>
                <c:pt idx="1078">
                  <c:v>648.88146897272</c:v>
                </c:pt>
                <c:pt idx="1079">
                  <c:v>649.94845058906</c:v>
                </c:pt>
                <c:pt idx="1080">
                  <c:v>650.38503566112</c:v>
                </c:pt>
                <c:pt idx="1081">
                  <c:v>651.85318665246</c:v>
                </c:pt>
                <c:pt idx="1082">
                  <c:v>652.98714130635</c:v>
                </c:pt>
                <c:pt idx="1083">
                  <c:v>654.03545214973</c:v>
                </c:pt>
                <c:pt idx="1084">
                  <c:v>655.84904541683</c:v>
                </c:pt>
                <c:pt idx="1085">
                  <c:v>657.8100216145</c:v>
                </c:pt>
                <c:pt idx="1086">
                  <c:v>659.44619733675</c:v>
                </c:pt>
                <c:pt idx="1087">
                  <c:v>660.68681850167</c:v>
                </c:pt>
                <c:pt idx="1088">
                  <c:v>663.07955633659</c:v>
                </c:pt>
                <c:pt idx="1089">
                  <c:v>663.26729605179</c:v>
                </c:pt>
                <c:pt idx="1090">
                  <c:v>663.47956107013</c:v>
                </c:pt>
                <c:pt idx="1091">
                  <c:v>663.67991910893</c:v>
                </c:pt>
                <c:pt idx="1092">
                  <c:v>663.85711571903</c:v>
                </c:pt>
                <c:pt idx="1093">
                  <c:v>664.35890225862</c:v>
                </c:pt>
                <c:pt idx="1094">
                  <c:v>664.78863395675</c:v>
                </c:pt>
                <c:pt idx="1095">
                  <c:v>665.47973442729</c:v>
                </c:pt>
                <c:pt idx="1096">
                  <c:v>666.12911164877</c:v>
                </c:pt>
                <c:pt idx="1097">
                  <c:v>666.57417315541</c:v>
                </c:pt>
                <c:pt idx="1098">
                  <c:v>667.18377540395</c:v>
                </c:pt>
                <c:pt idx="1099">
                  <c:v>667.29278146136</c:v>
                </c:pt>
                <c:pt idx="1100">
                  <c:v>667.01746727638</c:v>
                </c:pt>
                <c:pt idx="1101">
                  <c:v>668.38516419822</c:v>
                </c:pt>
                <c:pt idx="1102">
                  <c:v>667.5995288189</c:v>
                </c:pt>
                <c:pt idx="1103">
                  <c:v>669.95671521981</c:v>
                </c:pt>
                <c:pt idx="1104">
                  <c:v>672.61886218484</c:v>
                </c:pt>
                <c:pt idx="1105">
                  <c:v>674.02675592422</c:v>
                </c:pt>
                <c:pt idx="1106">
                  <c:v>677.48250746412</c:v>
                </c:pt>
                <c:pt idx="1107">
                  <c:v>680.23500579851</c:v>
                </c:pt>
                <c:pt idx="1108">
                  <c:v>684.23563032819</c:v>
                </c:pt>
                <c:pt idx="1109">
                  <c:v>684.34497276949</c:v>
                </c:pt>
                <c:pt idx="1110">
                  <c:v>682.26975582435</c:v>
                </c:pt>
                <c:pt idx="1111">
                  <c:v>682.50882477744</c:v>
                </c:pt>
                <c:pt idx="1112">
                  <c:v>682.83455143024</c:v>
                </c:pt>
                <c:pt idx="1113">
                  <c:v>683.29756878177</c:v>
                </c:pt>
                <c:pt idx="1114">
                  <c:v>683.72320147793</c:v>
                </c:pt>
                <c:pt idx="1115">
                  <c:v>684.12972581921</c:v>
                </c:pt>
                <c:pt idx="1116">
                  <c:v>681.7094128102</c:v>
                </c:pt>
                <c:pt idx="1117">
                  <c:v>682.37188082795</c:v>
                </c:pt>
                <c:pt idx="1118">
                  <c:v>682.32402106124</c:v>
                </c:pt>
                <c:pt idx="1119">
                  <c:v>681.88760380073</c:v>
                </c:pt>
                <c:pt idx="1120">
                  <c:v>683.49141123093</c:v>
                </c:pt>
                <c:pt idx="1121">
                  <c:v>684.93256255002</c:v>
                </c:pt>
                <c:pt idx="1122">
                  <c:v>686.37137948361</c:v>
                </c:pt>
                <c:pt idx="1123">
                  <c:v>687.79106267738</c:v>
                </c:pt>
                <c:pt idx="1124">
                  <c:v>689.37567132553</c:v>
                </c:pt>
                <c:pt idx="1125">
                  <c:v>691.17425954322</c:v>
                </c:pt>
                <c:pt idx="1126">
                  <c:v>692.27143203096</c:v>
                </c:pt>
                <c:pt idx="1127">
                  <c:v>693.35960256654</c:v>
                </c:pt>
                <c:pt idx="1128">
                  <c:v>695.67630556663</c:v>
                </c:pt>
                <c:pt idx="1129">
                  <c:v>695.91853501086</c:v>
                </c:pt>
                <c:pt idx="1130">
                  <c:v>696.01287746435</c:v>
                </c:pt>
                <c:pt idx="1131">
                  <c:v>696.31826134582</c:v>
                </c:pt>
                <c:pt idx="1132">
                  <c:v>696.6980246027</c:v>
                </c:pt>
                <c:pt idx="1133">
                  <c:v>697.04526956929</c:v>
                </c:pt>
                <c:pt idx="1134">
                  <c:v>697.60328495149</c:v>
                </c:pt>
                <c:pt idx="1135">
                  <c:v>697.96753370373</c:v>
                </c:pt>
                <c:pt idx="1136">
                  <c:v>698.36758821118</c:v>
                </c:pt>
                <c:pt idx="1137">
                  <c:v>699.00276292826</c:v>
                </c:pt>
                <c:pt idx="1138">
                  <c:v>698.11328409622</c:v>
                </c:pt>
                <c:pt idx="1139">
                  <c:v>694.96528946009</c:v>
                </c:pt>
                <c:pt idx="1140">
                  <c:v>695.91495437934</c:v>
                </c:pt>
                <c:pt idx="1141">
                  <c:v>696.51425095618</c:v>
                </c:pt>
                <c:pt idx="1142">
                  <c:v>697.64622900674</c:v>
                </c:pt>
                <c:pt idx="1143">
                  <c:v>698.12038323354</c:v>
                </c:pt>
                <c:pt idx="1144">
                  <c:v>697.71838870379</c:v>
                </c:pt>
                <c:pt idx="1145">
                  <c:v>699.05987423943</c:v>
                </c:pt>
                <c:pt idx="1146">
                  <c:v>700.7656246933</c:v>
                </c:pt>
                <c:pt idx="1147">
                  <c:v>702.53863159405</c:v>
                </c:pt>
                <c:pt idx="1148">
                  <c:v>704.06665848067</c:v>
                </c:pt>
                <c:pt idx="1149">
                  <c:v>705.26200647556</c:v>
                </c:pt>
                <c:pt idx="1150">
                  <c:v>706.73684413298</c:v>
                </c:pt>
                <c:pt idx="1151">
                  <c:v>709.92859580525</c:v>
                </c:pt>
                <c:pt idx="1152">
                  <c:v>710.26949385171</c:v>
                </c:pt>
                <c:pt idx="1153">
                  <c:v>698.69080818998</c:v>
                </c:pt>
                <c:pt idx="1154">
                  <c:v>698.00459309743</c:v>
                </c:pt>
                <c:pt idx="1155">
                  <c:v>688.4560768639</c:v>
                </c:pt>
                <c:pt idx="1156">
                  <c:v>681.60630222015</c:v>
                </c:pt>
                <c:pt idx="1157">
                  <c:v>667.38199744082</c:v>
                </c:pt>
                <c:pt idx="1158">
                  <c:v>664.60642792564</c:v>
                </c:pt>
                <c:pt idx="1159">
                  <c:v>660.27840196583</c:v>
                </c:pt>
                <c:pt idx="1160">
                  <c:v>665.67034722327</c:v>
                </c:pt>
                <c:pt idx="1161">
                  <c:v>666.57423021452</c:v>
                </c:pt>
                <c:pt idx="1162">
                  <c:v>669.30074222784</c:v>
                </c:pt>
                <c:pt idx="1163">
                  <c:v>669.19281268294</c:v>
                </c:pt>
                <c:pt idx="1164">
                  <c:v>673.28207098186</c:v>
                </c:pt>
                <c:pt idx="1165">
                  <c:v>675.19545212309</c:v>
                </c:pt>
                <c:pt idx="1166">
                  <c:v>677.20105310445</c:v>
                </c:pt>
                <c:pt idx="1167">
                  <c:v>678.18122849698</c:v>
                </c:pt>
                <c:pt idx="1168">
                  <c:v>679.20184052495</c:v>
                </c:pt>
                <c:pt idx="1169">
                  <c:v>680.27674861792</c:v>
                </c:pt>
                <c:pt idx="1170">
                  <c:v>681.11324478532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28375449"/>
        <c:axId val="618308018"/>
      </c:lineChart>
      <c:dateAx>
        <c:axId val="77535374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18935621"/>
        <c:crosses val="autoZero"/>
        <c:auto val="1"/>
        <c:lblOffset val="100"/>
        <c:baseTimeUnit val="days"/>
      </c:dateAx>
      <c:valAx>
        <c:axId val="21893562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75353747"/>
        <c:crosses val="autoZero"/>
        <c:crossBetween val="between"/>
      </c:valAx>
      <c:dateAx>
        <c:axId val="128375449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8308018"/>
        <c:crosses val="autoZero"/>
        <c:auto val="1"/>
        <c:lblOffset val="100"/>
        <c:baseTimeUnit val="days"/>
      </c:dateAx>
      <c:valAx>
        <c:axId val="618308018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8375449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[csi300_opt_stats.csv]Sheet2!$B$1</c:f>
              <c:strCache>
                <c:ptCount val="1"/>
                <c:pt idx="0">
                  <c:v>Vega损益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[csi300_opt_stats.csv]Sheet2!$A$2:$A$1172</c:f>
              <c:numCache>
                <c:formatCode>yyyy/m/d</c:formatCode>
                <c:ptCount val="117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</c:numCache>
            </c:numRef>
          </c:cat>
          <c:val>
            <c:numRef>
              <c:f>[csi300_opt_stats.csv]Sheet2!$B$2:$B$1172</c:f>
              <c:numCache>
                <c:formatCode>General</c:formatCode>
                <c:ptCount val="1171"/>
                <c:pt idx="0">
                  <c:v>0</c:v>
                </c:pt>
                <c:pt idx="1">
                  <c:v>0</c:v>
                </c:pt>
                <c:pt idx="2">
                  <c:v>-0.00161018993768236</c:v>
                </c:pt>
                <c:pt idx="3">
                  <c:v>0.236447245555013</c:v>
                </c:pt>
                <c:pt idx="4">
                  <c:v>-0.151236972757215</c:v>
                </c:pt>
                <c:pt idx="5">
                  <c:v>-0.592592427540931</c:v>
                </c:pt>
                <c:pt idx="6">
                  <c:v>-1.41469906842139</c:v>
                </c:pt>
                <c:pt idx="7">
                  <c:v>-2.85260738553955</c:v>
                </c:pt>
                <c:pt idx="8">
                  <c:v>-2.31455214651544</c:v>
                </c:pt>
                <c:pt idx="9">
                  <c:v>-2.93609018195289</c:v>
                </c:pt>
                <c:pt idx="10">
                  <c:v>-2.93524335446597</c:v>
                </c:pt>
                <c:pt idx="11">
                  <c:v>-3.9515366452292</c:v>
                </c:pt>
                <c:pt idx="12">
                  <c:v>-2.27695337100444</c:v>
                </c:pt>
                <c:pt idx="13">
                  <c:v>-1.2360588831922</c:v>
                </c:pt>
                <c:pt idx="14">
                  <c:v>0.47862403103744</c:v>
                </c:pt>
                <c:pt idx="15">
                  <c:v>0.608334312593608</c:v>
                </c:pt>
                <c:pt idx="16">
                  <c:v>0.311378764176565</c:v>
                </c:pt>
                <c:pt idx="17">
                  <c:v>1.72260207149183</c:v>
                </c:pt>
                <c:pt idx="18">
                  <c:v>3.59719922294616</c:v>
                </c:pt>
                <c:pt idx="19">
                  <c:v>4.0536075915373</c:v>
                </c:pt>
                <c:pt idx="20">
                  <c:v>-0.892284970611481</c:v>
                </c:pt>
                <c:pt idx="21">
                  <c:v>-1.59418973343114</c:v>
                </c:pt>
                <c:pt idx="22">
                  <c:v>-15.0825761202534</c:v>
                </c:pt>
                <c:pt idx="23">
                  <c:v>-36.0876114512474</c:v>
                </c:pt>
                <c:pt idx="24">
                  <c:v>-29.6297892452589</c:v>
                </c:pt>
                <c:pt idx="25">
                  <c:v>-26.99398507406</c:v>
                </c:pt>
                <c:pt idx="26">
                  <c:v>-26.7698560080221</c:v>
                </c:pt>
                <c:pt idx="27">
                  <c:v>-28.1948464563619</c:v>
                </c:pt>
                <c:pt idx="28">
                  <c:v>-26.7227524973634</c:v>
                </c:pt>
                <c:pt idx="29">
                  <c:v>-24.0566077978066</c:v>
                </c:pt>
                <c:pt idx="30">
                  <c:v>-21.9455965196724</c:v>
                </c:pt>
                <c:pt idx="31">
                  <c:v>-23.1229810524193</c:v>
                </c:pt>
                <c:pt idx="32">
                  <c:v>-22.2852719659756</c:v>
                </c:pt>
                <c:pt idx="33">
                  <c:v>-24.3135245638674</c:v>
                </c:pt>
                <c:pt idx="34">
                  <c:v>-24.1043961829123</c:v>
                </c:pt>
                <c:pt idx="35">
                  <c:v>-25.6244847235332</c:v>
                </c:pt>
                <c:pt idx="36">
                  <c:v>-28.659844998591</c:v>
                </c:pt>
                <c:pt idx="37">
                  <c:v>-29.9889363163764</c:v>
                </c:pt>
                <c:pt idx="38">
                  <c:v>-31.5123323459901</c:v>
                </c:pt>
                <c:pt idx="39">
                  <c:v>-31.6507252291007</c:v>
                </c:pt>
                <c:pt idx="40">
                  <c:v>-32.4463036870486</c:v>
                </c:pt>
                <c:pt idx="41">
                  <c:v>-31.3045106327281</c:v>
                </c:pt>
                <c:pt idx="42">
                  <c:v>-34.7485963239955</c:v>
                </c:pt>
                <c:pt idx="43">
                  <c:v>-32.453307879785</c:v>
                </c:pt>
                <c:pt idx="44">
                  <c:v>-32.1318150555876</c:v>
                </c:pt>
                <c:pt idx="45">
                  <c:v>-32.2025204061723</c:v>
                </c:pt>
                <c:pt idx="46">
                  <c:v>-32.8118422683706</c:v>
                </c:pt>
                <c:pt idx="47">
                  <c:v>-36.4892415032032</c:v>
                </c:pt>
                <c:pt idx="48">
                  <c:v>-42.7281423703155</c:v>
                </c:pt>
                <c:pt idx="49">
                  <c:v>-42.4463973451085</c:v>
                </c:pt>
                <c:pt idx="50">
                  <c:v>-45.6456124573812</c:v>
                </c:pt>
                <c:pt idx="51">
                  <c:v>-50.3915031429685</c:v>
                </c:pt>
                <c:pt idx="52">
                  <c:v>-58.2026696059022</c:v>
                </c:pt>
                <c:pt idx="53">
                  <c:v>-63.3083104153708</c:v>
                </c:pt>
                <c:pt idx="54">
                  <c:v>-64.707172406205</c:v>
                </c:pt>
                <c:pt idx="55">
                  <c:v>-63.6307119034526</c:v>
                </c:pt>
                <c:pt idx="56">
                  <c:v>-65.7039745611056</c:v>
                </c:pt>
                <c:pt idx="57">
                  <c:v>-63.2962779432673</c:v>
                </c:pt>
                <c:pt idx="58">
                  <c:v>-65.37510974147</c:v>
                </c:pt>
                <c:pt idx="59">
                  <c:v>-64.0053263919558</c:v>
                </c:pt>
                <c:pt idx="60">
                  <c:v>-62.6846321129487</c:v>
                </c:pt>
                <c:pt idx="61">
                  <c:v>-62.3930195443281</c:v>
                </c:pt>
                <c:pt idx="62">
                  <c:v>-62.3933465614281</c:v>
                </c:pt>
                <c:pt idx="63">
                  <c:v>-61.0005499860239</c:v>
                </c:pt>
                <c:pt idx="64">
                  <c:v>-58.470298249534</c:v>
                </c:pt>
                <c:pt idx="65">
                  <c:v>-57.0014336795455</c:v>
                </c:pt>
                <c:pt idx="66">
                  <c:v>-54.9538776923211</c:v>
                </c:pt>
                <c:pt idx="67">
                  <c:v>-58.5763955646074</c:v>
                </c:pt>
                <c:pt idx="68">
                  <c:v>-52.8810382322746</c:v>
                </c:pt>
                <c:pt idx="69">
                  <c:v>-49.7540490568978</c:v>
                </c:pt>
                <c:pt idx="70">
                  <c:v>-46.8497106082458</c:v>
                </c:pt>
                <c:pt idx="71">
                  <c:v>-47.0806677956984</c:v>
                </c:pt>
                <c:pt idx="72">
                  <c:v>-44.0523594468686</c:v>
                </c:pt>
                <c:pt idx="73">
                  <c:v>-43.1369601288038</c:v>
                </c:pt>
                <c:pt idx="74">
                  <c:v>-44.2130242638536</c:v>
                </c:pt>
                <c:pt idx="75">
                  <c:v>-44.3185002454574</c:v>
                </c:pt>
                <c:pt idx="76">
                  <c:v>-44.5454510390313</c:v>
                </c:pt>
                <c:pt idx="77">
                  <c:v>-44.5665774969076</c:v>
                </c:pt>
                <c:pt idx="78">
                  <c:v>-44.3595737056211</c:v>
                </c:pt>
                <c:pt idx="79">
                  <c:v>-44.2287998064787</c:v>
                </c:pt>
                <c:pt idx="80">
                  <c:v>-44.2038889944714</c:v>
                </c:pt>
                <c:pt idx="81">
                  <c:v>-43.9971420849719</c:v>
                </c:pt>
                <c:pt idx="82">
                  <c:v>-42.6823793268784</c:v>
                </c:pt>
                <c:pt idx="83">
                  <c:v>-43.634082889674</c:v>
                </c:pt>
                <c:pt idx="84">
                  <c:v>-44.4420799155612</c:v>
                </c:pt>
                <c:pt idx="85">
                  <c:v>-49.6081468465843</c:v>
                </c:pt>
                <c:pt idx="86">
                  <c:v>-43.1545618559292</c:v>
                </c:pt>
                <c:pt idx="87">
                  <c:v>-40.0631037339959</c:v>
                </c:pt>
                <c:pt idx="88">
                  <c:v>-39.5093808062473</c:v>
                </c:pt>
                <c:pt idx="89">
                  <c:v>-34.6292781259557</c:v>
                </c:pt>
                <c:pt idx="90">
                  <c:v>-34.4127480387428</c:v>
                </c:pt>
                <c:pt idx="91">
                  <c:v>-36.5717945154497</c:v>
                </c:pt>
                <c:pt idx="92">
                  <c:v>-37.0997862098248</c:v>
                </c:pt>
                <c:pt idx="93">
                  <c:v>-37.2736902493058</c:v>
                </c:pt>
                <c:pt idx="94">
                  <c:v>-36.7067172307134</c:v>
                </c:pt>
                <c:pt idx="95">
                  <c:v>-36.2020672729161</c:v>
                </c:pt>
                <c:pt idx="96">
                  <c:v>-35.3367123681694</c:v>
                </c:pt>
                <c:pt idx="97">
                  <c:v>-36.0844833586488</c:v>
                </c:pt>
                <c:pt idx="98">
                  <c:v>-38.4647472291672</c:v>
                </c:pt>
                <c:pt idx="99">
                  <c:v>-37.3872478795136</c:v>
                </c:pt>
                <c:pt idx="100">
                  <c:v>-36.2597008126581</c:v>
                </c:pt>
                <c:pt idx="101">
                  <c:v>-37.5122707303316</c:v>
                </c:pt>
                <c:pt idx="102">
                  <c:v>-37.7788359944349</c:v>
                </c:pt>
                <c:pt idx="103">
                  <c:v>-38.3826430947276</c:v>
                </c:pt>
                <c:pt idx="104">
                  <c:v>-37.6793299708257</c:v>
                </c:pt>
                <c:pt idx="105">
                  <c:v>-36.5521998617501</c:v>
                </c:pt>
                <c:pt idx="106">
                  <c:v>-38.1036048716096</c:v>
                </c:pt>
                <c:pt idx="107">
                  <c:v>-38.7941943355806</c:v>
                </c:pt>
                <c:pt idx="108">
                  <c:v>-38.5126408711841</c:v>
                </c:pt>
                <c:pt idx="109">
                  <c:v>-34.7875448474039</c:v>
                </c:pt>
                <c:pt idx="110">
                  <c:v>-35.3058785483047</c:v>
                </c:pt>
                <c:pt idx="111">
                  <c:v>-36.9539876936897</c:v>
                </c:pt>
                <c:pt idx="112">
                  <c:v>-37.9774779535882</c:v>
                </c:pt>
                <c:pt idx="113">
                  <c:v>-37.3473757314289</c:v>
                </c:pt>
                <c:pt idx="114">
                  <c:v>-38.1519671547843</c:v>
                </c:pt>
                <c:pt idx="115">
                  <c:v>-35.1646162441694</c:v>
                </c:pt>
                <c:pt idx="116">
                  <c:v>-36.7508072780952</c:v>
                </c:pt>
                <c:pt idx="117">
                  <c:v>-37.4456277856558</c:v>
                </c:pt>
                <c:pt idx="118">
                  <c:v>-38.2469054274072</c:v>
                </c:pt>
                <c:pt idx="119">
                  <c:v>-38.7195151930521</c:v>
                </c:pt>
                <c:pt idx="120">
                  <c:v>-39.6686439737257</c:v>
                </c:pt>
                <c:pt idx="121">
                  <c:v>-40.717997745615</c:v>
                </c:pt>
                <c:pt idx="122">
                  <c:v>-37.5341748631954</c:v>
                </c:pt>
                <c:pt idx="123">
                  <c:v>-36.5203334481757</c:v>
                </c:pt>
                <c:pt idx="124">
                  <c:v>-36.6223045423235</c:v>
                </c:pt>
                <c:pt idx="125">
                  <c:v>-43.5291900935299</c:v>
                </c:pt>
                <c:pt idx="126">
                  <c:v>-43.5206779473803</c:v>
                </c:pt>
                <c:pt idx="127">
                  <c:v>-56.2899949000111</c:v>
                </c:pt>
                <c:pt idx="128">
                  <c:v>-64.5518766252412</c:v>
                </c:pt>
                <c:pt idx="129">
                  <c:v>-56.4950966165304</c:v>
                </c:pt>
                <c:pt idx="130">
                  <c:v>-59.8878652707113</c:v>
                </c:pt>
                <c:pt idx="131">
                  <c:v>-60.8207215795622</c:v>
                </c:pt>
                <c:pt idx="132">
                  <c:v>-58.7186264403753</c:v>
                </c:pt>
                <c:pt idx="133">
                  <c:v>-57.7488655543085</c:v>
                </c:pt>
                <c:pt idx="134">
                  <c:v>-61.6295939128455</c:v>
                </c:pt>
                <c:pt idx="135">
                  <c:v>-70.7447050569845</c:v>
                </c:pt>
                <c:pt idx="136">
                  <c:v>-69.2474707650279</c:v>
                </c:pt>
                <c:pt idx="137">
                  <c:v>-68.2527515814895</c:v>
                </c:pt>
                <c:pt idx="138">
                  <c:v>-67.6138255796197</c:v>
                </c:pt>
                <c:pt idx="139">
                  <c:v>-67.7400813158733</c:v>
                </c:pt>
                <c:pt idx="140">
                  <c:v>-67.6476078840584</c:v>
                </c:pt>
                <c:pt idx="141">
                  <c:v>-73.3336443171928</c:v>
                </c:pt>
                <c:pt idx="142">
                  <c:v>-71.2937611264162</c:v>
                </c:pt>
                <c:pt idx="143">
                  <c:v>-71.0172565800921</c:v>
                </c:pt>
                <c:pt idx="144">
                  <c:v>-70.7791103259319</c:v>
                </c:pt>
                <c:pt idx="145">
                  <c:v>-72.1213337596007</c:v>
                </c:pt>
                <c:pt idx="146">
                  <c:v>-73.3055677698656</c:v>
                </c:pt>
                <c:pt idx="147">
                  <c:v>-74.4376520305877</c:v>
                </c:pt>
                <c:pt idx="148">
                  <c:v>-71.829423180235</c:v>
                </c:pt>
                <c:pt idx="149">
                  <c:v>-71.8143980645476</c:v>
                </c:pt>
                <c:pt idx="150">
                  <c:v>-72.6904304395512</c:v>
                </c:pt>
                <c:pt idx="151">
                  <c:v>-74.4187617630726</c:v>
                </c:pt>
                <c:pt idx="152">
                  <c:v>-71.7412331779882</c:v>
                </c:pt>
                <c:pt idx="153">
                  <c:v>-69.2549817639533</c:v>
                </c:pt>
                <c:pt idx="154">
                  <c:v>-70.8566882264335</c:v>
                </c:pt>
                <c:pt idx="155">
                  <c:v>-70.3240190163561</c:v>
                </c:pt>
                <c:pt idx="156">
                  <c:v>-67.9835663563084</c:v>
                </c:pt>
                <c:pt idx="157">
                  <c:v>-72.1633219718394</c:v>
                </c:pt>
                <c:pt idx="158">
                  <c:v>-66.6374444431519</c:v>
                </c:pt>
                <c:pt idx="159">
                  <c:v>-66.2835731763019</c:v>
                </c:pt>
                <c:pt idx="160">
                  <c:v>-67.4774056073284</c:v>
                </c:pt>
                <c:pt idx="161">
                  <c:v>-67.2382464336163</c:v>
                </c:pt>
                <c:pt idx="162">
                  <c:v>-66.9422351575618</c:v>
                </c:pt>
                <c:pt idx="163">
                  <c:v>-65.8986353760195</c:v>
                </c:pt>
                <c:pt idx="164">
                  <c:v>-67.0788384376506</c:v>
                </c:pt>
                <c:pt idx="165">
                  <c:v>-66.360347622877</c:v>
                </c:pt>
                <c:pt idx="166">
                  <c:v>-66.2080446303702</c:v>
                </c:pt>
                <c:pt idx="167">
                  <c:v>-67.3840636649938</c:v>
                </c:pt>
                <c:pt idx="168">
                  <c:v>-65.3706708454745</c:v>
                </c:pt>
                <c:pt idx="169">
                  <c:v>-68.6023683224329</c:v>
                </c:pt>
                <c:pt idx="170">
                  <c:v>-68.6036015106591</c:v>
                </c:pt>
                <c:pt idx="171">
                  <c:v>-68.2071506661244</c:v>
                </c:pt>
                <c:pt idx="172">
                  <c:v>-69.3988405834131</c:v>
                </c:pt>
                <c:pt idx="173">
                  <c:v>-68.1430197079112</c:v>
                </c:pt>
                <c:pt idx="174">
                  <c:v>-71.2823419063846</c:v>
                </c:pt>
                <c:pt idx="175">
                  <c:v>-68.6935463612544</c:v>
                </c:pt>
                <c:pt idx="176">
                  <c:v>-67.5010125785711</c:v>
                </c:pt>
                <c:pt idx="177">
                  <c:v>-65.6725688276122</c:v>
                </c:pt>
                <c:pt idx="178">
                  <c:v>-65.5354876764767</c:v>
                </c:pt>
                <c:pt idx="179">
                  <c:v>-66.1973027713696</c:v>
                </c:pt>
                <c:pt idx="180">
                  <c:v>-67.6247578490073</c:v>
                </c:pt>
                <c:pt idx="181">
                  <c:v>-67.6613363559606</c:v>
                </c:pt>
                <c:pt idx="182">
                  <c:v>-69.0080974326168</c:v>
                </c:pt>
                <c:pt idx="183">
                  <c:v>-69.7245654596944</c:v>
                </c:pt>
                <c:pt idx="184">
                  <c:v>-68.8843484539474</c:v>
                </c:pt>
                <c:pt idx="185">
                  <c:v>-71.1826385619911</c:v>
                </c:pt>
                <c:pt idx="186">
                  <c:v>-71.5522983137337</c:v>
                </c:pt>
                <c:pt idx="187">
                  <c:v>-73.1093649127519</c:v>
                </c:pt>
                <c:pt idx="188">
                  <c:v>-75.5964595273342</c:v>
                </c:pt>
                <c:pt idx="189">
                  <c:v>-77.3151436833969</c:v>
                </c:pt>
                <c:pt idx="190">
                  <c:v>-63.1427353667101</c:v>
                </c:pt>
                <c:pt idx="191">
                  <c:v>-60.4546647658372</c:v>
                </c:pt>
                <c:pt idx="192">
                  <c:v>-59.9629779062306</c:v>
                </c:pt>
                <c:pt idx="193">
                  <c:v>-59.1416772053585</c:v>
                </c:pt>
                <c:pt idx="194">
                  <c:v>-60.7687012080257</c:v>
                </c:pt>
                <c:pt idx="195">
                  <c:v>-60.7594764068041</c:v>
                </c:pt>
                <c:pt idx="196">
                  <c:v>-59.4752030579871</c:v>
                </c:pt>
                <c:pt idx="197">
                  <c:v>-59.0674602710746</c:v>
                </c:pt>
                <c:pt idx="198">
                  <c:v>-59.5576785292778</c:v>
                </c:pt>
                <c:pt idx="199">
                  <c:v>-60.0026008046368</c:v>
                </c:pt>
                <c:pt idx="200">
                  <c:v>-61.5140671243063</c:v>
                </c:pt>
                <c:pt idx="201">
                  <c:v>-60.5221264733427</c:v>
                </c:pt>
                <c:pt idx="202">
                  <c:v>-60.195240803891</c:v>
                </c:pt>
                <c:pt idx="203">
                  <c:v>-60.1426578591223</c:v>
                </c:pt>
                <c:pt idx="204">
                  <c:v>-59.6897799162792</c:v>
                </c:pt>
                <c:pt idx="205">
                  <c:v>-62.1734931042301</c:v>
                </c:pt>
                <c:pt idx="206">
                  <c:v>-61.2971526085226</c:v>
                </c:pt>
                <c:pt idx="207">
                  <c:v>-61.4728872807083</c:v>
                </c:pt>
                <c:pt idx="208">
                  <c:v>-59.0616896952495</c:v>
                </c:pt>
                <c:pt idx="209">
                  <c:v>-58.3227690848107</c:v>
                </c:pt>
                <c:pt idx="210">
                  <c:v>-55.6341763023687</c:v>
                </c:pt>
                <c:pt idx="211">
                  <c:v>-60.6706386590128</c:v>
                </c:pt>
                <c:pt idx="212">
                  <c:v>-58.1888394443085</c:v>
                </c:pt>
                <c:pt idx="213">
                  <c:v>-57.8543025639784</c:v>
                </c:pt>
                <c:pt idx="214">
                  <c:v>-56.1075813039644</c:v>
                </c:pt>
                <c:pt idx="215">
                  <c:v>-54.2049355140922</c:v>
                </c:pt>
                <c:pt idx="216">
                  <c:v>-49.6041796757663</c:v>
                </c:pt>
                <c:pt idx="217">
                  <c:v>-50.2406745901242</c:v>
                </c:pt>
                <c:pt idx="218">
                  <c:v>-52.0847911064045</c:v>
                </c:pt>
                <c:pt idx="219">
                  <c:v>-51.5310901864683</c:v>
                </c:pt>
                <c:pt idx="220">
                  <c:v>-51.0685503624261</c:v>
                </c:pt>
                <c:pt idx="221">
                  <c:v>-51.356419488073</c:v>
                </c:pt>
                <c:pt idx="222">
                  <c:v>-51.1512254990915</c:v>
                </c:pt>
                <c:pt idx="223">
                  <c:v>-51.4552984985136</c:v>
                </c:pt>
                <c:pt idx="224">
                  <c:v>-50.2858895828226</c:v>
                </c:pt>
                <c:pt idx="225">
                  <c:v>-49.5570251012849</c:v>
                </c:pt>
                <c:pt idx="226">
                  <c:v>-51.2484092099324</c:v>
                </c:pt>
                <c:pt idx="227">
                  <c:v>-52.9172038824086</c:v>
                </c:pt>
                <c:pt idx="228">
                  <c:v>-56.2819112372236</c:v>
                </c:pt>
                <c:pt idx="229">
                  <c:v>-56.0178392142025</c:v>
                </c:pt>
                <c:pt idx="230">
                  <c:v>-53.9007594245904</c:v>
                </c:pt>
                <c:pt idx="231">
                  <c:v>-50.5480831925267</c:v>
                </c:pt>
                <c:pt idx="232">
                  <c:v>-49.7628333116468</c:v>
                </c:pt>
                <c:pt idx="233">
                  <c:v>-50.4551940441762</c:v>
                </c:pt>
                <c:pt idx="234">
                  <c:v>-49.0704216608</c:v>
                </c:pt>
                <c:pt idx="235">
                  <c:v>-53.2804197357956</c:v>
                </c:pt>
                <c:pt idx="236">
                  <c:v>-50.1647207101192</c:v>
                </c:pt>
                <c:pt idx="237">
                  <c:v>-50.1158107691419</c:v>
                </c:pt>
                <c:pt idx="238">
                  <c:v>-51.3621287481694</c:v>
                </c:pt>
                <c:pt idx="239">
                  <c:v>-51.5019752202918</c:v>
                </c:pt>
                <c:pt idx="240">
                  <c:v>-51.3368991942056</c:v>
                </c:pt>
                <c:pt idx="241">
                  <c:v>-51.6531866440654</c:v>
                </c:pt>
                <c:pt idx="242">
                  <c:v>-51.5777567920032</c:v>
                </c:pt>
                <c:pt idx="243">
                  <c:v>-51.6367124080138</c:v>
                </c:pt>
                <c:pt idx="244">
                  <c:v>-51.8474763313799</c:v>
                </c:pt>
                <c:pt idx="245">
                  <c:v>-51.6375252143039</c:v>
                </c:pt>
                <c:pt idx="246">
                  <c:v>-51.3305328945591</c:v>
                </c:pt>
                <c:pt idx="247">
                  <c:v>-52.866919173681</c:v>
                </c:pt>
                <c:pt idx="248">
                  <c:v>-52.4785845147829</c:v>
                </c:pt>
                <c:pt idx="249">
                  <c:v>-56.610076415462</c:v>
                </c:pt>
                <c:pt idx="250">
                  <c:v>-59.5831561264972</c:v>
                </c:pt>
                <c:pt idx="251">
                  <c:v>-60.2729860362244</c:v>
                </c:pt>
                <c:pt idx="252">
                  <c:v>-61.8541575123788</c:v>
                </c:pt>
                <c:pt idx="253">
                  <c:v>-55.3251075980717</c:v>
                </c:pt>
                <c:pt idx="254">
                  <c:v>-60.3266055128265</c:v>
                </c:pt>
                <c:pt idx="255">
                  <c:v>-54.0255838636946</c:v>
                </c:pt>
                <c:pt idx="256">
                  <c:v>-54.8120504068833</c:v>
                </c:pt>
                <c:pt idx="257">
                  <c:v>-54.9862527370105</c:v>
                </c:pt>
                <c:pt idx="258">
                  <c:v>-59.6612851860679</c:v>
                </c:pt>
                <c:pt idx="259">
                  <c:v>-59.0401497577238</c:v>
                </c:pt>
                <c:pt idx="260">
                  <c:v>-58.303364904719</c:v>
                </c:pt>
                <c:pt idx="261">
                  <c:v>-58.895223636672</c:v>
                </c:pt>
                <c:pt idx="262">
                  <c:v>-58.2086565215677</c:v>
                </c:pt>
                <c:pt idx="263">
                  <c:v>-59.0606522138259</c:v>
                </c:pt>
                <c:pt idx="264">
                  <c:v>-57.8777341118426</c:v>
                </c:pt>
                <c:pt idx="265">
                  <c:v>-57.5843922285691</c:v>
                </c:pt>
                <c:pt idx="266">
                  <c:v>-58.6315151374898</c:v>
                </c:pt>
                <c:pt idx="267">
                  <c:v>-58.7325287874293</c:v>
                </c:pt>
                <c:pt idx="268">
                  <c:v>-62.3177265025336</c:v>
                </c:pt>
                <c:pt idx="269">
                  <c:v>-65.593385418761</c:v>
                </c:pt>
                <c:pt idx="270">
                  <c:v>-62.3500578520695</c:v>
                </c:pt>
                <c:pt idx="271">
                  <c:v>-59.2432785770621</c:v>
                </c:pt>
                <c:pt idx="272">
                  <c:v>-59.0428876893809</c:v>
                </c:pt>
                <c:pt idx="273">
                  <c:v>-59.8982649059148</c:v>
                </c:pt>
                <c:pt idx="274">
                  <c:v>-60.9093066290348</c:v>
                </c:pt>
                <c:pt idx="275">
                  <c:v>-58.1157123609436</c:v>
                </c:pt>
                <c:pt idx="276">
                  <c:v>-61.1570942428161</c:v>
                </c:pt>
                <c:pt idx="277">
                  <c:v>-74.9027760167218</c:v>
                </c:pt>
                <c:pt idx="278">
                  <c:v>-63.2080009008433</c:v>
                </c:pt>
                <c:pt idx="279">
                  <c:v>-62.4869632018923</c:v>
                </c:pt>
                <c:pt idx="280">
                  <c:v>-63.9741522730867</c:v>
                </c:pt>
                <c:pt idx="281">
                  <c:v>-63.8772962014036</c:v>
                </c:pt>
                <c:pt idx="282">
                  <c:v>-67.6264821713822</c:v>
                </c:pt>
                <c:pt idx="283">
                  <c:v>-65.2158024202961</c:v>
                </c:pt>
                <c:pt idx="284">
                  <c:v>-67.717085958521</c:v>
                </c:pt>
                <c:pt idx="285">
                  <c:v>-65.5489696662789</c:v>
                </c:pt>
                <c:pt idx="286">
                  <c:v>-66.4541681276103</c:v>
                </c:pt>
                <c:pt idx="287">
                  <c:v>-64.9580031953852</c:v>
                </c:pt>
                <c:pt idx="288">
                  <c:v>-70.9808588396208</c:v>
                </c:pt>
                <c:pt idx="289">
                  <c:v>-71.320335688031</c:v>
                </c:pt>
                <c:pt idx="290">
                  <c:v>-77.3542341489266</c:v>
                </c:pt>
                <c:pt idx="291">
                  <c:v>-78.263586996849</c:v>
                </c:pt>
                <c:pt idx="292">
                  <c:v>-76.7847834971938</c:v>
                </c:pt>
                <c:pt idx="293">
                  <c:v>-74.5762285543467</c:v>
                </c:pt>
                <c:pt idx="294">
                  <c:v>-73.8054271983505</c:v>
                </c:pt>
                <c:pt idx="295">
                  <c:v>-76.0640258158159</c:v>
                </c:pt>
                <c:pt idx="296">
                  <c:v>-75.1335535537482</c:v>
                </c:pt>
                <c:pt idx="297">
                  <c:v>-75.7993564982593</c:v>
                </c:pt>
                <c:pt idx="298">
                  <c:v>-76.1881788867716</c:v>
                </c:pt>
                <c:pt idx="299">
                  <c:v>-77.5841169402002</c:v>
                </c:pt>
                <c:pt idx="300">
                  <c:v>-76.3252870561135</c:v>
                </c:pt>
                <c:pt idx="301">
                  <c:v>-76.5106388712731</c:v>
                </c:pt>
                <c:pt idx="302">
                  <c:v>-78.5577360941851</c:v>
                </c:pt>
                <c:pt idx="303">
                  <c:v>-77.8000234218333</c:v>
                </c:pt>
                <c:pt idx="304">
                  <c:v>-75.5333814055055</c:v>
                </c:pt>
                <c:pt idx="305">
                  <c:v>-75.1284108612262</c:v>
                </c:pt>
                <c:pt idx="306">
                  <c:v>-74.4463200159995</c:v>
                </c:pt>
                <c:pt idx="307">
                  <c:v>-74.12671195951</c:v>
                </c:pt>
                <c:pt idx="308">
                  <c:v>-72.4873868917704</c:v>
                </c:pt>
                <c:pt idx="309">
                  <c:v>-74.9650448662523</c:v>
                </c:pt>
                <c:pt idx="310">
                  <c:v>-74.537402650386</c:v>
                </c:pt>
                <c:pt idx="311">
                  <c:v>-71.9712526031221</c:v>
                </c:pt>
                <c:pt idx="312">
                  <c:v>-70.0782047274599</c:v>
                </c:pt>
                <c:pt idx="313">
                  <c:v>-70.5559455149169</c:v>
                </c:pt>
                <c:pt idx="314">
                  <c:v>-74.5828485665427</c:v>
                </c:pt>
                <c:pt idx="315">
                  <c:v>-74.1921706541057</c:v>
                </c:pt>
                <c:pt idx="316">
                  <c:v>-74.3650492737873</c:v>
                </c:pt>
                <c:pt idx="317">
                  <c:v>-76.4929097010444</c:v>
                </c:pt>
                <c:pt idx="318">
                  <c:v>-76.2651122061212</c:v>
                </c:pt>
                <c:pt idx="319">
                  <c:v>-75.8954748914152</c:v>
                </c:pt>
                <c:pt idx="320">
                  <c:v>-76.2213254218928</c:v>
                </c:pt>
                <c:pt idx="321">
                  <c:v>-76.5019724852563</c:v>
                </c:pt>
                <c:pt idx="322">
                  <c:v>-76.6281325660525</c:v>
                </c:pt>
                <c:pt idx="323">
                  <c:v>-77.1393307276461</c:v>
                </c:pt>
                <c:pt idx="324">
                  <c:v>-77.0498888012982</c:v>
                </c:pt>
                <c:pt idx="325">
                  <c:v>-75.2182296516666</c:v>
                </c:pt>
                <c:pt idx="326">
                  <c:v>-74.8721394163144</c:v>
                </c:pt>
                <c:pt idx="327">
                  <c:v>-76.8907527178032</c:v>
                </c:pt>
                <c:pt idx="328">
                  <c:v>-77.0418987009649</c:v>
                </c:pt>
                <c:pt idx="329">
                  <c:v>-74.598090281531</c:v>
                </c:pt>
                <c:pt idx="330">
                  <c:v>-74.7472755894801</c:v>
                </c:pt>
                <c:pt idx="331">
                  <c:v>-73.862013351062</c:v>
                </c:pt>
                <c:pt idx="332">
                  <c:v>-73.7957531002599</c:v>
                </c:pt>
                <c:pt idx="333">
                  <c:v>-74.2099090732299</c:v>
                </c:pt>
                <c:pt idx="334">
                  <c:v>-76.9903823616337</c:v>
                </c:pt>
                <c:pt idx="335">
                  <c:v>-75.8113253937638</c:v>
                </c:pt>
                <c:pt idx="336">
                  <c:v>-76.5618816661986</c:v>
                </c:pt>
                <c:pt idx="337">
                  <c:v>-72.7444814978671</c:v>
                </c:pt>
                <c:pt idx="338">
                  <c:v>-74.1947908487147</c:v>
                </c:pt>
                <c:pt idx="339">
                  <c:v>-74.8136813795068</c:v>
                </c:pt>
                <c:pt idx="340">
                  <c:v>-74.6444787602015</c:v>
                </c:pt>
                <c:pt idx="341">
                  <c:v>-74.1304651611393</c:v>
                </c:pt>
                <c:pt idx="342">
                  <c:v>-75.5176208628671</c:v>
                </c:pt>
                <c:pt idx="343">
                  <c:v>-76.1038788351733</c:v>
                </c:pt>
                <c:pt idx="344">
                  <c:v>-77.264419982073</c:v>
                </c:pt>
                <c:pt idx="345">
                  <c:v>-78.3566969431178</c:v>
                </c:pt>
                <c:pt idx="346">
                  <c:v>-78.0026451506413</c:v>
                </c:pt>
                <c:pt idx="347">
                  <c:v>-78.8040766482348</c:v>
                </c:pt>
                <c:pt idx="348">
                  <c:v>-76.6864119442834</c:v>
                </c:pt>
                <c:pt idx="349">
                  <c:v>-76.0157431049247</c:v>
                </c:pt>
                <c:pt idx="350">
                  <c:v>-74.577895256353</c:v>
                </c:pt>
                <c:pt idx="351">
                  <c:v>-75.5484201352991</c:v>
                </c:pt>
                <c:pt idx="352">
                  <c:v>-78.7320508596939</c:v>
                </c:pt>
                <c:pt idx="353">
                  <c:v>-76.8653458514444</c:v>
                </c:pt>
                <c:pt idx="354">
                  <c:v>-74.3989232836584</c:v>
                </c:pt>
                <c:pt idx="355">
                  <c:v>-76.2573638880406</c:v>
                </c:pt>
                <c:pt idx="356">
                  <c:v>-76.6228269646881</c:v>
                </c:pt>
                <c:pt idx="357">
                  <c:v>-79.3429647973749</c:v>
                </c:pt>
                <c:pt idx="358">
                  <c:v>-79.5865162926635</c:v>
                </c:pt>
                <c:pt idx="359">
                  <c:v>-79.66537424739</c:v>
                </c:pt>
                <c:pt idx="360">
                  <c:v>-79.6841206768169</c:v>
                </c:pt>
                <c:pt idx="361">
                  <c:v>-79.383323485396</c:v>
                </c:pt>
                <c:pt idx="362">
                  <c:v>-78.3653861112069</c:v>
                </c:pt>
                <c:pt idx="363">
                  <c:v>-77.9999479890032</c:v>
                </c:pt>
                <c:pt idx="364">
                  <c:v>-78.4599151190309</c:v>
                </c:pt>
                <c:pt idx="365">
                  <c:v>-78.3173436177849</c:v>
                </c:pt>
                <c:pt idx="366">
                  <c:v>-78.619723623809</c:v>
                </c:pt>
                <c:pt idx="367">
                  <c:v>-78.5119574675698</c:v>
                </c:pt>
                <c:pt idx="368">
                  <c:v>-79.7639524842028</c:v>
                </c:pt>
                <c:pt idx="369">
                  <c:v>-81.6730783806769</c:v>
                </c:pt>
                <c:pt idx="370">
                  <c:v>-78.811856581823</c:v>
                </c:pt>
                <c:pt idx="371">
                  <c:v>-79.652260785607</c:v>
                </c:pt>
                <c:pt idx="372">
                  <c:v>-78.7452518070985</c:v>
                </c:pt>
                <c:pt idx="373">
                  <c:v>-80.6970605223311</c:v>
                </c:pt>
                <c:pt idx="374">
                  <c:v>-81.4601991361172</c:v>
                </c:pt>
                <c:pt idx="375">
                  <c:v>-80.2081424550953</c:v>
                </c:pt>
                <c:pt idx="376">
                  <c:v>-79.6822977296386</c:v>
                </c:pt>
                <c:pt idx="377">
                  <c:v>-82.4155226119217</c:v>
                </c:pt>
                <c:pt idx="378">
                  <c:v>-82.0407173226192</c:v>
                </c:pt>
                <c:pt idx="379">
                  <c:v>-82.0012852757676</c:v>
                </c:pt>
                <c:pt idx="380">
                  <c:v>-81.659974541199</c:v>
                </c:pt>
                <c:pt idx="381">
                  <c:v>-82.3478413714434</c:v>
                </c:pt>
                <c:pt idx="382">
                  <c:v>-81.9486010883924</c:v>
                </c:pt>
                <c:pt idx="383">
                  <c:v>-82.2425683848439</c:v>
                </c:pt>
                <c:pt idx="384">
                  <c:v>-82.1823685680003</c:v>
                </c:pt>
                <c:pt idx="385">
                  <c:v>-85.9246769766924</c:v>
                </c:pt>
                <c:pt idx="386">
                  <c:v>-87.9333155860516</c:v>
                </c:pt>
                <c:pt idx="387">
                  <c:v>-87.9571121602571</c:v>
                </c:pt>
                <c:pt idx="388">
                  <c:v>-86.5023671392805</c:v>
                </c:pt>
                <c:pt idx="389">
                  <c:v>-86.7778783872136</c:v>
                </c:pt>
                <c:pt idx="390">
                  <c:v>-85.6772519702484</c:v>
                </c:pt>
                <c:pt idx="391">
                  <c:v>-85.197282198015</c:v>
                </c:pt>
                <c:pt idx="392">
                  <c:v>-85.1462488297483</c:v>
                </c:pt>
                <c:pt idx="393">
                  <c:v>-85.8872747156799</c:v>
                </c:pt>
                <c:pt idx="394">
                  <c:v>-85.8786059483573</c:v>
                </c:pt>
                <c:pt idx="395">
                  <c:v>-85.2848339078406</c:v>
                </c:pt>
                <c:pt idx="396">
                  <c:v>-84.1502772769248</c:v>
                </c:pt>
                <c:pt idx="397">
                  <c:v>-85.7493797173181</c:v>
                </c:pt>
                <c:pt idx="398">
                  <c:v>-87.0100551391236</c:v>
                </c:pt>
                <c:pt idx="399">
                  <c:v>-87.4125999069334</c:v>
                </c:pt>
                <c:pt idx="400">
                  <c:v>-86.6705522343664</c:v>
                </c:pt>
                <c:pt idx="401">
                  <c:v>-92.081917101897</c:v>
                </c:pt>
                <c:pt idx="402">
                  <c:v>-90.7740795206043</c:v>
                </c:pt>
                <c:pt idx="403">
                  <c:v>-93.0902231177996</c:v>
                </c:pt>
                <c:pt idx="404">
                  <c:v>-94.4053003160376</c:v>
                </c:pt>
                <c:pt idx="405">
                  <c:v>-92.9542925529996</c:v>
                </c:pt>
                <c:pt idx="406">
                  <c:v>-92.2648598927666</c:v>
                </c:pt>
                <c:pt idx="407">
                  <c:v>-92.3207926215489</c:v>
                </c:pt>
                <c:pt idx="408">
                  <c:v>-93.8602470999663</c:v>
                </c:pt>
                <c:pt idx="409">
                  <c:v>-93.7741698133422</c:v>
                </c:pt>
                <c:pt idx="410">
                  <c:v>-94.3750130668588</c:v>
                </c:pt>
                <c:pt idx="411">
                  <c:v>-94.5481683487175</c:v>
                </c:pt>
                <c:pt idx="412">
                  <c:v>-94.9939940732009</c:v>
                </c:pt>
                <c:pt idx="413">
                  <c:v>-95.9234413917057</c:v>
                </c:pt>
                <c:pt idx="414">
                  <c:v>-96.5450239855827</c:v>
                </c:pt>
                <c:pt idx="415">
                  <c:v>-94.3457336199614</c:v>
                </c:pt>
                <c:pt idx="416">
                  <c:v>-93.7408869139689</c:v>
                </c:pt>
                <c:pt idx="417">
                  <c:v>-95.586722140453</c:v>
                </c:pt>
                <c:pt idx="418">
                  <c:v>-94.8099053014198</c:v>
                </c:pt>
                <c:pt idx="419">
                  <c:v>-96.3803941528995</c:v>
                </c:pt>
                <c:pt idx="420">
                  <c:v>-92.1570141826305</c:v>
                </c:pt>
                <c:pt idx="421">
                  <c:v>-91.8637102845203</c:v>
                </c:pt>
                <c:pt idx="422">
                  <c:v>-93.7354100549752</c:v>
                </c:pt>
                <c:pt idx="423">
                  <c:v>-97.2729104000421</c:v>
                </c:pt>
                <c:pt idx="424">
                  <c:v>-96.4179487057699</c:v>
                </c:pt>
                <c:pt idx="425">
                  <c:v>-97.0419685983871</c:v>
                </c:pt>
                <c:pt idx="426">
                  <c:v>-96.5171136480857</c:v>
                </c:pt>
                <c:pt idx="427">
                  <c:v>-96.1321989851416</c:v>
                </c:pt>
                <c:pt idx="428">
                  <c:v>-94.9320873600453</c:v>
                </c:pt>
                <c:pt idx="429">
                  <c:v>-96.4190123786147</c:v>
                </c:pt>
                <c:pt idx="430">
                  <c:v>-97.9751333144238</c:v>
                </c:pt>
                <c:pt idx="431">
                  <c:v>-97.9763760614244</c:v>
                </c:pt>
                <c:pt idx="432">
                  <c:v>-91.3373851351378</c:v>
                </c:pt>
                <c:pt idx="433">
                  <c:v>-90.4663476057914</c:v>
                </c:pt>
                <c:pt idx="434">
                  <c:v>-92.5915407687056</c:v>
                </c:pt>
                <c:pt idx="435">
                  <c:v>-91.405098670948</c:v>
                </c:pt>
                <c:pt idx="436">
                  <c:v>-93.0810906120188</c:v>
                </c:pt>
                <c:pt idx="437">
                  <c:v>-92.712795973479</c:v>
                </c:pt>
                <c:pt idx="438">
                  <c:v>-93.1935410384573</c:v>
                </c:pt>
                <c:pt idx="439">
                  <c:v>-92.6592964320757</c:v>
                </c:pt>
                <c:pt idx="440">
                  <c:v>-93.1631466858632</c:v>
                </c:pt>
                <c:pt idx="441">
                  <c:v>-92.9513950224969</c:v>
                </c:pt>
                <c:pt idx="442">
                  <c:v>-94.1669520147609</c:v>
                </c:pt>
                <c:pt idx="443">
                  <c:v>-93.6839079314558</c:v>
                </c:pt>
                <c:pt idx="444">
                  <c:v>-93.8774959359781</c:v>
                </c:pt>
                <c:pt idx="445">
                  <c:v>-94.2987059953515</c:v>
                </c:pt>
                <c:pt idx="446">
                  <c:v>-94.7356487364694</c:v>
                </c:pt>
                <c:pt idx="447">
                  <c:v>-93.7900761204452</c:v>
                </c:pt>
                <c:pt idx="448">
                  <c:v>-93.6053668870092</c:v>
                </c:pt>
                <c:pt idx="449">
                  <c:v>-95.181558976068</c:v>
                </c:pt>
                <c:pt idx="450">
                  <c:v>-96.0899891011512</c:v>
                </c:pt>
                <c:pt idx="451">
                  <c:v>-93.6505251921183</c:v>
                </c:pt>
                <c:pt idx="452">
                  <c:v>-93.81526426153</c:v>
                </c:pt>
                <c:pt idx="453">
                  <c:v>-94.2070204101304</c:v>
                </c:pt>
                <c:pt idx="454">
                  <c:v>-94.3054581968024</c:v>
                </c:pt>
                <c:pt idx="455">
                  <c:v>-95.4616704156762</c:v>
                </c:pt>
                <c:pt idx="456">
                  <c:v>-93.6137112648064</c:v>
                </c:pt>
                <c:pt idx="457">
                  <c:v>-93.5993845186575</c:v>
                </c:pt>
                <c:pt idx="458">
                  <c:v>-93.9685741714626</c:v>
                </c:pt>
                <c:pt idx="459">
                  <c:v>-92.8468458261718</c:v>
                </c:pt>
                <c:pt idx="460">
                  <c:v>-93.4199392733729</c:v>
                </c:pt>
                <c:pt idx="461">
                  <c:v>-95.6950343672789</c:v>
                </c:pt>
                <c:pt idx="462">
                  <c:v>-95.3544038248793</c:v>
                </c:pt>
                <c:pt idx="463">
                  <c:v>-95.0149307916088</c:v>
                </c:pt>
                <c:pt idx="464">
                  <c:v>-94.9091596960021</c:v>
                </c:pt>
                <c:pt idx="465">
                  <c:v>-94.834924191505</c:v>
                </c:pt>
                <c:pt idx="466">
                  <c:v>-94.4904797091014</c:v>
                </c:pt>
                <c:pt idx="467">
                  <c:v>-94.7583096663594</c:v>
                </c:pt>
                <c:pt idx="468">
                  <c:v>-94.6996820949264</c:v>
                </c:pt>
                <c:pt idx="469">
                  <c:v>-95.3025479423486</c:v>
                </c:pt>
                <c:pt idx="470">
                  <c:v>-94.6227518184509</c:v>
                </c:pt>
                <c:pt idx="471">
                  <c:v>-93.7844291312696</c:v>
                </c:pt>
                <c:pt idx="472">
                  <c:v>-93.0898550713186</c:v>
                </c:pt>
                <c:pt idx="473">
                  <c:v>-93.3375443642824</c:v>
                </c:pt>
                <c:pt idx="474">
                  <c:v>-92.2547742336537</c:v>
                </c:pt>
                <c:pt idx="475">
                  <c:v>-94.603009516754</c:v>
                </c:pt>
                <c:pt idx="476">
                  <c:v>-105.26389054169</c:v>
                </c:pt>
                <c:pt idx="477">
                  <c:v>-99.1226314082489</c:v>
                </c:pt>
                <c:pt idx="478">
                  <c:v>-100.54692142535</c:v>
                </c:pt>
                <c:pt idx="479">
                  <c:v>-99.0679396635005</c:v>
                </c:pt>
                <c:pt idx="480">
                  <c:v>-100.806920477193</c:v>
                </c:pt>
                <c:pt idx="481">
                  <c:v>-99.475583737083</c:v>
                </c:pt>
                <c:pt idx="482">
                  <c:v>-100.010975142237</c:v>
                </c:pt>
                <c:pt idx="483">
                  <c:v>-100.490724804448</c:v>
                </c:pt>
                <c:pt idx="484">
                  <c:v>-99.9598415698142</c:v>
                </c:pt>
                <c:pt idx="485">
                  <c:v>-100.011875425107</c:v>
                </c:pt>
                <c:pt idx="486">
                  <c:v>-99.4783525835709</c:v>
                </c:pt>
                <c:pt idx="487">
                  <c:v>-100.301400170451</c:v>
                </c:pt>
                <c:pt idx="488">
                  <c:v>-100.175064235137</c:v>
                </c:pt>
                <c:pt idx="489">
                  <c:v>-99.8967950742066</c:v>
                </c:pt>
                <c:pt idx="490">
                  <c:v>-103.552158969988</c:v>
                </c:pt>
                <c:pt idx="491">
                  <c:v>-102.415061254491</c:v>
                </c:pt>
                <c:pt idx="492">
                  <c:v>-103.328663653362</c:v>
                </c:pt>
                <c:pt idx="493">
                  <c:v>-102.331791469061</c:v>
                </c:pt>
                <c:pt idx="494">
                  <c:v>-104.363081358551</c:v>
                </c:pt>
                <c:pt idx="495">
                  <c:v>-106.808600352172</c:v>
                </c:pt>
                <c:pt idx="496">
                  <c:v>-104.440096592546</c:v>
                </c:pt>
                <c:pt idx="497">
                  <c:v>-104.034896569811</c:v>
                </c:pt>
                <c:pt idx="498">
                  <c:v>-105.529031080587</c:v>
                </c:pt>
                <c:pt idx="499">
                  <c:v>-104.33031802795</c:v>
                </c:pt>
                <c:pt idx="500">
                  <c:v>-108.464305361167</c:v>
                </c:pt>
                <c:pt idx="501">
                  <c:v>-109.344701978302</c:v>
                </c:pt>
                <c:pt idx="502">
                  <c:v>-108.132375652483</c:v>
                </c:pt>
                <c:pt idx="503">
                  <c:v>-107.116902420897</c:v>
                </c:pt>
                <c:pt idx="504">
                  <c:v>-109.166135685388</c:v>
                </c:pt>
                <c:pt idx="505">
                  <c:v>-109.500151742721</c:v>
                </c:pt>
                <c:pt idx="506">
                  <c:v>-110.020055039717</c:v>
                </c:pt>
                <c:pt idx="507">
                  <c:v>-110.411809370968</c:v>
                </c:pt>
                <c:pt idx="508">
                  <c:v>-113.400926673016</c:v>
                </c:pt>
                <c:pt idx="509">
                  <c:v>-112.095890067356</c:v>
                </c:pt>
                <c:pt idx="510">
                  <c:v>-114.181116206399</c:v>
                </c:pt>
                <c:pt idx="511">
                  <c:v>-116.137180380048</c:v>
                </c:pt>
                <c:pt idx="512">
                  <c:v>-111.328098539096</c:v>
                </c:pt>
                <c:pt idx="513">
                  <c:v>-111.481557100417</c:v>
                </c:pt>
                <c:pt idx="514">
                  <c:v>-110.458595689893</c:v>
                </c:pt>
                <c:pt idx="515">
                  <c:v>-110.925247749173</c:v>
                </c:pt>
                <c:pt idx="516">
                  <c:v>-111.776005681024</c:v>
                </c:pt>
                <c:pt idx="517">
                  <c:v>-114.027641624738</c:v>
                </c:pt>
                <c:pt idx="518">
                  <c:v>-112.772843573278</c:v>
                </c:pt>
                <c:pt idx="519">
                  <c:v>-112.908102379268</c:v>
                </c:pt>
                <c:pt idx="520">
                  <c:v>-113.184443842436</c:v>
                </c:pt>
                <c:pt idx="521">
                  <c:v>-112.810947701473</c:v>
                </c:pt>
                <c:pt idx="522">
                  <c:v>-112.787779520094</c:v>
                </c:pt>
                <c:pt idx="523">
                  <c:v>-113.52593059929</c:v>
                </c:pt>
                <c:pt idx="524">
                  <c:v>-112.92691236336</c:v>
                </c:pt>
                <c:pt idx="525">
                  <c:v>-115.762413032554</c:v>
                </c:pt>
                <c:pt idx="526">
                  <c:v>-114.602997434339</c:v>
                </c:pt>
                <c:pt idx="527">
                  <c:v>-114.892089631792</c:v>
                </c:pt>
                <c:pt idx="528">
                  <c:v>-113.66374999167</c:v>
                </c:pt>
                <c:pt idx="529">
                  <c:v>-114.451152206543</c:v>
                </c:pt>
                <c:pt idx="530">
                  <c:v>-115.536976188684</c:v>
                </c:pt>
                <c:pt idx="531">
                  <c:v>-116.951408207907</c:v>
                </c:pt>
                <c:pt idx="532">
                  <c:v>-123.446042861881</c:v>
                </c:pt>
                <c:pt idx="533">
                  <c:v>-125.778858295292</c:v>
                </c:pt>
                <c:pt idx="534">
                  <c:v>-128.336830627871</c:v>
                </c:pt>
                <c:pt idx="535">
                  <c:v>-125.738294491503</c:v>
                </c:pt>
                <c:pt idx="536">
                  <c:v>-126.046529101508</c:v>
                </c:pt>
                <c:pt idx="537">
                  <c:v>-131.921067853869</c:v>
                </c:pt>
                <c:pt idx="538">
                  <c:v>-139.316201397719</c:v>
                </c:pt>
                <c:pt idx="539">
                  <c:v>-136.407859751406</c:v>
                </c:pt>
                <c:pt idx="540">
                  <c:v>-135.347996094612</c:v>
                </c:pt>
                <c:pt idx="541">
                  <c:v>-135.112882712607</c:v>
                </c:pt>
                <c:pt idx="542">
                  <c:v>-134.687299418653</c:v>
                </c:pt>
                <c:pt idx="543">
                  <c:v>-133.580347960754</c:v>
                </c:pt>
                <c:pt idx="544">
                  <c:v>-132.677018549468</c:v>
                </c:pt>
                <c:pt idx="545">
                  <c:v>-131.389771838318</c:v>
                </c:pt>
                <c:pt idx="546">
                  <c:v>-133.434120144738</c:v>
                </c:pt>
                <c:pt idx="547">
                  <c:v>-135.031917268153</c:v>
                </c:pt>
                <c:pt idx="548">
                  <c:v>-134.978532805007</c:v>
                </c:pt>
                <c:pt idx="549">
                  <c:v>-133.333059830828</c:v>
                </c:pt>
                <c:pt idx="550">
                  <c:v>-134.059188403892</c:v>
                </c:pt>
                <c:pt idx="551">
                  <c:v>-133.849589214226</c:v>
                </c:pt>
                <c:pt idx="552">
                  <c:v>-132.18632268783</c:v>
                </c:pt>
                <c:pt idx="553">
                  <c:v>-133.41748402584</c:v>
                </c:pt>
                <c:pt idx="554">
                  <c:v>-132.66807387418</c:v>
                </c:pt>
                <c:pt idx="555">
                  <c:v>-140.525014746343</c:v>
                </c:pt>
                <c:pt idx="556">
                  <c:v>-138.709702700601</c:v>
                </c:pt>
                <c:pt idx="557">
                  <c:v>-139.605430974232</c:v>
                </c:pt>
                <c:pt idx="558">
                  <c:v>-140.200973369936</c:v>
                </c:pt>
                <c:pt idx="559">
                  <c:v>-140.158826329523</c:v>
                </c:pt>
                <c:pt idx="560">
                  <c:v>-140.158018804544</c:v>
                </c:pt>
                <c:pt idx="561">
                  <c:v>-140.885175658979</c:v>
                </c:pt>
                <c:pt idx="562">
                  <c:v>-142.57378170737</c:v>
                </c:pt>
                <c:pt idx="563">
                  <c:v>-144.47206035612</c:v>
                </c:pt>
                <c:pt idx="564">
                  <c:v>-143.313131742527</c:v>
                </c:pt>
                <c:pt idx="565">
                  <c:v>-150.233871957393</c:v>
                </c:pt>
                <c:pt idx="566">
                  <c:v>-149.097666434086</c:v>
                </c:pt>
                <c:pt idx="567">
                  <c:v>-147.716683904202</c:v>
                </c:pt>
                <c:pt idx="568">
                  <c:v>-145.032428335274</c:v>
                </c:pt>
                <c:pt idx="569">
                  <c:v>-144.316081102688</c:v>
                </c:pt>
                <c:pt idx="570">
                  <c:v>-141.57573245131</c:v>
                </c:pt>
                <c:pt idx="571">
                  <c:v>-144.849703111672</c:v>
                </c:pt>
                <c:pt idx="572">
                  <c:v>-145.917823423566</c:v>
                </c:pt>
                <c:pt idx="573">
                  <c:v>-144.870960461286</c:v>
                </c:pt>
                <c:pt idx="574">
                  <c:v>-146.062582774157</c:v>
                </c:pt>
                <c:pt idx="575">
                  <c:v>-145.569202171412</c:v>
                </c:pt>
                <c:pt idx="576">
                  <c:v>-144.141383239875</c:v>
                </c:pt>
                <c:pt idx="577">
                  <c:v>-145.569110388718</c:v>
                </c:pt>
                <c:pt idx="578">
                  <c:v>-143.414821293628</c:v>
                </c:pt>
                <c:pt idx="579">
                  <c:v>-143.435063745661</c:v>
                </c:pt>
                <c:pt idx="580">
                  <c:v>-143.866696180758</c:v>
                </c:pt>
                <c:pt idx="581">
                  <c:v>-143.615343518272</c:v>
                </c:pt>
                <c:pt idx="582">
                  <c:v>-143.693368122618</c:v>
                </c:pt>
                <c:pt idx="583">
                  <c:v>-144.419228271685</c:v>
                </c:pt>
                <c:pt idx="584">
                  <c:v>-144.05087332732</c:v>
                </c:pt>
                <c:pt idx="585">
                  <c:v>-143.595346799105</c:v>
                </c:pt>
                <c:pt idx="586">
                  <c:v>-143.132159122046</c:v>
                </c:pt>
                <c:pt idx="587">
                  <c:v>-142.955810891818</c:v>
                </c:pt>
                <c:pt idx="588">
                  <c:v>-143.34886432086</c:v>
                </c:pt>
                <c:pt idx="589">
                  <c:v>-142.921080310234</c:v>
                </c:pt>
                <c:pt idx="590">
                  <c:v>-144.182691075939</c:v>
                </c:pt>
                <c:pt idx="591">
                  <c:v>-143.728306258734</c:v>
                </c:pt>
                <c:pt idx="592">
                  <c:v>-145.454133856819</c:v>
                </c:pt>
                <c:pt idx="593">
                  <c:v>-145.3492151622</c:v>
                </c:pt>
                <c:pt idx="594">
                  <c:v>-145.698102914541</c:v>
                </c:pt>
                <c:pt idx="595">
                  <c:v>-145.878477352831</c:v>
                </c:pt>
                <c:pt idx="596">
                  <c:v>-144.652544834692</c:v>
                </c:pt>
                <c:pt idx="597">
                  <c:v>-139.04796013754</c:v>
                </c:pt>
                <c:pt idx="598">
                  <c:v>-159.337454255377</c:v>
                </c:pt>
                <c:pt idx="599">
                  <c:v>-151.375597963895</c:v>
                </c:pt>
                <c:pt idx="600">
                  <c:v>-151.298271970514</c:v>
                </c:pt>
                <c:pt idx="601">
                  <c:v>-150.947731311325</c:v>
                </c:pt>
                <c:pt idx="602">
                  <c:v>-150.25781897156</c:v>
                </c:pt>
                <c:pt idx="603">
                  <c:v>-149.851293798311</c:v>
                </c:pt>
                <c:pt idx="604">
                  <c:v>-149.964409363733</c:v>
                </c:pt>
                <c:pt idx="605">
                  <c:v>-149.059765535046</c:v>
                </c:pt>
                <c:pt idx="606">
                  <c:v>-150.261123634216</c:v>
                </c:pt>
                <c:pt idx="607">
                  <c:v>-149.454932884625</c:v>
                </c:pt>
                <c:pt idx="608">
                  <c:v>-151.938521348584</c:v>
                </c:pt>
                <c:pt idx="609">
                  <c:v>-153.172319538873</c:v>
                </c:pt>
                <c:pt idx="610">
                  <c:v>-151.945929863363</c:v>
                </c:pt>
                <c:pt idx="611">
                  <c:v>-150.245557951264</c:v>
                </c:pt>
                <c:pt idx="612">
                  <c:v>-151.076166199775</c:v>
                </c:pt>
                <c:pt idx="613">
                  <c:v>-152.861973035664</c:v>
                </c:pt>
                <c:pt idx="614">
                  <c:v>-152.727657171852</c:v>
                </c:pt>
                <c:pt idx="615">
                  <c:v>-151.140192228544</c:v>
                </c:pt>
                <c:pt idx="616">
                  <c:v>-152.951225073164</c:v>
                </c:pt>
                <c:pt idx="617">
                  <c:v>-153.245185089518</c:v>
                </c:pt>
                <c:pt idx="618">
                  <c:v>-153.029262863528</c:v>
                </c:pt>
                <c:pt idx="619">
                  <c:v>-153.587763358696</c:v>
                </c:pt>
                <c:pt idx="620">
                  <c:v>-153.594256694096</c:v>
                </c:pt>
                <c:pt idx="621">
                  <c:v>-153.191215849405</c:v>
                </c:pt>
                <c:pt idx="622">
                  <c:v>-153.189788618492</c:v>
                </c:pt>
                <c:pt idx="623">
                  <c:v>-152.841992289996</c:v>
                </c:pt>
                <c:pt idx="624">
                  <c:v>-153.612115483881</c:v>
                </c:pt>
                <c:pt idx="625">
                  <c:v>-152.859507757477</c:v>
                </c:pt>
                <c:pt idx="626">
                  <c:v>-153.243102411464</c:v>
                </c:pt>
                <c:pt idx="627">
                  <c:v>-152.42255411694</c:v>
                </c:pt>
                <c:pt idx="628">
                  <c:v>-153.10122487949</c:v>
                </c:pt>
                <c:pt idx="629">
                  <c:v>-153.223987809878</c:v>
                </c:pt>
                <c:pt idx="630">
                  <c:v>-154.723723361076</c:v>
                </c:pt>
                <c:pt idx="631">
                  <c:v>-153.311784402544</c:v>
                </c:pt>
                <c:pt idx="632">
                  <c:v>-157.168293106853</c:v>
                </c:pt>
                <c:pt idx="633">
                  <c:v>-158.060067324071</c:v>
                </c:pt>
                <c:pt idx="634">
                  <c:v>-156.182598125598</c:v>
                </c:pt>
                <c:pt idx="635">
                  <c:v>-154.348362372369</c:v>
                </c:pt>
                <c:pt idx="636">
                  <c:v>-154.354239415937</c:v>
                </c:pt>
                <c:pt idx="637">
                  <c:v>-154.043677670902</c:v>
                </c:pt>
                <c:pt idx="638">
                  <c:v>-155.623784207968</c:v>
                </c:pt>
                <c:pt idx="639">
                  <c:v>-155.122418135047</c:v>
                </c:pt>
                <c:pt idx="640">
                  <c:v>-154.383353603034</c:v>
                </c:pt>
                <c:pt idx="641">
                  <c:v>-153.039514614638</c:v>
                </c:pt>
                <c:pt idx="642">
                  <c:v>-153.215994987072</c:v>
                </c:pt>
                <c:pt idx="643">
                  <c:v>-152.87795049315</c:v>
                </c:pt>
                <c:pt idx="644">
                  <c:v>-156.614385308515</c:v>
                </c:pt>
                <c:pt idx="645">
                  <c:v>-156.412782174248</c:v>
                </c:pt>
                <c:pt idx="646">
                  <c:v>-155.757516466489</c:v>
                </c:pt>
                <c:pt idx="647">
                  <c:v>-155.947426201432</c:v>
                </c:pt>
                <c:pt idx="648">
                  <c:v>-157.16988935882</c:v>
                </c:pt>
                <c:pt idx="649">
                  <c:v>-156.013063853842</c:v>
                </c:pt>
                <c:pt idx="650">
                  <c:v>-156.056688211819</c:v>
                </c:pt>
                <c:pt idx="651">
                  <c:v>-156.521056819131</c:v>
                </c:pt>
                <c:pt idx="652">
                  <c:v>-156.977872575738</c:v>
                </c:pt>
                <c:pt idx="653">
                  <c:v>-157.347811256647</c:v>
                </c:pt>
                <c:pt idx="654">
                  <c:v>-158.799267151967</c:v>
                </c:pt>
                <c:pt idx="655">
                  <c:v>-160.01672999151</c:v>
                </c:pt>
                <c:pt idx="656">
                  <c:v>-160.40204381824</c:v>
                </c:pt>
                <c:pt idx="657">
                  <c:v>-158.178456499333</c:v>
                </c:pt>
                <c:pt idx="658">
                  <c:v>-157.93780214342</c:v>
                </c:pt>
                <c:pt idx="659">
                  <c:v>-157.907978824925</c:v>
                </c:pt>
                <c:pt idx="660">
                  <c:v>-156.415849354668</c:v>
                </c:pt>
                <c:pt idx="661">
                  <c:v>-155.027776089785</c:v>
                </c:pt>
                <c:pt idx="662">
                  <c:v>-156.890251397014</c:v>
                </c:pt>
                <c:pt idx="663">
                  <c:v>-160.729807514681</c:v>
                </c:pt>
                <c:pt idx="664">
                  <c:v>-161.469275865546</c:v>
                </c:pt>
                <c:pt idx="665">
                  <c:v>-161.23780506737</c:v>
                </c:pt>
                <c:pt idx="666">
                  <c:v>-160.884727402007</c:v>
                </c:pt>
                <c:pt idx="667">
                  <c:v>-161.890258317528</c:v>
                </c:pt>
                <c:pt idx="668">
                  <c:v>-163.131545319807</c:v>
                </c:pt>
                <c:pt idx="669">
                  <c:v>-162.923938581627</c:v>
                </c:pt>
                <c:pt idx="670">
                  <c:v>-163.776296254257</c:v>
                </c:pt>
                <c:pt idx="671">
                  <c:v>-162.941537708717</c:v>
                </c:pt>
                <c:pt idx="672">
                  <c:v>-164.425938701501</c:v>
                </c:pt>
                <c:pt idx="673">
                  <c:v>-165.56201163469</c:v>
                </c:pt>
                <c:pt idx="674">
                  <c:v>-166.590409792552</c:v>
                </c:pt>
                <c:pt idx="675">
                  <c:v>-166.426329881513</c:v>
                </c:pt>
                <c:pt idx="676">
                  <c:v>-166.445956238977</c:v>
                </c:pt>
                <c:pt idx="677">
                  <c:v>-165.869467322339</c:v>
                </c:pt>
                <c:pt idx="678">
                  <c:v>-166.751262294693</c:v>
                </c:pt>
                <c:pt idx="679">
                  <c:v>-165.020488582161</c:v>
                </c:pt>
                <c:pt idx="680">
                  <c:v>-164.631772436204</c:v>
                </c:pt>
                <c:pt idx="681">
                  <c:v>-164.641317971072</c:v>
                </c:pt>
                <c:pt idx="682">
                  <c:v>-167.527157457343</c:v>
                </c:pt>
                <c:pt idx="683">
                  <c:v>-170.057555256045</c:v>
                </c:pt>
                <c:pt idx="684">
                  <c:v>-170.302878096359</c:v>
                </c:pt>
                <c:pt idx="685">
                  <c:v>-173.203532883534</c:v>
                </c:pt>
                <c:pt idx="686">
                  <c:v>-172.803136960763</c:v>
                </c:pt>
                <c:pt idx="687">
                  <c:v>-171.387268619791</c:v>
                </c:pt>
                <c:pt idx="688">
                  <c:v>-170.891136367818</c:v>
                </c:pt>
                <c:pt idx="689">
                  <c:v>-173.734030386221</c:v>
                </c:pt>
                <c:pt idx="690">
                  <c:v>-175.354886045129</c:v>
                </c:pt>
                <c:pt idx="691">
                  <c:v>-171.810247864542</c:v>
                </c:pt>
                <c:pt idx="692">
                  <c:v>-170.746360062182</c:v>
                </c:pt>
                <c:pt idx="693">
                  <c:v>-172.739568605651</c:v>
                </c:pt>
                <c:pt idx="694">
                  <c:v>-172.115865278122</c:v>
                </c:pt>
                <c:pt idx="695">
                  <c:v>-172.94563428717</c:v>
                </c:pt>
                <c:pt idx="696">
                  <c:v>-170.736343594472</c:v>
                </c:pt>
                <c:pt idx="697">
                  <c:v>-174.862409153031</c:v>
                </c:pt>
                <c:pt idx="698">
                  <c:v>-176.20892674927</c:v>
                </c:pt>
                <c:pt idx="699">
                  <c:v>-171.434902368215</c:v>
                </c:pt>
                <c:pt idx="700">
                  <c:v>-172.38077429923</c:v>
                </c:pt>
                <c:pt idx="701">
                  <c:v>-172.608785783873</c:v>
                </c:pt>
                <c:pt idx="702">
                  <c:v>-173.04906205206</c:v>
                </c:pt>
                <c:pt idx="703">
                  <c:v>-173.060178909711</c:v>
                </c:pt>
                <c:pt idx="704">
                  <c:v>-172.548672598461</c:v>
                </c:pt>
                <c:pt idx="705">
                  <c:v>-172.653277767371</c:v>
                </c:pt>
                <c:pt idx="706">
                  <c:v>-172.761769883792</c:v>
                </c:pt>
                <c:pt idx="707">
                  <c:v>-172.905203877246</c:v>
                </c:pt>
                <c:pt idx="708">
                  <c:v>-173.776585913331</c:v>
                </c:pt>
                <c:pt idx="709">
                  <c:v>-173.055223723572</c:v>
                </c:pt>
                <c:pt idx="710">
                  <c:v>-173.554216064971</c:v>
                </c:pt>
                <c:pt idx="711">
                  <c:v>-173.433486133963</c:v>
                </c:pt>
                <c:pt idx="712">
                  <c:v>-172.620010475604</c:v>
                </c:pt>
                <c:pt idx="713">
                  <c:v>-172.610407029771</c:v>
                </c:pt>
                <c:pt idx="714">
                  <c:v>-172.285517999303</c:v>
                </c:pt>
                <c:pt idx="715">
                  <c:v>-170.147075225642</c:v>
                </c:pt>
                <c:pt idx="716">
                  <c:v>-168.573666538054</c:v>
                </c:pt>
                <c:pt idx="717">
                  <c:v>-168.155174003905</c:v>
                </c:pt>
                <c:pt idx="718">
                  <c:v>-168.509241477892</c:v>
                </c:pt>
                <c:pt idx="719">
                  <c:v>-167.816235119777</c:v>
                </c:pt>
                <c:pt idx="720">
                  <c:v>-166.638121915549</c:v>
                </c:pt>
                <c:pt idx="721">
                  <c:v>-167.324296347478</c:v>
                </c:pt>
                <c:pt idx="722">
                  <c:v>-168.467975826721</c:v>
                </c:pt>
                <c:pt idx="723">
                  <c:v>-167.761450742248</c:v>
                </c:pt>
                <c:pt idx="724">
                  <c:v>-167.323170197711</c:v>
                </c:pt>
                <c:pt idx="725">
                  <c:v>-167.837089304419</c:v>
                </c:pt>
                <c:pt idx="726">
                  <c:v>-169.071028441187</c:v>
                </c:pt>
                <c:pt idx="727">
                  <c:v>-168.513861840154</c:v>
                </c:pt>
                <c:pt idx="728">
                  <c:v>-168.181109969606</c:v>
                </c:pt>
                <c:pt idx="729">
                  <c:v>-168.70251335378</c:v>
                </c:pt>
                <c:pt idx="730">
                  <c:v>-168.522012271432</c:v>
                </c:pt>
                <c:pt idx="731">
                  <c:v>-167.386062921014</c:v>
                </c:pt>
                <c:pt idx="732">
                  <c:v>-167.021288172928</c:v>
                </c:pt>
                <c:pt idx="733">
                  <c:v>-167.421713728036</c:v>
                </c:pt>
                <c:pt idx="734">
                  <c:v>-166.641579418646</c:v>
                </c:pt>
                <c:pt idx="735">
                  <c:v>-165.968057767024</c:v>
                </c:pt>
                <c:pt idx="736">
                  <c:v>-165.248211682929</c:v>
                </c:pt>
                <c:pt idx="737">
                  <c:v>-165.27816603129</c:v>
                </c:pt>
                <c:pt idx="738">
                  <c:v>-165.02974075123</c:v>
                </c:pt>
                <c:pt idx="739">
                  <c:v>-166.80452834498</c:v>
                </c:pt>
                <c:pt idx="740">
                  <c:v>-166.342313230696</c:v>
                </c:pt>
                <c:pt idx="741">
                  <c:v>-163.518776392281</c:v>
                </c:pt>
                <c:pt idx="742">
                  <c:v>-163.314599808758</c:v>
                </c:pt>
                <c:pt idx="743">
                  <c:v>-157.115951996109</c:v>
                </c:pt>
                <c:pt idx="744">
                  <c:v>-170.624868474014</c:v>
                </c:pt>
                <c:pt idx="745">
                  <c:v>-163.93834741082</c:v>
                </c:pt>
                <c:pt idx="746">
                  <c:v>-166.473100300285</c:v>
                </c:pt>
                <c:pt idx="747">
                  <c:v>-166.507555399178</c:v>
                </c:pt>
                <c:pt idx="748">
                  <c:v>-165.86434216284</c:v>
                </c:pt>
                <c:pt idx="749">
                  <c:v>-163.47964516589</c:v>
                </c:pt>
                <c:pt idx="750">
                  <c:v>-163.190024868905</c:v>
                </c:pt>
                <c:pt idx="751">
                  <c:v>-163.379064566342</c:v>
                </c:pt>
                <c:pt idx="752">
                  <c:v>-164.10814937332</c:v>
                </c:pt>
                <c:pt idx="753">
                  <c:v>-164.567357022604</c:v>
                </c:pt>
                <c:pt idx="754">
                  <c:v>-165.372502348074</c:v>
                </c:pt>
                <c:pt idx="755">
                  <c:v>-164.665702727901</c:v>
                </c:pt>
                <c:pt idx="756">
                  <c:v>-164.77651476873</c:v>
                </c:pt>
                <c:pt idx="757">
                  <c:v>-164.461400023463</c:v>
                </c:pt>
                <c:pt idx="758">
                  <c:v>-164.405505298823</c:v>
                </c:pt>
                <c:pt idx="759">
                  <c:v>-163.972111758255</c:v>
                </c:pt>
                <c:pt idx="760">
                  <c:v>-164.164327939931</c:v>
                </c:pt>
                <c:pt idx="761">
                  <c:v>-164.431786114324</c:v>
                </c:pt>
                <c:pt idx="762">
                  <c:v>-166.707674617196</c:v>
                </c:pt>
                <c:pt idx="763">
                  <c:v>-167.002345032962</c:v>
                </c:pt>
                <c:pt idx="764">
                  <c:v>-166.649971110261</c:v>
                </c:pt>
                <c:pt idx="765">
                  <c:v>-166.980275756926</c:v>
                </c:pt>
                <c:pt idx="766">
                  <c:v>-167.244430748266</c:v>
                </c:pt>
                <c:pt idx="767">
                  <c:v>-167.044597764995</c:v>
                </c:pt>
                <c:pt idx="768">
                  <c:v>-168.037375354472</c:v>
                </c:pt>
                <c:pt idx="769">
                  <c:v>-168.159738950794</c:v>
                </c:pt>
                <c:pt idx="770">
                  <c:v>-167.183373321552</c:v>
                </c:pt>
                <c:pt idx="771">
                  <c:v>-167.013766552426</c:v>
                </c:pt>
                <c:pt idx="772">
                  <c:v>-167.397270489946</c:v>
                </c:pt>
                <c:pt idx="773">
                  <c:v>-167.543626694539</c:v>
                </c:pt>
                <c:pt idx="774">
                  <c:v>-167.457042565496</c:v>
                </c:pt>
                <c:pt idx="775">
                  <c:v>-169.591522214478</c:v>
                </c:pt>
                <c:pt idx="776">
                  <c:v>-170.243271957856</c:v>
                </c:pt>
                <c:pt idx="777">
                  <c:v>-170.641920975967</c:v>
                </c:pt>
                <c:pt idx="778">
                  <c:v>-173.180908386278</c:v>
                </c:pt>
                <c:pt idx="779">
                  <c:v>-171.514182032343</c:v>
                </c:pt>
                <c:pt idx="780">
                  <c:v>-172.61210259123</c:v>
                </c:pt>
                <c:pt idx="781">
                  <c:v>-172.938129955376</c:v>
                </c:pt>
                <c:pt idx="782">
                  <c:v>-175.431876211297</c:v>
                </c:pt>
                <c:pt idx="783">
                  <c:v>-175.193699617617</c:v>
                </c:pt>
                <c:pt idx="784">
                  <c:v>-175.423374524364</c:v>
                </c:pt>
                <c:pt idx="785">
                  <c:v>-174.95580729982</c:v>
                </c:pt>
                <c:pt idx="786">
                  <c:v>-174.852336806177</c:v>
                </c:pt>
                <c:pt idx="787">
                  <c:v>-173.649190264982</c:v>
                </c:pt>
                <c:pt idx="788">
                  <c:v>-173.664301014945</c:v>
                </c:pt>
                <c:pt idx="789">
                  <c:v>-173.832908980532</c:v>
                </c:pt>
                <c:pt idx="790">
                  <c:v>-174.079509974641</c:v>
                </c:pt>
                <c:pt idx="791">
                  <c:v>-174.319680091446</c:v>
                </c:pt>
                <c:pt idx="792">
                  <c:v>-173.804083820205</c:v>
                </c:pt>
                <c:pt idx="793">
                  <c:v>-174.073603430212</c:v>
                </c:pt>
                <c:pt idx="794">
                  <c:v>-173.686461926607</c:v>
                </c:pt>
                <c:pt idx="795">
                  <c:v>-173.766142623007</c:v>
                </c:pt>
                <c:pt idx="796">
                  <c:v>-174.838076279696</c:v>
                </c:pt>
                <c:pt idx="797">
                  <c:v>-174.298756306747</c:v>
                </c:pt>
                <c:pt idx="798">
                  <c:v>-172.44272459643</c:v>
                </c:pt>
                <c:pt idx="799">
                  <c:v>-170.680484067238</c:v>
                </c:pt>
                <c:pt idx="800">
                  <c:v>-169.847088895363</c:v>
                </c:pt>
                <c:pt idx="801">
                  <c:v>-169.072092998105</c:v>
                </c:pt>
                <c:pt idx="802">
                  <c:v>-168.583007807521</c:v>
                </c:pt>
                <c:pt idx="803">
                  <c:v>-169.055097169533</c:v>
                </c:pt>
                <c:pt idx="804">
                  <c:v>-169.323140529661</c:v>
                </c:pt>
                <c:pt idx="805">
                  <c:v>-168.493833659467</c:v>
                </c:pt>
                <c:pt idx="806">
                  <c:v>-170.66273352005</c:v>
                </c:pt>
                <c:pt idx="807">
                  <c:v>-171.263376485526</c:v>
                </c:pt>
                <c:pt idx="808">
                  <c:v>-172.146953852274</c:v>
                </c:pt>
                <c:pt idx="809">
                  <c:v>-172.841819901493</c:v>
                </c:pt>
                <c:pt idx="810">
                  <c:v>-172.560316627605</c:v>
                </c:pt>
                <c:pt idx="811">
                  <c:v>-171.732178347398</c:v>
                </c:pt>
                <c:pt idx="812">
                  <c:v>-170.546520103173</c:v>
                </c:pt>
                <c:pt idx="813">
                  <c:v>-169.508291547198</c:v>
                </c:pt>
                <c:pt idx="814">
                  <c:v>-169.012488259383</c:v>
                </c:pt>
                <c:pt idx="815">
                  <c:v>-169.203900886355</c:v>
                </c:pt>
                <c:pt idx="816">
                  <c:v>-170.390353796449</c:v>
                </c:pt>
                <c:pt idx="817">
                  <c:v>-172.039419439547</c:v>
                </c:pt>
                <c:pt idx="818">
                  <c:v>-172.085946532862</c:v>
                </c:pt>
                <c:pt idx="819">
                  <c:v>-174.583442271467</c:v>
                </c:pt>
                <c:pt idx="820">
                  <c:v>-173.309615858104</c:v>
                </c:pt>
                <c:pt idx="821">
                  <c:v>-173.444455019386</c:v>
                </c:pt>
                <c:pt idx="822">
                  <c:v>-175.208742115989</c:v>
                </c:pt>
                <c:pt idx="823">
                  <c:v>-176.269633721598</c:v>
                </c:pt>
                <c:pt idx="824">
                  <c:v>-175.910357691512</c:v>
                </c:pt>
                <c:pt idx="825">
                  <c:v>-175.233300145851</c:v>
                </c:pt>
                <c:pt idx="826">
                  <c:v>-176.771002216122</c:v>
                </c:pt>
                <c:pt idx="827">
                  <c:v>-177.859953891668</c:v>
                </c:pt>
                <c:pt idx="828">
                  <c:v>-178.647552748392</c:v>
                </c:pt>
                <c:pt idx="829">
                  <c:v>-177.905376798595</c:v>
                </c:pt>
                <c:pt idx="830">
                  <c:v>-178.167729453586</c:v>
                </c:pt>
                <c:pt idx="831">
                  <c:v>-178.199782743908</c:v>
                </c:pt>
                <c:pt idx="832">
                  <c:v>-179.679977506595</c:v>
                </c:pt>
                <c:pt idx="833">
                  <c:v>-179.287955789067</c:v>
                </c:pt>
                <c:pt idx="834">
                  <c:v>-177.674992446108</c:v>
                </c:pt>
                <c:pt idx="835">
                  <c:v>-177.786413165655</c:v>
                </c:pt>
                <c:pt idx="836">
                  <c:v>-178.557868262814</c:v>
                </c:pt>
                <c:pt idx="837">
                  <c:v>-180.026163530929</c:v>
                </c:pt>
                <c:pt idx="838">
                  <c:v>-179.751644291024</c:v>
                </c:pt>
                <c:pt idx="839">
                  <c:v>-178.630123530015</c:v>
                </c:pt>
                <c:pt idx="840">
                  <c:v>-178.200137606242</c:v>
                </c:pt>
                <c:pt idx="841">
                  <c:v>-176.583373547797</c:v>
                </c:pt>
                <c:pt idx="842">
                  <c:v>-177.384780775505</c:v>
                </c:pt>
                <c:pt idx="843">
                  <c:v>-176.448258450278</c:v>
                </c:pt>
                <c:pt idx="844">
                  <c:v>-176.521558230628</c:v>
                </c:pt>
                <c:pt idx="845">
                  <c:v>-177.298947291438</c:v>
                </c:pt>
                <c:pt idx="846">
                  <c:v>-177.317396465746</c:v>
                </c:pt>
                <c:pt idx="847">
                  <c:v>-178.200466811504</c:v>
                </c:pt>
                <c:pt idx="848">
                  <c:v>-179.283846235872</c:v>
                </c:pt>
                <c:pt idx="849">
                  <c:v>-178.046806462575</c:v>
                </c:pt>
                <c:pt idx="850">
                  <c:v>-178.248528833121</c:v>
                </c:pt>
                <c:pt idx="851">
                  <c:v>-178.33736506005</c:v>
                </c:pt>
                <c:pt idx="852">
                  <c:v>-178.154263629274</c:v>
                </c:pt>
                <c:pt idx="853">
                  <c:v>-176.800331560821</c:v>
                </c:pt>
                <c:pt idx="854">
                  <c:v>-176.14504154682</c:v>
                </c:pt>
                <c:pt idx="855">
                  <c:v>-178.110665871973</c:v>
                </c:pt>
                <c:pt idx="856">
                  <c:v>-178.856955120779</c:v>
                </c:pt>
                <c:pt idx="857">
                  <c:v>-180.232731430062</c:v>
                </c:pt>
                <c:pt idx="858">
                  <c:v>-178.803680806383</c:v>
                </c:pt>
                <c:pt idx="859">
                  <c:v>-177.905808378459</c:v>
                </c:pt>
                <c:pt idx="860">
                  <c:v>-179.324458543494</c:v>
                </c:pt>
                <c:pt idx="861">
                  <c:v>-176.716691847383</c:v>
                </c:pt>
                <c:pt idx="862">
                  <c:v>-178.641736860519</c:v>
                </c:pt>
                <c:pt idx="863">
                  <c:v>-177.623142709622</c:v>
                </c:pt>
                <c:pt idx="864">
                  <c:v>-179.119770554067</c:v>
                </c:pt>
                <c:pt idx="865">
                  <c:v>-180.377971056644</c:v>
                </c:pt>
                <c:pt idx="866">
                  <c:v>-184.285347724995</c:v>
                </c:pt>
                <c:pt idx="867">
                  <c:v>-183.623347096512</c:v>
                </c:pt>
                <c:pt idx="868">
                  <c:v>-183.903917300097</c:v>
                </c:pt>
                <c:pt idx="869">
                  <c:v>-183.006087835665</c:v>
                </c:pt>
                <c:pt idx="870">
                  <c:v>-183.438984421462</c:v>
                </c:pt>
                <c:pt idx="871">
                  <c:v>-183.331389917904</c:v>
                </c:pt>
                <c:pt idx="872">
                  <c:v>-184.836106857113</c:v>
                </c:pt>
                <c:pt idx="873">
                  <c:v>-187.082555468941</c:v>
                </c:pt>
                <c:pt idx="874">
                  <c:v>-186.428185563032</c:v>
                </c:pt>
                <c:pt idx="875">
                  <c:v>-188.197806111975</c:v>
                </c:pt>
                <c:pt idx="876">
                  <c:v>-187.279948116495</c:v>
                </c:pt>
                <c:pt idx="877">
                  <c:v>-187.474984841444</c:v>
                </c:pt>
                <c:pt idx="878">
                  <c:v>-187.339409176538</c:v>
                </c:pt>
                <c:pt idx="879">
                  <c:v>-189.032869498904</c:v>
                </c:pt>
                <c:pt idx="880">
                  <c:v>-191.318289609249</c:v>
                </c:pt>
                <c:pt idx="881">
                  <c:v>-191.068879042759</c:v>
                </c:pt>
                <c:pt idx="882">
                  <c:v>-196.312430329842</c:v>
                </c:pt>
                <c:pt idx="883">
                  <c:v>-194.029905684259</c:v>
                </c:pt>
                <c:pt idx="884">
                  <c:v>-194.490611334641</c:v>
                </c:pt>
                <c:pt idx="885">
                  <c:v>-196.448234638164</c:v>
                </c:pt>
                <c:pt idx="886">
                  <c:v>-197.730947310672</c:v>
                </c:pt>
                <c:pt idx="887">
                  <c:v>-198.376067622487</c:v>
                </c:pt>
                <c:pt idx="888">
                  <c:v>-199.464637425332</c:v>
                </c:pt>
                <c:pt idx="889">
                  <c:v>-199.266420995367</c:v>
                </c:pt>
                <c:pt idx="890">
                  <c:v>-200.705963325634</c:v>
                </c:pt>
                <c:pt idx="891">
                  <c:v>-200.116260437054</c:v>
                </c:pt>
                <c:pt idx="892">
                  <c:v>-200.884595744444</c:v>
                </c:pt>
                <c:pt idx="893">
                  <c:v>-201.976416458648</c:v>
                </c:pt>
                <c:pt idx="894">
                  <c:v>-199.370637750271</c:v>
                </c:pt>
                <c:pt idx="895">
                  <c:v>-197.65833965777</c:v>
                </c:pt>
                <c:pt idx="896">
                  <c:v>-196.331977386414</c:v>
                </c:pt>
                <c:pt idx="897">
                  <c:v>-195.051109835409</c:v>
                </c:pt>
                <c:pt idx="898">
                  <c:v>-192.357096296711</c:v>
                </c:pt>
                <c:pt idx="899">
                  <c:v>-193.700114500833</c:v>
                </c:pt>
                <c:pt idx="900">
                  <c:v>-194.446261245898</c:v>
                </c:pt>
                <c:pt idx="901">
                  <c:v>-197.264126814127</c:v>
                </c:pt>
                <c:pt idx="902">
                  <c:v>-198.145803923363</c:v>
                </c:pt>
                <c:pt idx="903">
                  <c:v>-195.964493419821</c:v>
                </c:pt>
                <c:pt idx="904">
                  <c:v>-196.116130756555</c:v>
                </c:pt>
                <c:pt idx="905">
                  <c:v>-197.92823538634</c:v>
                </c:pt>
                <c:pt idx="906">
                  <c:v>-199.139227435797</c:v>
                </c:pt>
                <c:pt idx="907">
                  <c:v>-199.690962882943</c:v>
                </c:pt>
                <c:pt idx="908">
                  <c:v>-199.042414735728</c:v>
                </c:pt>
                <c:pt idx="909">
                  <c:v>-199.091396731709</c:v>
                </c:pt>
                <c:pt idx="910">
                  <c:v>-199.847750017782</c:v>
                </c:pt>
                <c:pt idx="911">
                  <c:v>-201.122340356162</c:v>
                </c:pt>
                <c:pt idx="912">
                  <c:v>-200.458906827359</c:v>
                </c:pt>
                <c:pt idx="913">
                  <c:v>-201.430317102573</c:v>
                </c:pt>
                <c:pt idx="914">
                  <c:v>-202.654140145549</c:v>
                </c:pt>
                <c:pt idx="915">
                  <c:v>-203.177692929716</c:v>
                </c:pt>
                <c:pt idx="916">
                  <c:v>-204.331736657622</c:v>
                </c:pt>
                <c:pt idx="917">
                  <c:v>-198.344407242309</c:v>
                </c:pt>
                <c:pt idx="918">
                  <c:v>-198.033489045591</c:v>
                </c:pt>
                <c:pt idx="919">
                  <c:v>-197.342159398241</c:v>
                </c:pt>
                <c:pt idx="920">
                  <c:v>-196.733431798163</c:v>
                </c:pt>
                <c:pt idx="921">
                  <c:v>-198.165368890211</c:v>
                </c:pt>
                <c:pt idx="922">
                  <c:v>-200.499573896689</c:v>
                </c:pt>
                <c:pt idx="923">
                  <c:v>-200.366365227821</c:v>
                </c:pt>
                <c:pt idx="924">
                  <c:v>-201.752810144104</c:v>
                </c:pt>
                <c:pt idx="925">
                  <c:v>-206.203342187232</c:v>
                </c:pt>
                <c:pt idx="926">
                  <c:v>-206.775252085258</c:v>
                </c:pt>
                <c:pt idx="927">
                  <c:v>-207.702904344188</c:v>
                </c:pt>
                <c:pt idx="928">
                  <c:v>-206.653088353183</c:v>
                </c:pt>
                <c:pt idx="929">
                  <c:v>-204.884877210181</c:v>
                </c:pt>
                <c:pt idx="930">
                  <c:v>-203.933096743427</c:v>
                </c:pt>
                <c:pt idx="931">
                  <c:v>-203.240396676186</c:v>
                </c:pt>
                <c:pt idx="932">
                  <c:v>-202.669302057509</c:v>
                </c:pt>
                <c:pt idx="933">
                  <c:v>-202.440660435456</c:v>
                </c:pt>
                <c:pt idx="934">
                  <c:v>-202.940092317143</c:v>
                </c:pt>
                <c:pt idx="935">
                  <c:v>-202.99001177671</c:v>
                </c:pt>
                <c:pt idx="936">
                  <c:v>-202.333656214159</c:v>
                </c:pt>
                <c:pt idx="937">
                  <c:v>-201.409066687644</c:v>
                </c:pt>
                <c:pt idx="938">
                  <c:v>-202.162805483766</c:v>
                </c:pt>
                <c:pt idx="939">
                  <c:v>-202.975233248703</c:v>
                </c:pt>
                <c:pt idx="940">
                  <c:v>-203.262072602638</c:v>
                </c:pt>
                <c:pt idx="941">
                  <c:v>-205.702897039544</c:v>
                </c:pt>
                <c:pt idx="942">
                  <c:v>-205.019328916217</c:v>
                </c:pt>
                <c:pt idx="943">
                  <c:v>-206.677861178969</c:v>
                </c:pt>
                <c:pt idx="944">
                  <c:v>-205.737425140012</c:v>
                </c:pt>
                <c:pt idx="945">
                  <c:v>-208.217282587711</c:v>
                </c:pt>
                <c:pt idx="946">
                  <c:v>-207.90638606944</c:v>
                </c:pt>
                <c:pt idx="947">
                  <c:v>-207.470734029443</c:v>
                </c:pt>
                <c:pt idx="948">
                  <c:v>-207.03906831891</c:v>
                </c:pt>
                <c:pt idx="949">
                  <c:v>-207.872882610553</c:v>
                </c:pt>
                <c:pt idx="950">
                  <c:v>-207.87963805673</c:v>
                </c:pt>
                <c:pt idx="951">
                  <c:v>-208.71429544124</c:v>
                </c:pt>
                <c:pt idx="952">
                  <c:v>-209.003817041861</c:v>
                </c:pt>
                <c:pt idx="953">
                  <c:v>-208.918607938394</c:v>
                </c:pt>
                <c:pt idx="954">
                  <c:v>-209.632734453721</c:v>
                </c:pt>
                <c:pt idx="955">
                  <c:v>-209.156403802486</c:v>
                </c:pt>
                <c:pt idx="956">
                  <c:v>-210.561326048729</c:v>
                </c:pt>
                <c:pt idx="957">
                  <c:v>-211.965541413693</c:v>
                </c:pt>
                <c:pt idx="958">
                  <c:v>-215.858956774987</c:v>
                </c:pt>
                <c:pt idx="959">
                  <c:v>-215.083770516896</c:v>
                </c:pt>
                <c:pt idx="960">
                  <c:v>-216.13647346554</c:v>
                </c:pt>
                <c:pt idx="961">
                  <c:v>-216.403293701231</c:v>
                </c:pt>
                <c:pt idx="962">
                  <c:v>-216.342235620738</c:v>
                </c:pt>
                <c:pt idx="963">
                  <c:v>-216.645661101878</c:v>
                </c:pt>
                <c:pt idx="964">
                  <c:v>-220.029193215831</c:v>
                </c:pt>
                <c:pt idx="965">
                  <c:v>-221.842398651822</c:v>
                </c:pt>
                <c:pt idx="966">
                  <c:v>-222.214429116048</c:v>
                </c:pt>
                <c:pt idx="967">
                  <c:v>-222.201240709483</c:v>
                </c:pt>
                <c:pt idx="968">
                  <c:v>-222.484469848897</c:v>
                </c:pt>
                <c:pt idx="969">
                  <c:v>-223.735989840424</c:v>
                </c:pt>
                <c:pt idx="970">
                  <c:v>-222.031360980516</c:v>
                </c:pt>
                <c:pt idx="971">
                  <c:v>-221.62640904182</c:v>
                </c:pt>
                <c:pt idx="972">
                  <c:v>-220.764327255339</c:v>
                </c:pt>
                <c:pt idx="973">
                  <c:v>-221.79025279839</c:v>
                </c:pt>
                <c:pt idx="974">
                  <c:v>-221.995420021426</c:v>
                </c:pt>
                <c:pt idx="975">
                  <c:v>-221.182024992054</c:v>
                </c:pt>
                <c:pt idx="976">
                  <c:v>-219.864085633399</c:v>
                </c:pt>
                <c:pt idx="977">
                  <c:v>-220.757045521472</c:v>
                </c:pt>
                <c:pt idx="978">
                  <c:v>-220.503339867952</c:v>
                </c:pt>
                <c:pt idx="979">
                  <c:v>-223.226288645384</c:v>
                </c:pt>
                <c:pt idx="980">
                  <c:v>-223.960195689947</c:v>
                </c:pt>
                <c:pt idx="981">
                  <c:v>-231.39460004643</c:v>
                </c:pt>
                <c:pt idx="982">
                  <c:v>-226.505808953979</c:v>
                </c:pt>
                <c:pt idx="983">
                  <c:v>-227.104221809549</c:v>
                </c:pt>
                <c:pt idx="984">
                  <c:v>-227.657293592465</c:v>
                </c:pt>
                <c:pt idx="985">
                  <c:v>-227.355227883486</c:v>
                </c:pt>
                <c:pt idx="986">
                  <c:v>-226.033167683524</c:v>
                </c:pt>
                <c:pt idx="987">
                  <c:v>-226.938743777315</c:v>
                </c:pt>
                <c:pt idx="988">
                  <c:v>-232.888788561366</c:v>
                </c:pt>
                <c:pt idx="989">
                  <c:v>-236.575339451897</c:v>
                </c:pt>
                <c:pt idx="990">
                  <c:v>-234.716090058</c:v>
                </c:pt>
                <c:pt idx="991">
                  <c:v>-237.668851948977</c:v>
                </c:pt>
                <c:pt idx="992">
                  <c:v>-236.087856248512</c:v>
                </c:pt>
                <c:pt idx="993">
                  <c:v>-235.151830877634</c:v>
                </c:pt>
                <c:pt idx="994">
                  <c:v>-232.811933903051</c:v>
                </c:pt>
                <c:pt idx="995">
                  <c:v>-232.633234007441</c:v>
                </c:pt>
                <c:pt idx="996">
                  <c:v>-235.903724907479</c:v>
                </c:pt>
                <c:pt idx="997">
                  <c:v>-238.26306640736</c:v>
                </c:pt>
                <c:pt idx="998">
                  <c:v>-243.031455329497</c:v>
                </c:pt>
                <c:pt idx="999">
                  <c:v>-244.152376644499</c:v>
                </c:pt>
                <c:pt idx="1000">
                  <c:v>-254.172910144055</c:v>
                </c:pt>
                <c:pt idx="1001">
                  <c:v>-253.559026419907</c:v>
                </c:pt>
                <c:pt idx="1002">
                  <c:v>-244.405687318729</c:v>
                </c:pt>
                <c:pt idx="1003">
                  <c:v>-244.911389975397</c:v>
                </c:pt>
                <c:pt idx="1004">
                  <c:v>-251.960467279521</c:v>
                </c:pt>
                <c:pt idx="1005">
                  <c:v>-249.082725897409</c:v>
                </c:pt>
                <c:pt idx="1006">
                  <c:v>-247.696304841337</c:v>
                </c:pt>
                <c:pt idx="1007">
                  <c:v>-248.438837750297</c:v>
                </c:pt>
                <c:pt idx="1008">
                  <c:v>-248.397827388852</c:v>
                </c:pt>
                <c:pt idx="1009">
                  <c:v>-249.310766341139</c:v>
                </c:pt>
                <c:pt idx="1010">
                  <c:v>-249.275308311742</c:v>
                </c:pt>
                <c:pt idx="1011">
                  <c:v>-248.103292875247</c:v>
                </c:pt>
                <c:pt idx="1012">
                  <c:v>-250.617063186585</c:v>
                </c:pt>
                <c:pt idx="1013">
                  <c:v>-247.917458512041</c:v>
                </c:pt>
                <c:pt idx="1014">
                  <c:v>-247.750284690336</c:v>
                </c:pt>
                <c:pt idx="1015">
                  <c:v>-247.00674471426</c:v>
                </c:pt>
                <c:pt idx="1016">
                  <c:v>-244.997225846181</c:v>
                </c:pt>
                <c:pt idx="1017">
                  <c:v>-244.774425019645</c:v>
                </c:pt>
                <c:pt idx="1018">
                  <c:v>-243.588984873876</c:v>
                </c:pt>
                <c:pt idx="1019">
                  <c:v>-240.953614262479</c:v>
                </c:pt>
                <c:pt idx="1020">
                  <c:v>-239.703318216593</c:v>
                </c:pt>
                <c:pt idx="1021">
                  <c:v>-241.128497914898</c:v>
                </c:pt>
                <c:pt idx="1022">
                  <c:v>-241.894785344722</c:v>
                </c:pt>
                <c:pt idx="1023">
                  <c:v>-243.557535657439</c:v>
                </c:pt>
                <c:pt idx="1024">
                  <c:v>-243.248792987519</c:v>
                </c:pt>
                <c:pt idx="1025">
                  <c:v>-242.704056561483</c:v>
                </c:pt>
                <c:pt idx="1026">
                  <c:v>-242.867947171244</c:v>
                </c:pt>
                <c:pt idx="1027">
                  <c:v>-242.720193134811</c:v>
                </c:pt>
                <c:pt idx="1028">
                  <c:v>-243.097917968863</c:v>
                </c:pt>
                <c:pt idx="1029">
                  <c:v>-244.784158137029</c:v>
                </c:pt>
                <c:pt idx="1030">
                  <c:v>-243.647324119902</c:v>
                </c:pt>
                <c:pt idx="1031">
                  <c:v>-242.919592399461</c:v>
                </c:pt>
                <c:pt idx="1032">
                  <c:v>-244.527330278512</c:v>
                </c:pt>
                <c:pt idx="1033">
                  <c:v>-244.621914883118</c:v>
                </c:pt>
                <c:pt idx="1034">
                  <c:v>-243.227612317733</c:v>
                </c:pt>
                <c:pt idx="1035">
                  <c:v>-242.262623205071</c:v>
                </c:pt>
                <c:pt idx="1036">
                  <c:v>-243.306128597142</c:v>
                </c:pt>
                <c:pt idx="1037">
                  <c:v>-243.510397832165</c:v>
                </c:pt>
                <c:pt idx="1038">
                  <c:v>-243.013613593164</c:v>
                </c:pt>
                <c:pt idx="1039">
                  <c:v>-243.524693652029</c:v>
                </c:pt>
                <c:pt idx="1040">
                  <c:v>-244.464697331368</c:v>
                </c:pt>
                <c:pt idx="1041">
                  <c:v>-244.723650749774</c:v>
                </c:pt>
                <c:pt idx="1042">
                  <c:v>-246.331738197583</c:v>
                </c:pt>
                <c:pt idx="1043">
                  <c:v>-245.476832043648</c:v>
                </c:pt>
                <c:pt idx="1044">
                  <c:v>-248.662558457629</c:v>
                </c:pt>
                <c:pt idx="1045">
                  <c:v>-246.531085587231</c:v>
                </c:pt>
                <c:pt idx="1046">
                  <c:v>-249.798193355941</c:v>
                </c:pt>
                <c:pt idx="1047">
                  <c:v>-250.195383374729</c:v>
                </c:pt>
                <c:pt idx="1048">
                  <c:v>-249.797510920149</c:v>
                </c:pt>
                <c:pt idx="1049">
                  <c:v>-250.012334612289</c:v>
                </c:pt>
                <c:pt idx="1050">
                  <c:v>-250.084279387262</c:v>
                </c:pt>
                <c:pt idx="1051">
                  <c:v>-249.064175275643</c:v>
                </c:pt>
                <c:pt idx="1052">
                  <c:v>-248.764149426655</c:v>
                </c:pt>
                <c:pt idx="1053">
                  <c:v>-251.919429181967</c:v>
                </c:pt>
                <c:pt idx="1054">
                  <c:v>-250.550335424425</c:v>
                </c:pt>
                <c:pt idx="1055">
                  <c:v>-247.149239097045</c:v>
                </c:pt>
                <c:pt idx="1056">
                  <c:v>-246.010771710344</c:v>
                </c:pt>
                <c:pt idx="1057">
                  <c:v>-246.18102659569</c:v>
                </c:pt>
                <c:pt idx="1058">
                  <c:v>-244.679251405326</c:v>
                </c:pt>
                <c:pt idx="1059">
                  <c:v>-244.676038581344</c:v>
                </c:pt>
                <c:pt idx="1060">
                  <c:v>-244.073749842776</c:v>
                </c:pt>
                <c:pt idx="1061">
                  <c:v>-245.051609475049</c:v>
                </c:pt>
                <c:pt idx="1062">
                  <c:v>-246.785276072213</c:v>
                </c:pt>
                <c:pt idx="1063">
                  <c:v>-247.02921636792</c:v>
                </c:pt>
                <c:pt idx="1064">
                  <c:v>-246.550708782538</c:v>
                </c:pt>
                <c:pt idx="1065">
                  <c:v>-246.90568765316</c:v>
                </c:pt>
                <c:pt idx="1066">
                  <c:v>-246.952923204615</c:v>
                </c:pt>
                <c:pt idx="1067">
                  <c:v>-246.991685356249</c:v>
                </c:pt>
                <c:pt idx="1068">
                  <c:v>-247.445979514436</c:v>
                </c:pt>
                <c:pt idx="1069">
                  <c:v>-249.211672033543</c:v>
                </c:pt>
                <c:pt idx="1070">
                  <c:v>-247.665874009332</c:v>
                </c:pt>
                <c:pt idx="1071">
                  <c:v>-247.247864918137</c:v>
                </c:pt>
                <c:pt idx="1072">
                  <c:v>-246.969606390421</c:v>
                </c:pt>
                <c:pt idx="1073">
                  <c:v>-247.93222694905</c:v>
                </c:pt>
                <c:pt idx="1074">
                  <c:v>-248.722989326527</c:v>
                </c:pt>
                <c:pt idx="1075">
                  <c:v>-247.570046672181</c:v>
                </c:pt>
                <c:pt idx="1076">
                  <c:v>-246.579313617042</c:v>
                </c:pt>
                <c:pt idx="1077">
                  <c:v>-247.768543980427</c:v>
                </c:pt>
                <c:pt idx="1078">
                  <c:v>-249.699493087132</c:v>
                </c:pt>
                <c:pt idx="1079">
                  <c:v>-251.596922546309</c:v>
                </c:pt>
                <c:pt idx="1080">
                  <c:v>-251.865778441735</c:v>
                </c:pt>
                <c:pt idx="1081">
                  <c:v>-251.465887921018</c:v>
                </c:pt>
                <c:pt idx="1082">
                  <c:v>-251.973826793353</c:v>
                </c:pt>
                <c:pt idx="1083">
                  <c:v>-251.950758519373</c:v>
                </c:pt>
                <c:pt idx="1084">
                  <c:v>-252.335345453981</c:v>
                </c:pt>
                <c:pt idx="1085">
                  <c:v>-252.240391457675</c:v>
                </c:pt>
                <c:pt idx="1086">
                  <c:v>-253.198311989338</c:v>
                </c:pt>
                <c:pt idx="1087">
                  <c:v>-255.859029752642</c:v>
                </c:pt>
                <c:pt idx="1088">
                  <c:v>-255.856395488718</c:v>
                </c:pt>
                <c:pt idx="1089">
                  <c:v>-255.522444809769</c:v>
                </c:pt>
                <c:pt idx="1090">
                  <c:v>-256.265304371838</c:v>
                </c:pt>
                <c:pt idx="1091">
                  <c:v>-255.979252739455</c:v>
                </c:pt>
                <c:pt idx="1092">
                  <c:v>-256.326009242937</c:v>
                </c:pt>
                <c:pt idx="1093">
                  <c:v>-255.614617598973</c:v>
                </c:pt>
                <c:pt idx="1094">
                  <c:v>-254.716451030741</c:v>
                </c:pt>
                <c:pt idx="1095">
                  <c:v>-253.852789163068</c:v>
                </c:pt>
                <c:pt idx="1096">
                  <c:v>-253.612058855683</c:v>
                </c:pt>
                <c:pt idx="1097">
                  <c:v>-254.649858368285</c:v>
                </c:pt>
                <c:pt idx="1098">
                  <c:v>-256.431640092654</c:v>
                </c:pt>
                <c:pt idx="1099">
                  <c:v>-257.657644757152</c:v>
                </c:pt>
                <c:pt idx="1100">
                  <c:v>-256.693816467415</c:v>
                </c:pt>
                <c:pt idx="1101">
                  <c:v>-257.50472947801</c:v>
                </c:pt>
                <c:pt idx="1102">
                  <c:v>-255.944898841595</c:v>
                </c:pt>
                <c:pt idx="1103">
                  <c:v>-255.20650398119</c:v>
                </c:pt>
                <c:pt idx="1104">
                  <c:v>-253.896074464223</c:v>
                </c:pt>
                <c:pt idx="1105">
                  <c:v>-252.117395778781</c:v>
                </c:pt>
                <c:pt idx="1106">
                  <c:v>-253.366165280063</c:v>
                </c:pt>
                <c:pt idx="1107">
                  <c:v>-254.620578950907</c:v>
                </c:pt>
                <c:pt idx="1108">
                  <c:v>-254.42193118685</c:v>
                </c:pt>
                <c:pt idx="1109">
                  <c:v>-254.509757130353</c:v>
                </c:pt>
                <c:pt idx="1110">
                  <c:v>-256.290214585301</c:v>
                </c:pt>
                <c:pt idx="1111">
                  <c:v>-257.541233535151</c:v>
                </c:pt>
                <c:pt idx="1112">
                  <c:v>-257.916100656822</c:v>
                </c:pt>
                <c:pt idx="1113">
                  <c:v>-257.499203271801</c:v>
                </c:pt>
                <c:pt idx="1114">
                  <c:v>-257.26640958371</c:v>
                </c:pt>
                <c:pt idx="1115">
                  <c:v>-258.6341227108</c:v>
                </c:pt>
                <c:pt idx="1116">
                  <c:v>-256.957140511276</c:v>
                </c:pt>
                <c:pt idx="1117">
                  <c:v>-258.304218640273</c:v>
                </c:pt>
                <c:pt idx="1118">
                  <c:v>-259.943530537224</c:v>
                </c:pt>
                <c:pt idx="1119">
                  <c:v>-264.82206377325</c:v>
                </c:pt>
                <c:pt idx="1120">
                  <c:v>-264.185478835778</c:v>
                </c:pt>
                <c:pt idx="1121">
                  <c:v>-262.820694677567</c:v>
                </c:pt>
                <c:pt idx="1122">
                  <c:v>-262.147914082331</c:v>
                </c:pt>
                <c:pt idx="1123">
                  <c:v>-262.655091476824</c:v>
                </c:pt>
                <c:pt idx="1124">
                  <c:v>-263.402013129962</c:v>
                </c:pt>
                <c:pt idx="1125">
                  <c:v>-263.970570645553</c:v>
                </c:pt>
                <c:pt idx="1126">
                  <c:v>-266.100397151013</c:v>
                </c:pt>
                <c:pt idx="1127">
                  <c:v>-265.462063793007</c:v>
                </c:pt>
                <c:pt idx="1128">
                  <c:v>-265.497294355431</c:v>
                </c:pt>
                <c:pt idx="1129">
                  <c:v>-264.737255153818</c:v>
                </c:pt>
                <c:pt idx="1130">
                  <c:v>-265.136341582365</c:v>
                </c:pt>
                <c:pt idx="1131">
                  <c:v>-265.203926519368</c:v>
                </c:pt>
                <c:pt idx="1132">
                  <c:v>-265.454833140142</c:v>
                </c:pt>
                <c:pt idx="1133">
                  <c:v>-264.917162064011</c:v>
                </c:pt>
                <c:pt idx="1134">
                  <c:v>-265.127326104516</c:v>
                </c:pt>
                <c:pt idx="1135">
                  <c:v>-265.766911720195</c:v>
                </c:pt>
                <c:pt idx="1136">
                  <c:v>-266.365295407408</c:v>
                </c:pt>
                <c:pt idx="1137">
                  <c:v>-267.875527068696</c:v>
                </c:pt>
                <c:pt idx="1138">
                  <c:v>-266.550149805163</c:v>
                </c:pt>
                <c:pt idx="1139">
                  <c:v>-269.887222740695</c:v>
                </c:pt>
                <c:pt idx="1140">
                  <c:v>-269.458995505169</c:v>
                </c:pt>
                <c:pt idx="1141">
                  <c:v>-271.120769372857</c:v>
                </c:pt>
                <c:pt idx="1142">
                  <c:v>-271.603180793908</c:v>
                </c:pt>
                <c:pt idx="1143">
                  <c:v>-273.116598490886</c:v>
                </c:pt>
                <c:pt idx="1144">
                  <c:v>-277.123403600186</c:v>
                </c:pt>
                <c:pt idx="1145">
                  <c:v>-278.033862755847</c:v>
                </c:pt>
                <c:pt idx="1146">
                  <c:v>-279.382131389119</c:v>
                </c:pt>
                <c:pt idx="1147">
                  <c:v>-279.288216504931</c:v>
                </c:pt>
                <c:pt idx="1148">
                  <c:v>-279.500203155198</c:v>
                </c:pt>
                <c:pt idx="1149">
                  <c:v>-279.960853562328</c:v>
                </c:pt>
                <c:pt idx="1150">
                  <c:v>-280.146269431826</c:v>
                </c:pt>
                <c:pt idx="1151">
                  <c:v>-279.990341202937</c:v>
                </c:pt>
                <c:pt idx="1152">
                  <c:v>-278.981090110296</c:v>
                </c:pt>
                <c:pt idx="1153">
                  <c:v>-281.815617471976</c:v>
                </c:pt>
                <c:pt idx="1154">
                  <c:v>-285.269090567493</c:v>
                </c:pt>
                <c:pt idx="1155">
                  <c:v>-288.060957631781</c:v>
                </c:pt>
                <c:pt idx="1156">
                  <c:v>-293.720931732571</c:v>
                </c:pt>
                <c:pt idx="1157">
                  <c:v>-308.107085211413</c:v>
                </c:pt>
                <c:pt idx="1158">
                  <c:v>-309.435301014257</c:v>
                </c:pt>
                <c:pt idx="1159">
                  <c:v>-311.454770894404</c:v>
                </c:pt>
                <c:pt idx="1160">
                  <c:v>-294.323225972241</c:v>
                </c:pt>
                <c:pt idx="1161">
                  <c:v>-296.46782718955</c:v>
                </c:pt>
                <c:pt idx="1162">
                  <c:v>-286.452868273152</c:v>
                </c:pt>
                <c:pt idx="1163">
                  <c:v>-284.859049323303</c:v>
                </c:pt>
                <c:pt idx="1164">
                  <c:v>-285.848823293829</c:v>
                </c:pt>
                <c:pt idx="1165">
                  <c:v>-287.799354973586</c:v>
                </c:pt>
                <c:pt idx="1166">
                  <c:v>-292.845441815986</c:v>
                </c:pt>
                <c:pt idx="1167">
                  <c:v>-290.003070288583</c:v>
                </c:pt>
                <c:pt idx="1168">
                  <c:v>-285.427924842158</c:v>
                </c:pt>
                <c:pt idx="1169">
                  <c:v>-282.89537581232</c:v>
                </c:pt>
                <c:pt idx="1170">
                  <c:v>-282.6603177781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[csi300_opt_stats.csv]Sheet2!$C$1</c:f>
              <c:strCache>
                <c:ptCount val="1"/>
                <c:pt idx="0">
                  <c:v>基差损益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[csi300_opt_stats.csv]Sheet2!$A$2:$A$1172</c:f>
              <c:numCache>
                <c:formatCode>yyyy/m/d</c:formatCode>
                <c:ptCount val="117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</c:numCache>
            </c:numRef>
          </c:cat>
          <c:val>
            <c:numRef>
              <c:f>[csi300_opt_stats.csv]Sheet2!$C$2:$C$1172</c:f>
              <c:numCache>
                <c:formatCode>General</c:formatCode>
                <c:ptCount val="1171"/>
                <c:pt idx="0">
                  <c:v>0</c:v>
                </c:pt>
                <c:pt idx="1">
                  <c:v>0</c:v>
                </c:pt>
                <c:pt idx="2">
                  <c:v>-0.0486952295486187</c:v>
                </c:pt>
                <c:pt idx="3">
                  <c:v>-0.0889931996372229</c:v>
                </c:pt>
                <c:pt idx="4">
                  <c:v>0.317276497531729</c:v>
                </c:pt>
                <c:pt idx="5">
                  <c:v>0.173048075581099</c:v>
                </c:pt>
                <c:pt idx="6">
                  <c:v>0.0761475681924525</c:v>
                </c:pt>
                <c:pt idx="7">
                  <c:v>0.376286853699805</c:v>
                </c:pt>
                <c:pt idx="8">
                  <c:v>0.321739044941032</c:v>
                </c:pt>
                <c:pt idx="9">
                  <c:v>-0.821532277211456</c:v>
                </c:pt>
                <c:pt idx="10">
                  <c:v>-0.968928485431275</c:v>
                </c:pt>
                <c:pt idx="11">
                  <c:v>-0.063565108659868</c:v>
                </c:pt>
                <c:pt idx="12">
                  <c:v>-1.18043541634943</c:v>
                </c:pt>
                <c:pt idx="13">
                  <c:v>-0.0120586764988919</c:v>
                </c:pt>
                <c:pt idx="14">
                  <c:v>-1.78498028423911</c:v>
                </c:pt>
                <c:pt idx="15">
                  <c:v>0.744037553561833</c:v>
                </c:pt>
                <c:pt idx="16">
                  <c:v>-0.162797773879096</c:v>
                </c:pt>
                <c:pt idx="17">
                  <c:v>0.0768946687721603</c:v>
                </c:pt>
                <c:pt idx="18">
                  <c:v>0.350285210560429</c:v>
                </c:pt>
                <c:pt idx="19">
                  <c:v>-0.636339604502777</c:v>
                </c:pt>
                <c:pt idx="20">
                  <c:v>0.121826801583188</c:v>
                </c:pt>
                <c:pt idx="21">
                  <c:v>-0.449271526978192</c:v>
                </c:pt>
                <c:pt idx="22">
                  <c:v>-3.6149391739065</c:v>
                </c:pt>
                <c:pt idx="23">
                  <c:v>-7.57187551466791</c:v>
                </c:pt>
                <c:pt idx="24">
                  <c:v>-6.79403205021165</c:v>
                </c:pt>
                <c:pt idx="25">
                  <c:v>-7.93259369071075</c:v>
                </c:pt>
                <c:pt idx="26">
                  <c:v>-6.39866084678577</c:v>
                </c:pt>
                <c:pt idx="27">
                  <c:v>-7.39420601877701</c:v>
                </c:pt>
                <c:pt idx="28">
                  <c:v>-7.56838477617697</c:v>
                </c:pt>
                <c:pt idx="29">
                  <c:v>-6.16266595245068</c:v>
                </c:pt>
                <c:pt idx="30">
                  <c:v>-7.63432764764926</c:v>
                </c:pt>
                <c:pt idx="31">
                  <c:v>-4.97868268938016</c:v>
                </c:pt>
                <c:pt idx="32">
                  <c:v>-6.9453870701906</c:v>
                </c:pt>
                <c:pt idx="33">
                  <c:v>-3.63906821730254</c:v>
                </c:pt>
                <c:pt idx="34">
                  <c:v>-7.14483599361994</c:v>
                </c:pt>
                <c:pt idx="35">
                  <c:v>-3.2075103362572</c:v>
                </c:pt>
                <c:pt idx="36">
                  <c:v>-8.21912715791731</c:v>
                </c:pt>
                <c:pt idx="37">
                  <c:v>1.23016759962165</c:v>
                </c:pt>
                <c:pt idx="38">
                  <c:v>0.950223132087318</c:v>
                </c:pt>
                <c:pt idx="39">
                  <c:v>0.0718821790191435</c:v>
                </c:pt>
                <c:pt idx="40">
                  <c:v>1.48017966830493</c:v>
                </c:pt>
                <c:pt idx="41">
                  <c:v>0.480930905143232</c:v>
                </c:pt>
                <c:pt idx="42">
                  <c:v>0.914147902223808</c:v>
                </c:pt>
                <c:pt idx="43">
                  <c:v>1.13534961004712</c:v>
                </c:pt>
                <c:pt idx="44">
                  <c:v>-0.79098247578676</c:v>
                </c:pt>
                <c:pt idx="45">
                  <c:v>-2.00216687729838</c:v>
                </c:pt>
                <c:pt idx="46">
                  <c:v>-0.352680296134868</c:v>
                </c:pt>
                <c:pt idx="47">
                  <c:v>1.00092571367722</c:v>
                </c:pt>
                <c:pt idx="48">
                  <c:v>0.280809124770807</c:v>
                </c:pt>
                <c:pt idx="49">
                  <c:v>0.20089582417597</c:v>
                </c:pt>
                <c:pt idx="50">
                  <c:v>0.161363317984555</c:v>
                </c:pt>
                <c:pt idx="51">
                  <c:v>-0.810102671761602</c:v>
                </c:pt>
                <c:pt idx="52">
                  <c:v>-1.38500684500905</c:v>
                </c:pt>
                <c:pt idx="53">
                  <c:v>-0.563300119458899</c:v>
                </c:pt>
                <c:pt idx="54">
                  <c:v>-1.13751606118764</c:v>
                </c:pt>
                <c:pt idx="55">
                  <c:v>-0.629286361109056</c:v>
                </c:pt>
                <c:pt idx="56">
                  <c:v>-0.689630096426583</c:v>
                </c:pt>
                <c:pt idx="57">
                  <c:v>-0.926164796635951</c:v>
                </c:pt>
                <c:pt idx="58">
                  <c:v>-0.0981444738914197</c:v>
                </c:pt>
                <c:pt idx="59">
                  <c:v>-0.564621359037649</c:v>
                </c:pt>
                <c:pt idx="60">
                  <c:v>-0.214846430140151</c:v>
                </c:pt>
                <c:pt idx="61">
                  <c:v>-0.470007306835448</c:v>
                </c:pt>
                <c:pt idx="62">
                  <c:v>0.757632388380793</c:v>
                </c:pt>
                <c:pt idx="63">
                  <c:v>0.189430797264147</c:v>
                </c:pt>
                <c:pt idx="64">
                  <c:v>-0.53431694714388</c:v>
                </c:pt>
                <c:pt idx="65">
                  <c:v>-0.533915227469278</c:v>
                </c:pt>
                <c:pt idx="66">
                  <c:v>-1.26870414293462</c:v>
                </c:pt>
                <c:pt idx="67">
                  <c:v>-0.148661659028234</c:v>
                </c:pt>
                <c:pt idx="68">
                  <c:v>0.829234939632524</c:v>
                </c:pt>
                <c:pt idx="69">
                  <c:v>0.0117975273321142</c:v>
                </c:pt>
                <c:pt idx="70">
                  <c:v>1.61090227554492</c:v>
                </c:pt>
                <c:pt idx="71">
                  <c:v>1.9662340223503</c:v>
                </c:pt>
                <c:pt idx="72">
                  <c:v>2.26422110142304</c:v>
                </c:pt>
                <c:pt idx="73">
                  <c:v>-0.168734681569972</c:v>
                </c:pt>
                <c:pt idx="74">
                  <c:v>4.5917420943441</c:v>
                </c:pt>
                <c:pt idx="75">
                  <c:v>4.00062970606</c:v>
                </c:pt>
                <c:pt idx="76">
                  <c:v>6.40512097247865</c:v>
                </c:pt>
                <c:pt idx="77">
                  <c:v>5.5688857469626</c:v>
                </c:pt>
                <c:pt idx="78">
                  <c:v>5.23764642359615</c:v>
                </c:pt>
                <c:pt idx="79">
                  <c:v>5.28548566526044</c:v>
                </c:pt>
                <c:pt idx="80">
                  <c:v>6.03788736084924</c:v>
                </c:pt>
                <c:pt idx="81">
                  <c:v>7.15878589975083</c:v>
                </c:pt>
                <c:pt idx="82">
                  <c:v>7.43630358145036</c:v>
                </c:pt>
                <c:pt idx="83">
                  <c:v>6.92451782216566</c:v>
                </c:pt>
                <c:pt idx="84">
                  <c:v>6.57212543793826</c:v>
                </c:pt>
                <c:pt idx="85">
                  <c:v>9.96383853622799</c:v>
                </c:pt>
                <c:pt idx="86">
                  <c:v>7.45010867458775</c:v>
                </c:pt>
                <c:pt idx="87">
                  <c:v>9.4760646154813</c:v>
                </c:pt>
                <c:pt idx="88">
                  <c:v>10.8755062873242</c:v>
                </c:pt>
                <c:pt idx="89">
                  <c:v>10.5315895024606</c:v>
                </c:pt>
                <c:pt idx="90">
                  <c:v>9.73741941619623</c:v>
                </c:pt>
                <c:pt idx="91">
                  <c:v>11.7842170979825</c:v>
                </c:pt>
                <c:pt idx="92">
                  <c:v>16.2211341464882</c:v>
                </c:pt>
                <c:pt idx="93">
                  <c:v>19.2962060787821</c:v>
                </c:pt>
                <c:pt idx="94">
                  <c:v>19.6456056531365</c:v>
                </c:pt>
                <c:pt idx="95">
                  <c:v>18.9667274050514</c:v>
                </c:pt>
                <c:pt idx="96">
                  <c:v>19.3454077470163</c:v>
                </c:pt>
                <c:pt idx="97">
                  <c:v>19.4069870719107</c:v>
                </c:pt>
                <c:pt idx="98">
                  <c:v>19.8174692576749</c:v>
                </c:pt>
                <c:pt idx="99">
                  <c:v>19.4153661813826</c:v>
                </c:pt>
                <c:pt idx="100">
                  <c:v>19.0468739399211</c:v>
                </c:pt>
                <c:pt idx="101">
                  <c:v>19.4921015857579</c:v>
                </c:pt>
                <c:pt idx="102">
                  <c:v>19.4073578114385</c:v>
                </c:pt>
                <c:pt idx="103">
                  <c:v>18.9954387700385</c:v>
                </c:pt>
                <c:pt idx="104">
                  <c:v>20.4757949296112</c:v>
                </c:pt>
                <c:pt idx="105">
                  <c:v>21.9846934951084</c:v>
                </c:pt>
                <c:pt idx="106">
                  <c:v>23.7406449285165</c:v>
                </c:pt>
                <c:pt idx="107">
                  <c:v>21.8136030601135</c:v>
                </c:pt>
                <c:pt idx="108">
                  <c:v>21.3883852895095</c:v>
                </c:pt>
                <c:pt idx="109">
                  <c:v>20.699269415544</c:v>
                </c:pt>
                <c:pt idx="110">
                  <c:v>21.0359998598164</c:v>
                </c:pt>
                <c:pt idx="111">
                  <c:v>22.4942006750088</c:v>
                </c:pt>
                <c:pt idx="112">
                  <c:v>19.5515178027395</c:v>
                </c:pt>
                <c:pt idx="113">
                  <c:v>26.1489689244215</c:v>
                </c:pt>
                <c:pt idx="114">
                  <c:v>26.1072208159485</c:v>
                </c:pt>
                <c:pt idx="115">
                  <c:v>26.2598079658259</c:v>
                </c:pt>
                <c:pt idx="116">
                  <c:v>26.8681888680943</c:v>
                </c:pt>
                <c:pt idx="117">
                  <c:v>30.5525718096997</c:v>
                </c:pt>
                <c:pt idx="118">
                  <c:v>33.1407302371712</c:v>
                </c:pt>
                <c:pt idx="119">
                  <c:v>32.2095316193033</c:v>
                </c:pt>
                <c:pt idx="120">
                  <c:v>32.2189614548718</c:v>
                </c:pt>
                <c:pt idx="121">
                  <c:v>33.7225851943022</c:v>
                </c:pt>
                <c:pt idx="122">
                  <c:v>32.8226480144528</c:v>
                </c:pt>
                <c:pt idx="123">
                  <c:v>32.7904812012493</c:v>
                </c:pt>
                <c:pt idx="124">
                  <c:v>32.7728704580219</c:v>
                </c:pt>
                <c:pt idx="125">
                  <c:v>38.4913178283781</c:v>
                </c:pt>
                <c:pt idx="126">
                  <c:v>34.5656295919415</c:v>
                </c:pt>
                <c:pt idx="127">
                  <c:v>65.8393238399272</c:v>
                </c:pt>
                <c:pt idx="128">
                  <c:v>66.0056067234352</c:v>
                </c:pt>
                <c:pt idx="129">
                  <c:v>38.4260178043274</c:v>
                </c:pt>
                <c:pt idx="130">
                  <c:v>27.1733953502607</c:v>
                </c:pt>
                <c:pt idx="131">
                  <c:v>47.9904860094356</c:v>
                </c:pt>
                <c:pt idx="132">
                  <c:v>36.0454223212211</c:v>
                </c:pt>
                <c:pt idx="133">
                  <c:v>26.4674844232781</c:v>
                </c:pt>
                <c:pt idx="134">
                  <c:v>57.8124033329357</c:v>
                </c:pt>
                <c:pt idx="135">
                  <c:v>60.5631774391186</c:v>
                </c:pt>
                <c:pt idx="136">
                  <c:v>33.354182862376</c:v>
                </c:pt>
                <c:pt idx="137">
                  <c:v>32.6766693408033</c:v>
                </c:pt>
                <c:pt idx="138">
                  <c:v>32.9753006103246</c:v>
                </c:pt>
                <c:pt idx="139">
                  <c:v>33.5829959867615</c:v>
                </c:pt>
                <c:pt idx="140">
                  <c:v>33.6178090669912</c:v>
                </c:pt>
                <c:pt idx="141">
                  <c:v>33.4005262513673</c:v>
                </c:pt>
                <c:pt idx="142">
                  <c:v>32.9008711907499</c:v>
                </c:pt>
                <c:pt idx="143">
                  <c:v>32.2077726607288</c:v>
                </c:pt>
                <c:pt idx="144">
                  <c:v>34.126749193912</c:v>
                </c:pt>
                <c:pt idx="145">
                  <c:v>34.9985150663172</c:v>
                </c:pt>
                <c:pt idx="146">
                  <c:v>32.6481805697411</c:v>
                </c:pt>
                <c:pt idx="147">
                  <c:v>31.9966864419947</c:v>
                </c:pt>
                <c:pt idx="148">
                  <c:v>35.4571681701432</c:v>
                </c:pt>
                <c:pt idx="149">
                  <c:v>31.9713335881637</c:v>
                </c:pt>
                <c:pt idx="150">
                  <c:v>30.5175283948808</c:v>
                </c:pt>
                <c:pt idx="151">
                  <c:v>33.8741608368499</c:v>
                </c:pt>
                <c:pt idx="152">
                  <c:v>35.5398428330266</c:v>
                </c:pt>
                <c:pt idx="153">
                  <c:v>38.1404256014939</c:v>
                </c:pt>
                <c:pt idx="154">
                  <c:v>30.4593241592455</c:v>
                </c:pt>
                <c:pt idx="155">
                  <c:v>31.5047327677413</c:v>
                </c:pt>
                <c:pt idx="156">
                  <c:v>32.1096417680281</c:v>
                </c:pt>
                <c:pt idx="157">
                  <c:v>33.9753151250232</c:v>
                </c:pt>
                <c:pt idx="158">
                  <c:v>30.9971125443342</c:v>
                </c:pt>
                <c:pt idx="159">
                  <c:v>39.05399920936</c:v>
                </c:pt>
                <c:pt idx="160">
                  <c:v>35.5301682049306</c:v>
                </c:pt>
                <c:pt idx="161">
                  <c:v>35.1150598982434</c:v>
                </c:pt>
                <c:pt idx="162">
                  <c:v>35.2436743345952</c:v>
                </c:pt>
                <c:pt idx="163">
                  <c:v>35.3841644799667</c:v>
                </c:pt>
                <c:pt idx="164">
                  <c:v>35.502962901466</c:v>
                </c:pt>
                <c:pt idx="165">
                  <c:v>35.4037952603314</c:v>
                </c:pt>
                <c:pt idx="166">
                  <c:v>36.6147285008297</c:v>
                </c:pt>
                <c:pt idx="167">
                  <c:v>37.6223614241027</c:v>
                </c:pt>
                <c:pt idx="168">
                  <c:v>34.4512206397962</c:v>
                </c:pt>
                <c:pt idx="169">
                  <c:v>34.8926036497176</c:v>
                </c:pt>
                <c:pt idx="170">
                  <c:v>34.6212934623889</c:v>
                </c:pt>
                <c:pt idx="171">
                  <c:v>35.569024327315</c:v>
                </c:pt>
                <c:pt idx="172">
                  <c:v>37.6707668824125</c:v>
                </c:pt>
                <c:pt idx="173">
                  <c:v>36.6499353652089</c:v>
                </c:pt>
                <c:pt idx="174">
                  <c:v>38.365500771151</c:v>
                </c:pt>
                <c:pt idx="175">
                  <c:v>38.2426687681145</c:v>
                </c:pt>
                <c:pt idx="176">
                  <c:v>36.6022218490467</c:v>
                </c:pt>
                <c:pt idx="177">
                  <c:v>36.2178095792306</c:v>
                </c:pt>
                <c:pt idx="178">
                  <c:v>36.7241982947782</c:v>
                </c:pt>
                <c:pt idx="179">
                  <c:v>36.6394068631467</c:v>
                </c:pt>
                <c:pt idx="180">
                  <c:v>38.0515430764079</c:v>
                </c:pt>
                <c:pt idx="181">
                  <c:v>37.7470332131337</c:v>
                </c:pt>
                <c:pt idx="182">
                  <c:v>38.1859006906897</c:v>
                </c:pt>
                <c:pt idx="183">
                  <c:v>38.0856215612629</c:v>
                </c:pt>
                <c:pt idx="184">
                  <c:v>37.2057531294787</c:v>
                </c:pt>
                <c:pt idx="185">
                  <c:v>38.198377654131</c:v>
                </c:pt>
                <c:pt idx="186">
                  <c:v>38.4946790894733</c:v>
                </c:pt>
                <c:pt idx="187">
                  <c:v>38.5327092627318</c:v>
                </c:pt>
                <c:pt idx="188">
                  <c:v>39.8918422008442</c:v>
                </c:pt>
                <c:pt idx="189">
                  <c:v>36.091192302825</c:v>
                </c:pt>
                <c:pt idx="190">
                  <c:v>37.0154388958361</c:v>
                </c:pt>
                <c:pt idx="191">
                  <c:v>37.8109464735026</c:v>
                </c:pt>
                <c:pt idx="192">
                  <c:v>40.5345610797211</c:v>
                </c:pt>
                <c:pt idx="193">
                  <c:v>43.9080504597494</c:v>
                </c:pt>
                <c:pt idx="194">
                  <c:v>45.9222064827756</c:v>
                </c:pt>
                <c:pt idx="195">
                  <c:v>42.0216055440757</c:v>
                </c:pt>
                <c:pt idx="196">
                  <c:v>41.8487403513686</c:v>
                </c:pt>
                <c:pt idx="197">
                  <c:v>41.6381367617411</c:v>
                </c:pt>
                <c:pt idx="198">
                  <c:v>41.6221118125144</c:v>
                </c:pt>
                <c:pt idx="199">
                  <c:v>42.1712196093269</c:v>
                </c:pt>
                <c:pt idx="200">
                  <c:v>43.1359507764738</c:v>
                </c:pt>
                <c:pt idx="201">
                  <c:v>41.9079375953537</c:v>
                </c:pt>
                <c:pt idx="202">
                  <c:v>42.1996052368449</c:v>
                </c:pt>
                <c:pt idx="203">
                  <c:v>42.9681100783734</c:v>
                </c:pt>
                <c:pt idx="204">
                  <c:v>44.1452574662577</c:v>
                </c:pt>
                <c:pt idx="205">
                  <c:v>42.2747076842772</c:v>
                </c:pt>
                <c:pt idx="206">
                  <c:v>42.2718636892173</c:v>
                </c:pt>
                <c:pt idx="207">
                  <c:v>41.7530364722828</c:v>
                </c:pt>
                <c:pt idx="208">
                  <c:v>42.0080204760771</c:v>
                </c:pt>
                <c:pt idx="209">
                  <c:v>42.3696768368977</c:v>
                </c:pt>
                <c:pt idx="210">
                  <c:v>40.1498064308155</c:v>
                </c:pt>
                <c:pt idx="211">
                  <c:v>43.0868458495179</c:v>
                </c:pt>
                <c:pt idx="212">
                  <c:v>42.2839760712468</c:v>
                </c:pt>
                <c:pt idx="213">
                  <c:v>49.5746892303279</c:v>
                </c:pt>
                <c:pt idx="214">
                  <c:v>43.7810158252168</c:v>
                </c:pt>
                <c:pt idx="215">
                  <c:v>41.4344816678905</c:v>
                </c:pt>
                <c:pt idx="216">
                  <c:v>41.058644500273</c:v>
                </c:pt>
                <c:pt idx="217">
                  <c:v>42.0401195146128</c:v>
                </c:pt>
                <c:pt idx="218">
                  <c:v>43.468895069159</c:v>
                </c:pt>
                <c:pt idx="219">
                  <c:v>47.3989034901822</c:v>
                </c:pt>
                <c:pt idx="220">
                  <c:v>44.2824457682967</c:v>
                </c:pt>
                <c:pt idx="221">
                  <c:v>44.4729601360371</c:v>
                </c:pt>
                <c:pt idx="222">
                  <c:v>44.6132187845406</c:v>
                </c:pt>
                <c:pt idx="223">
                  <c:v>45.185843676598</c:v>
                </c:pt>
                <c:pt idx="224">
                  <c:v>43.9052716311675</c:v>
                </c:pt>
                <c:pt idx="225">
                  <c:v>43.4766859451977</c:v>
                </c:pt>
                <c:pt idx="226">
                  <c:v>46.6207276904037</c:v>
                </c:pt>
                <c:pt idx="227">
                  <c:v>43.9988729264002</c:v>
                </c:pt>
                <c:pt idx="228">
                  <c:v>45.3187088899883</c:v>
                </c:pt>
                <c:pt idx="229">
                  <c:v>45.2666693448024</c:v>
                </c:pt>
                <c:pt idx="230">
                  <c:v>44.5584914897022</c:v>
                </c:pt>
                <c:pt idx="231">
                  <c:v>45.6635583610771</c:v>
                </c:pt>
                <c:pt idx="232">
                  <c:v>46.3266764138259</c:v>
                </c:pt>
                <c:pt idx="233">
                  <c:v>49.2097355855738</c:v>
                </c:pt>
                <c:pt idx="234">
                  <c:v>45.6748430751185</c:v>
                </c:pt>
                <c:pt idx="235">
                  <c:v>43.9574788442868</c:v>
                </c:pt>
                <c:pt idx="236">
                  <c:v>44.2745019423288</c:v>
                </c:pt>
                <c:pt idx="237">
                  <c:v>45.0646157941882</c:v>
                </c:pt>
                <c:pt idx="238">
                  <c:v>45.204290359841</c:v>
                </c:pt>
                <c:pt idx="239">
                  <c:v>45.7612294798739</c:v>
                </c:pt>
                <c:pt idx="240">
                  <c:v>44.0853523858972</c:v>
                </c:pt>
                <c:pt idx="241">
                  <c:v>44.3765224297156</c:v>
                </c:pt>
                <c:pt idx="242">
                  <c:v>45.3100030621073</c:v>
                </c:pt>
                <c:pt idx="243">
                  <c:v>43.6984873885905</c:v>
                </c:pt>
                <c:pt idx="244">
                  <c:v>44.0323742953753</c:v>
                </c:pt>
                <c:pt idx="245">
                  <c:v>44.7036214644038</c:v>
                </c:pt>
                <c:pt idx="246">
                  <c:v>43.886138482205</c:v>
                </c:pt>
                <c:pt idx="247">
                  <c:v>45.7627662588588</c:v>
                </c:pt>
                <c:pt idx="248">
                  <c:v>44.5198301317864</c:v>
                </c:pt>
                <c:pt idx="249">
                  <c:v>45.6521912362439</c:v>
                </c:pt>
                <c:pt idx="250">
                  <c:v>47.250983107887</c:v>
                </c:pt>
                <c:pt idx="251">
                  <c:v>39.3782251688299</c:v>
                </c:pt>
                <c:pt idx="252">
                  <c:v>36.0460979071446</c:v>
                </c:pt>
                <c:pt idx="253">
                  <c:v>29.0723850016742</c:v>
                </c:pt>
                <c:pt idx="254">
                  <c:v>42.0663696881192</c:v>
                </c:pt>
                <c:pt idx="255">
                  <c:v>46.5464624027304</c:v>
                </c:pt>
                <c:pt idx="256">
                  <c:v>31.4269693928526</c:v>
                </c:pt>
                <c:pt idx="257">
                  <c:v>43.4562139236779</c:v>
                </c:pt>
                <c:pt idx="258">
                  <c:v>62.9260275819862</c:v>
                </c:pt>
                <c:pt idx="259">
                  <c:v>38.314124431364</c:v>
                </c:pt>
                <c:pt idx="260">
                  <c:v>38.2496681196631</c:v>
                </c:pt>
                <c:pt idx="261">
                  <c:v>37.9287028078513</c:v>
                </c:pt>
                <c:pt idx="262">
                  <c:v>37.8518545039934</c:v>
                </c:pt>
                <c:pt idx="263">
                  <c:v>38.1052649405238</c:v>
                </c:pt>
                <c:pt idx="264">
                  <c:v>36.1979874995789</c:v>
                </c:pt>
                <c:pt idx="265">
                  <c:v>35.0682245695416</c:v>
                </c:pt>
                <c:pt idx="266">
                  <c:v>38.5239620366395</c:v>
                </c:pt>
                <c:pt idx="267">
                  <c:v>36.7488227604291</c:v>
                </c:pt>
                <c:pt idx="268">
                  <c:v>39.4497010608107</c:v>
                </c:pt>
                <c:pt idx="269">
                  <c:v>37.7621755933993</c:v>
                </c:pt>
                <c:pt idx="270">
                  <c:v>38.5199463078636</c:v>
                </c:pt>
                <c:pt idx="271">
                  <c:v>36.9293364071602</c:v>
                </c:pt>
                <c:pt idx="272">
                  <c:v>40.2546808776365</c:v>
                </c:pt>
                <c:pt idx="273">
                  <c:v>40.076778627651</c:v>
                </c:pt>
                <c:pt idx="274">
                  <c:v>41.6663893421199</c:v>
                </c:pt>
                <c:pt idx="275">
                  <c:v>36.81553707402</c:v>
                </c:pt>
                <c:pt idx="276">
                  <c:v>35.9717120996094</c:v>
                </c:pt>
                <c:pt idx="277">
                  <c:v>41.5847753884668</c:v>
                </c:pt>
                <c:pt idx="278">
                  <c:v>33.9813224358605</c:v>
                </c:pt>
                <c:pt idx="279">
                  <c:v>36.3069785386935</c:v>
                </c:pt>
                <c:pt idx="280">
                  <c:v>37.8501446003732</c:v>
                </c:pt>
                <c:pt idx="281">
                  <c:v>36.9394913021994</c:v>
                </c:pt>
                <c:pt idx="282">
                  <c:v>36.7003889699892</c:v>
                </c:pt>
                <c:pt idx="283">
                  <c:v>36.8067734840758</c:v>
                </c:pt>
                <c:pt idx="284">
                  <c:v>37.9612770134414</c:v>
                </c:pt>
                <c:pt idx="285">
                  <c:v>36.9217636709364</c:v>
                </c:pt>
                <c:pt idx="286">
                  <c:v>35.9649638596802</c:v>
                </c:pt>
                <c:pt idx="287">
                  <c:v>36.1073570497943</c:v>
                </c:pt>
                <c:pt idx="288">
                  <c:v>37.7321389105971</c:v>
                </c:pt>
                <c:pt idx="289">
                  <c:v>38.9542157555358</c:v>
                </c:pt>
                <c:pt idx="290">
                  <c:v>38.5359800826497</c:v>
                </c:pt>
                <c:pt idx="291">
                  <c:v>39.0708272653883</c:v>
                </c:pt>
                <c:pt idx="292">
                  <c:v>38.6464954986742</c:v>
                </c:pt>
                <c:pt idx="293">
                  <c:v>36.5795978361899</c:v>
                </c:pt>
                <c:pt idx="294">
                  <c:v>36.9183175722232</c:v>
                </c:pt>
                <c:pt idx="295">
                  <c:v>37.2532893910635</c:v>
                </c:pt>
                <c:pt idx="296">
                  <c:v>37.3793664879387</c:v>
                </c:pt>
                <c:pt idx="297">
                  <c:v>37.5538929441251</c:v>
                </c:pt>
                <c:pt idx="298">
                  <c:v>37.1253262393122</c:v>
                </c:pt>
                <c:pt idx="299">
                  <c:v>37.1674829788222</c:v>
                </c:pt>
                <c:pt idx="300">
                  <c:v>37.7755640860172</c:v>
                </c:pt>
                <c:pt idx="301">
                  <c:v>38.0632880822916</c:v>
                </c:pt>
                <c:pt idx="302">
                  <c:v>39.6817053124305</c:v>
                </c:pt>
                <c:pt idx="303">
                  <c:v>39.8841374074693</c:v>
                </c:pt>
                <c:pt idx="304">
                  <c:v>39.8349810337609</c:v>
                </c:pt>
                <c:pt idx="305">
                  <c:v>37.8716730623023</c:v>
                </c:pt>
                <c:pt idx="306">
                  <c:v>36.6083998842597</c:v>
                </c:pt>
                <c:pt idx="307">
                  <c:v>36.7036872445319</c:v>
                </c:pt>
                <c:pt idx="308">
                  <c:v>38.0062063416244</c:v>
                </c:pt>
                <c:pt idx="309">
                  <c:v>37.9366213577289</c:v>
                </c:pt>
                <c:pt idx="310">
                  <c:v>37.5785546730954</c:v>
                </c:pt>
                <c:pt idx="311">
                  <c:v>36.7814523119274</c:v>
                </c:pt>
                <c:pt idx="312">
                  <c:v>39.3095907301004</c:v>
                </c:pt>
                <c:pt idx="313">
                  <c:v>41.0378160398742</c:v>
                </c:pt>
                <c:pt idx="314">
                  <c:v>42.4232414498623</c:v>
                </c:pt>
                <c:pt idx="315">
                  <c:v>42.4546748516773</c:v>
                </c:pt>
                <c:pt idx="316">
                  <c:v>42.3525060615341</c:v>
                </c:pt>
                <c:pt idx="317">
                  <c:v>42.0045553171458</c:v>
                </c:pt>
                <c:pt idx="318">
                  <c:v>42.5871408611059</c:v>
                </c:pt>
                <c:pt idx="319">
                  <c:v>42.9123004065689</c:v>
                </c:pt>
                <c:pt idx="320">
                  <c:v>43.2640647812846</c:v>
                </c:pt>
                <c:pt idx="321">
                  <c:v>42.3820734916473</c:v>
                </c:pt>
                <c:pt idx="322">
                  <c:v>41.0709167379559</c:v>
                </c:pt>
                <c:pt idx="323">
                  <c:v>42.3395441657396</c:v>
                </c:pt>
                <c:pt idx="324">
                  <c:v>42.9166992723269</c:v>
                </c:pt>
                <c:pt idx="325">
                  <c:v>41.8613780114947</c:v>
                </c:pt>
                <c:pt idx="326">
                  <c:v>41.2986113557041</c:v>
                </c:pt>
                <c:pt idx="327">
                  <c:v>43.9571415523914</c:v>
                </c:pt>
                <c:pt idx="328">
                  <c:v>43.6973653200953</c:v>
                </c:pt>
                <c:pt idx="329">
                  <c:v>44.9233781423765</c:v>
                </c:pt>
                <c:pt idx="330">
                  <c:v>45.2596179853051</c:v>
                </c:pt>
                <c:pt idx="331">
                  <c:v>43.5948204769454</c:v>
                </c:pt>
                <c:pt idx="332">
                  <c:v>44.4755078075179</c:v>
                </c:pt>
                <c:pt idx="333">
                  <c:v>44.7762083240268</c:v>
                </c:pt>
                <c:pt idx="334">
                  <c:v>44.7372791226624</c:v>
                </c:pt>
                <c:pt idx="335">
                  <c:v>45.6603792636414</c:v>
                </c:pt>
                <c:pt idx="336">
                  <c:v>46.7067788197116</c:v>
                </c:pt>
                <c:pt idx="337">
                  <c:v>41.8274791492683</c:v>
                </c:pt>
                <c:pt idx="338">
                  <c:v>42.7581544006183</c:v>
                </c:pt>
                <c:pt idx="339">
                  <c:v>44.6356285090926</c:v>
                </c:pt>
                <c:pt idx="340">
                  <c:v>46.8377685720984</c:v>
                </c:pt>
                <c:pt idx="341">
                  <c:v>46.7102840589303</c:v>
                </c:pt>
                <c:pt idx="342">
                  <c:v>47.7598481280105</c:v>
                </c:pt>
                <c:pt idx="343">
                  <c:v>47.7863757145308</c:v>
                </c:pt>
                <c:pt idx="344">
                  <c:v>47.4757689672698</c:v>
                </c:pt>
                <c:pt idx="345">
                  <c:v>45.6425614914196</c:v>
                </c:pt>
                <c:pt idx="346">
                  <c:v>45.9245529647425</c:v>
                </c:pt>
                <c:pt idx="347">
                  <c:v>45.7826842840486</c:v>
                </c:pt>
                <c:pt idx="348">
                  <c:v>46.2888668386783</c:v>
                </c:pt>
                <c:pt idx="349">
                  <c:v>47.2063836757023</c:v>
                </c:pt>
                <c:pt idx="350">
                  <c:v>45.5275848642388</c:v>
                </c:pt>
                <c:pt idx="351">
                  <c:v>45.9682859860312</c:v>
                </c:pt>
                <c:pt idx="352">
                  <c:v>46.3117676612466</c:v>
                </c:pt>
                <c:pt idx="353">
                  <c:v>46.7315636900798</c:v>
                </c:pt>
                <c:pt idx="354">
                  <c:v>47.2271066743528</c:v>
                </c:pt>
                <c:pt idx="355">
                  <c:v>48.423418735216</c:v>
                </c:pt>
                <c:pt idx="356">
                  <c:v>47.6311434668144</c:v>
                </c:pt>
                <c:pt idx="357">
                  <c:v>48.169025572993</c:v>
                </c:pt>
                <c:pt idx="358">
                  <c:v>47.9865966942439</c:v>
                </c:pt>
                <c:pt idx="359">
                  <c:v>48.3688354717996</c:v>
                </c:pt>
                <c:pt idx="360">
                  <c:v>48.1711408158069</c:v>
                </c:pt>
                <c:pt idx="361">
                  <c:v>47.6942260078148</c:v>
                </c:pt>
                <c:pt idx="362">
                  <c:v>48.4655685390233</c:v>
                </c:pt>
                <c:pt idx="363">
                  <c:v>48.7235817057907</c:v>
                </c:pt>
                <c:pt idx="364">
                  <c:v>50.145058925207</c:v>
                </c:pt>
                <c:pt idx="365">
                  <c:v>47.1190943594953</c:v>
                </c:pt>
                <c:pt idx="366">
                  <c:v>49.1125987615907</c:v>
                </c:pt>
                <c:pt idx="367">
                  <c:v>47.4590394846202</c:v>
                </c:pt>
                <c:pt idx="368">
                  <c:v>42.2568573036392</c:v>
                </c:pt>
                <c:pt idx="369">
                  <c:v>48.727727318562</c:v>
                </c:pt>
                <c:pt idx="370">
                  <c:v>48.3008425507614</c:v>
                </c:pt>
                <c:pt idx="371">
                  <c:v>47.6547606644339</c:v>
                </c:pt>
                <c:pt idx="372">
                  <c:v>49.3998691623941</c:v>
                </c:pt>
                <c:pt idx="373">
                  <c:v>49.6429504681561</c:v>
                </c:pt>
                <c:pt idx="374">
                  <c:v>49.2934835147633</c:v>
                </c:pt>
                <c:pt idx="375">
                  <c:v>48.9093995605389</c:v>
                </c:pt>
                <c:pt idx="376">
                  <c:v>50.271128775656</c:v>
                </c:pt>
                <c:pt idx="377">
                  <c:v>51.0860332515476</c:v>
                </c:pt>
                <c:pt idx="378">
                  <c:v>51.232527393465</c:v>
                </c:pt>
                <c:pt idx="379">
                  <c:v>55.7152510381562</c:v>
                </c:pt>
                <c:pt idx="380">
                  <c:v>55.7827040320536</c:v>
                </c:pt>
                <c:pt idx="381">
                  <c:v>55.8296216419274</c:v>
                </c:pt>
                <c:pt idx="382">
                  <c:v>55.8964464733103</c:v>
                </c:pt>
                <c:pt idx="383">
                  <c:v>55.3112886300715</c:v>
                </c:pt>
                <c:pt idx="384">
                  <c:v>55.8823889765773</c:v>
                </c:pt>
                <c:pt idx="385">
                  <c:v>54.5594404699182</c:v>
                </c:pt>
                <c:pt idx="386">
                  <c:v>55.9255059661506</c:v>
                </c:pt>
                <c:pt idx="387">
                  <c:v>54.4266053133977</c:v>
                </c:pt>
                <c:pt idx="388">
                  <c:v>53.5979942048241</c:v>
                </c:pt>
                <c:pt idx="389">
                  <c:v>53.9539265377543</c:v>
                </c:pt>
                <c:pt idx="390">
                  <c:v>54.026956472242</c:v>
                </c:pt>
                <c:pt idx="391">
                  <c:v>54.6162957574107</c:v>
                </c:pt>
                <c:pt idx="392">
                  <c:v>52.7121658686261</c:v>
                </c:pt>
                <c:pt idx="393">
                  <c:v>53.1855297267612</c:v>
                </c:pt>
                <c:pt idx="394">
                  <c:v>53.9560894724986</c:v>
                </c:pt>
                <c:pt idx="395">
                  <c:v>54.2149054730278</c:v>
                </c:pt>
                <c:pt idx="396">
                  <c:v>52.7047306496051</c:v>
                </c:pt>
                <c:pt idx="397">
                  <c:v>54.3696184190173</c:v>
                </c:pt>
                <c:pt idx="398">
                  <c:v>58.5698501106604</c:v>
                </c:pt>
                <c:pt idx="399">
                  <c:v>58.6228145596757</c:v>
                </c:pt>
                <c:pt idx="400">
                  <c:v>59.6834801311067</c:v>
                </c:pt>
                <c:pt idx="401">
                  <c:v>61.1711808213527</c:v>
                </c:pt>
                <c:pt idx="402">
                  <c:v>60.5294903696738</c:v>
                </c:pt>
                <c:pt idx="403">
                  <c:v>60.7632411957168</c:v>
                </c:pt>
                <c:pt idx="404">
                  <c:v>60.1551451143193</c:v>
                </c:pt>
                <c:pt idx="405">
                  <c:v>60.3874920953279</c:v>
                </c:pt>
                <c:pt idx="406">
                  <c:v>61.032254327253</c:v>
                </c:pt>
                <c:pt idx="407">
                  <c:v>59.8322471796181</c:v>
                </c:pt>
                <c:pt idx="408">
                  <c:v>61.5656163928166</c:v>
                </c:pt>
                <c:pt idx="409">
                  <c:v>61.315572735273</c:v>
                </c:pt>
                <c:pt idx="410">
                  <c:v>59.8243484205767</c:v>
                </c:pt>
                <c:pt idx="411">
                  <c:v>60.4414900677862</c:v>
                </c:pt>
                <c:pt idx="412">
                  <c:v>62.6583558486385</c:v>
                </c:pt>
                <c:pt idx="413">
                  <c:v>62.5021245876725</c:v>
                </c:pt>
                <c:pt idx="414">
                  <c:v>64.0731646900929</c:v>
                </c:pt>
                <c:pt idx="415">
                  <c:v>62.8383626542116</c:v>
                </c:pt>
                <c:pt idx="416">
                  <c:v>66.0503927586485</c:v>
                </c:pt>
                <c:pt idx="417">
                  <c:v>63.3468197173075</c:v>
                </c:pt>
                <c:pt idx="418">
                  <c:v>60.9266208314115</c:v>
                </c:pt>
                <c:pt idx="419">
                  <c:v>68.2809590388727</c:v>
                </c:pt>
                <c:pt idx="420">
                  <c:v>59.0178015355497</c:v>
                </c:pt>
                <c:pt idx="421">
                  <c:v>63.3585537893967</c:v>
                </c:pt>
                <c:pt idx="422">
                  <c:v>60.6483910266074</c:v>
                </c:pt>
                <c:pt idx="423">
                  <c:v>63.2784940042009</c:v>
                </c:pt>
                <c:pt idx="424">
                  <c:v>62.3181767872582</c:v>
                </c:pt>
                <c:pt idx="425">
                  <c:v>62.2944306780216</c:v>
                </c:pt>
                <c:pt idx="426">
                  <c:v>61.8678059258345</c:v>
                </c:pt>
                <c:pt idx="427">
                  <c:v>63.7516555110584</c:v>
                </c:pt>
                <c:pt idx="428">
                  <c:v>63.2812378169166</c:v>
                </c:pt>
                <c:pt idx="429">
                  <c:v>62.3858313547916</c:v>
                </c:pt>
                <c:pt idx="430">
                  <c:v>65.2937102508969</c:v>
                </c:pt>
                <c:pt idx="431">
                  <c:v>62.8446701128719</c:v>
                </c:pt>
                <c:pt idx="432">
                  <c:v>63.2925023078686</c:v>
                </c:pt>
                <c:pt idx="433">
                  <c:v>63.2813104951204</c:v>
                </c:pt>
                <c:pt idx="434">
                  <c:v>58.5707024955133</c:v>
                </c:pt>
                <c:pt idx="435">
                  <c:v>59.9522283150029</c:v>
                </c:pt>
                <c:pt idx="436">
                  <c:v>60.4766073222114</c:v>
                </c:pt>
                <c:pt idx="437">
                  <c:v>60.60885887069</c:v>
                </c:pt>
                <c:pt idx="438">
                  <c:v>59.5677059360227</c:v>
                </c:pt>
                <c:pt idx="439">
                  <c:v>59.9249647005746</c:v>
                </c:pt>
                <c:pt idx="440">
                  <c:v>60.1058259272346</c:v>
                </c:pt>
                <c:pt idx="441">
                  <c:v>59.6771729545853</c:v>
                </c:pt>
                <c:pt idx="442">
                  <c:v>60.9463867289761</c:v>
                </c:pt>
                <c:pt idx="443">
                  <c:v>60.2874707185173</c:v>
                </c:pt>
                <c:pt idx="444">
                  <c:v>59.6812078895992</c:v>
                </c:pt>
                <c:pt idx="445">
                  <c:v>58.7646847513989</c:v>
                </c:pt>
                <c:pt idx="446">
                  <c:v>60.472501204531</c:v>
                </c:pt>
                <c:pt idx="447">
                  <c:v>59.8928546539698</c:v>
                </c:pt>
                <c:pt idx="448">
                  <c:v>60.7090920943142</c:v>
                </c:pt>
                <c:pt idx="449">
                  <c:v>58.9776190457179</c:v>
                </c:pt>
                <c:pt idx="450">
                  <c:v>59.9204911051801</c:v>
                </c:pt>
                <c:pt idx="451">
                  <c:v>59.3231831582116</c:v>
                </c:pt>
                <c:pt idx="452">
                  <c:v>62.1054158644904</c:v>
                </c:pt>
                <c:pt idx="453">
                  <c:v>60.0769518407852</c:v>
                </c:pt>
                <c:pt idx="454">
                  <c:v>59.4742096190196</c:v>
                </c:pt>
                <c:pt idx="455">
                  <c:v>57.3753781159816</c:v>
                </c:pt>
                <c:pt idx="456">
                  <c:v>58.3357363048678</c:v>
                </c:pt>
                <c:pt idx="457">
                  <c:v>60.3520804428522</c:v>
                </c:pt>
                <c:pt idx="458">
                  <c:v>60.7057242110202</c:v>
                </c:pt>
                <c:pt idx="459">
                  <c:v>59.9814345823239</c:v>
                </c:pt>
                <c:pt idx="460">
                  <c:v>58.3060963714439</c:v>
                </c:pt>
                <c:pt idx="461">
                  <c:v>58.8655084640507</c:v>
                </c:pt>
                <c:pt idx="462">
                  <c:v>58.6615628341594</c:v>
                </c:pt>
                <c:pt idx="463">
                  <c:v>58.3028521535867</c:v>
                </c:pt>
                <c:pt idx="464">
                  <c:v>58.1880313174829</c:v>
                </c:pt>
                <c:pt idx="465">
                  <c:v>58.8100147003499</c:v>
                </c:pt>
                <c:pt idx="466">
                  <c:v>58.5562022030962</c:v>
                </c:pt>
                <c:pt idx="467">
                  <c:v>58.2894285163997</c:v>
                </c:pt>
                <c:pt idx="468">
                  <c:v>58.1317217208309</c:v>
                </c:pt>
                <c:pt idx="469">
                  <c:v>57.9320479563733</c:v>
                </c:pt>
                <c:pt idx="470">
                  <c:v>58.7576769830483</c:v>
                </c:pt>
                <c:pt idx="471">
                  <c:v>58.6331217652356</c:v>
                </c:pt>
                <c:pt idx="472">
                  <c:v>58.0765144499043</c:v>
                </c:pt>
                <c:pt idx="473">
                  <c:v>60.307196730433</c:v>
                </c:pt>
                <c:pt idx="474">
                  <c:v>57.0123432109911</c:v>
                </c:pt>
                <c:pt idx="475">
                  <c:v>58.3389922177084</c:v>
                </c:pt>
                <c:pt idx="476">
                  <c:v>65.3064277245934</c:v>
                </c:pt>
                <c:pt idx="477">
                  <c:v>58.6344295298547</c:v>
                </c:pt>
                <c:pt idx="478">
                  <c:v>55.1180596391437</c:v>
                </c:pt>
                <c:pt idx="479">
                  <c:v>57.300058890822</c:v>
                </c:pt>
                <c:pt idx="480">
                  <c:v>59.0842528843627</c:v>
                </c:pt>
                <c:pt idx="481">
                  <c:v>50.0597958652527</c:v>
                </c:pt>
                <c:pt idx="482">
                  <c:v>58.0768854497457</c:v>
                </c:pt>
                <c:pt idx="483">
                  <c:v>58.1184102067605</c:v>
                </c:pt>
                <c:pt idx="484">
                  <c:v>57.8122886212964</c:v>
                </c:pt>
                <c:pt idx="485">
                  <c:v>57.6142947395207</c:v>
                </c:pt>
                <c:pt idx="486">
                  <c:v>57.6342131177828</c:v>
                </c:pt>
                <c:pt idx="487">
                  <c:v>57.8427748672542</c:v>
                </c:pt>
                <c:pt idx="488">
                  <c:v>57.9028767103279</c:v>
                </c:pt>
                <c:pt idx="489">
                  <c:v>58.345686019019</c:v>
                </c:pt>
                <c:pt idx="490">
                  <c:v>58.7440464085299</c:v>
                </c:pt>
                <c:pt idx="491">
                  <c:v>58.1284741895937</c:v>
                </c:pt>
                <c:pt idx="492">
                  <c:v>56.9289455185322</c:v>
                </c:pt>
                <c:pt idx="493">
                  <c:v>56.6343990546215</c:v>
                </c:pt>
                <c:pt idx="494">
                  <c:v>57.3662786894936</c:v>
                </c:pt>
                <c:pt idx="495">
                  <c:v>56.7326485072613</c:v>
                </c:pt>
                <c:pt idx="496">
                  <c:v>57.46927059614</c:v>
                </c:pt>
                <c:pt idx="497">
                  <c:v>56.2341304266322</c:v>
                </c:pt>
                <c:pt idx="498">
                  <c:v>56.8035684207597</c:v>
                </c:pt>
                <c:pt idx="499">
                  <c:v>57.0666502219307</c:v>
                </c:pt>
                <c:pt idx="500">
                  <c:v>56.9082703340395</c:v>
                </c:pt>
                <c:pt idx="501">
                  <c:v>56.657087428627</c:v>
                </c:pt>
                <c:pt idx="502">
                  <c:v>56.2748175744823</c:v>
                </c:pt>
                <c:pt idx="503">
                  <c:v>55.9301813945502</c:v>
                </c:pt>
                <c:pt idx="504">
                  <c:v>56.2981187147137</c:v>
                </c:pt>
                <c:pt idx="505">
                  <c:v>56.7147442282967</c:v>
                </c:pt>
                <c:pt idx="506">
                  <c:v>56.325268279777</c:v>
                </c:pt>
                <c:pt idx="507">
                  <c:v>55.8559200049235</c:v>
                </c:pt>
                <c:pt idx="508">
                  <c:v>57.0461042995064</c:v>
                </c:pt>
                <c:pt idx="509">
                  <c:v>55.9304157296021</c:v>
                </c:pt>
                <c:pt idx="510">
                  <c:v>56.7106644786898</c:v>
                </c:pt>
                <c:pt idx="511">
                  <c:v>56.2740457319849</c:v>
                </c:pt>
                <c:pt idx="512">
                  <c:v>55.2011402746192</c:v>
                </c:pt>
                <c:pt idx="513">
                  <c:v>55.0429816724834</c:v>
                </c:pt>
                <c:pt idx="514">
                  <c:v>55.3461600905835</c:v>
                </c:pt>
                <c:pt idx="515">
                  <c:v>54.8348594821662</c:v>
                </c:pt>
                <c:pt idx="516">
                  <c:v>55.514525466258</c:v>
                </c:pt>
                <c:pt idx="517">
                  <c:v>54.7360400367774</c:v>
                </c:pt>
                <c:pt idx="518">
                  <c:v>54.4477800461753</c:v>
                </c:pt>
                <c:pt idx="519">
                  <c:v>55.0836034135404</c:v>
                </c:pt>
                <c:pt idx="520">
                  <c:v>55.3663389641663</c:v>
                </c:pt>
                <c:pt idx="521">
                  <c:v>54.5840524304504</c:v>
                </c:pt>
                <c:pt idx="522">
                  <c:v>54.4152296371714</c:v>
                </c:pt>
                <c:pt idx="523">
                  <c:v>54.4148862315639</c:v>
                </c:pt>
                <c:pt idx="524">
                  <c:v>54.6062222394412</c:v>
                </c:pt>
                <c:pt idx="525">
                  <c:v>54.1587667793577</c:v>
                </c:pt>
                <c:pt idx="526">
                  <c:v>54.6468778702923</c:v>
                </c:pt>
                <c:pt idx="527">
                  <c:v>53.7531577928994</c:v>
                </c:pt>
                <c:pt idx="528">
                  <c:v>54.1046636508671</c:v>
                </c:pt>
                <c:pt idx="529">
                  <c:v>55.2124606066374</c:v>
                </c:pt>
                <c:pt idx="530">
                  <c:v>54.988412392036</c:v>
                </c:pt>
                <c:pt idx="531">
                  <c:v>55.1821080310338</c:v>
                </c:pt>
                <c:pt idx="532">
                  <c:v>54.4973744549185</c:v>
                </c:pt>
                <c:pt idx="533">
                  <c:v>54.5910391135411</c:v>
                </c:pt>
                <c:pt idx="534">
                  <c:v>52.2933960278139</c:v>
                </c:pt>
                <c:pt idx="535">
                  <c:v>53.2581998570371</c:v>
                </c:pt>
                <c:pt idx="536">
                  <c:v>52.9589477334095</c:v>
                </c:pt>
                <c:pt idx="537">
                  <c:v>55.7569169308391</c:v>
                </c:pt>
                <c:pt idx="538">
                  <c:v>56.145216108346</c:v>
                </c:pt>
                <c:pt idx="539">
                  <c:v>55.8593685877264</c:v>
                </c:pt>
                <c:pt idx="540">
                  <c:v>55.8640976087043</c:v>
                </c:pt>
                <c:pt idx="541">
                  <c:v>54.4386794781831</c:v>
                </c:pt>
                <c:pt idx="542">
                  <c:v>53.0557403057199</c:v>
                </c:pt>
                <c:pt idx="543">
                  <c:v>53.3712721422057</c:v>
                </c:pt>
                <c:pt idx="544">
                  <c:v>53.9757706122412</c:v>
                </c:pt>
                <c:pt idx="545">
                  <c:v>54.9594286098895</c:v>
                </c:pt>
                <c:pt idx="546">
                  <c:v>55.4399818461192</c:v>
                </c:pt>
                <c:pt idx="547">
                  <c:v>54.950240207205</c:v>
                </c:pt>
                <c:pt idx="548">
                  <c:v>55.8286817125217</c:v>
                </c:pt>
                <c:pt idx="549">
                  <c:v>56.34573138433</c:v>
                </c:pt>
                <c:pt idx="550">
                  <c:v>57.5797975589143</c:v>
                </c:pt>
                <c:pt idx="551">
                  <c:v>56.1008448651596</c:v>
                </c:pt>
                <c:pt idx="552">
                  <c:v>51.3411845458814</c:v>
                </c:pt>
                <c:pt idx="553">
                  <c:v>57.6259704507093</c:v>
                </c:pt>
                <c:pt idx="554">
                  <c:v>56.7765632696414</c:v>
                </c:pt>
                <c:pt idx="555">
                  <c:v>58.9825811376183</c:v>
                </c:pt>
                <c:pt idx="556">
                  <c:v>58.5044213917989</c:v>
                </c:pt>
                <c:pt idx="557">
                  <c:v>62.4198193957683</c:v>
                </c:pt>
                <c:pt idx="558">
                  <c:v>60.6913815553627</c:v>
                </c:pt>
                <c:pt idx="559">
                  <c:v>60.0220422851995</c:v>
                </c:pt>
                <c:pt idx="560">
                  <c:v>59.3793535782394</c:v>
                </c:pt>
                <c:pt idx="561">
                  <c:v>59.4622444428431</c:v>
                </c:pt>
                <c:pt idx="562">
                  <c:v>59.6973034171884</c:v>
                </c:pt>
                <c:pt idx="563">
                  <c:v>60.0042415987759</c:v>
                </c:pt>
                <c:pt idx="564">
                  <c:v>60.3707488760558</c:v>
                </c:pt>
                <c:pt idx="565">
                  <c:v>62.7660193837942</c:v>
                </c:pt>
                <c:pt idx="566">
                  <c:v>61.681285160665</c:v>
                </c:pt>
                <c:pt idx="567">
                  <c:v>59.9535259979998</c:v>
                </c:pt>
                <c:pt idx="568">
                  <c:v>60.2192907123787</c:v>
                </c:pt>
                <c:pt idx="569">
                  <c:v>60.8513192818242</c:v>
                </c:pt>
                <c:pt idx="570">
                  <c:v>61.0263199893684</c:v>
                </c:pt>
                <c:pt idx="571">
                  <c:v>59.326254206927</c:v>
                </c:pt>
                <c:pt idx="572">
                  <c:v>58.3333681533135</c:v>
                </c:pt>
                <c:pt idx="573">
                  <c:v>59.5371122171849</c:v>
                </c:pt>
                <c:pt idx="574">
                  <c:v>61.1851124031021</c:v>
                </c:pt>
                <c:pt idx="575">
                  <c:v>57.9888897332637</c:v>
                </c:pt>
                <c:pt idx="576">
                  <c:v>57.9967983166363</c:v>
                </c:pt>
                <c:pt idx="577">
                  <c:v>56.7376140821747</c:v>
                </c:pt>
                <c:pt idx="578">
                  <c:v>57.5829116643098</c:v>
                </c:pt>
                <c:pt idx="579">
                  <c:v>62.161919552857</c:v>
                </c:pt>
                <c:pt idx="580">
                  <c:v>58.9685324661078</c:v>
                </c:pt>
                <c:pt idx="581">
                  <c:v>59.681300066237</c:v>
                </c:pt>
                <c:pt idx="582">
                  <c:v>58.9690059365827</c:v>
                </c:pt>
                <c:pt idx="583">
                  <c:v>61.0418887778778</c:v>
                </c:pt>
                <c:pt idx="584">
                  <c:v>59.2450651627017</c:v>
                </c:pt>
                <c:pt idx="585">
                  <c:v>60.0621071134964</c:v>
                </c:pt>
                <c:pt idx="586">
                  <c:v>59.9117004089741</c:v>
                </c:pt>
                <c:pt idx="587">
                  <c:v>59.496349880457</c:v>
                </c:pt>
                <c:pt idx="588">
                  <c:v>60.5854771826037</c:v>
                </c:pt>
                <c:pt idx="589">
                  <c:v>58.607886869457</c:v>
                </c:pt>
                <c:pt idx="590">
                  <c:v>60.2574629254513</c:v>
                </c:pt>
                <c:pt idx="591">
                  <c:v>59.0040199115065</c:v>
                </c:pt>
                <c:pt idx="592">
                  <c:v>60.791152370287</c:v>
                </c:pt>
                <c:pt idx="593">
                  <c:v>58.1292477280159</c:v>
                </c:pt>
                <c:pt idx="594">
                  <c:v>67.2519442492838</c:v>
                </c:pt>
                <c:pt idx="595">
                  <c:v>68.8597439305952</c:v>
                </c:pt>
                <c:pt idx="596">
                  <c:v>59.5249999992806</c:v>
                </c:pt>
                <c:pt idx="597">
                  <c:v>55.3780563582278</c:v>
                </c:pt>
                <c:pt idx="598">
                  <c:v>81.2019929465491</c:v>
                </c:pt>
                <c:pt idx="599">
                  <c:v>55.1425283857975</c:v>
                </c:pt>
                <c:pt idx="600">
                  <c:v>43.3770259388085</c:v>
                </c:pt>
                <c:pt idx="601">
                  <c:v>43.2022683340772</c:v>
                </c:pt>
                <c:pt idx="602">
                  <c:v>42.4572830603519</c:v>
                </c:pt>
                <c:pt idx="603">
                  <c:v>43.7824587911925</c:v>
                </c:pt>
                <c:pt idx="604">
                  <c:v>43.6147096957912</c:v>
                </c:pt>
                <c:pt idx="605">
                  <c:v>43.9475252987381</c:v>
                </c:pt>
                <c:pt idx="606">
                  <c:v>44.5503458016158</c:v>
                </c:pt>
                <c:pt idx="607">
                  <c:v>43.9576972044935</c:v>
                </c:pt>
                <c:pt idx="608">
                  <c:v>49.7529965188584</c:v>
                </c:pt>
                <c:pt idx="609">
                  <c:v>48.166713152513</c:v>
                </c:pt>
                <c:pt idx="610">
                  <c:v>43.3577506722938</c:v>
                </c:pt>
                <c:pt idx="611">
                  <c:v>41.8017791113846</c:v>
                </c:pt>
                <c:pt idx="612">
                  <c:v>37.2651568891599</c:v>
                </c:pt>
                <c:pt idx="613">
                  <c:v>41.3841968789155</c:v>
                </c:pt>
                <c:pt idx="614">
                  <c:v>42.6812713066027</c:v>
                </c:pt>
                <c:pt idx="615">
                  <c:v>47.1583724137062</c:v>
                </c:pt>
                <c:pt idx="616">
                  <c:v>45.1129046878482</c:v>
                </c:pt>
                <c:pt idx="617">
                  <c:v>46.3564060379262</c:v>
                </c:pt>
                <c:pt idx="618">
                  <c:v>45.4270113729657</c:v>
                </c:pt>
                <c:pt idx="619">
                  <c:v>45.6983167074228</c:v>
                </c:pt>
                <c:pt idx="620">
                  <c:v>49.2427159113457</c:v>
                </c:pt>
                <c:pt idx="621">
                  <c:v>48.6903819159684</c:v>
                </c:pt>
                <c:pt idx="622">
                  <c:v>49.1469169047526</c:v>
                </c:pt>
                <c:pt idx="623">
                  <c:v>48.8346340864651</c:v>
                </c:pt>
                <c:pt idx="624">
                  <c:v>49.7890043211638</c:v>
                </c:pt>
                <c:pt idx="625">
                  <c:v>49.1289362606531</c:v>
                </c:pt>
                <c:pt idx="626">
                  <c:v>49.6067068309101</c:v>
                </c:pt>
                <c:pt idx="627">
                  <c:v>49.373553807754</c:v>
                </c:pt>
                <c:pt idx="628">
                  <c:v>49.3269183525244</c:v>
                </c:pt>
                <c:pt idx="629">
                  <c:v>49.6118554030656</c:v>
                </c:pt>
                <c:pt idx="630">
                  <c:v>49.01184995646</c:v>
                </c:pt>
                <c:pt idx="631">
                  <c:v>48.6313681719997</c:v>
                </c:pt>
                <c:pt idx="632">
                  <c:v>51.1405697600649</c:v>
                </c:pt>
                <c:pt idx="633">
                  <c:v>50.7861416754486</c:v>
                </c:pt>
                <c:pt idx="634">
                  <c:v>49.6862136389286</c:v>
                </c:pt>
                <c:pt idx="635">
                  <c:v>50.1565980513896</c:v>
                </c:pt>
                <c:pt idx="636">
                  <c:v>50.3081349485676</c:v>
                </c:pt>
                <c:pt idx="637">
                  <c:v>49.790182360902</c:v>
                </c:pt>
                <c:pt idx="638">
                  <c:v>49.4894252437404</c:v>
                </c:pt>
                <c:pt idx="639">
                  <c:v>50.6060038244433</c:v>
                </c:pt>
                <c:pt idx="640">
                  <c:v>52.1674392070265</c:v>
                </c:pt>
                <c:pt idx="641">
                  <c:v>50.0376122475873</c:v>
                </c:pt>
                <c:pt idx="642">
                  <c:v>49.4733311413291</c:v>
                </c:pt>
                <c:pt idx="643">
                  <c:v>50.4787970789147</c:v>
                </c:pt>
                <c:pt idx="644">
                  <c:v>49.6805324384702</c:v>
                </c:pt>
                <c:pt idx="645">
                  <c:v>51.253922334108</c:v>
                </c:pt>
                <c:pt idx="646">
                  <c:v>51.2333992241242</c:v>
                </c:pt>
                <c:pt idx="647">
                  <c:v>51.0588062883706</c:v>
                </c:pt>
                <c:pt idx="648">
                  <c:v>51.3996877144942</c:v>
                </c:pt>
                <c:pt idx="649">
                  <c:v>50.8647171311154</c:v>
                </c:pt>
                <c:pt idx="650">
                  <c:v>51.7142052981268</c:v>
                </c:pt>
                <c:pt idx="651">
                  <c:v>51.1715183016549</c:v>
                </c:pt>
                <c:pt idx="652">
                  <c:v>51.5665723531112</c:v>
                </c:pt>
                <c:pt idx="653">
                  <c:v>51.9223765097115</c:v>
                </c:pt>
                <c:pt idx="654">
                  <c:v>52.315796111635</c:v>
                </c:pt>
                <c:pt idx="655">
                  <c:v>50.7103404406096</c:v>
                </c:pt>
                <c:pt idx="656">
                  <c:v>50.6351956673848</c:v>
                </c:pt>
                <c:pt idx="657">
                  <c:v>50.7090358398844</c:v>
                </c:pt>
                <c:pt idx="658">
                  <c:v>51.5354686950029</c:v>
                </c:pt>
                <c:pt idx="659">
                  <c:v>52.3520607010119</c:v>
                </c:pt>
                <c:pt idx="660">
                  <c:v>52.7393360579142</c:v>
                </c:pt>
                <c:pt idx="661">
                  <c:v>52.405829139429</c:v>
                </c:pt>
                <c:pt idx="662">
                  <c:v>52.2876710410672</c:v>
                </c:pt>
                <c:pt idx="663">
                  <c:v>51.2015265237909</c:v>
                </c:pt>
                <c:pt idx="664">
                  <c:v>51.9186336448543</c:v>
                </c:pt>
                <c:pt idx="665">
                  <c:v>51.4756946271648</c:v>
                </c:pt>
                <c:pt idx="666">
                  <c:v>51.3648752337624</c:v>
                </c:pt>
                <c:pt idx="667">
                  <c:v>51.8707141485608</c:v>
                </c:pt>
                <c:pt idx="668">
                  <c:v>51.7569658631353</c:v>
                </c:pt>
                <c:pt idx="669">
                  <c:v>52.1200418348901</c:v>
                </c:pt>
                <c:pt idx="670">
                  <c:v>52.348860581333</c:v>
                </c:pt>
                <c:pt idx="671">
                  <c:v>50.9682028969594</c:v>
                </c:pt>
                <c:pt idx="672">
                  <c:v>52.672481993318</c:v>
                </c:pt>
                <c:pt idx="673">
                  <c:v>51.9218417768025</c:v>
                </c:pt>
                <c:pt idx="674">
                  <c:v>52.3695616684099</c:v>
                </c:pt>
                <c:pt idx="675">
                  <c:v>52.2545145785369</c:v>
                </c:pt>
                <c:pt idx="676">
                  <c:v>51.8925566065462</c:v>
                </c:pt>
                <c:pt idx="677">
                  <c:v>50.4834745632954</c:v>
                </c:pt>
                <c:pt idx="678">
                  <c:v>52.3265265053244</c:v>
                </c:pt>
                <c:pt idx="679">
                  <c:v>52.1486035990919</c:v>
                </c:pt>
                <c:pt idx="680">
                  <c:v>49.6674898526085</c:v>
                </c:pt>
                <c:pt idx="681">
                  <c:v>49.8276267101177</c:v>
                </c:pt>
                <c:pt idx="682">
                  <c:v>51.549241570737</c:v>
                </c:pt>
                <c:pt idx="683">
                  <c:v>51.7259308789139</c:v>
                </c:pt>
                <c:pt idx="684">
                  <c:v>51.4001737785389</c:v>
                </c:pt>
                <c:pt idx="685">
                  <c:v>51.6168005144781</c:v>
                </c:pt>
                <c:pt idx="686">
                  <c:v>51.9319299585315</c:v>
                </c:pt>
                <c:pt idx="687">
                  <c:v>51.275274001553</c:v>
                </c:pt>
                <c:pt idx="688">
                  <c:v>52.7006685306066</c:v>
                </c:pt>
                <c:pt idx="689">
                  <c:v>52.4549637100796</c:v>
                </c:pt>
                <c:pt idx="690">
                  <c:v>51.8647924475413</c:v>
                </c:pt>
                <c:pt idx="691">
                  <c:v>51.7340839854963</c:v>
                </c:pt>
                <c:pt idx="692">
                  <c:v>53.2418646684894</c:v>
                </c:pt>
                <c:pt idx="693">
                  <c:v>52.9480578167194</c:v>
                </c:pt>
                <c:pt idx="694">
                  <c:v>54.3151758236306</c:v>
                </c:pt>
                <c:pt idx="695">
                  <c:v>50.4328289797661</c:v>
                </c:pt>
                <c:pt idx="696">
                  <c:v>49.0534776018686</c:v>
                </c:pt>
                <c:pt idx="697">
                  <c:v>50.859831595555</c:v>
                </c:pt>
                <c:pt idx="698">
                  <c:v>52.5324926249114</c:v>
                </c:pt>
                <c:pt idx="699">
                  <c:v>55.5667356105243</c:v>
                </c:pt>
                <c:pt idx="700">
                  <c:v>42.3237292837064</c:v>
                </c:pt>
                <c:pt idx="701">
                  <c:v>40.5874566228584</c:v>
                </c:pt>
                <c:pt idx="702">
                  <c:v>45.7626027137861</c:v>
                </c:pt>
                <c:pt idx="703">
                  <c:v>32.0528010717633</c:v>
                </c:pt>
                <c:pt idx="704">
                  <c:v>45.8092196882623</c:v>
                </c:pt>
                <c:pt idx="705">
                  <c:v>45.3586490933489</c:v>
                </c:pt>
                <c:pt idx="706">
                  <c:v>45.0615752451913</c:v>
                </c:pt>
                <c:pt idx="707">
                  <c:v>45.6386338082733</c:v>
                </c:pt>
                <c:pt idx="708">
                  <c:v>45.5871948192562</c:v>
                </c:pt>
                <c:pt idx="709">
                  <c:v>45.790442749112</c:v>
                </c:pt>
                <c:pt idx="710">
                  <c:v>44.5758139262916</c:v>
                </c:pt>
                <c:pt idx="711">
                  <c:v>45.0117006023607</c:v>
                </c:pt>
                <c:pt idx="712">
                  <c:v>43.9948139376792</c:v>
                </c:pt>
                <c:pt idx="713">
                  <c:v>46.9962091159068</c:v>
                </c:pt>
                <c:pt idx="714">
                  <c:v>47.8416713454428</c:v>
                </c:pt>
                <c:pt idx="715">
                  <c:v>41.7429716445068</c:v>
                </c:pt>
                <c:pt idx="716">
                  <c:v>42.4562374971248</c:v>
                </c:pt>
                <c:pt idx="717">
                  <c:v>41.7172426963587</c:v>
                </c:pt>
                <c:pt idx="718">
                  <c:v>46.0739517472656</c:v>
                </c:pt>
                <c:pt idx="719">
                  <c:v>44.6035856159521</c:v>
                </c:pt>
                <c:pt idx="720">
                  <c:v>49.6456176707924</c:v>
                </c:pt>
                <c:pt idx="721">
                  <c:v>50.0498208032856</c:v>
                </c:pt>
                <c:pt idx="722">
                  <c:v>44.4813136436971</c:v>
                </c:pt>
                <c:pt idx="723">
                  <c:v>44.7319840776482</c:v>
                </c:pt>
                <c:pt idx="724">
                  <c:v>37.9883271636733</c:v>
                </c:pt>
                <c:pt idx="725">
                  <c:v>38.1676681902783</c:v>
                </c:pt>
                <c:pt idx="726">
                  <c:v>38.4168354476966</c:v>
                </c:pt>
                <c:pt idx="727">
                  <c:v>38.2051462291056</c:v>
                </c:pt>
                <c:pt idx="728">
                  <c:v>38.2309671766741</c:v>
                </c:pt>
                <c:pt idx="729">
                  <c:v>38.06773750484</c:v>
                </c:pt>
                <c:pt idx="730">
                  <c:v>38.0735586196415</c:v>
                </c:pt>
                <c:pt idx="731">
                  <c:v>38.2263643921786</c:v>
                </c:pt>
                <c:pt idx="732">
                  <c:v>38.2582710479253</c:v>
                </c:pt>
                <c:pt idx="733">
                  <c:v>38.1875310351697</c:v>
                </c:pt>
                <c:pt idx="734">
                  <c:v>38.3191744907124</c:v>
                </c:pt>
                <c:pt idx="735">
                  <c:v>38.0383271336209</c:v>
                </c:pt>
                <c:pt idx="736">
                  <c:v>36.3963977085014</c:v>
                </c:pt>
                <c:pt idx="737">
                  <c:v>37.128481838364</c:v>
                </c:pt>
                <c:pt idx="738">
                  <c:v>37.9446423598134</c:v>
                </c:pt>
                <c:pt idx="739">
                  <c:v>35.9335468295854</c:v>
                </c:pt>
                <c:pt idx="740">
                  <c:v>36.3833626466658</c:v>
                </c:pt>
                <c:pt idx="741">
                  <c:v>39.2437580940599</c:v>
                </c:pt>
                <c:pt idx="742">
                  <c:v>38.0230937738473</c:v>
                </c:pt>
                <c:pt idx="743">
                  <c:v>32.4921632493</c:v>
                </c:pt>
                <c:pt idx="744">
                  <c:v>42.8106067788373</c:v>
                </c:pt>
                <c:pt idx="745">
                  <c:v>35.5185288698877</c:v>
                </c:pt>
                <c:pt idx="746">
                  <c:v>34.9218820161095</c:v>
                </c:pt>
                <c:pt idx="747">
                  <c:v>22.4308800290185</c:v>
                </c:pt>
                <c:pt idx="748">
                  <c:v>26.6066599863371</c:v>
                </c:pt>
                <c:pt idx="749">
                  <c:v>26.3346212433372</c:v>
                </c:pt>
                <c:pt idx="750">
                  <c:v>27.0562085127742</c:v>
                </c:pt>
                <c:pt idx="751">
                  <c:v>25.3917495147209</c:v>
                </c:pt>
                <c:pt idx="752">
                  <c:v>25.822890417518</c:v>
                </c:pt>
                <c:pt idx="753">
                  <c:v>25.7579212715452</c:v>
                </c:pt>
                <c:pt idx="754">
                  <c:v>25.4728605207802</c:v>
                </c:pt>
                <c:pt idx="755">
                  <c:v>25.4879062066769</c:v>
                </c:pt>
                <c:pt idx="756">
                  <c:v>25.8914043859224</c:v>
                </c:pt>
                <c:pt idx="757">
                  <c:v>25.9568342290472</c:v>
                </c:pt>
                <c:pt idx="758">
                  <c:v>25.3953163094879</c:v>
                </c:pt>
                <c:pt idx="759">
                  <c:v>24.778805581717</c:v>
                </c:pt>
                <c:pt idx="760">
                  <c:v>24.9672985594839</c:v>
                </c:pt>
                <c:pt idx="761">
                  <c:v>24.944234979647</c:v>
                </c:pt>
                <c:pt idx="762">
                  <c:v>26.984450365537</c:v>
                </c:pt>
                <c:pt idx="763">
                  <c:v>28.7607460805898</c:v>
                </c:pt>
                <c:pt idx="764">
                  <c:v>28.2543152098042</c:v>
                </c:pt>
                <c:pt idx="765">
                  <c:v>27.799030356791</c:v>
                </c:pt>
                <c:pt idx="766">
                  <c:v>28.1843625279927</c:v>
                </c:pt>
                <c:pt idx="767">
                  <c:v>27.8796462992311</c:v>
                </c:pt>
                <c:pt idx="768">
                  <c:v>28.3819537347916</c:v>
                </c:pt>
                <c:pt idx="769">
                  <c:v>28.397194434541</c:v>
                </c:pt>
                <c:pt idx="770">
                  <c:v>27.8825059612771</c:v>
                </c:pt>
                <c:pt idx="771">
                  <c:v>28.6050208038273</c:v>
                </c:pt>
                <c:pt idx="772">
                  <c:v>29.1994738656299</c:v>
                </c:pt>
                <c:pt idx="773">
                  <c:v>28.6714798201753</c:v>
                </c:pt>
                <c:pt idx="774">
                  <c:v>26.7177109939363</c:v>
                </c:pt>
                <c:pt idx="775">
                  <c:v>28.4794546305544</c:v>
                </c:pt>
                <c:pt idx="776">
                  <c:v>26.801205351502</c:v>
                </c:pt>
                <c:pt idx="777">
                  <c:v>27.7058541383055</c:v>
                </c:pt>
                <c:pt idx="778">
                  <c:v>27.7253900933067</c:v>
                </c:pt>
                <c:pt idx="779">
                  <c:v>27.1533922617847</c:v>
                </c:pt>
                <c:pt idx="780">
                  <c:v>28.1281494390525</c:v>
                </c:pt>
                <c:pt idx="781">
                  <c:v>27.7784012065419</c:v>
                </c:pt>
                <c:pt idx="782">
                  <c:v>28.017797096938</c:v>
                </c:pt>
                <c:pt idx="783">
                  <c:v>27.9285940765482</c:v>
                </c:pt>
                <c:pt idx="784">
                  <c:v>27.9686623055189</c:v>
                </c:pt>
                <c:pt idx="785">
                  <c:v>27.815010974263</c:v>
                </c:pt>
                <c:pt idx="786">
                  <c:v>27.6296470193709</c:v>
                </c:pt>
                <c:pt idx="787">
                  <c:v>27.6083883546261</c:v>
                </c:pt>
                <c:pt idx="788">
                  <c:v>28.5494080447924</c:v>
                </c:pt>
                <c:pt idx="789">
                  <c:v>28.0523649156655</c:v>
                </c:pt>
                <c:pt idx="790">
                  <c:v>28.6699961031564</c:v>
                </c:pt>
                <c:pt idx="791">
                  <c:v>28.433098801515</c:v>
                </c:pt>
                <c:pt idx="792">
                  <c:v>28.2845427204559</c:v>
                </c:pt>
                <c:pt idx="793">
                  <c:v>28.9233418090903</c:v>
                </c:pt>
                <c:pt idx="794">
                  <c:v>27.4928996506771</c:v>
                </c:pt>
                <c:pt idx="795">
                  <c:v>26.6550663107426</c:v>
                </c:pt>
                <c:pt idx="796">
                  <c:v>26.3862860819837</c:v>
                </c:pt>
                <c:pt idx="797">
                  <c:v>28.6980187108685</c:v>
                </c:pt>
                <c:pt idx="798">
                  <c:v>29.4599039281535</c:v>
                </c:pt>
                <c:pt idx="799">
                  <c:v>25.2357362849955</c:v>
                </c:pt>
                <c:pt idx="800">
                  <c:v>25.5146161446668</c:v>
                </c:pt>
                <c:pt idx="801">
                  <c:v>27.5705487179258</c:v>
                </c:pt>
                <c:pt idx="802">
                  <c:v>26.4629654934157</c:v>
                </c:pt>
                <c:pt idx="803">
                  <c:v>25.3541723489781</c:v>
                </c:pt>
                <c:pt idx="804">
                  <c:v>27.2645463536696</c:v>
                </c:pt>
                <c:pt idx="805">
                  <c:v>31.9443954389667</c:v>
                </c:pt>
                <c:pt idx="806">
                  <c:v>23.3469548935302</c:v>
                </c:pt>
                <c:pt idx="807">
                  <c:v>31.2019867724952</c:v>
                </c:pt>
                <c:pt idx="808">
                  <c:v>30.656767400681</c:v>
                </c:pt>
                <c:pt idx="809">
                  <c:v>30.7685001727427</c:v>
                </c:pt>
                <c:pt idx="810">
                  <c:v>30.8746380043213</c:v>
                </c:pt>
                <c:pt idx="811">
                  <c:v>30.7966094646022</c:v>
                </c:pt>
                <c:pt idx="812">
                  <c:v>30.1788773119121</c:v>
                </c:pt>
                <c:pt idx="813">
                  <c:v>30.203145843242</c:v>
                </c:pt>
                <c:pt idx="814">
                  <c:v>30.4537942013016</c:v>
                </c:pt>
                <c:pt idx="815">
                  <c:v>30.0238790857538</c:v>
                </c:pt>
                <c:pt idx="816">
                  <c:v>32.4680696472076</c:v>
                </c:pt>
                <c:pt idx="817">
                  <c:v>30.4060804630547</c:v>
                </c:pt>
                <c:pt idx="818">
                  <c:v>30.7094317179408</c:v>
                </c:pt>
                <c:pt idx="819">
                  <c:v>31.2645679939314</c:v>
                </c:pt>
                <c:pt idx="820">
                  <c:v>30.6128079181205</c:v>
                </c:pt>
                <c:pt idx="821">
                  <c:v>31.3277488802936</c:v>
                </c:pt>
                <c:pt idx="822">
                  <c:v>30.7740146534906</c:v>
                </c:pt>
                <c:pt idx="823">
                  <c:v>30.6088794413802</c:v>
                </c:pt>
                <c:pt idx="824">
                  <c:v>31.0935539689813</c:v>
                </c:pt>
                <c:pt idx="825">
                  <c:v>30.8532039042175</c:v>
                </c:pt>
                <c:pt idx="826">
                  <c:v>31.3284800178349</c:v>
                </c:pt>
                <c:pt idx="827">
                  <c:v>31.3199901817879</c:v>
                </c:pt>
                <c:pt idx="828">
                  <c:v>30.1628638027066</c:v>
                </c:pt>
                <c:pt idx="829">
                  <c:v>30.8208569656943</c:v>
                </c:pt>
                <c:pt idx="830">
                  <c:v>30.6728281513119</c:v>
                </c:pt>
                <c:pt idx="831">
                  <c:v>30.1935670928849</c:v>
                </c:pt>
                <c:pt idx="832">
                  <c:v>30.9457765868516</c:v>
                </c:pt>
                <c:pt idx="833">
                  <c:v>31.0788486053763</c:v>
                </c:pt>
                <c:pt idx="834">
                  <c:v>31.0953895824244</c:v>
                </c:pt>
                <c:pt idx="835">
                  <c:v>30.2666865558749</c:v>
                </c:pt>
                <c:pt idx="836">
                  <c:v>31.386678341152</c:v>
                </c:pt>
                <c:pt idx="837">
                  <c:v>30.3842193374465</c:v>
                </c:pt>
                <c:pt idx="838">
                  <c:v>30.3473031200562</c:v>
                </c:pt>
                <c:pt idx="839">
                  <c:v>30.9529733520952</c:v>
                </c:pt>
                <c:pt idx="840">
                  <c:v>32.0472973880865</c:v>
                </c:pt>
                <c:pt idx="841">
                  <c:v>30.905669484905</c:v>
                </c:pt>
                <c:pt idx="842">
                  <c:v>32.2086954052778</c:v>
                </c:pt>
                <c:pt idx="843">
                  <c:v>30.3493436505972</c:v>
                </c:pt>
                <c:pt idx="844">
                  <c:v>30.9075275316529</c:v>
                </c:pt>
                <c:pt idx="845">
                  <c:v>30.7429441378025</c:v>
                </c:pt>
                <c:pt idx="846">
                  <c:v>30.7124575779499</c:v>
                </c:pt>
                <c:pt idx="847">
                  <c:v>31.8687654937207</c:v>
                </c:pt>
                <c:pt idx="848">
                  <c:v>31.5037912703065</c:v>
                </c:pt>
                <c:pt idx="849">
                  <c:v>31.2513229721756</c:v>
                </c:pt>
                <c:pt idx="850">
                  <c:v>31.4820132436555</c:v>
                </c:pt>
                <c:pt idx="851">
                  <c:v>32.4397484102877</c:v>
                </c:pt>
                <c:pt idx="852">
                  <c:v>32.4269809511904</c:v>
                </c:pt>
                <c:pt idx="853">
                  <c:v>31.4571972816324</c:v>
                </c:pt>
                <c:pt idx="854">
                  <c:v>30.9542557391699</c:v>
                </c:pt>
                <c:pt idx="855">
                  <c:v>31.8623613553798</c:v>
                </c:pt>
                <c:pt idx="856">
                  <c:v>31.1556385684813</c:v>
                </c:pt>
                <c:pt idx="857">
                  <c:v>31.82412341224</c:v>
                </c:pt>
                <c:pt idx="858">
                  <c:v>31.3350621546346</c:v>
                </c:pt>
                <c:pt idx="859">
                  <c:v>31.8299510738449</c:v>
                </c:pt>
                <c:pt idx="860">
                  <c:v>33.2647447056379</c:v>
                </c:pt>
                <c:pt idx="861">
                  <c:v>34.6469454782748</c:v>
                </c:pt>
                <c:pt idx="862">
                  <c:v>34.613902347238</c:v>
                </c:pt>
                <c:pt idx="863">
                  <c:v>32.0773484237877</c:v>
                </c:pt>
                <c:pt idx="864">
                  <c:v>34.2095931810096</c:v>
                </c:pt>
                <c:pt idx="865">
                  <c:v>34.1112975031766</c:v>
                </c:pt>
                <c:pt idx="866">
                  <c:v>35.355844381706</c:v>
                </c:pt>
                <c:pt idx="867">
                  <c:v>34.0896160112942</c:v>
                </c:pt>
                <c:pt idx="868">
                  <c:v>33.8451834883532</c:v>
                </c:pt>
                <c:pt idx="869">
                  <c:v>34.015915166549</c:v>
                </c:pt>
                <c:pt idx="870">
                  <c:v>33.8495269454636</c:v>
                </c:pt>
                <c:pt idx="871">
                  <c:v>33.4848265577327</c:v>
                </c:pt>
                <c:pt idx="872">
                  <c:v>35.0754562413234</c:v>
                </c:pt>
                <c:pt idx="873">
                  <c:v>35.1877797443128</c:v>
                </c:pt>
                <c:pt idx="874">
                  <c:v>33.1636829327304</c:v>
                </c:pt>
                <c:pt idx="875">
                  <c:v>32.747639322054</c:v>
                </c:pt>
                <c:pt idx="876">
                  <c:v>30.597911151703</c:v>
                </c:pt>
                <c:pt idx="877">
                  <c:v>35.1627333113344</c:v>
                </c:pt>
                <c:pt idx="878">
                  <c:v>32.979826007282</c:v>
                </c:pt>
                <c:pt idx="879">
                  <c:v>34.0797064035702</c:v>
                </c:pt>
                <c:pt idx="880">
                  <c:v>34.8195485280425</c:v>
                </c:pt>
                <c:pt idx="881">
                  <c:v>31.9766450805913</c:v>
                </c:pt>
                <c:pt idx="882">
                  <c:v>34.7895099909493</c:v>
                </c:pt>
                <c:pt idx="883">
                  <c:v>32.2466995868523</c:v>
                </c:pt>
                <c:pt idx="884">
                  <c:v>32.2398225054311</c:v>
                </c:pt>
                <c:pt idx="885">
                  <c:v>32.7735128415723</c:v>
                </c:pt>
                <c:pt idx="886">
                  <c:v>32.3847025003911</c:v>
                </c:pt>
                <c:pt idx="887">
                  <c:v>32.8698715119917</c:v>
                </c:pt>
                <c:pt idx="888">
                  <c:v>32.8368502179723</c:v>
                </c:pt>
                <c:pt idx="889">
                  <c:v>31.7962997995798</c:v>
                </c:pt>
                <c:pt idx="890">
                  <c:v>32.6548397126898</c:v>
                </c:pt>
                <c:pt idx="891">
                  <c:v>32.3330886735905</c:v>
                </c:pt>
                <c:pt idx="892">
                  <c:v>31.8838018369587</c:v>
                </c:pt>
                <c:pt idx="893">
                  <c:v>31.7757275594217</c:v>
                </c:pt>
                <c:pt idx="894">
                  <c:v>32.1696028312079</c:v>
                </c:pt>
                <c:pt idx="895">
                  <c:v>32.4682589902218</c:v>
                </c:pt>
                <c:pt idx="896">
                  <c:v>32.5570337120221</c:v>
                </c:pt>
                <c:pt idx="897">
                  <c:v>31.1638163833438</c:v>
                </c:pt>
                <c:pt idx="898">
                  <c:v>31.0376063842629</c:v>
                </c:pt>
                <c:pt idx="899">
                  <c:v>31.5662464623066</c:v>
                </c:pt>
                <c:pt idx="900">
                  <c:v>32.2674766002927</c:v>
                </c:pt>
                <c:pt idx="901">
                  <c:v>32.7402353462873</c:v>
                </c:pt>
                <c:pt idx="902">
                  <c:v>32.113103397999</c:v>
                </c:pt>
                <c:pt idx="903">
                  <c:v>32.0924785364467</c:v>
                </c:pt>
                <c:pt idx="904">
                  <c:v>32.1743426993828</c:v>
                </c:pt>
                <c:pt idx="905">
                  <c:v>31.1500810313807</c:v>
                </c:pt>
                <c:pt idx="906">
                  <c:v>31.1515450152818</c:v>
                </c:pt>
                <c:pt idx="907">
                  <c:v>31.4866419668149</c:v>
                </c:pt>
                <c:pt idx="908">
                  <c:v>31.7726610442639</c:v>
                </c:pt>
                <c:pt idx="909">
                  <c:v>31.7157023611124</c:v>
                </c:pt>
                <c:pt idx="910">
                  <c:v>32.1434282963765</c:v>
                </c:pt>
                <c:pt idx="911">
                  <c:v>32.1448909991634</c:v>
                </c:pt>
                <c:pt idx="912">
                  <c:v>31.6753706871109</c:v>
                </c:pt>
                <c:pt idx="913">
                  <c:v>31.729568798865</c:v>
                </c:pt>
                <c:pt idx="914">
                  <c:v>32.3345282837972</c:v>
                </c:pt>
                <c:pt idx="915">
                  <c:v>33.1105740128496</c:v>
                </c:pt>
                <c:pt idx="916">
                  <c:v>31.1780517787308</c:v>
                </c:pt>
                <c:pt idx="917">
                  <c:v>30.7136518112206</c:v>
                </c:pt>
                <c:pt idx="918">
                  <c:v>30.4607352279689</c:v>
                </c:pt>
                <c:pt idx="919">
                  <c:v>30.0787938259438</c:v>
                </c:pt>
                <c:pt idx="920">
                  <c:v>30.3939426100505</c:v>
                </c:pt>
                <c:pt idx="921">
                  <c:v>30.3083688881684</c:v>
                </c:pt>
                <c:pt idx="922">
                  <c:v>29.8459985346046</c:v>
                </c:pt>
                <c:pt idx="923">
                  <c:v>29.7815654154713</c:v>
                </c:pt>
                <c:pt idx="924">
                  <c:v>30.132168851739</c:v>
                </c:pt>
                <c:pt idx="925">
                  <c:v>30.3054799114302</c:v>
                </c:pt>
                <c:pt idx="926">
                  <c:v>30.0296458102671</c:v>
                </c:pt>
                <c:pt idx="927">
                  <c:v>29.4850895007871</c:v>
                </c:pt>
                <c:pt idx="928">
                  <c:v>30.1854600454408</c:v>
                </c:pt>
                <c:pt idx="929">
                  <c:v>30.3142740593803</c:v>
                </c:pt>
                <c:pt idx="930">
                  <c:v>29.7874647232962</c:v>
                </c:pt>
                <c:pt idx="931">
                  <c:v>31.0162321293201</c:v>
                </c:pt>
                <c:pt idx="932">
                  <c:v>30.0319330544877</c:v>
                </c:pt>
                <c:pt idx="933">
                  <c:v>29.2754402089419</c:v>
                </c:pt>
                <c:pt idx="934">
                  <c:v>29.7390733556398</c:v>
                </c:pt>
                <c:pt idx="935">
                  <c:v>30.3095555803984</c:v>
                </c:pt>
                <c:pt idx="936">
                  <c:v>30.190865980351</c:v>
                </c:pt>
                <c:pt idx="937">
                  <c:v>28.1863537421031</c:v>
                </c:pt>
                <c:pt idx="938">
                  <c:v>31.4206989710377</c:v>
                </c:pt>
                <c:pt idx="939">
                  <c:v>25.8917826284904</c:v>
                </c:pt>
                <c:pt idx="940">
                  <c:v>28.3247431934842</c:v>
                </c:pt>
                <c:pt idx="941">
                  <c:v>28.2384141853319</c:v>
                </c:pt>
                <c:pt idx="942">
                  <c:v>27.738737407053</c:v>
                </c:pt>
                <c:pt idx="943">
                  <c:v>27.6114252334516</c:v>
                </c:pt>
                <c:pt idx="944">
                  <c:v>27.5756818171956</c:v>
                </c:pt>
                <c:pt idx="945">
                  <c:v>30.0010081677436</c:v>
                </c:pt>
                <c:pt idx="946">
                  <c:v>27.6721995663095</c:v>
                </c:pt>
                <c:pt idx="947">
                  <c:v>28.0147507020746</c:v>
                </c:pt>
                <c:pt idx="948">
                  <c:v>28.2535336336581</c:v>
                </c:pt>
                <c:pt idx="949">
                  <c:v>28.493391649457</c:v>
                </c:pt>
                <c:pt idx="950">
                  <c:v>28.1483204111651</c:v>
                </c:pt>
                <c:pt idx="951">
                  <c:v>27.8843372934725</c:v>
                </c:pt>
                <c:pt idx="952">
                  <c:v>27.7564186998244</c:v>
                </c:pt>
                <c:pt idx="953">
                  <c:v>27.7127909054554</c:v>
                </c:pt>
                <c:pt idx="954">
                  <c:v>27.8735439899186</c:v>
                </c:pt>
                <c:pt idx="955">
                  <c:v>28.034490777257</c:v>
                </c:pt>
                <c:pt idx="956">
                  <c:v>28.0485921574044</c:v>
                </c:pt>
                <c:pt idx="957">
                  <c:v>27.7314465272372</c:v>
                </c:pt>
                <c:pt idx="958">
                  <c:v>27.9909333701098</c:v>
                </c:pt>
                <c:pt idx="959">
                  <c:v>27.4014285223948</c:v>
                </c:pt>
                <c:pt idx="960">
                  <c:v>27.7303238014935</c:v>
                </c:pt>
                <c:pt idx="961">
                  <c:v>27.5137237898474</c:v>
                </c:pt>
                <c:pt idx="962">
                  <c:v>27.3592953999799</c:v>
                </c:pt>
                <c:pt idx="963">
                  <c:v>27.5068158130306</c:v>
                </c:pt>
                <c:pt idx="964">
                  <c:v>28.3622628381244</c:v>
                </c:pt>
                <c:pt idx="965">
                  <c:v>28.3588971678918</c:v>
                </c:pt>
                <c:pt idx="966">
                  <c:v>28.2275662318949</c:v>
                </c:pt>
                <c:pt idx="967">
                  <c:v>28.4947394413777</c:v>
                </c:pt>
                <c:pt idx="968">
                  <c:v>28.2451598001116</c:v>
                </c:pt>
                <c:pt idx="969">
                  <c:v>29.7142653484071</c:v>
                </c:pt>
                <c:pt idx="970">
                  <c:v>29.4899540772354</c:v>
                </c:pt>
                <c:pt idx="971">
                  <c:v>28.942353123176</c:v>
                </c:pt>
                <c:pt idx="972">
                  <c:v>28.8336516571197</c:v>
                </c:pt>
                <c:pt idx="973">
                  <c:v>28.7661755179165</c:v>
                </c:pt>
                <c:pt idx="974">
                  <c:v>28.6135315858601</c:v>
                </c:pt>
                <c:pt idx="975">
                  <c:v>29.9051120694673</c:v>
                </c:pt>
                <c:pt idx="976">
                  <c:v>27.541207502329</c:v>
                </c:pt>
                <c:pt idx="977">
                  <c:v>27.4990548887311</c:v>
                </c:pt>
                <c:pt idx="978">
                  <c:v>26.1329616612595</c:v>
                </c:pt>
                <c:pt idx="979">
                  <c:v>25.2983782031683</c:v>
                </c:pt>
                <c:pt idx="980">
                  <c:v>25.5019995610329</c:v>
                </c:pt>
                <c:pt idx="981">
                  <c:v>25.4752028782468</c:v>
                </c:pt>
                <c:pt idx="982">
                  <c:v>25.096571159066</c:v>
                </c:pt>
                <c:pt idx="983">
                  <c:v>26.6303479157351</c:v>
                </c:pt>
                <c:pt idx="984">
                  <c:v>26.0800549074422</c:v>
                </c:pt>
                <c:pt idx="985">
                  <c:v>26.9782634641952</c:v>
                </c:pt>
                <c:pt idx="986">
                  <c:v>25.7777325903261</c:v>
                </c:pt>
                <c:pt idx="987">
                  <c:v>23.8506999936674</c:v>
                </c:pt>
                <c:pt idx="988">
                  <c:v>25.6872342886806</c:v>
                </c:pt>
                <c:pt idx="989">
                  <c:v>20.5016010339293</c:v>
                </c:pt>
                <c:pt idx="990">
                  <c:v>21.7322892678891</c:v>
                </c:pt>
                <c:pt idx="991">
                  <c:v>21.7697782452527</c:v>
                </c:pt>
                <c:pt idx="992">
                  <c:v>23.3640640702349</c:v>
                </c:pt>
                <c:pt idx="993">
                  <c:v>21.20538440666</c:v>
                </c:pt>
                <c:pt idx="994">
                  <c:v>23.5538655739066</c:v>
                </c:pt>
                <c:pt idx="995">
                  <c:v>25.0831501486064</c:v>
                </c:pt>
                <c:pt idx="996">
                  <c:v>26.6067213178188</c:v>
                </c:pt>
                <c:pt idx="997">
                  <c:v>28.3060550703996</c:v>
                </c:pt>
                <c:pt idx="998">
                  <c:v>27.5337448865927</c:v>
                </c:pt>
                <c:pt idx="999">
                  <c:v>27.0447100969935</c:v>
                </c:pt>
                <c:pt idx="1000">
                  <c:v>22.4930356432397</c:v>
                </c:pt>
                <c:pt idx="1001">
                  <c:v>23.5724827518612</c:v>
                </c:pt>
                <c:pt idx="1002">
                  <c:v>23.1133183813</c:v>
                </c:pt>
                <c:pt idx="1003">
                  <c:v>21.5600941129197</c:v>
                </c:pt>
                <c:pt idx="1004">
                  <c:v>29.7938556441059</c:v>
                </c:pt>
                <c:pt idx="1005">
                  <c:v>24.0677503110088</c:v>
                </c:pt>
                <c:pt idx="1006">
                  <c:v>24.7392177619156</c:v>
                </c:pt>
                <c:pt idx="1007">
                  <c:v>28.7135842763374</c:v>
                </c:pt>
                <c:pt idx="1008">
                  <c:v>24.7239610759989</c:v>
                </c:pt>
                <c:pt idx="1009">
                  <c:v>26.0737765871362</c:v>
                </c:pt>
                <c:pt idx="1010">
                  <c:v>26.1145700096862</c:v>
                </c:pt>
                <c:pt idx="1011">
                  <c:v>23.7321403971251</c:v>
                </c:pt>
                <c:pt idx="1012">
                  <c:v>32.5640083619582</c:v>
                </c:pt>
                <c:pt idx="1013">
                  <c:v>21.6384567631718</c:v>
                </c:pt>
                <c:pt idx="1014">
                  <c:v>26.1760712889066</c:v>
                </c:pt>
                <c:pt idx="1015">
                  <c:v>21.0652911950824</c:v>
                </c:pt>
                <c:pt idx="1016">
                  <c:v>18.0477118298045</c:v>
                </c:pt>
                <c:pt idx="1017">
                  <c:v>26.6348706783825</c:v>
                </c:pt>
                <c:pt idx="1018">
                  <c:v>24.7660804653462</c:v>
                </c:pt>
                <c:pt idx="1019">
                  <c:v>23.4039135264036</c:v>
                </c:pt>
                <c:pt idx="1020">
                  <c:v>20.5290407223615</c:v>
                </c:pt>
                <c:pt idx="1021">
                  <c:v>27.5335086934327</c:v>
                </c:pt>
                <c:pt idx="1022">
                  <c:v>33.8297758168909</c:v>
                </c:pt>
                <c:pt idx="1023">
                  <c:v>26.7813612525146</c:v>
                </c:pt>
                <c:pt idx="1024">
                  <c:v>18.6510155071587</c:v>
                </c:pt>
                <c:pt idx="1025">
                  <c:v>18.6804202671124</c:v>
                </c:pt>
                <c:pt idx="1026">
                  <c:v>19.5207204680048</c:v>
                </c:pt>
                <c:pt idx="1027">
                  <c:v>18.9816859730819</c:v>
                </c:pt>
                <c:pt idx="1028">
                  <c:v>19.6942015238535</c:v>
                </c:pt>
                <c:pt idx="1029">
                  <c:v>18.5164672963573</c:v>
                </c:pt>
                <c:pt idx="1030">
                  <c:v>19.6237219104655</c:v>
                </c:pt>
                <c:pt idx="1031">
                  <c:v>18.5004872794423</c:v>
                </c:pt>
                <c:pt idx="1032">
                  <c:v>20.7692429276822</c:v>
                </c:pt>
                <c:pt idx="1033">
                  <c:v>18.7618991197087</c:v>
                </c:pt>
                <c:pt idx="1034">
                  <c:v>17.853764726238</c:v>
                </c:pt>
                <c:pt idx="1035">
                  <c:v>18.5252353292069</c:v>
                </c:pt>
                <c:pt idx="1036">
                  <c:v>18.7777143788452</c:v>
                </c:pt>
                <c:pt idx="1037">
                  <c:v>19.2802555684705</c:v>
                </c:pt>
                <c:pt idx="1038">
                  <c:v>19.2917050640937</c:v>
                </c:pt>
                <c:pt idx="1039">
                  <c:v>18.5094895323486</c:v>
                </c:pt>
                <c:pt idx="1040">
                  <c:v>18.263779009549</c:v>
                </c:pt>
                <c:pt idx="1041">
                  <c:v>18.2879422928579</c:v>
                </c:pt>
                <c:pt idx="1042">
                  <c:v>18.7749758388117</c:v>
                </c:pt>
                <c:pt idx="1043">
                  <c:v>16.7206819985555</c:v>
                </c:pt>
                <c:pt idx="1044">
                  <c:v>22.7712637354593</c:v>
                </c:pt>
                <c:pt idx="1045">
                  <c:v>20.4639468876595</c:v>
                </c:pt>
                <c:pt idx="1046">
                  <c:v>23.9068176816895</c:v>
                </c:pt>
                <c:pt idx="1047">
                  <c:v>19.5681175240985</c:v>
                </c:pt>
                <c:pt idx="1048">
                  <c:v>20.0380613102959</c:v>
                </c:pt>
                <c:pt idx="1049">
                  <c:v>19.9096639147636</c:v>
                </c:pt>
                <c:pt idx="1050">
                  <c:v>19.6055192195816</c:v>
                </c:pt>
                <c:pt idx="1051">
                  <c:v>19.6388761241552</c:v>
                </c:pt>
                <c:pt idx="1052">
                  <c:v>20.3325922888079</c:v>
                </c:pt>
                <c:pt idx="1053">
                  <c:v>21.7352910658693</c:v>
                </c:pt>
                <c:pt idx="1054">
                  <c:v>21.8533890006714</c:v>
                </c:pt>
                <c:pt idx="1055">
                  <c:v>18.3702678626784</c:v>
                </c:pt>
                <c:pt idx="1056">
                  <c:v>18.0760097994815</c:v>
                </c:pt>
                <c:pt idx="1057">
                  <c:v>18.1568342582802</c:v>
                </c:pt>
                <c:pt idx="1058">
                  <c:v>17.5776644587525</c:v>
                </c:pt>
                <c:pt idx="1059">
                  <c:v>16.7901459573902</c:v>
                </c:pt>
                <c:pt idx="1060">
                  <c:v>17.2091871499847</c:v>
                </c:pt>
                <c:pt idx="1061">
                  <c:v>17.020713889638</c:v>
                </c:pt>
                <c:pt idx="1062">
                  <c:v>19.9824073748489</c:v>
                </c:pt>
                <c:pt idx="1063">
                  <c:v>18.1238738564498</c:v>
                </c:pt>
                <c:pt idx="1064">
                  <c:v>5.71109600827565</c:v>
                </c:pt>
                <c:pt idx="1065">
                  <c:v>6.07884015573826</c:v>
                </c:pt>
                <c:pt idx="1066">
                  <c:v>5.81344181453386</c:v>
                </c:pt>
                <c:pt idx="1067">
                  <c:v>6.39631471389029</c:v>
                </c:pt>
                <c:pt idx="1068">
                  <c:v>5.99548014427195</c:v>
                </c:pt>
                <c:pt idx="1069">
                  <c:v>6.93431065169857</c:v>
                </c:pt>
                <c:pt idx="1070">
                  <c:v>5.35919797889879</c:v>
                </c:pt>
                <c:pt idx="1071">
                  <c:v>6.04759919947139</c:v>
                </c:pt>
                <c:pt idx="1072">
                  <c:v>6.07644161133469</c:v>
                </c:pt>
                <c:pt idx="1073">
                  <c:v>6.57761659946935</c:v>
                </c:pt>
                <c:pt idx="1074">
                  <c:v>7.14094465138924</c:v>
                </c:pt>
                <c:pt idx="1075">
                  <c:v>4.75869939723217</c:v>
                </c:pt>
                <c:pt idx="1076">
                  <c:v>5.90101346526347</c:v>
                </c:pt>
                <c:pt idx="1077">
                  <c:v>6.94156821685516</c:v>
                </c:pt>
                <c:pt idx="1078">
                  <c:v>6.71247322780567</c:v>
                </c:pt>
                <c:pt idx="1079">
                  <c:v>5.65923082363521</c:v>
                </c:pt>
                <c:pt idx="1080">
                  <c:v>6.57446478986778</c:v>
                </c:pt>
                <c:pt idx="1081">
                  <c:v>6.29790563615829</c:v>
                </c:pt>
                <c:pt idx="1082">
                  <c:v>5.68985835251855</c:v>
                </c:pt>
                <c:pt idx="1083">
                  <c:v>6.19891161234735</c:v>
                </c:pt>
                <c:pt idx="1084">
                  <c:v>6.44517853004378</c:v>
                </c:pt>
                <c:pt idx="1085">
                  <c:v>5.68388680941978</c:v>
                </c:pt>
                <c:pt idx="1086">
                  <c:v>7.29334972113774</c:v>
                </c:pt>
                <c:pt idx="1087">
                  <c:v>7.71570338380134</c:v>
                </c:pt>
                <c:pt idx="1088">
                  <c:v>7.46769086794878</c:v>
                </c:pt>
                <c:pt idx="1089">
                  <c:v>8.04243054514936</c:v>
                </c:pt>
                <c:pt idx="1090">
                  <c:v>7.19317915947793</c:v>
                </c:pt>
                <c:pt idx="1091">
                  <c:v>7.23193322021181</c:v>
                </c:pt>
                <c:pt idx="1092">
                  <c:v>7.73916914005247</c:v>
                </c:pt>
                <c:pt idx="1093">
                  <c:v>7.87333324235927</c:v>
                </c:pt>
                <c:pt idx="1094">
                  <c:v>7.54632231746505</c:v>
                </c:pt>
                <c:pt idx="1095">
                  <c:v>7.63924237801688</c:v>
                </c:pt>
                <c:pt idx="1096">
                  <c:v>7.87703864964786</c:v>
                </c:pt>
                <c:pt idx="1097">
                  <c:v>8.30334190724585</c:v>
                </c:pt>
                <c:pt idx="1098">
                  <c:v>7.12850662875835</c:v>
                </c:pt>
                <c:pt idx="1099">
                  <c:v>7.77023361565274</c:v>
                </c:pt>
                <c:pt idx="1100">
                  <c:v>8.27017653008753</c:v>
                </c:pt>
                <c:pt idx="1101">
                  <c:v>8.81369633245378</c:v>
                </c:pt>
                <c:pt idx="1102">
                  <c:v>9.37878999048533</c:v>
                </c:pt>
                <c:pt idx="1103">
                  <c:v>11.1912283027234</c:v>
                </c:pt>
                <c:pt idx="1104">
                  <c:v>8.97127832295153</c:v>
                </c:pt>
                <c:pt idx="1105">
                  <c:v>8.70644350777121</c:v>
                </c:pt>
                <c:pt idx="1106">
                  <c:v>14.5549956076814</c:v>
                </c:pt>
                <c:pt idx="1107">
                  <c:v>7.98746751558173</c:v>
                </c:pt>
                <c:pt idx="1108">
                  <c:v>10.4306491042292</c:v>
                </c:pt>
                <c:pt idx="1109">
                  <c:v>10.6316351732811</c:v>
                </c:pt>
                <c:pt idx="1110">
                  <c:v>12.7050694075191</c:v>
                </c:pt>
                <c:pt idx="1111">
                  <c:v>11.3268279755386</c:v>
                </c:pt>
                <c:pt idx="1112">
                  <c:v>11.2620552246973</c:v>
                </c:pt>
                <c:pt idx="1113">
                  <c:v>11.3299409100176</c:v>
                </c:pt>
                <c:pt idx="1114">
                  <c:v>12.2879918294709</c:v>
                </c:pt>
                <c:pt idx="1115">
                  <c:v>11.7643084477465</c:v>
                </c:pt>
                <c:pt idx="1116">
                  <c:v>12.8397350559169</c:v>
                </c:pt>
                <c:pt idx="1117">
                  <c:v>12.8960528600801</c:v>
                </c:pt>
                <c:pt idx="1118">
                  <c:v>12.2980053712506</c:v>
                </c:pt>
                <c:pt idx="1119">
                  <c:v>12.8925340199308</c:v>
                </c:pt>
                <c:pt idx="1120">
                  <c:v>10.8757560974482</c:v>
                </c:pt>
                <c:pt idx="1121">
                  <c:v>11.6947144076243</c:v>
                </c:pt>
                <c:pt idx="1122">
                  <c:v>12.4617083064621</c:v>
                </c:pt>
                <c:pt idx="1123">
                  <c:v>12.6299236622178</c:v>
                </c:pt>
                <c:pt idx="1124">
                  <c:v>12.4858181075045</c:v>
                </c:pt>
                <c:pt idx="1125">
                  <c:v>11.2225592105433</c:v>
                </c:pt>
                <c:pt idx="1126">
                  <c:v>12.4418386076988</c:v>
                </c:pt>
                <c:pt idx="1127">
                  <c:v>12.0338409312467</c:v>
                </c:pt>
                <c:pt idx="1128">
                  <c:v>12.5021878530246</c:v>
                </c:pt>
                <c:pt idx="1129">
                  <c:v>12.6652405255869</c:v>
                </c:pt>
                <c:pt idx="1130">
                  <c:v>11.7329595783398</c:v>
                </c:pt>
                <c:pt idx="1131">
                  <c:v>12.3817594018305</c:v>
                </c:pt>
                <c:pt idx="1132">
                  <c:v>11.9745829951135</c:v>
                </c:pt>
                <c:pt idx="1133">
                  <c:v>12.6681318323305</c:v>
                </c:pt>
                <c:pt idx="1134">
                  <c:v>12.3356534292375</c:v>
                </c:pt>
                <c:pt idx="1135">
                  <c:v>12.9077507522369</c:v>
                </c:pt>
                <c:pt idx="1136">
                  <c:v>12.6615848322375</c:v>
                </c:pt>
                <c:pt idx="1137">
                  <c:v>13.6159541390823</c:v>
                </c:pt>
                <c:pt idx="1138">
                  <c:v>14.8064056839827</c:v>
                </c:pt>
                <c:pt idx="1139">
                  <c:v>11.6395795882034</c:v>
                </c:pt>
                <c:pt idx="1140">
                  <c:v>10.9581630325396</c:v>
                </c:pt>
                <c:pt idx="1141">
                  <c:v>11.4730784619968</c:v>
                </c:pt>
                <c:pt idx="1142">
                  <c:v>11.0828531665963</c:v>
                </c:pt>
                <c:pt idx="1143">
                  <c:v>11.6511002679902</c:v>
                </c:pt>
                <c:pt idx="1144">
                  <c:v>10.3001273302807</c:v>
                </c:pt>
                <c:pt idx="1145">
                  <c:v>10.6267680843494</c:v>
                </c:pt>
                <c:pt idx="1146">
                  <c:v>10.6494537985843</c:v>
                </c:pt>
                <c:pt idx="1147">
                  <c:v>11.785658987298</c:v>
                </c:pt>
                <c:pt idx="1148">
                  <c:v>11.9509071837766</c:v>
                </c:pt>
                <c:pt idx="1149">
                  <c:v>11.4571264630879</c:v>
                </c:pt>
                <c:pt idx="1150">
                  <c:v>11.680412422495</c:v>
                </c:pt>
                <c:pt idx="1151">
                  <c:v>9.41239791447198</c:v>
                </c:pt>
                <c:pt idx="1152">
                  <c:v>10.1544649015708</c:v>
                </c:pt>
                <c:pt idx="1153">
                  <c:v>10.5090337564525</c:v>
                </c:pt>
                <c:pt idx="1154">
                  <c:v>15.3357566297411</c:v>
                </c:pt>
                <c:pt idx="1155">
                  <c:v>10.2866182113717</c:v>
                </c:pt>
                <c:pt idx="1156">
                  <c:v>51.3970899070572</c:v>
                </c:pt>
                <c:pt idx="1157">
                  <c:v>63.3997391158266</c:v>
                </c:pt>
                <c:pt idx="1158">
                  <c:v>-13.9580303506061</c:v>
                </c:pt>
                <c:pt idx="1159">
                  <c:v>33.0475740321959</c:v>
                </c:pt>
                <c:pt idx="1160">
                  <c:v>5.06837513884928</c:v>
                </c:pt>
                <c:pt idx="1161">
                  <c:v>-15.2534713613703</c:v>
                </c:pt>
                <c:pt idx="1162">
                  <c:v>-17.7284164191512</c:v>
                </c:pt>
                <c:pt idx="1163">
                  <c:v>3.64759322488219</c:v>
                </c:pt>
                <c:pt idx="1164">
                  <c:v>-12.9613904959701</c:v>
                </c:pt>
                <c:pt idx="1165">
                  <c:v>-3.25971102016732</c:v>
                </c:pt>
                <c:pt idx="1166">
                  <c:v>-18.3884268573217</c:v>
                </c:pt>
                <c:pt idx="1167">
                  <c:v>-21.4792751614433</c:v>
                </c:pt>
                <c:pt idx="1168">
                  <c:v>-21.7298116354457</c:v>
                </c:pt>
                <c:pt idx="1169">
                  <c:v>-20.8640014626558</c:v>
                </c:pt>
                <c:pt idx="1170">
                  <c:v>-21.3506191123354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[csi300_opt_stats.csv]Sheet2!$D$1</c:f>
              <c:strCache>
                <c:ptCount val="1"/>
                <c:pt idx="0">
                  <c:v>日内交易损益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[csi300_opt_stats.csv]Sheet2!$A$2:$A$1172</c:f>
              <c:numCache>
                <c:formatCode>yyyy/m/d</c:formatCode>
                <c:ptCount val="117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</c:numCache>
            </c:numRef>
          </c:cat>
          <c:val>
            <c:numRef>
              <c:f>[csi300_opt_stats.csv]Sheet2!$D$2:$D$1172</c:f>
              <c:numCache>
                <c:formatCode>General</c:formatCode>
                <c:ptCount val="1171"/>
                <c:pt idx="0">
                  <c:v>0</c:v>
                </c:pt>
                <c:pt idx="1">
                  <c:v>0</c:v>
                </c:pt>
                <c:pt idx="2">
                  <c:v>-0.00260258178241892</c:v>
                </c:pt>
                <c:pt idx="3">
                  <c:v>-0.00180124546636003</c:v>
                </c:pt>
                <c:pt idx="4">
                  <c:v>-0.0667071699680836</c:v>
                </c:pt>
                <c:pt idx="5">
                  <c:v>0.0248485476375948</c:v>
                </c:pt>
                <c:pt idx="6">
                  <c:v>-0.013589730368217</c:v>
                </c:pt>
                <c:pt idx="7">
                  <c:v>-0.117973393571117</c:v>
                </c:pt>
                <c:pt idx="8">
                  <c:v>-0.11559047581638</c:v>
                </c:pt>
                <c:pt idx="9">
                  <c:v>-0.241898740839391</c:v>
                </c:pt>
                <c:pt idx="10">
                  <c:v>-0.238250659643797</c:v>
                </c:pt>
                <c:pt idx="11">
                  <c:v>-0.218851016471646</c:v>
                </c:pt>
                <c:pt idx="12">
                  <c:v>-0.39513109958001</c:v>
                </c:pt>
                <c:pt idx="13">
                  <c:v>-0.452814333301457</c:v>
                </c:pt>
                <c:pt idx="14">
                  <c:v>-0.393120166875311</c:v>
                </c:pt>
                <c:pt idx="15">
                  <c:v>-0.620514194997926</c:v>
                </c:pt>
                <c:pt idx="16">
                  <c:v>-0.826894053947325</c:v>
                </c:pt>
                <c:pt idx="17">
                  <c:v>-0.856964280798889</c:v>
                </c:pt>
                <c:pt idx="18">
                  <c:v>-0.997683073882202</c:v>
                </c:pt>
                <c:pt idx="19">
                  <c:v>-0.869768196989233</c:v>
                </c:pt>
                <c:pt idx="20">
                  <c:v>-0.0824033216948099</c:v>
                </c:pt>
                <c:pt idx="21">
                  <c:v>-0.932519547525656</c:v>
                </c:pt>
                <c:pt idx="22">
                  <c:v>4.8892667729858</c:v>
                </c:pt>
                <c:pt idx="23">
                  <c:v>10.7537228525259</c:v>
                </c:pt>
                <c:pt idx="24">
                  <c:v>12.1583187170584</c:v>
                </c:pt>
                <c:pt idx="25">
                  <c:v>12.2969753422571</c:v>
                </c:pt>
                <c:pt idx="26">
                  <c:v>12.252218471705</c:v>
                </c:pt>
                <c:pt idx="27">
                  <c:v>11.8274285862181</c:v>
                </c:pt>
                <c:pt idx="28">
                  <c:v>12.0068534178201</c:v>
                </c:pt>
                <c:pt idx="29">
                  <c:v>11.9889304240047</c:v>
                </c:pt>
                <c:pt idx="30">
                  <c:v>11.2886176269623</c:v>
                </c:pt>
                <c:pt idx="31">
                  <c:v>11.0093809146508</c:v>
                </c:pt>
                <c:pt idx="32">
                  <c:v>10.4958524617805</c:v>
                </c:pt>
                <c:pt idx="33">
                  <c:v>16.8190162019645</c:v>
                </c:pt>
                <c:pt idx="34">
                  <c:v>16.3014681998844</c:v>
                </c:pt>
                <c:pt idx="35">
                  <c:v>15.4657017591921</c:v>
                </c:pt>
                <c:pt idx="36">
                  <c:v>18.2061774419787</c:v>
                </c:pt>
                <c:pt idx="37">
                  <c:v>18.5157859601682</c:v>
                </c:pt>
                <c:pt idx="38">
                  <c:v>18.4122386780398</c:v>
                </c:pt>
                <c:pt idx="39">
                  <c:v>17.9839569412179</c:v>
                </c:pt>
                <c:pt idx="40">
                  <c:v>17.8370593059851</c:v>
                </c:pt>
                <c:pt idx="41">
                  <c:v>17.8392365777551</c:v>
                </c:pt>
                <c:pt idx="42">
                  <c:v>19.881313221548</c:v>
                </c:pt>
                <c:pt idx="43">
                  <c:v>22.0675739117488</c:v>
                </c:pt>
                <c:pt idx="44">
                  <c:v>21.2250755629858</c:v>
                </c:pt>
                <c:pt idx="45">
                  <c:v>20.7995577728632</c:v>
                </c:pt>
                <c:pt idx="46">
                  <c:v>23.8524641277455</c:v>
                </c:pt>
                <c:pt idx="47">
                  <c:v>24.3107906249395</c:v>
                </c:pt>
                <c:pt idx="48">
                  <c:v>24.6073198969925</c:v>
                </c:pt>
                <c:pt idx="49">
                  <c:v>24.2033389758671</c:v>
                </c:pt>
                <c:pt idx="50">
                  <c:v>25.1405254962662</c:v>
                </c:pt>
                <c:pt idx="51">
                  <c:v>24.3570022376472</c:v>
                </c:pt>
                <c:pt idx="52">
                  <c:v>19.2202117118242</c:v>
                </c:pt>
                <c:pt idx="53">
                  <c:v>21.2250712916544</c:v>
                </c:pt>
                <c:pt idx="54">
                  <c:v>21.332134440469</c:v>
                </c:pt>
                <c:pt idx="55">
                  <c:v>20.2402008462526</c:v>
                </c:pt>
                <c:pt idx="56">
                  <c:v>19.810591180474</c:v>
                </c:pt>
                <c:pt idx="57">
                  <c:v>19.7346656230451</c:v>
                </c:pt>
                <c:pt idx="58">
                  <c:v>19.6034909879222</c:v>
                </c:pt>
                <c:pt idx="59">
                  <c:v>19.2444802859123</c:v>
                </c:pt>
                <c:pt idx="60">
                  <c:v>19.5175942722796</c:v>
                </c:pt>
                <c:pt idx="61">
                  <c:v>19.4058685985882</c:v>
                </c:pt>
                <c:pt idx="62">
                  <c:v>19.3345864082376</c:v>
                </c:pt>
                <c:pt idx="63">
                  <c:v>18.5522070913009</c:v>
                </c:pt>
                <c:pt idx="64">
                  <c:v>18.4977473538077</c:v>
                </c:pt>
                <c:pt idx="65">
                  <c:v>17.996174810255</c:v>
                </c:pt>
                <c:pt idx="66">
                  <c:v>17.5312179568783</c:v>
                </c:pt>
                <c:pt idx="67">
                  <c:v>17.2903858656259</c:v>
                </c:pt>
                <c:pt idx="68">
                  <c:v>18.359622258076</c:v>
                </c:pt>
                <c:pt idx="69">
                  <c:v>18.2408070067264</c:v>
                </c:pt>
                <c:pt idx="70">
                  <c:v>18.199554420825</c:v>
                </c:pt>
                <c:pt idx="71">
                  <c:v>18.1993147425325</c:v>
                </c:pt>
                <c:pt idx="72">
                  <c:v>17.9815308705613</c:v>
                </c:pt>
                <c:pt idx="73">
                  <c:v>19.1818722180133</c:v>
                </c:pt>
                <c:pt idx="74">
                  <c:v>19.0177060751953</c:v>
                </c:pt>
                <c:pt idx="75">
                  <c:v>18.5754041095274</c:v>
                </c:pt>
                <c:pt idx="76">
                  <c:v>18.6139499314643</c:v>
                </c:pt>
                <c:pt idx="77">
                  <c:v>18.537271313152</c:v>
                </c:pt>
                <c:pt idx="78">
                  <c:v>18.5452664127407</c:v>
                </c:pt>
                <c:pt idx="79">
                  <c:v>18.860638998071</c:v>
                </c:pt>
                <c:pt idx="80">
                  <c:v>18.697370055476</c:v>
                </c:pt>
                <c:pt idx="81">
                  <c:v>18.6685370201739</c:v>
                </c:pt>
                <c:pt idx="82">
                  <c:v>18.1771051898129</c:v>
                </c:pt>
                <c:pt idx="83">
                  <c:v>15.5830049427349</c:v>
                </c:pt>
                <c:pt idx="84">
                  <c:v>15.364272324482</c:v>
                </c:pt>
                <c:pt idx="85">
                  <c:v>15.226067459225</c:v>
                </c:pt>
                <c:pt idx="86">
                  <c:v>14.6727263607741</c:v>
                </c:pt>
                <c:pt idx="87">
                  <c:v>14.5273167028386</c:v>
                </c:pt>
                <c:pt idx="88">
                  <c:v>15.0064693111728</c:v>
                </c:pt>
                <c:pt idx="89">
                  <c:v>13.4559423566394</c:v>
                </c:pt>
                <c:pt idx="90">
                  <c:v>13.3721340103661</c:v>
                </c:pt>
                <c:pt idx="91">
                  <c:v>11.9947962593254</c:v>
                </c:pt>
                <c:pt idx="92">
                  <c:v>12.1960919360412</c:v>
                </c:pt>
                <c:pt idx="93">
                  <c:v>12.1847148840158</c:v>
                </c:pt>
                <c:pt idx="94">
                  <c:v>12.132063984606</c:v>
                </c:pt>
                <c:pt idx="95">
                  <c:v>12.1021353158776</c:v>
                </c:pt>
                <c:pt idx="96">
                  <c:v>12.1301577298336</c:v>
                </c:pt>
                <c:pt idx="97">
                  <c:v>12.2667842107636</c:v>
                </c:pt>
                <c:pt idx="98">
                  <c:v>13.385687816671</c:v>
                </c:pt>
                <c:pt idx="99">
                  <c:v>13.3378401563311</c:v>
                </c:pt>
                <c:pt idx="100">
                  <c:v>13.3900040063379</c:v>
                </c:pt>
                <c:pt idx="101">
                  <c:v>13.4880279678504</c:v>
                </c:pt>
                <c:pt idx="102">
                  <c:v>12.4357897572761</c:v>
                </c:pt>
                <c:pt idx="103">
                  <c:v>12.2790704803872</c:v>
                </c:pt>
                <c:pt idx="104">
                  <c:v>14.4825302428104</c:v>
                </c:pt>
                <c:pt idx="105">
                  <c:v>14.4379936211247</c:v>
                </c:pt>
                <c:pt idx="106">
                  <c:v>13.9549647703043</c:v>
                </c:pt>
                <c:pt idx="107">
                  <c:v>13.8818212806428</c:v>
                </c:pt>
                <c:pt idx="108">
                  <c:v>13.6936132160423</c:v>
                </c:pt>
                <c:pt idx="109">
                  <c:v>10.5757448661198</c:v>
                </c:pt>
                <c:pt idx="110">
                  <c:v>10.8572749004716</c:v>
                </c:pt>
                <c:pt idx="111">
                  <c:v>10.7606898199528</c:v>
                </c:pt>
                <c:pt idx="112">
                  <c:v>12.7855164489081</c:v>
                </c:pt>
                <c:pt idx="113">
                  <c:v>11.077228890825</c:v>
                </c:pt>
                <c:pt idx="114">
                  <c:v>12.6797329800781</c:v>
                </c:pt>
                <c:pt idx="115">
                  <c:v>14.2052193202901</c:v>
                </c:pt>
                <c:pt idx="116">
                  <c:v>13.6464998064675</c:v>
                </c:pt>
                <c:pt idx="117">
                  <c:v>16.5933383393874</c:v>
                </c:pt>
                <c:pt idx="118">
                  <c:v>23.3933603750737</c:v>
                </c:pt>
                <c:pt idx="119">
                  <c:v>23.2560706900912</c:v>
                </c:pt>
                <c:pt idx="120">
                  <c:v>23.138150231515</c:v>
                </c:pt>
                <c:pt idx="121">
                  <c:v>23.2452182672569</c:v>
                </c:pt>
                <c:pt idx="122">
                  <c:v>23.2798578127675</c:v>
                </c:pt>
                <c:pt idx="123">
                  <c:v>23.0122016104509</c:v>
                </c:pt>
                <c:pt idx="124">
                  <c:v>24.4941653037035</c:v>
                </c:pt>
                <c:pt idx="125">
                  <c:v>29.6081166182818</c:v>
                </c:pt>
                <c:pt idx="126">
                  <c:v>29.7967327308858</c:v>
                </c:pt>
                <c:pt idx="127">
                  <c:v>45.3411345163216</c:v>
                </c:pt>
                <c:pt idx="128">
                  <c:v>45.1149717182291</c:v>
                </c:pt>
                <c:pt idx="129">
                  <c:v>43.2231939264271</c:v>
                </c:pt>
                <c:pt idx="130">
                  <c:v>43.6839885916052</c:v>
                </c:pt>
                <c:pt idx="131">
                  <c:v>44.9555678967274</c:v>
                </c:pt>
                <c:pt idx="132">
                  <c:v>43.4549018333319</c:v>
                </c:pt>
                <c:pt idx="133">
                  <c:v>44.9063221225538</c:v>
                </c:pt>
                <c:pt idx="134">
                  <c:v>41.9190218528955</c:v>
                </c:pt>
                <c:pt idx="135">
                  <c:v>57.2406057878855</c:v>
                </c:pt>
                <c:pt idx="136">
                  <c:v>56.6117314851968</c:v>
                </c:pt>
                <c:pt idx="137">
                  <c:v>56.6251217624275</c:v>
                </c:pt>
                <c:pt idx="138">
                  <c:v>56.5267986451406</c:v>
                </c:pt>
                <c:pt idx="139">
                  <c:v>55.6445601679374</c:v>
                </c:pt>
                <c:pt idx="140">
                  <c:v>54.9602391051041</c:v>
                </c:pt>
                <c:pt idx="141">
                  <c:v>57.4533661081413</c:v>
                </c:pt>
                <c:pt idx="142">
                  <c:v>57.1463343832504</c:v>
                </c:pt>
                <c:pt idx="143">
                  <c:v>57.0709159890854</c:v>
                </c:pt>
                <c:pt idx="144">
                  <c:v>58.2725746168404</c:v>
                </c:pt>
                <c:pt idx="145">
                  <c:v>58.2914109947306</c:v>
                </c:pt>
                <c:pt idx="146">
                  <c:v>54.3361811171108</c:v>
                </c:pt>
                <c:pt idx="147">
                  <c:v>55.1721273549162</c:v>
                </c:pt>
                <c:pt idx="148">
                  <c:v>55.1494356149904</c:v>
                </c:pt>
                <c:pt idx="149">
                  <c:v>53.3593733876238</c:v>
                </c:pt>
                <c:pt idx="150">
                  <c:v>52.8729508183133</c:v>
                </c:pt>
                <c:pt idx="151">
                  <c:v>50.7093618191047</c:v>
                </c:pt>
                <c:pt idx="152">
                  <c:v>50.7596995498632</c:v>
                </c:pt>
                <c:pt idx="153">
                  <c:v>49.7362697875796</c:v>
                </c:pt>
                <c:pt idx="154">
                  <c:v>48.8517717100278</c:v>
                </c:pt>
                <c:pt idx="155">
                  <c:v>48.7624415939381</c:v>
                </c:pt>
                <c:pt idx="156">
                  <c:v>48.9619428808232</c:v>
                </c:pt>
                <c:pt idx="157">
                  <c:v>53.8904111039546</c:v>
                </c:pt>
                <c:pt idx="158">
                  <c:v>54.0051411461622</c:v>
                </c:pt>
                <c:pt idx="159">
                  <c:v>55.7824221051104</c:v>
                </c:pt>
                <c:pt idx="160">
                  <c:v>58.5915728735599</c:v>
                </c:pt>
                <c:pt idx="161">
                  <c:v>58.6648435925419</c:v>
                </c:pt>
                <c:pt idx="162">
                  <c:v>58.639125215927</c:v>
                </c:pt>
                <c:pt idx="163">
                  <c:v>58.4800075964719</c:v>
                </c:pt>
                <c:pt idx="164">
                  <c:v>58.4994849929502</c:v>
                </c:pt>
                <c:pt idx="165">
                  <c:v>58.5251455106334</c:v>
                </c:pt>
                <c:pt idx="166">
                  <c:v>59.5831729255636</c:v>
                </c:pt>
                <c:pt idx="167">
                  <c:v>58.412463242776</c:v>
                </c:pt>
                <c:pt idx="168">
                  <c:v>58.3867111306887</c:v>
                </c:pt>
                <c:pt idx="169">
                  <c:v>57.2217645467923</c:v>
                </c:pt>
                <c:pt idx="170">
                  <c:v>57.0677749927521</c:v>
                </c:pt>
                <c:pt idx="171">
                  <c:v>56.2253573999777</c:v>
                </c:pt>
                <c:pt idx="172">
                  <c:v>56.7053355682704</c:v>
                </c:pt>
                <c:pt idx="173">
                  <c:v>56.317777370825</c:v>
                </c:pt>
                <c:pt idx="174">
                  <c:v>56.7563130114392</c:v>
                </c:pt>
                <c:pt idx="175">
                  <c:v>56.1686807093855</c:v>
                </c:pt>
                <c:pt idx="176">
                  <c:v>55.1296115203343</c:v>
                </c:pt>
                <c:pt idx="177">
                  <c:v>55.0127883363018</c:v>
                </c:pt>
                <c:pt idx="178">
                  <c:v>55.0387451812231</c:v>
                </c:pt>
                <c:pt idx="179">
                  <c:v>55.2065126510403</c:v>
                </c:pt>
                <c:pt idx="180">
                  <c:v>54.4514238328427</c:v>
                </c:pt>
                <c:pt idx="181">
                  <c:v>55.7660744667232</c:v>
                </c:pt>
                <c:pt idx="182">
                  <c:v>55.564583396846</c:v>
                </c:pt>
                <c:pt idx="183">
                  <c:v>55.7151123478886</c:v>
                </c:pt>
                <c:pt idx="184">
                  <c:v>55.6915222728857</c:v>
                </c:pt>
                <c:pt idx="185">
                  <c:v>56.1594656152628</c:v>
                </c:pt>
                <c:pt idx="186">
                  <c:v>56.0641004098225</c:v>
                </c:pt>
                <c:pt idx="187">
                  <c:v>55.778435377046</c:v>
                </c:pt>
                <c:pt idx="188">
                  <c:v>55.5128631875047</c:v>
                </c:pt>
                <c:pt idx="189">
                  <c:v>54.5444782674225</c:v>
                </c:pt>
                <c:pt idx="190">
                  <c:v>54.310202587051</c:v>
                </c:pt>
                <c:pt idx="191">
                  <c:v>58.8159767914088</c:v>
                </c:pt>
                <c:pt idx="192">
                  <c:v>58.8122259447542</c:v>
                </c:pt>
                <c:pt idx="193">
                  <c:v>58.4194434293686</c:v>
                </c:pt>
                <c:pt idx="194">
                  <c:v>58.1671539878162</c:v>
                </c:pt>
                <c:pt idx="195">
                  <c:v>58.6551091100907</c:v>
                </c:pt>
                <c:pt idx="196">
                  <c:v>58.4264828893703</c:v>
                </c:pt>
                <c:pt idx="197">
                  <c:v>58.3456218273858</c:v>
                </c:pt>
                <c:pt idx="198">
                  <c:v>58.2170215250668</c:v>
                </c:pt>
                <c:pt idx="199">
                  <c:v>58.2734132082946</c:v>
                </c:pt>
                <c:pt idx="200">
                  <c:v>58.0768179955048</c:v>
                </c:pt>
                <c:pt idx="201">
                  <c:v>57.8768936329273</c:v>
                </c:pt>
                <c:pt idx="202">
                  <c:v>57.8549994118216</c:v>
                </c:pt>
                <c:pt idx="203">
                  <c:v>57.9319392568492</c:v>
                </c:pt>
                <c:pt idx="204">
                  <c:v>57.5852722963376</c:v>
                </c:pt>
                <c:pt idx="205">
                  <c:v>58.5898108061188</c:v>
                </c:pt>
                <c:pt idx="206">
                  <c:v>58.4185551348083</c:v>
                </c:pt>
                <c:pt idx="207">
                  <c:v>57.7449673120001</c:v>
                </c:pt>
                <c:pt idx="208">
                  <c:v>58.2483309938359</c:v>
                </c:pt>
                <c:pt idx="209">
                  <c:v>59.0531636690359</c:v>
                </c:pt>
                <c:pt idx="210">
                  <c:v>58.8527295212919</c:v>
                </c:pt>
                <c:pt idx="211">
                  <c:v>60.6621283176182</c:v>
                </c:pt>
                <c:pt idx="212">
                  <c:v>61.7621993523766</c:v>
                </c:pt>
                <c:pt idx="213">
                  <c:v>62.4659264222159</c:v>
                </c:pt>
                <c:pt idx="214">
                  <c:v>62.3974348228959</c:v>
                </c:pt>
                <c:pt idx="215">
                  <c:v>59.4215313212855</c:v>
                </c:pt>
                <c:pt idx="216">
                  <c:v>61.1430216274239</c:v>
                </c:pt>
                <c:pt idx="217">
                  <c:v>61.2657266231061</c:v>
                </c:pt>
                <c:pt idx="218">
                  <c:v>60.5820860741186</c:v>
                </c:pt>
                <c:pt idx="219">
                  <c:v>61.5232801261055</c:v>
                </c:pt>
                <c:pt idx="220">
                  <c:v>61.449372965117</c:v>
                </c:pt>
                <c:pt idx="221">
                  <c:v>61.5063211625693</c:v>
                </c:pt>
                <c:pt idx="222">
                  <c:v>61.5027191209479</c:v>
                </c:pt>
                <c:pt idx="223">
                  <c:v>61.6014841846961</c:v>
                </c:pt>
                <c:pt idx="224">
                  <c:v>61.5629836279482</c:v>
                </c:pt>
                <c:pt idx="225">
                  <c:v>61.4525177801669</c:v>
                </c:pt>
                <c:pt idx="226">
                  <c:v>59.0081520839114</c:v>
                </c:pt>
                <c:pt idx="227">
                  <c:v>59.1586542371233</c:v>
                </c:pt>
                <c:pt idx="228">
                  <c:v>59.2172044020277</c:v>
                </c:pt>
                <c:pt idx="229">
                  <c:v>59.2537540559761</c:v>
                </c:pt>
                <c:pt idx="230">
                  <c:v>58.5010788938262</c:v>
                </c:pt>
                <c:pt idx="231">
                  <c:v>58.812771203436</c:v>
                </c:pt>
                <c:pt idx="232">
                  <c:v>58.8362356179357</c:v>
                </c:pt>
                <c:pt idx="233">
                  <c:v>60.1785203232416</c:v>
                </c:pt>
                <c:pt idx="234">
                  <c:v>60.1541280070101</c:v>
                </c:pt>
                <c:pt idx="235">
                  <c:v>62.3547996127589</c:v>
                </c:pt>
                <c:pt idx="236">
                  <c:v>63.4469036875623</c:v>
                </c:pt>
                <c:pt idx="237">
                  <c:v>62.5552072193471</c:v>
                </c:pt>
                <c:pt idx="238">
                  <c:v>62.5760974960002</c:v>
                </c:pt>
                <c:pt idx="239">
                  <c:v>64.6072671669114</c:v>
                </c:pt>
                <c:pt idx="240">
                  <c:v>64.3906839042496</c:v>
                </c:pt>
                <c:pt idx="241">
                  <c:v>64.604413443211</c:v>
                </c:pt>
                <c:pt idx="242">
                  <c:v>64.9170708244146</c:v>
                </c:pt>
                <c:pt idx="243">
                  <c:v>64.8156278271375</c:v>
                </c:pt>
                <c:pt idx="244">
                  <c:v>64.6627485208321</c:v>
                </c:pt>
                <c:pt idx="245">
                  <c:v>65.102100968135</c:v>
                </c:pt>
                <c:pt idx="246">
                  <c:v>64.6050017408939</c:v>
                </c:pt>
                <c:pt idx="247">
                  <c:v>64.3899543603815</c:v>
                </c:pt>
                <c:pt idx="248">
                  <c:v>65.0098353401584</c:v>
                </c:pt>
                <c:pt idx="249">
                  <c:v>65.3679678489109</c:v>
                </c:pt>
                <c:pt idx="250">
                  <c:v>66.931110550148</c:v>
                </c:pt>
                <c:pt idx="251">
                  <c:v>67.7704116547973</c:v>
                </c:pt>
                <c:pt idx="252">
                  <c:v>67.4089171691233</c:v>
                </c:pt>
                <c:pt idx="253">
                  <c:v>70.072679589568</c:v>
                </c:pt>
                <c:pt idx="254">
                  <c:v>69.1326373539428</c:v>
                </c:pt>
                <c:pt idx="255">
                  <c:v>67.764090212631</c:v>
                </c:pt>
                <c:pt idx="256">
                  <c:v>69.643984118676</c:v>
                </c:pt>
                <c:pt idx="257">
                  <c:v>68.2464146986753</c:v>
                </c:pt>
                <c:pt idx="258">
                  <c:v>68.8916301700052</c:v>
                </c:pt>
                <c:pt idx="259">
                  <c:v>71.0175138798426</c:v>
                </c:pt>
                <c:pt idx="260">
                  <c:v>71.1406573584014</c:v>
                </c:pt>
                <c:pt idx="261">
                  <c:v>71.4893800308082</c:v>
                </c:pt>
                <c:pt idx="262">
                  <c:v>71.2255987255083</c:v>
                </c:pt>
                <c:pt idx="263">
                  <c:v>71.3674563778381</c:v>
                </c:pt>
                <c:pt idx="264">
                  <c:v>71.1067058519851</c:v>
                </c:pt>
                <c:pt idx="265">
                  <c:v>70.7242621130879</c:v>
                </c:pt>
                <c:pt idx="266">
                  <c:v>71.6717983913255</c:v>
                </c:pt>
                <c:pt idx="267">
                  <c:v>71.5639523282684</c:v>
                </c:pt>
                <c:pt idx="268">
                  <c:v>72.9161433274733</c:v>
                </c:pt>
                <c:pt idx="269">
                  <c:v>72.5521332203461</c:v>
                </c:pt>
                <c:pt idx="270">
                  <c:v>72.6841166025291</c:v>
                </c:pt>
                <c:pt idx="271">
                  <c:v>72.9309543521025</c:v>
                </c:pt>
                <c:pt idx="272">
                  <c:v>72.7492737617155</c:v>
                </c:pt>
                <c:pt idx="273">
                  <c:v>71.9273163754422</c:v>
                </c:pt>
                <c:pt idx="274">
                  <c:v>71.0233561693691</c:v>
                </c:pt>
                <c:pt idx="275">
                  <c:v>69.3129992459622</c:v>
                </c:pt>
                <c:pt idx="276">
                  <c:v>73.6419394489247</c:v>
                </c:pt>
                <c:pt idx="277">
                  <c:v>83.8987828341795</c:v>
                </c:pt>
                <c:pt idx="278">
                  <c:v>81.6752562014173</c:v>
                </c:pt>
                <c:pt idx="279">
                  <c:v>75.7028721529539</c:v>
                </c:pt>
                <c:pt idx="280">
                  <c:v>76.6440195870198</c:v>
                </c:pt>
                <c:pt idx="281">
                  <c:v>76.5291324652763</c:v>
                </c:pt>
                <c:pt idx="282">
                  <c:v>78.0343888791449</c:v>
                </c:pt>
                <c:pt idx="283">
                  <c:v>77.6163679013992</c:v>
                </c:pt>
                <c:pt idx="284">
                  <c:v>78.630772337519</c:v>
                </c:pt>
                <c:pt idx="285">
                  <c:v>78.4390853198757</c:v>
                </c:pt>
                <c:pt idx="286">
                  <c:v>79.1443132608265</c:v>
                </c:pt>
                <c:pt idx="287">
                  <c:v>80.3627922103407</c:v>
                </c:pt>
                <c:pt idx="288">
                  <c:v>81.280895090092</c:v>
                </c:pt>
                <c:pt idx="289">
                  <c:v>80.6526812297489</c:v>
                </c:pt>
                <c:pt idx="290">
                  <c:v>83.578072640574</c:v>
                </c:pt>
                <c:pt idx="291">
                  <c:v>83.1090290918832</c:v>
                </c:pt>
                <c:pt idx="292">
                  <c:v>83.0186581395016</c:v>
                </c:pt>
                <c:pt idx="293">
                  <c:v>82.8960748825248</c:v>
                </c:pt>
                <c:pt idx="294">
                  <c:v>82.4764854874458</c:v>
                </c:pt>
                <c:pt idx="295">
                  <c:v>85.1133775330791</c:v>
                </c:pt>
                <c:pt idx="296">
                  <c:v>85.4597192000629</c:v>
                </c:pt>
                <c:pt idx="297">
                  <c:v>85.1488607073998</c:v>
                </c:pt>
                <c:pt idx="298">
                  <c:v>84.9729443101737</c:v>
                </c:pt>
                <c:pt idx="299">
                  <c:v>86.9125043411546</c:v>
                </c:pt>
                <c:pt idx="300">
                  <c:v>86.9267479719232</c:v>
                </c:pt>
                <c:pt idx="301">
                  <c:v>87.0358912130649</c:v>
                </c:pt>
                <c:pt idx="302">
                  <c:v>87.1320857572546</c:v>
                </c:pt>
                <c:pt idx="303">
                  <c:v>87.1410340167626</c:v>
                </c:pt>
                <c:pt idx="304">
                  <c:v>88.3099762501174</c:v>
                </c:pt>
                <c:pt idx="305">
                  <c:v>88.1281439412815</c:v>
                </c:pt>
                <c:pt idx="306">
                  <c:v>88.0223086890214</c:v>
                </c:pt>
                <c:pt idx="307">
                  <c:v>87.6669729878645</c:v>
                </c:pt>
                <c:pt idx="308">
                  <c:v>88.0670549815173</c:v>
                </c:pt>
                <c:pt idx="309">
                  <c:v>88.4784681537571</c:v>
                </c:pt>
                <c:pt idx="310">
                  <c:v>88.3364935320632</c:v>
                </c:pt>
                <c:pt idx="311">
                  <c:v>87.3189348358301</c:v>
                </c:pt>
                <c:pt idx="312">
                  <c:v>87.6129574434231</c:v>
                </c:pt>
                <c:pt idx="313">
                  <c:v>87.8663377574805</c:v>
                </c:pt>
                <c:pt idx="314">
                  <c:v>88.5734099157009</c:v>
                </c:pt>
                <c:pt idx="315">
                  <c:v>87.2865465324799</c:v>
                </c:pt>
                <c:pt idx="316">
                  <c:v>86.7316086460699</c:v>
                </c:pt>
                <c:pt idx="317">
                  <c:v>86.0544157244972</c:v>
                </c:pt>
                <c:pt idx="318">
                  <c:v>86.2357920732284</c:v>
                </c:pt>
                <c:pt idx="319">
                  <c:v>86.6946785679207</c:v>
                </c:pt>
                <c:pt idx="320">
                  <c:v>86.6473992939768</c:v>
                </c:pt>
                <c:pt idx="321">
                  <c:v>86.2635433241297</c:v>
                </c:pt>
                <c:pt idx="322">
                  <c:v>86.1584107738397</c:v>
                </c:pt>
                <c:pt idx="323">
                  <c:v>85.8534890962004</c:v>
                </c:pt>
                <c:pt idx="324">
                  <c:v>83.8420118883751</c:v>
                </c:pt>
                <c:pt idx="325">
                  <c:v>83.5977157284821</c:v>
                </c:pt>
                <c:pt idx="326">
                  <c:v>83.2869120413416</c:v>
                </c:pt>
                <c:pt idx="327">
                  <c:v>83.1531428688246</c:v>
                </c:pt>
                <c:pt idx="328">
                  <c:v>82.2462650949043</c:v>
                </c:pt>
                <c:pt idx="329">
                  <c:v>80.0533033574167</c:v>
                </c:pt>
                <c:pt idx="330">
                  <c:v>80.7908558256536</c:v>
                </c:pt>
                <c:pt idx="331">
                  <c:v>80.7110229397639</c:v>
                </c:pt>
                <c:pt idx="332">
                  <c:v>80.2464973495183</c:v>
                </c:pt>
                <c:pt idx="333">
                  <c:v>79.9161703706874</c:v>
                </c:pt>
                <c:pt idx="334">
                  <c:v>79.3414984674785</c:v>
                </c:pt>
                <c:pt idx="335">
                  <c:v>87.0656653684261</c:v>
                </c:pt>
                <c:pt idx="336">
                  <c:v>84.7282667998958</c:v>
                </c:pt>
                <c:pt idx="337">
                  <c:v>84.6733270731137</c:v>
                </c:pt>
                <c:pt idx="338">
                  <c:v>84.1345786630367</c:v>
                </c:pt>
                <c:pt idx="339">
                  <c:v>83.6392226263878</c:v>
                </c:pt>
                <c:pt idx="340">
                  <c:v>82.2116959147114</c:v>
                </c:pt>
                <c:pt idx="341">
                  <c:v>82.0894433369793</c:v>
                </c:pt>
                <c:pt idx="342">
                  <c:v>84.4978294847159</c:v>
                </c:pt>
                <c:pt idx="343">
                  <c:v>84.4637620790801</c:v>
                </c:pt>
                <c:pt idx="344">
                  <c:v>83.8250126808117</c:v>
                </c:pt>
                <c:pt idx="345">
                  <c:v>83.5667371240043</c:v>
                </c:pt>
                <c:pt idx="346">
                  <c:v>83.5227641153415</c:v>
                </c:pt>
                <c:pt idx="347">
                  <c:v>83.3363865444013</c:v>
                </c:pt>
                <c:pt idx="348">
                  <c:v>83.5447197429389</c:v>
                </c:pt>
                <c:pt idx="349">
                  <c:v>83.4057778885577</c:v>
                </c:pt>
                <c:pt idx="350">
                  <c:v>80.4075089794766</c:v>
                </c:pt>
                <c:pt idx="351">
                  <c:v>79.8990669115815</c:v>
                </c:pt>
                <c:pt idx="352">
                  <c:v>78.48206611677</c:v>
                </c:pt>
                <c:pt idx="353">
                  <c:v>78.3186808827871</c:v>
                </c:pt>
                <c:pt idx="354">
                  <c:v>77.3179282410586</c:v>
                </c:pt>
                <c:pt idx="355">
                  <c:v>77.294844738435</c:v>
                </c:pt>
                <c:pt idx="356">
                  <c:v>76.040792835214</c:v>
                </c:pt>
                <c:pt idx="357">
                  <c:v>77.1452395544507</c:v>
                </c:pt>
                <c:pt idx="358">
                  <c:v>76.8946765040086</c:v>
                </c:pt>
                <c:pt idx="359">
                  <c:v>76.7067992534302</c:v>
                </c:pt>
                <c:pt idx="360">
                  <c:v>76.6811957205614</c:v>
                </c:pt>
                <c:pt idx="361">
                  <c:v>76.7464228275029</c:v>
                </c:pt>
                <c:pt idx="362">
                  <c:v>76.7207453087671</c:v>
                </c:pt>
                <c:pt idx="363">
                  <c:v>76.5318341691131</c:v>
                </c:pt>
                <c:pt idx="364">
                  <c:v>77.8944771673911</c:v>
                </c:pt>
                <c:pt idx="365">
                  <c:v>77.8654591733293</c:v>
                </c:pt>
                <c:pt idx="366">
                  <c:v>78.0815629700361</c:v>
                </c:pt>
                <c:pt idx="367">
                  <c:v>78.1520904112277</c:v>
                </c:pt>
                <c:pt idx="368">
                  <c:v>77.6684595342505</c:v>
                </c:pt>
                <c:pt idx="369">
                  <c:v>81.163955186307</c:v>
                </c:pt>
                <c:pt idx="370">
                  <c:v>80.9918448400993</c:v>
                </c:pt>
                <c:pt idx="371">
                  <c:v>81.0169463228325</c:v>
                </c:pt>
                <c:pt idx="372">
                  <c:v>83.7355285235058</c:v>
                </c:pt>
                <c:pt idx="373">
                  <c:v>85.706676568933</c:v>
                </c:pt>
                <c:pt idx="374">
                  <c:v>83.8347657864172</c:v>
                </c:pt>
                <c:pt idx="375">
                  <c:v>80.4629271736173</c:v>
                </c:pt>
                <c:pt idx="376">
                  <c:v>80.1083291053117</c:v>
                </c:pt>
                <c:pt idx="377">
                  <c:v>80.4062930850654</c:v>
                </c:pt>
                <c:pt idx="378">
                  <c:v>81.0394741409308</c:v>
                </c:pt>
                <c:pt idx="379">
                  <c:v>81.9019546553784</c:v>
                </c:pt>
                <c:pt idx="380">
                  <c:v>81.5917730851325</c:v>
                </c:pt>
                <c:pt idx="381">
                  <c:v>81.5624597620322</c:v>
                </c:pt>
                <c:pt idx="382">
                  <c:v>81.2625676087185</c:v>
                </c:pt>
                <c:pt idx="383">
                  <c:v>81.236261589848</c:v>
                </c:pt>
                <c:pt idx="384">
                  <c:v>81.54786903448</c:v>
                </c:pt>
                <c:pt idx="385">
                  <c:v>84.071550159145</c:v>
                </c:pt>
                <c:pt idx="386">
                  <c:v>83.1239686468135</c:v>
                </c:pt>
                <c:pt idx="387">
                  <c:v>81.7439657096669</c:v>
                </c:pt>
                <c:pt idx="388">
                  <c:v>81.8190858981981</c:v>
                </c:pt>
                <c:pt idx="389">
                  <c:v>80.5404819081374</c:v>
                </c:pt>
                <c:pt idx="390">
                  <c:v>81.3479290834938</c:v>
                </c:pt>
                <c:pt idx="391">
                  <c:v>80.8209952586172</c:v>
                </c:pt>
                <c:pt idx="392">
                  <c:v>80.8393191308684</c:v>
                </c:pt>
                <c:pt idx="393">
                  <c:v>80.9971795401448</c:v>
                </c:pt>
                <c:pt idx="394">
                  <c:v>80.8270683043124</c:v>
                </c:pt>
                <c:pt idx="395">
                  <c:v>80.0974770116373</c:v>
                </c:pt>
                <c:pt idx="396">
                  <c:v>76.9046431659347</c:v>
                </c:pt>
                <c:pt idx="397">
                  <c:v>75.8624533994056</c:v>
                </c:pt>
                <c:pt idx="398">
                  <c:v>76.4901749627391</c:v>
                </c:pt>
                <c:pt idx="399">
                  <c:v>76.4738739762594</c:v>
                </c:pt>
                <c:pt idx="400">
                  <c:v>74.9923372832614</c:v>
                </c:pt>
                <c:pt idx="401">
                  <c:v>76.9944826527655</c:v>
                </c:pt>
                <c:pt idx="402">
                  <c:v>77.2859951023687</c:v>
                </c:pt>
                <c:pt idx="403">
                  <c:v>76.7669445349759</c:v>
                </c:pt>
                <c:pt idx="404">
                  <c:v>78.410234196253</c:v>
                </c:pt>
                <c:pt idx="405">
                  <c:v>78.6762547461727</c:v>
                </c:pt>
                <c:pt idx="406">
                  <c:v>78.6024694326277</c:v>
                </c:pt>
                <c:pt idx="407">
                  <c:v>78.5484906758454</c:v>
                </c:pt>
                <c:pt idx="408">
                  <c:v>78.9813424315436</c:v>
                </c:pt>
                <c:pt idx="409">
                  <c:v>78.698821724339</c:v>
                </c:pt>
                <c:pt idx="410">
                  <c:v>78.830041772364</c:v>
                </c:pt>
                <c:pt idx="411">
                  <c:v>78.126854043444</c:v>
                </c:pt>
                <c:pt idx="412">
                  <c:v>78.7389602671973</c:v>
                </c:pt>
                <c:pt idx="413">
                  <c:v>78.5556821651754</c:v>
                </c:pt>
                <c:pt idx="414">
                  <c:v>78.3530367340871</c:v>
                </c:pt>
                <c:pt idx="415">
                  <c:v>78.7792850262409</c:v>
                </c:pt>
                <c:pt idx="416">
                  <c:v>79.4284076974892</c:v>
                </c:pt>
                <c:pt idx="417">
                  <c:v>77.7030973938359</c:v>
                </c:pt>
                <c:pt idx="418">
                  <c:v>76.7676943908611</c:v>
                </c:pt>
                <c:pt idx="419">
                  <c:v>79.2141263698578</c:v>
                </c:pt>
                <c:pt idx="420">
                  <c:v>80.9460459952859</c:v>
                </c:pt>
                <c:pt idx="421">
                  <c:v>81.1649512933452</c:v>
                </c:pt>
                <c:pt idx="422">
                  <c:v>84.0786802431106</c:v>
                </c:pt>
                <c:pt idx="423">
                  <c:v>85.002616118988</c:v>
                </c:pt>
                <c:pt idx="424">
                  <c:v>85.2446812305565</c:v>
                </c:pt>
                <c:pt idx="425">
                  <c:v>84.8429892440889</c:v>
                </c:pt>
                <c:pt idx="426">
                  <c:v>84.7090935003857</c:v>
                </c:pt>
                <c:pt idx="427">
                  <c:v>84.5067117440985</c:v>
                </c:pt>
                <c:pt idx="428">
                  <c:v>83.8657791176483</c:v>
                </c:pt>
                <c:pt idx="429">
                  <c:v>83.8654005850534</c:v>
                </c:pt>
                <c:pt idx="430">
                  <c:v>82.0488237580734</c:v>
                </c:pt>
                <c:pt idx="431">
                  <c:v>82.0277576993567</c:v>
                </c:pt>
                <c:pt idx="432">
                  <c:v>82.1764689502605</c:v>
                </c:pt>
                <c:pt idx="433">
                  <c:v>81.4470318312937</c:v>
                </c:pt>
                <c:pt idx="434">
                  <c:v>85.4268723496188</c:v>
                </c:pt>
                <c:pt idx="435">
                  <c:v>86.4021371390414</c:v>
                </c:pt>
                <c:pt idx="436">
                  <c:v>87.266326276893</c:v>
                </c:pt>
                <c:pt idx="437">
                  <c:v>87.2003099966273</c:v>
                </c:pt>
                <c:pt idx="438">
                  <c:v>87.1117290930298</c:v>
                </c:pt>
                <c:pt idx="439">
                  <c:v>87.3212201998613</c:v>
                </c:pt>
                <c:pt idx="440">
                  <c:v>87.3293711686406</c:v>
                </c:pt>
                <c:pt idx="441">
                  <c:v>87.0531134601181</c:v>
                </c:pt>
                <c:pt idx="442">
                  <c:v>87.4358046767433</c:v>
                </c:pt>
                <c:pt idx="443">
                  <c:v>87.3830460228903</c:v>
                </c:pt>
                <c:pt idx="444">
                  <c:v>87.2769920569985</c:v>
                </c:pt>
                <c:pt idx="445">
                  <c:v>88.0865560224496</c:v>
                </c:pt>
                <c:pt idx="446">
                  <c:v>88.1284296657593</c:v>
                </c:pt>
                <c:pt idx="447">
                  <c:v>88.2274949071341</c:v>
                </c:pt>
                <c:pt idx="448">
                  <c:v>87.9899506054399</c:v>
                </c:pt>
                <c:pt idx="449">
                  <c:v>87.841613026042</c:v>
                </c:pt>
                <c:pt idx="450">
                  <c:v>87.3015831071479</c:v>
                </c:pt>
                <c:pt idx="451">
                  <c:v>87.7014387714266</c:v>
                </c:pt>
                <c:pt idx="452">
                  <c:v>87.8068381459766</c:v>
                </c:pt>
                <c:pt idx="453">
                  <c:v>87.2983811523983</c:v>
                </c:pt>
                <c:pt idx="454">
                  <c:v>86.875708883504</c:v>
                </c:pt>
                <c:pt idx="455">
                  <c:v>85.5082302367046</c:v>
                </c:pt>
                <c:pt idx="456">
                  <c:v>89.0519473957782</c:v>
                </c:pt>
                <c:pt idx="457">
                  <c:v>88.2763534292472</c:v>
                </c:pt>
                <c:pt idx="458">
                  <c:v>88.0204544847745</c:v>
                </c:pt>
                <c:pt idx="459">
                  <c:v>87.0668295741836</c:v>
                </c:pt>
                <c:pt idx="460">
                  <c:v>86.8225648684745</c:v>
                </c:pt>
                <c:pt idx="461">
                  <c:v>86.6363850850743</c:v>
                </c:pt>
                <c:pt idx="462">
                  <c:v>86.4908642861175</c:v>
                </c:pt>
                <c:pt idx="463">
                  <c:v>86.4743391974912</c:v>
                </c:pt>
                <c:pt idx="464">
                  <c:v>86.4721043587563</c:v>
                </c:pt>
                <c:pt idx="465">
                  <c:v>86.4833081216423</c:v>
                </c:pt>
                <c:pt idx="466">
                  <c:v>86.5096610027393</c:v>
                </c:pt>
                <c:pt idx="467">
                  <c:v>86.8089886404196</c:v>
                </c:pt>
                <c:pt idx="468">
                  <c:v>86.5809921264026</c:v>
                </c:pt>
                <c:pt idx="469">
                  <c:v>86.5657195759504</c:v>
                </c:pt>
                <c:pt idx="470">
                  <c:v>86.5744322392059</c:v>
                </c:pt>
                <c:pt idx="471">
                  <c:v>86.6452159074926</c:v>
                </c:pt>
                <c:pt idx="472">
                  <c:v>86.411916903428</c:v>
                </c:pt>
                <c:pt idx="473">
                  <c:v>85.3336791602662</c:v>
                </c:pt>
                <c:pt idx="474">
                  <c:v>85.3478395914602</c:v>
                </c:pt>
                <c:pt idx="475">
                  <c:v>88.9764569386211</c:v>
                </c:pt>
                <c:pt idx="476">
                  <c:v>95.4474225191599</c:v>
                </c:pt>
                <c:pt idx="477">
                  <c:v>95.5133830610673</c:v>
                </c:pt>
                <c:pt idx="478">
                  <c:v>88.1625655430919</c:v>
                </c:pt>
                <c:pt idx="479">
                  <c:v>89.0675844058471</c:v>
                </c:pt>
                <c:pt idx="480">
                  <c:v>90.8176253175754</c:v>
                </c:pt>
                <c:pt idx="481">
                  <c:v>90.2126987717674</c:v>
                </c:pt>
                <c:pt idx="482">
                  <c:v>94.2500144060804</c:v>
                </c:pt>
                <c:pt idx="483">
                  <c:v>94.4180647499795</c:v>
                </c:pt>
                <c:pt idx="484">
                  <c:v>94.3817629777851</c:v>
                </c:pt>
                <c:pt idx="485">
                  <c:v>94.4073577857314</c:v>
                </c:pt>
                <c:pt idx="486">
                  <c:v>94.3782595669297</c:v>
                </c:pt>
                <c:pt idx="487">
                  <c:v>94.310086850478</c:v>
                </c:pt>
                <c:pt idx="488">
                  <c:v>94.07321540846</c:v>
                </c:pt>
                <c:pt idx="489">
                  <c:v>94.4362516306085</c:v>
                </c:pt>
                <c:pt idx="490">
                  <c:v>94.7860844106728</c:v>
                </c:pt>
                <c:pt idx="491">
                  <c:v>94.4049589052203</c:v>
                </c:pt>
                <c:pt idx="492">
                  <c:v>94.2591939968111</c:v>
                </c:pt>
                <c:pt idx="493">
                  <c:v>93.1638458920679</c:v>
                </c:pt>
                <c:pt idx="494">
                  <c:v>92.3766159717356</c:v>
                </c:pt>
                <c:pt idx="495">
                  <c:v>92.1970929486765</c:v>
                </c:pt>
                <c:pt idx="496">
                  <c:v>92.099307949106</c:v>
                </c:pt>
                <c:pt idx="497">
                  <c:v>91.9145844440173</c:v>
                </c:pt>
                <c:pt idx="498">
                  <c:v>92.531697726904</c:v>
                </c:pt>
                <c:pt idx="499">
                  <c:v>93.1145256334601</c:v>
                </c:pt>
                <c:pt idx="500">
                  <c:v>95.8071075091227</c:v>
                </c:pt>
                <c:pt idx="501">
                  <c:v>96.1338362123419</c:v>
                </c:pt>
                <c:pt idx="502">
                  <c:v>96.2745740251011</c:v>
                </c:pt>
                <c:pt idx="503">
                  <c:v>95.6180583291481</c:v>
                </c:pt>
                <c:pt idx="504">
                  <c:v>96.0408574968819</c:v>
                </c:pt>
                <c:pt idx="505">
                  <c:v>95.7811782589439</c:v>
                </c:pt>
                <c:pt idx="506">
                  <c:v>97.1382819082767</c:v>
                </c:pt>
                <c:pt idx="507">
                  <c:v>96.8945491301854</c:v>
                </c:pt>
                <c:pt idx="508">
                  <c:v>97.5515007827774</c:v>
                </c:pt>
                <c:pt idx="509">
                  <c:v>97.4217045428754</c:v>
                </c:pt>
                <c:pt idx="510">
                  <c:v>98.2772519090097</c:v>
                </c:pt>
                <c:pt idx="511">
                  <c:v>98.3707525423112</c:v>
                </c:pt>
                <c:pt idx="512">
                  <c:v>98.1707781907681</c:v>
                </c:pt>
                <c:pt idx="513">
                  <c:v>96.8670907838386</c:v>
                </c:pt>
                <c:pt idx="514">
                  <c:v>97.6308372071917</c:v>
                </c:pt>
                <c:pt idx="515">
                  <c:v>97.6018752290576</c:v>
                </c:pt>
                <c:pt idx="516">
                  <c:v>95.799898728981</c:v>
                </c:pt>
                <c:pt idx="517">
                  <c:v>97.3921465060393</c:v>
                </c:pt>
                <c:pt idx="518">
                  <c:v>97.3181176044672</c:v>
                </c:pt>
                <c:pt idx="519">
                  <c:v>96.8065876187264</c:v>
                </c:pt>
                <c:pt idx="520">
                  <c:v>96.5809273830452</c:v>
                </c:pt>
                <c:pt idx="521">
                  <c:v>96.2300015423444</c:v>
                </c:pt>
                <c:pt idx="522">
                  <c:v>96.1516345141899</c:v>
                </c:pt>
                <c:pt idx="523">
                  <c:v>95.8986609496133</c:v>
                </c:pt>
                <c:pt idx="524">
                  <c:v>96.3660507772442</c:v>
                </c:pt>
                <c:pt idx="525">
                  <c:v>97.8419154907476</c:v>
                </c:pt>
                <c:pt idx="526">
                  <c:v>95.6382959285669</c:v>
                </c:pt>
                <c:pt idx="527">
                  <c:v>95.1316850720575</c:v>
                </c:pt>
                <c:pt idx="528">
                  <c:v>95.1785362115698</c:v>
                </c:pt>
                <c:pt idx="529">
                  <c:v>94.8255759318288</c:v>
                </c:pt>
                <c:pt idx="530">
                  <c:v>94.8438967728727</c:v>
                </c:pt>
                <c:pt idx="531">
                  <c:v>95.1160191687924</c:v>
                </c:pt>
                <c:pt idx="532">
                  <c:v>98.5631462304758</c:v>
                </c:pt>
                <c:pt idx="533">
                  <c:v>97.7658289263162</c:v>
                </c:pt>
                <c:pt idx="534">
                  <c:v>98.4518669232279</c:v>
                </c:pt>
                <c:pt idx="535">
                  <c:v>97.3518485687848</c:v>
                </c:pt>
                <c:pt idx="536">
                  <c:v>92.2561973581203</c:v>
                </c:pt>
                <c:pt idx="537">
                  <c:v>92.0597379071315</c:v>
                </c:pt>
                <c:pt idx="538">
                  <c:v>96.5821156976922</c:v>
                </c:pt>
                <c:pt idx="539">
                  <c:v>97.2721253487201</c:v>
                </c:pt>
                <c:pt idx="540">
                  <c:v>96.9456711703352</c:v>
                </c:pt>
                <c:pt idx="541">
                  <c:v>95.0702194831741</c:v>
                </c:pt>
                <c:pt idx="542">
                  <c:v>95.0104807004694</c:v>
                </c:pt>
                <c:pt idx="543">
                  <c:v>94.9436603591701</c:v>
                </c:pt>
                <c:pt idx="544">
                  <c:v>94.9172769099696</c:v>
                </c:pt>
                <c:pt idx="545">
                  <c:v>94.2714892219235</c:v>
                </c:pt>
                <c:pt idx="546">
                  <c:v>95.4230136974712</c:v>
                </c:pt>
                <c:pt idx="547">
                  <c:v>94.6528748150102</c:v>
                </c:pt>
                <c:pt idx="548">
                  <c:v>94.1285313464008</c:v>
                </c:pt>
                <c:pt idx="549">
                  <c:v>96.814933300066</c:v>
                </c:pt>
                <c:pt idx="550">
                  <c:v>96.792399933263</c:v>
                </c:pt>
                <c:pt idx="551">
                  <c:v>96.1369192179279</c:v>
                </c:pt>
                <c:pt idx="552">
                  <c:v>95.9750301059937</c:v>
                </c:pt>
                <c:pt idx="553">
                  <c:v>95.8354005441542</c:v>
                </c:pt>
                <c:pt idx="554">
                  <c:v>95.7198015825523</c:v>
                </c:pt>
                <c:pt idx="555">
                  <c:v>100.165776956495</c:v>
                </c:pt>
                <c:pt idx="556">
                  <c:v>102.051886265981</c:v>
                </c:pt>
                <c:pt idx="557">
                  <c:v>101.79549094719</c:v>
                </c:pt>
                <c:pt idx="558">
                  <c:v>101.416369938303</c:v>
                </c:pt>
                <c:pt idx="559">
                  <c:v>100.093177081224</c:v>
                </c:pt>
                <c:pt idx="560">
                  <c:v>99.8473882958747</c:v>
                </c:pt>
                <c:pt idx="561">
                  <c:v>99.9438662339522</c:v>
                </c:pt>
                <c:pt idx="562">
                  <c:v>100.039921977597</c:v>
                </c:pt>
                <c:pt idx="563">
                  <c:v>100.01525607248</c:v>
                </c:pt>
                <c:pt idx="564">
                  <c:v>99.9594567592542</c:v>
                </c:pt>
                <c:pt idx="565">
                  <c:v>103.121554494571</c:v>
                </c:pt>
                <c:pt idx="566">
                  <c:v>102.463265310077</c:v>
                </c:pt>
                <c:pt idx="567">
                  <c:v>102.266322475882</c:v>
                </c:pt>
                <c:pt idx="568">
                  <c:v>101.48124698878</c:v>
                </c:pt>
                <c:pt idx="569">
                  <c:v>102.286163267457</c:v>
                </c:pt>
                <c:pt idx="570">
                  <c:v>102.180915550698</c:v>
                </c:pt>
                <c:pt idx="571">
                  <c:v>104.891758291723</c:v>
                </c:pt>
                <c:pt idx="572">
                  <c:v>105.167278751809</c:v>
                </c:pt>
                <c:pt idx="573">
                  <c:v>105.260896750639</c:v>
                </c:pt>
                <c:pt idx="574">
                  <c:v>103.709030179632</c:v>
                </c:pt>
                <c:pt idx="575">
                  <c:v>104.837655230292</c:v>
                </c:pt>
                <c:pt idx="576">
                  <c:v>102.879551434598</c:v>
                </c:pt>
                <c:pt idx="577">
                  <c:v>103.545463493163</c:v>
                </c:pt>
                <c:pt idx="578">
                  <c:v>104.64803744544</c:v>
                </c:pt>
                <c:pt idx="579">
                  <c:v>103.122626027313</c:v>
                </c:pt>
                <c:pt idx="580">
                  <c:v>100.314176291563</c:v>
                </c:pt>
                <c:pt idx="581">
                  <c:v>106.531224305878</c:v>
                </c:pt>
                <c:pt idx="582">
                  <c:v>106.495594798809</c:v>
                </c:pt>
                <c:pt idx="583">
                  <c:v>107.331655147642</c:v>
                </c:pt>
                <c:pt idx="584">
                  <c:v>107.262853933143</c:v>
                </c:pt>
                <c:pt idx="585">
                  <c:v>106.497032489759</c:v>
                </c:pt>
                <c:pt idx="586">
                  <c:v>105.574012090328</c:v>
                </c:pt>
                <c:pt idx="587">
                  <c:v>105.404823693945</c:v>
                </c:pt>
                <c:pt idx="588">
                  <c:v>107.216195640955</c:v>
                </c:pt>
                <c:pt idx="589">
                  <c:v>107.050486868294</c:v>
                </c:pt>
                <c:pt idx="590">
                  <c:v>107.071070871405</c:v>
                </c:pt>
                <c:pt idx="591">
                  <c:v>109.151407635574</c:v>
                </c:pt>
                <c:pt idx="592">
                  <c:v>109.379839108415</c:v>
                </c:pt>
                <c:pt idx="593">
                  <c:v>108.182665619073</c:v>
                </c:pt>
                <c:pt idx="594">
                  <c:v>106.577496401261</c:v>
                </c:pt>
                <c:pt idx="595">
                  <c:v>110.741830096807</c:v>
                </c:pt>
                <c:pt idx="596">
                  <c:v>111.640418585126</c:v>
                </c:pt>
                <c:pt idx="597">
                  <c:v>105.702603690432</c:v>
                </c:pt>
                <c:pt idx="598">
                  <c:v>124.899239754435</c:v>
                </c:pt>
                <c:pt idx="599">
                  <c:v>130.507145170556</c:v>
                </c:pt>
                <c:pt idx="600">
                  <c:v>126.444012137244</c:v>
                </c:pt>
                <c:pt idx="601">
                  <c:v>126.255059552882</c:v>
                </c:pt>
                <c:pt idx="602">
                  <c:v>126.30308937752</c:v>
                </c:pt>
                <c:pt idx="603">
                  <c:v>126.298810106733</c:v>
                </c:pt>
                <c:pt idx="604">
                  <c:v>126.41110624581</c:v>
                </c:pt>
                <c:pt idx="605">
                  <c:v>126.863781959342</c:v>
                </c:pt>
                <c:pt idx="606">
                  <c:v>126.286832495508</c:v>
                </c:pt>
                <c:pt idx="607">
                  <c:v>125.68746891725</c:v>
                </c:pt>
                <c:pt idx="608">
                  <c:v>124.914397487225</c:v>
                </c:pt>
                <c:pt idx="609">
                  <c:v>125.110422929042</c:v>
                </c:pt>
                <c:pt idx="610">
                  <c:v>125.581124422352</c:v>
                </c:pt>
                <c:pt idx="611">
                  <c:v>125.577343192189</c:v>
                </c:pt>
                <c:pt idx="612">
                  <c:v>123.898268513383</c:v>
                </c:pt>
                <c:pt idx="613">
                  <c:v>122.873428346162</c:v>
                </c:pt>
                <c:pt idx="614">
                  <c:v>123.064690565731</c:v>
                </c:pt>
                <c:pt idx="615">
                  <c:v>123.176580390596</c:v>
                </c:pt>
                <c:pt idx="616">
                  <c:v>123.949825583743</c:v>
                </c:pt>
                <c:pt idx="617">
                  <c:v>123.058365223606</c:v>
                </c:pt>
                <c:pt idx="618">
                  <c:v>122.632013504439</c:v>
                </c:pt>
                <c:pt idx="619">
                  <c:v>122.422284916061</c:v>
                </c:pt>
                <c:pt idx="620">
                  <c:v>121.429593878369</c:v>
                </c:pt>
                <c:pt idx="621">
                  <c:v>121.032062787363</c:v>
                </c:pt>
                <c:pt idx="622">
                  <c:v>120.904720620979</c:v>
                </c:pt>
                <c:pt idx="623">
                  <c:v>120.784448488928</c:v>
                </c:pt>
                <c:pt idx="624">
                  <c:v>120.987709507955</c:v>
                </c:pt>
                <c:pt idx="625">
                  <c:v>120.869073739154</c:v>
                </c:pt>
                <c:pt idx="626">
                  <c:v>120.842199932985</c:v>
                </c:pt>
                <c:pt idx="627">
                  <c:v>120.892793142467</c:v>
                </c:pt>
                <c:pt idx="628">
                  <c:v>120.905790534628</c:v>
                </c:pt>
                <c:pt idx="629">
                  <c:v>120.324390733444</c:v>
                </c:pt>
                <c:pt idx="630">
                  <c:v>120.94653285476</c:v>
                </c:pt>
                <c:pt idx="631">
                  <c:v>120.856363795414</c:v>
                </c:pt>
                <c:pt idx="632">
                  <c:v>120.117105200045</c:v>
                </c:pt>
                <c:pt idx="633">
                  <c:v>119.095663588367</c:v>
                </c:pt>
                <c:pt idx="634">
                  <c:v>119.127074704863</c:v>
                </c:pt>
                <c:pt idx="635">
                  <c:v>118.767469070587</c:v>
                </c:pt>
                <c:pt idx="636">
                  <c:v>118.616938920865</c:v>
                </c:pt>
                <c:pt idx="637">
                  <c:v>118.54452802526</c:v>
                </c:pt>
                <c:pt idx="638">
                  <c:v>119.04389866147</c:v>
                </c:pt>
                <c:pt idx="639">
                  <c:v>124.100974156169</c:v>
                </c:pt>
                <c:pt idx="640">
                  <c:v>124.019202113782</c:v>
                </c:pt>
                <c:pt idx="641">
                  <c:v>122.85472511969</c:v>
                </c:pt>
                <c:pt idx="642">
                  <c:v>122.916071567703</c:v>
                </c:pt>
                <c:pt idx="643">
                  <c:v>121.331880005619</c:v>
                </c:pt>
                <c:pt idx="644">
                  <c:v>122.746923125195</c:v>
                </c:pt>
                <c:pt idx="645">
                  <c:v>123.126154004412</c:v>
                </c:pt>
                <c:pt idx="646">
                  <c:v>123.125524309893</c:v>
                </c:pt>
                <c:pt idx="647">
                  <c:v>123.122957032754</c:v>
                </c:pt>
                <c:pt idx="648">
                  <c:v>123.717363002802</c:v>
                </c:pt>
                <c:pt idx="649">
                  <c:v>123.701799240921</c:v>
                </c:pt>
                <c:pt idx="650">
                  <c:v>123.303046813823</c:v>
                </c:pt>
                <c:pt idx="651">
                  <c:v>123.211877863371</c:v>
                </c:pt>
                <c:pt idx="652">
                  <c:v>122.812318329223</c:v>
                </c:pt>
                <c:pt idx="653">
                  <c:v>121.988230564299</c:v>
                </c:pt>
                <c:pt idx="654">
                  <c:v>122.454914020891</c:v>
                </c:pt>
                <c:pt idx="655">
                  <c:v>122.975461476564</c:v>
                </c:pt>
                <c:pt idx="656">
                  <c:v>122.799808122646</c:v>
                </c:pt>
                <c:pt idx="657">
                  <c:v>123.876826437535</c:v>
                </c:pt>
                <c:pt idx="658">
                  <c:v>123.834346287556</c:v>
                </c:pt>
                <c:pt idx="659">
                  <c:v>123.677384761232</c:v>
                </c:pt>
                <c:pt idx="660">
                  <c:v>125.008979793776</c:v>
                </c:pt>
                <c:pt idx="661">
                  <c:v>124.479025256019</c:v>
                </c:pt>
                <c:pt idx="662">
                  <c:v>126.273833994353</c:v>
                </c:pt>
                <c:pt idx="663">
                  <c:v>126.351781992544</c:v>
                </c:pt>
                <c:pt idx="664">
                  <c:v>126.922389769022</c:v>
                </c:pt>
                <c:pt idx="665">
                  <c:v>126.911116225097</c:v>
                </c:pt>
                <c:pt idx="666">
                  <c:v>126.820231825562</c:v>
                </c:pt>
                <c:pt idx="667">
                  <c:v>126.740678295636</c:v>
                </c:pt>
                <c:pt idx="668">
                  <c:v>126.885370381555</c:v>
                </c:pt>
                <c:pt idx="669">
                  <c:v>126.315277632959</c:v>
                </c:pt>
                <c:pt idx="670">
                  <c:v>126.01546087458</c:v>
                </c:pt>
                <c:pt idx="671">
                  <c:v>125.852359843422</c:v>
                </c:pt>
                <c:pt idx="672">
                  <c:v>126.270459864594</c:v>
                </c:pt>
                <c:pt idx="673">
                  <c:v>125.62532111736</c:v>
                </c:pt>
                <c:pt idx="674">
                  <c:v>125.715804772538</c:v>
                </c:pt>
                <c:pt idx="675">
                  <c:v>128.532092088406</c:v>
                </c:pt>
                <c:pt idx="676">
                  <c:v>128.435639715245</c:v>
                </c:pt>
                <c:pt idx="677">
                  <c:v>125.664599432285</c:v>
                </c:pt>
                <c:pt idx="678">
                  <c:v>125.229978481885</c:v>
                </c:pt>
                <c:pt idx="679">
                  <c:v>126.204946264443</c:v>
                </c:pt>
                <c:pt idx="680">
                  <c:v>124.319662601179</c:v>
                </c:pt>
                <c:pt idx="681">
                  <c:v>124.627571814101</c:v>
                </c:pt>
                <c:pt idx="682">
                  <c:v>126.969304880755</c:v>
                </c:pt>
                <c:pt idx="683">
                  <c:v>125.24881084638</c:v>
                </c:pt>
                <c:pt idx="684">
                  <c:v>125.51136902905</c:v>
                </c:pt>
                <c:pt idx="685">
                  <c:v>126.45649513658</c:v>
                </c:pt>
                <c:pt idx="686">
                  <c:v>126.483671058629</c:v>
                </c:pt>
                <c:pt idx="687">
                  <c:v>125.920853767423</c:v>
                </c:pt>
                <c:pt idx="688">
                  <c:v>125.963583284275</c:v>
                </c:pt>
                <c:pt idx="689">
                  <c:v>128.264431276317</c:v>
                </c:pt>
                <c:pt idx="690">
                  <c:v>128.391294238489</c:v>
                </c:pt>
                <c:pt idx="691">
                  <c:v>130.500583718164</c:v>
                </c:pt>
                <c:pt idx="692">
                  <c:v>131.327310741043</c:v>
                </c:pt>
                <c:pt idx="693">
                  <c:v>131.505491788442</c:v>
                </c:pt>
                <c:pt idx="694">
                  <c:v>138.224869007428</c:v>
                </c:pt>
                <c:pt idx="695">
                  <c:v>137.766843510559</c:v>
                </c:pt>
                <c:pt idx="696">
                  <c:v>137.870058469055</c:v>
                </c:pt>
                <c:pt idx="697">
                  <c:v>138.138713473795</c:v>
                </c:pt>
                <c:pt idx="698">
                  <c:v>136.428190696351</c:v>
                </c:pt>
                <c:pt idx="699">
                  <c:v>147.289843025727</c:v>
                </c:pt>
                <c:pt idx="700">
                  <c:v>146.577449836002</c:v>
                </c:pt>
                <c:pt idx="701">
                  <c:v>149.041779585964</c:v>
                </c:pt>
                <c:pt idx="702">
                  <c:v>149.706251291192</c:v>
                </c:pt>
                <c:pt idx="703">
                  <c:v>148.242251618971</c:v>
                </c:pt>
                <c:pt idx="704">
                  <c:v>146.00014314017</c:v>
                </c:pt>
                <c:pt idx="705">
                  <c:v>145.300572610184</c:v>
                </c:pt>
                <c:pt idx="706">
                  <c:v>145.185747683858</c:v>
                </c:pt>
                <c:pt idx="707">
                  <c:v>145.197840709245</c:v>
                </c:pt>
                <c:pt idx="708">
                  <c:v>145.302189090308</c:v>
                </c:pt>
                <c:pt idx="709">
                  <c:v>145.326659975041</c:v>
                </c:pt>
                <c:pt idx="710">
                  <c:v>143.076177794514</c:v>
                </c:pt>
                <c:pt idx="711">
                  <c:v>146.660109475007</c:v>
                </c:pt>
                <c:pt idx="712">
                  <c:v>146.571811971199</c:v>
                </c:pt>
                <c:pt idx="713">
                  <c:v>144.340982624297</c:v>
                </c:pt>
                <c:pt idx="714">
                  <c:v>144.585875284486</c:v>
                </c:pt>
                <c:pt idx="715">
                  <c:v>145.377386839585</c:v>
                </c:pt>
                <c:pt idx="716">
                  <c:v>143.829325719242</c:v>
                </c:pt>
                <c:pt idx="717">
                  <c:v>141.765169675279</c:v>
                </c:pt>
                <c:pt idx="718">
                  <c:v>141.846260684647</c:v>
                </c:pt>
                <c:pt idx="719">
                  <c:v>141.998958869231</c:v>
                </c:pt>
                <c:pt idx="720">
                  <c:v>142.774933308548</c:v>
                </c:pt>
                <c:pt idx="721">
                  <c:v>143.147826946189</c:v>
                </c:pt>
                <c:pt idx="722">
                  <c:v>142.90945102388</c:v>
                </c:pt>
                <c:pt idx="723">
                  <c:v>141.603123568343</c:v>
                </c:pt>
                <c:pt idx="724">
                  <c:v>139.765565317325</c:v>
                </c:pt>
                <c:pt idx="725">
                  <c:v>140.097447535652</c:v>
                </c:pt>
                <c:pt idx="726">
                  <c:v>140.252454708907</c:v>
                </c:pt>
                <c:pt idx="727">
                  <c:v>140.120051577367</c:v>
                </c:pt>
                <c:pt idx="728">
                  <c:v>139.707093221311</c:v>
                </c:pt>
                <c:pt idx="729">
                  <c:v>139.851296759391</c:v>
                </c:pt>
                <c:pt idx="730">
                  <c:v>139.644592237436</c:v>
                </c:pt>
                <c:pt idx="731">
                  <c:v>139.813177269615</c:v>
                </c:pt>
                <c:pt idx="732">
                  <c:v>139.508754838564</c:v>
                </c:pt>
                <c:pt idx="733">
                  <c:v>138.760680415218</c:v>
                </c:pt>
                <c:pt idx="734">
                  <c:v>138.549834899855</c:v>
                </c:pt>
                <c:pt idx="735">
                  <c:v>136.527836431778</c:v>
                </c:pt>
                <c:pt idx="736">
                  <c:v>136.091048640244</c:v>
                </c:pt>
                <c:pt idx="737">
                  <c:v>139.388563546807</c:v>
                </c:pt>
                <c:pt idx="738">
                  <c:v>139.437427877997</c:v>
                </c:pt>
                <c:pt idx="739">
                  <c:v>138.706832534538</c:v>
                </c:pt>
                <c:pt idx="740">
                  <c:v>138.445079290922</c:v>
                </c:pt>
                <c:pt idx="741">
                  <c:v>138.06423651053</c:v>
                </c:pt>
                <c:pt idx="742">
                  <c:v>137.287979274785</c:v>
                </c:pt>
                <c:pt idx="743">
                  <c:v>139.951949320438</c:v>
                </c:pt>
                <c:pt idx="744">
                  <c:v>138.132548958199</c:v>
                </c:pt>
                <c:pt idx="745">
                  <c:v>138.436752052454</c:v>
                </c:pt>
                <c:pt idx="746">
                  <c:v>137.447338630248</c:v>
                </c:pt>
                <c:pt idx="747">
                  <c:v>133.453529032488</c:v>
                </c:pt>
                <c:pt idx="748">
                  <c:v>135.029212454492</c:v>
                </c:pt>
                <c:pt idx="749">
                  <c:v>134.531603610842</c:v>
                </c:pt>
                <c:pt idx="750">
                  <c:v>135.128125374202</c:v>
                </c:pt>
                <c:pt idx="751">
                  <c:v>134.817284749674</c:v>
                </c:pt>
                <c:pt idx="752">
                  <c:v>134.659524644735</c:v>
                </c:pt>
                <c:pt idx="753">
                  <c:v>133.746410458587</c:v>
                </c:pt>
                <c:pt idx="754">
                  <c:v>133.722263019875</c:v>
                </c:pt>
                <c:pt idx="755">
                  <c:v>133.582039018477</c:v>
                </c:pt>
                <c:pt idx="756">
                  <c:v>133.51050785515</c:v>
                </c:pt>
                <c:pt idx="757">
                  <c:v>134.152087756199</c:v>
                </c:pt>
                <c:pt idx="758">
                  <c:v>133.877034062765</c:v>
                </c:pt>
                <c:pt idx="759">
                  <c:v>135.114498660651</c:v>
                </c:pt>
                <c:pt idx="760">
                  <c:v>134.504528983901</c:v>
                </c:pt>
                <c:pt idx="761">
                  <c:v>134.727347495255</c:v>
                </c:pt>
                <c:pt idx="762">
                  <c:v>128.259994883575</c:v>
                </c:pt>
                <c:pt idx="763">
                  <c:v>132.50962280194</c:v>
                </c:pt>
                <c:pt idx="764">
                  <c:v>132.716365007256</c:v>
                </c:pt>
                <c:pt idx="765">
                  <c:v>132.616894784253</c:v>
                </c:pt>
                <c:pt idx="766">
                  <c:v>132.692278731366</c:v>
                </c:pt>
                <c:pt idx="767">
                  <c:v>132.729739240686</c:v>
                </c:pt>
                <c:pt idx="768">
                  <c:v>132.615637015839</c:v>
                </c:pt>
                <c:pt idx="769">
                  <c:v>132.428129404356</c:v>
                </c:pt>
                <c:pt idx="770">
                  <c:v>131.949809703527</c:v>
                </c:pt>
                <c:pt idx="771">
                  <c:v>132.881596514147</c:v>
                </c:pt>
                <c:pt idx="772">
                  <c:v>132.813178194813</c:v>
                </c:pt>
                <c:pt idx="773">
                  <c:v>132.35068962443</c:v>
                </c:pt>
                <c:pt idx="774">
                  <c:v>131.72226289627</c:v>
                </c:pt>
                <c:pt idx="775">
                  <c:v>133.272440214279</c:v>
                </c:pt>
                <c:pt idx="776">
                  <c:v>133.48391521019</c:v>
                </c:pt>
                <c:pt idx="777">
                  <c:v>132.602435824558</c:v>
                </c:pt>
                <c:pt idx="778">
                  <c:v>133.775896288144</c:v>
                </c:pt>
                <c:pt idx="779">
                  <c:v>134.036717283438</c:v>
                </c:pt>
                <c:pt idx="780">
                  <c:v>132.981870881013</c:v>
                </c:pt>
                <c:pt idx="781">
                  <c:v>132.166377671312</c:v>
                </c:pt>
                <c:pt idx="782">
                  <c:v>132.648399136603</c:v>
                </c:pt>
                <c:pt idx="783">
                  <c:v>132.656118218667</c:v>
                </c:pt>
                <c:pt idx="784">
                  <c:v>132.997198464092</c:v>
                </c:pt>
                <c:pt idx="785">
                  <c:v>133.059012223385</c:v>
                </c:pt>
                <c:pt idx="786">
                  <c:v>132.729537409252</c:v>
                </c:pt>
                <c:pt idx="787">
                  <c:v>133.035323549178</c:v>
                </c:pt>
                <c:pt idx="788">
                  <c:v>133.053216929121</c:v>
                </c:pt>
                <c:pt idx="789">
                  <c:v>133.04916476706</c:v>
                </c:pt>
                <c:pt idx="790">
                  <c:v>133.067250801371</c:v>
                </c:pt>
                <c:pt idx="791">
                  <c:v>133.050182034101</c:v>
                </c:pt>
                <c:pt idx="792">
                  <c:v>132.561801113823</c:v>
                </c:pt>
                <c:pt idx="793">
                  <c:v>132.022908186176</c:v>
                </c:pt>
                <c:pt idx="794">
                  <c:v>132.951363204466</c:v>
                </c:pt>
                <c:pt idx="795">
                  <c:v>133.1102340666</c:v>
                </c:pt>
                <c:pt idx="796">
                  <c:v>133.030768038206</c:v>
                </c:pt>
                <c:pt idx="797">
                  <c:v>133.379680664439</c:v>
                </c:pt>
                <c:pt idx="798">
                  <c:v>133.433899843584</c:v>
                </c:pt>
                <c:pt idx="799">
                  <c:v>133.450193933849</c:v>
                </c:pt>
                <c:pt idx="800">
                  <c:v>133.385737552855</c:v>
                </c:pt>
                <c:pt idx="801">
                  <c:v>133.795128033713</c:v>
                </c:pt>
                <c:pt idx="802">
                  <c:v>132.90632386002</c:v>
                </c:pt>
                <c:pt idx="803">
                  <c:v>138.213626462347</c:v>
                </c:pt>
                <c:pt idx="804">
                  <c:v>139.05956245507</c:v>
                </c:pt>
                <c:pt idx="805">
                  <c:v>140.614284587669</c:v>
                </c:pt>
                <c:pt idx="806">
                  <c:v>143.265471820252</c:v>
                </c:pt>
                <c:pt idx="807">
                  <c:v>146.218688137081</c:v>
                </c:pt>
                <c:pt idx="808">
                  <c:v>146.663569880143</c:v>
                </c:pt>
                <c:pt idx="809">
                  <c:v>146.529243508999</c:v>
                </c:pt>
                <c:pt idx="810">
                  <c:v>146.59471169538</c:v>
                </c:pt>
                <c:pt idx="811">
                  <c:v>146.481176303521</c:v>
                </c:pt>
                <c:pt idx="812">
                  <c:v>146.480960728831</c:v>
                </c:pt>
                <c:pt idx="813">
                  <c:v>146.474296250523</c:v>
                </c:pt>
                <c:pt idx="814">
                  <c:v>146.437544831438</c:v>
                </c:pt>
                <c:pt idx="815">
                  <c:v>146.459284605014</c:v>
                </c:pt>
                <c:pt idx="816">
                  <c:v>144.320339411478</c:v>
                </c:pt>
                <c:pt idx="817">
                  <c:v>145.598739564159</c:v>
                </c:pt>
                <c:pt idx="818">
                  <c:v>145.395544116287</c:v>
                </c:pt>
                <c:pt idx="819">
                  <c:v>147.165225035722</c:v>
                </c:pt>
                <c:pt idx="820">
                  <c:v>148.034392779033</c:v>
                </c:pt>
                <c:pt idx="821">
                  <c:v>148.035879396204</c:v>
                </c:pt>
                <c:pt idx="822">
                  <c:v>148.015281116751</c:v>
                </c:pt>
                <c:pt idx="823">
                  <c:v>147.210471915039</c:v>
                </c:pt>
                <c:pt idx="824">
                  <c:v>146.943604755057</c:v>
                </c:pt>
                <c:pt idx="825">
                  <c:v>146.962400991464</c:v>
                </c:pt>
                <c:pt idx="826">
                  <c:v>147.364066977974</c:v>
                </c:pt>
                <c:pt idx="827">
                  <c:v>147.61365902282</c:v>
                </c:pt>
                <c:pt idx="828">
                  <c:v>147.784845351186</c:v>
                </c:pt>
                <c:pt idx="829">
                  <c:v>147.631692190146</c:v>
                </c:pt>
                <c:pt idx="830">
                  <c:v>147.531037037292</c:v>
                </c:pt>
                <c:pt idx="831">
                  <c:v>146.459828184003</c:v>
                </c:pt>
                <c:pt idx="832">
                  <c:v>146.288166664567</c:v>
                </c:pt>
                <c:pt idx="833">
                  <c:v>145.799306503862</c:v>
                </c:pt>
                <c:pt idx="834">
                  <c:v>146.103241615425</c:v>
                </c:pt>
                <c:pt idx="835">
                  <c:v>146.363168716059</c:v>
                </c:pt>
                <c:pt idx="836">
                  <c:v>145.714572132877</c:v>
                </c:pt>
                <c:pt idx="837">
                  <c:v>146.186989648089</c:v>
                </c:pt>
                <c:pt idx="838">
                  <c:v>145.770887679439</c:v>
                </c:pt>
                <c:pt idx="839">
                  <c:v>145.827451164425</c:v>
                </c:pt>
                <c:pt idx="840">
                  <c:v>145.20009425023</c:v>
                </c:pt>
                <c:pt idx="841">
                  <c:v>144.368259235596</c:v>
                </c:pt>
                <c:pt idx="842">
                  <c:v>141.621453296243</c:v>
                </c:pt>
                <c:pt idx="843">
                  <c:v>146.613811131914</c:v>
                </c:pt>
                <c:pt idx="844">
                  <c:v>150.247910865845</c:v>
                </c:pt>
                <c:pt idx="845">
                  <c:v>150.33712099299</c:v>
                </c:pt>
                <c:pt idx="846">
                  <c:v>150.336264723513</c:v>
                </c:pt>
                <c:pt idx="847">
                  <c:v>150.924970383918</c:v>
                </c:pt>
                <c:pt idx="848">
                  <c:v>151.050618042691</c:v>
                </c:pt>
                <c:pt idx="849">
                  <c:v>151.220190069969</c:v>
                </c:pt>
                <c:pt idx="850">
                  <c:v>150.744281578409</c:v>
                </c:pt>
                <c:pt idx="851">
                  <c:v>150.575977950861</c:v>
                </c:pt>
                <c:pt idx="852">
                  <c:v>150.57216578387</c:v>
                </c:pt>
                <c:pt idx="853">
                  <c:v>151.11400446519</c:v>
                </c:pt>
                <c:pt idx="854">
                  <c:v>150.878645645964</c:v>
                </c:pt>
                <c:pt idx="855">
                  <c:v>151.042889156118</c:v>
                </c:pt>
                <c:pt idx="856">
                  <c:v>151.117386506216</c:v>
                </c:pt>
                <c:pt idx="857">
                  <c:v>150.829790337518</c:v>
                </c:pt>
                <c:pt idx="858">
                  <c:v>149.327676333988</c:v>
                </c:pt>
                <c:pt idx="859">
                  <c:v>149.698164730899</c:v>
                </c:pt>
                <c:pt idx="860">
                  <c:v>149.530473266858</c:v>
                </c:pt>
                <c:pt idx="861">
                  <c:v>152.273753240557</c:v>
                </c:pt>
                <c:pt idx="862">
                  <c:v>152.262329614687</c:v>
                </c:pt>
                <c:pt idx="863">
                  <c:v>152.329357652781</c:v>
                </c:pt>
                <c:pt idx="864">
                  <c:v>152.208202143227</c:v>
                </c:pt>
                <c:pt idx="865">
                  <c:v>151.295234972335</c:v>
                </c:pt>
                <c:pt idx="866">
                  <c:v>150.40055655085</c:v>
                </c:pt>
                <c:pt idx="867">
                  <c:v>150.597905946146</c:v>
                </c:pt>
                <c:pt idx="868">
                  <c:v>150.694898619607</c:v>
                </c:pt>
                <c:pt idx="869">
                  <c:v>152.225241387675</c:v>
                </c:pt>
                <c:pt idx="870">
                  <c:v>152.223792830483</c:v>
                </c:pt>
                <c:pt idx="871">
                  <c:v>151.958625605074</c:v>
                </c:pt>
                <c:pt idx="872">
                  <c:v>153.141120734236</c:v>
                </c:pt>
                <c:pt idx="873">
                  <c:v>151.080093734037</c:v>
                </c:pt>
                <c:pt idx="874">
                  <c:v>151.058460248175</c:v>
                </c:pt>
                <c:pt idx="875">
                  <c:v>150.865919131344</c:v>
                </c:pt>
                <c:pt idx="876">
                  <c:v>150.86524600597</c:v>
                </c:pt>
                <c:pt idx="877">
                  <c:v>149.66399244694</c:v>
                </c:pt>
                <c:pt idx="878">
                  <c:v>150.782959169491</c:v>
                </c:pt>
                <c:pt idx="879">
                  <c:v>150.094923496861</c:v>
                </c:pt>
                <c:pt idx="880">
                  <c:v>149.972327583032</c:v>
                </c:pt>
                <c:pt idx="881">
                  <c:v>149.834302103372</c:v>
                </c:pt>
                <c:pt idx="882">
                  <c:v>153.572512807192</c:v>
                </c:pt>
                <c:pt idx="883">
                  <c:v>151.861485290313</c:v>
                </c:pt>
                <c:pt idx="884">
                  <c:v>151.074066759038</c:v>
                </c:pt>
                <c:pt idx="885">
                  <c:v>151.185129065968</c:v>
                </c:pt>
                <c:pt idx="886">
                  <c:v>150.858295178317</c:v>
                </c:pt>
                <c:pt idx="887">
                  <c:v>150.314268895588</c:v>
                </c:pt>
                <c:pt idx="888">
                  <c:v>150.634902059092</c:v>
                </c:pt>
                <c:pt idx="889">
                  <c:v>150.357579783158</c:v>
                </c:pt>
                <c:pt idx="890">
                  <c:v>150.204406554902</c:v>
                </c:pt>
                <c:pt idx="891">
                  <c:v>150.031021998362</c:v>
                </c:pt>
                <c:pt idx="892">
                  <c:v>150.091536405199</c:v>
                </c:pt>
                <c:pt idx="893">
                  <c:v>146.679671591146</c:v>
                </c:pt>
                <c:pt idx="894">
                  <c:v>146.230447809457</c:v>
                </c:pt>
                <c:pt idx="895">
                  <c:v>146.311580716345</c:v>
                </c:pt>
                <c:pt idx="896">
                  <c:v>146.497594050541</c:v>
                </c:pt>
                <c:pt idx="897">
                  <c:v>146.103035607089</c:v>
                </c:pt>
                <c:pt idx="898">
                  <c:v>146.341768477881</c:v>
                </c:pt>
                <c:pt idx="899">
                  <c:v>146.662068220197</c:v>
                </c:pt>
                <c:pt idx="900">
                  <c:v>145.800899901471</c:v>
                </c:pt>
                <c:pt idx="901">
                  <c:v>147.466617294893</c:v>
                </c:pt>
                <c:pt idx="902">
                  <c:v>147.316894893504</c:v>
                </c:pt>
                <c:pt idx="903">
                  <c:v>146.501810326039</c:v>
                </c:pt>
                <c:pt idx="904">
                  <c:v>146.415329853354</c:v>
                </c:pt>
                <c:pt idx="905">
                  <c:v>146.693800257161</c:v>
                </c:pt>
                <c:pt idx="906">
                  <c:v>146.582796885517</c:v>
                </c:pt>
                <c:pt idx="907">
                  <c:v>146.108086378464</c:v>
                </c:pt>
                <c:pt idx="908">
                  <c:v>146.056298437337</c:v>
                </c:pt>
                <c:pt idx="909">
                  <c:v>145.812477686474</c:v>
                </c:pt>
                <c:pt idx="910">
                  <c:v>145.809995705834</c:v>
                </c:pt>
                <c:pt idx="911">
                  <c:v>145.960617263422</c:v>
                </c:pt>
                <c:pt idx="912">
                  <c:v>146.978557247997</c:v>
                </c:pt>
                <c:pt idx="913">
                  <c:v>147.006272279486</c:v>
                </c:pt>
                <c:pt idx="914">
                  <c:v>147.171919185615</c:v>
                </c:pt>
                <c:pt idx="915">
                  <c:v>146.494692258871</c:v>
                </c:pt>
                <c:pt idx="916">
                  <c:v>146.497114751853</c:v>
                </c:pt>
                <c:pt idx="917">
                  <c:v>145.912121702054</c:v>
                </c:pt>
                <c:pt idx="918">
                  <c:v>147.350250740106</c:v>
                </c:pt>
                <c:pt idx="919">
                  <c:v>147.044353746094</c:v>
                </c:pt>
                <c:pt idx="920">
                  <c:v>147.3082236513</c:v>
                </c:pt>
                <c:pt idx="921">
                  <c:v>147.737443130017</c:v>
                </c:pt>
                <c:pt idx="922">
                  <c:v>148.398916002045</c:v>
                </c:pt>
                <c:pt idx="923">
                  <c:v>148.469427631211</c:v>
                </c:pt>
                <c:pt idx="924">
                  <c:v>148.812337207833</c:v>
                </c:pt>
                <c:pt idx="925">
                  <c:v>149.418251489649</c:v>
                </c:pt>
                <c:pt idx="926">
                  <c:v>149.329474008496</c:v>
                </c:pt>
                <c:pt idx="927">
                  <c:v>149.400465331058</c:v>
                </c:pt>
                <c:pt idx="928">
                  <c:v>149.299798588416</c:v>
                </c:pt>
                <c:pt idx="929">
                  <c:v>148.975681905009</c:v>
                </c:pt>
                <c:pt idx="930">
                  <c:v>148.456690868142</c:v>
                </c:pt>
                <c:pt idx="931">
                  <c:v>149.579354275021</c:v>
                </c:pt>
                <c:pt idx="932">
                  <c:v>149.481426755805</c:v>
                </c:pt>
                <c:pt idx="933">
                  <c:v>149.231353654416</c:v>
                </c:pt>
                <c:pt idx="934">
                  <c:v>149.203890839156</c:v>
                </c:pt>
                <c:pt idx="935">
                  <c:v>149.214534035189</c:v>
                </c:pt>
                <c:pt idx="936">
                  <c:v>149.444352826937</c:v>
                </c:pt>
                <c:pt idx="937">
                  <c:v>150.151442456157</c:v>
                </c:pt>
                <c:pt idx="938">
                  <c:v>149.520340536845</c:v>
                </c:pt>
                <c:pt idx="939">
                  <c:v>149.456257349756</c:v>
                </c:pt>
                <c:pt idx="940">
                  <c:v>149.262204367425</c:v>
                </c:pt>
                <c:pt idx="941">
                  <c:v>148.45192790159</c:v>
                </c:pt>
                <c:pt idx="942">
                  <c:v>147.62069446123</c:v>
                </c:pt>
                <c:pt idx="943">
                  <c:v>147.201037625417</c:v>
                </c:pt>
                <c:pt idx="944">
                  <c:v>145.268069052247</c:v>
                </c:pt>
                <c:pt idx="945">
                  <c:v>146.249127285166</c:v>
                </c:pt>
                <c:pt idx="946">
                  <c:v>145.661593304802</c:v>
                </c:pt>
                <c:pt idx="947">
                  <c:v>145.500966739323</c:v>
                </c:pt>
                <c:pt idx="948">
                  <c:v>145.027216803552</c:v>
                </c:pt>
                <c:pt idx="949">
                  <c:v>145.611057964698</c:v>
                </c:pt>
                <c:pt idx="950">
                  <c:v>145.242026185761</c:v>
                </c:pt>
                <c:pt idx="951">
                  <c:v>145.299378952399</c:v>
                </c:pt>
                <c:pt idx="952">
                  <c:v>144.852473620509</c:v>
                </c:pt>
                <c:pt idx="953">
                  <c:v>144.783638459951</c:v>
                </c:pt>
                <c:pt idx="954">
                  <c:v>144.904664887848</c:v>
                </c:pt>
                <c:pt idx="955">
                  <c:v>144.689605884625</c:v>
                </c:pt>
                <c:pt idx="956">
                  <c:v>144.150761500419</c:v>
                </c:pt>
                <c:pt idx="957">
                  <c:v>144.381358608104</c:v>
                </c:pt>
                <c:pt idx="958">
                  <c:v>145.921779208745</c:v>
                </c:pt>
                <c:pt idx="959">
                  <c:v>145.856817007013</c:v>
                </c:pt>
                <c:pt idx="960">
                  <c:v>144.672261100242</c:v>
                </c:pt>
                <c:pt idx="961">
                  <c:v>144.687285289096</c:v>
                </c:pt>
                <c:pt idx="962">
                  <c:v>141.186527199008</c:v>
                </c:pt>
                <c:pt idx="963">
                  <c:v>141.398665265769</c:v>
                </c:pt>
                <c:pt idx="964">
                  <c:v>142.713895590693</c:v>
                </c:pt>
                <c:pt idx="965">
                  <c:v>142.682262732047</c:v>
                </c:pt>
                <c:pt idx="966">
                  <c:v>142.362289155475</c:v>
                </c:pt>
                <c:pt idx="967">
                  <c:v>142.316269156452</c:v>
                </c:pt>
                <c:pt idx="968">
                  <c:v>142.300990629396</c:v>
                </c:pt>
                <c:pt idx="969">
                  <c:v>142.281204800756</c:v>
                </c:pt>
                <c:pt idx="970">
                  <c:v>142.491260305558</c:v>
                </c:pt>
                <c:pt idx="971">
                  <c:v>141.765578968118</c:v>
                </c:pt>
                <c:pt idx="972">
                  <c:v>141.678703470302</c:v>
                </c:pt>
                <c:pt idx="973">
                  <c:v>141.597787796946</c:v>
                </c:pt>
                <c:pt idx="974">
                  <c:v>141.597958461048</c:v>
                </c:pt>
                <c:pt idx="975">
                  <c:v>145.272946095652</c:v>
                </c:pt>
                <c:pt idx="976">
                  <c:v>145.032051849148</c:v>
                </c:pt>
                <c:pt idx="977">
                  <c:v>146.259253797741</c:v>
                </c:pt>
                <c:pt idx="978">
                  <c:v>146.135735435852</c:v>
                </c:pt>
                <c:pt idx="979">
                  <c:v>145.713378593667</c:v>
                </c:pt>
                <c:pt idx="980">
                  <c:v>144.264860168599</c:v>
                </c:pt>
                <c:pt idx="981">
                  <c:v>145.862364756589</c:v>
                </c:pt>
                <c:pt idx="982">
                  <c:v>145.489702111268</c:v>
                </c:pt>
                <c:pt idx="983">
                  <c:v>145.754595353999</c:v>
                </c:pt>
                <c:pt idx="984">
                  <c:v>144.759930421308</c:v>
                </c:pt>
                <c:pt idx="985">
                  <c:v>145.191757453642</c:v>
                </c:pt>
                <c:pt idx="986">
                  <c:v>144.768043733301</c:v>
                </c:pt>
                <c:pt idx="987">
                  <c:v>143.763107496819</c:v>
                </c:pt>
                <c:pt idx="988">
                  <c:v>143.951595411053</c:v>
                </c:pt>
                <c:pt idx="989">
                  <c:v>142.293778669675</c:v>
                </c:pt>
                <c:pt idx="990">
                  <c:v>142.773148405767</c:v>
                </c:pt>
                <c:pt idx="991">
                  <c:v>143.254951768243</c:v>
                </c:pt>
                <c:pt idx="992">
                  <c:v>143.418061067431</c:v>
                </c:pt>
                <c:pt idx="993">
                  <c:v>142.459106608214</c:v>
                </c:pt>
                <c:pt idx="994">
                  <c:v>145.324613813541</c:v>
                </c:pt>
                <c:pt idx="995">
                  <c:v>145.272719958829</c:v>
                </c:pt>
                <c:pt idx="996">
                  <c:v>146.179656990611</c:v>
                </c:pt>
                <c:pt idx="997">
                  <c:v>147.405563724993</c:v>
                </c:pt>
                <c:pt idx="998">
                  <c:v>147.100044817552</c:v>
                </c:pt>
                <c:pt idx="999">
                  <c:v>145.561940246577</c:v>
                </c:pt>
                <c:pt idx="1000">
                  <c:v>146.521653034809</c:v>
                </c:pt>
                <c:pt idx="1001">
                  <c:v>145.528003511254</c:v>
                </c:pt>
                <c:pt idx="1002">
                  <c:v>149.710019411081</c:v>
                </c:pt>
                <c:pt idx="1003">
                  <c:v>149.352305187767</c:v>
                </c:pt>
                <c:pt idx="1004">
                  <c:v>149.021850372871</c:v>
                </c:pt>
                <c:pt idx="1005">
                  <c:v>150.368032536249</c:v>
                </c:pt>
                <c:pt idx="1006">
                  <c:v>150.300241224229</c:v>
                </c:pt>
                <c:pt idx="1007">
                  <c:v>149.742839303457</c:v>
                </c:pt>
                <c:pt idx="1008">
                  <c:v>149.298164657834</c:v>
                </c:pt>
                <c:pt idx="1009">
                  <c:v>149.119340099571</c:v>
                </c:pt>
                <c:pt idx="1010">
                  <c:v>149.277755585897</c:v>
                </c:pt>
                <c:pt idx="1011">
                  <c:v>149.127058461927</c:v>
                </c:pt>
                <c:pt idx="1012">
                  <c:v>147.859005138273</c:v>
                </c:pt>
                <c:pt idx="1013">
                  <c:v>147.064225802025</c:v>
                </c:pt>
                <c:pt idx="1014">
                  <c:v>147.878873771753</c:v>
                </c:pt>
                <c:pt idx="1015">
                  <c:v>147.74935230295</c:v>
                </c:pt>
                <c:pt idx="1016">
                  <c:v>148.140214268151</c:v>
                </c:pt>
                <c:pt idx="1017">
                  <c:v>147.586736677443</c:v>
                </c:pt>
                <c:pt idx="1018">
                  <c:v>149.48019014613</c:v>
                </c:pt>
                <c:pt idx="1019">
                  <c:v>148.22737336736</c:v>
                </c:pt>
                <c:pt idx="1020">
                  <c:v>150.771740902688</c:v>
                </c:pt>
                <c:pt idx="1021">
                  <c:v>151.783614647899</c:v>
                </c:pt>
                <c:pt idx="1022">
                  <c:v>150.402136932024</c:v>
                </c:pt>
                <c:pt idx="1023">
                  <c:v>153.176565379821</c:v>
                </c:pt>
                <c:pt idx="1024">
                  <c:v>151.434063076911</c:v>
                </c:pt>
                <c:pt idx="1025">
                  <c:v>151.447544189851</c:v>
                </c:pt>
                <c:pt idx="1026">
                  <c:v>151.435496588436</c:v>
                </c:pt>
                <c:pt idx="1027">
                  <c:v>151.376117906133</c:v>
                </c:pt>
                <c:pt idx="1028">
                  <c:v>151.079141312309</c:v>
                </c:pt>
                <c:pt idx="1029">
                  <c:v>151.217872126457</c:v>
                </c:pt>
                <c:pt idx="1030">
                  <c:v>151.043975251444</c:v>
                </c:pt>
                <c:pt idx="1031">
                  <c:v>150.767111420876</c:v>
                </c:pt>
                <c:pt idx="1032">
                  <c:v>150.917191670875</c:v>
                </c:pt>
                <c:pt idx="1033">
                  <c:v>149.836663641936</c:v>
                </c:pt>
                <c:pt idx="1034">
                  <c:v>149.609791543987</c:v>
                </c:pt>
                <c:pt idx="1035">
                  <c:v>149.597922030102</c:v>
                </c:pt>
                <c:pt idx="1036">
                  <c:v>149.694777976681</c:v>
                </c:pt>
                <c:pt idx="1037">
                  <c:v>149.580810147499</c:v>
                </c:pt>
                <c:pt idx="1038">
                  <c:v>149.929322482196</c:v>
                </c:pt>
                <c:pt idx="1039">
                  <c:v>149.744621239629</c:v>
                </c:pt>
                <c:pt idx="1040">
                  <c:v>150.380229921085</c:v>
                </c:pt>
                <c:pt idx="1041">
                  <c:v>149.848363043027</c:v>
                </c:pt>
                <c:pt idx="1042">
                  <c:v>150.348935006191</c:v>
                </c:pt>
                <c:pt idx="1043">
                  <c:v>148.935541410797</c:v>
                </c:pt>
                <c:pt idx="1044">
                  <c:v>147.930212123562</c:v>
                </c:pt>
                <c:pt idx="1045">
                  <c:v>147.567152817468</c:v>
                </c:pt>
                <c:pt idx="1046">
                  <c:v>145.900028812975</c:v>
                </c:pt>
                <c:pt idx="1047">
                  <c:v>148.137335422822</c:v>
                </c:pt>
                <c:pt idx="1048">
                  <c:v>147.852197466807</c:v>
                </c:pt>
                <c:pt idx="1049">
                  <c:v>147.974517217497</c:v>
                </c:pt>
                <c:pt idx="1050">
                  <c:v>148.01425424362</c:v>
                </c:pt>
                <c:pt idx="1051">
                  <c:v>147.676972833538</c:v>
                </c:pt>
                <c:pt idx="1052">
                  <c:v>148.741581733278</c:v>
                </c:pt>
                <c:pt idx="1053">
                  <c:v>148.267969493676</c:v>
                </c:pt>
                <c:pt idx="1054">
                  <c:v>148.322623135843</c:v>
                </c:pt>
                <c:pt idx="1055">
                  <c:v>146.345808654405</c:v>
                </c:pt>
                <c:pt idx="1056">
                  <c:v>146.198782860454</c:v>
                </c:pt>
                <c:pt idx="1057">
                  <c:v>147.361173819443</c:v>
                </c:pt>
                <c:pt idx="1058">
                  <c:v>148.081805264597</c:v>
                </c:pt>
                <c:pt idx="1059">
                  <c:v>146.000851136915</c:v>
                </c:pt>
                <c:pt idx="1060">
                  <c:v>143.801642020909</c:v>
                </c:pt>
                <c:pt idx="1061">
                  <c:v>143.162296328391</c:v>
                </c:pt>
                <c:pt idx="1062">
                  <c:v>143.973745532136</c:v>
                </c:pt>
                <c:pt idx="1063">
                  <c:v>142.970554488923</c:v>
                </c:pt>
                <c:pt idx="1064">
                  <c:v>141.143690312917</c:v>
                </c:pt>
                <c:pt idx="1065">
                  <c:v>140.815716132848</c:v>
                </c:pt>
                <c:pt idx="1066">
                  <c:v>140.867643181948</c:v>
                </c:pt>
                <c:pt idx="1067">
                  <c:v>140.869924184779</c:v>
                </c:pt>
                <c:pt idx="1068">
                  <c:v>141.115088409903</c:v>
                </c:pt>
                <c:pt idx="1069">
                  <c:v>141.133229891488</c:v>
                </c:pt>
                <c:pt idx="1070">
                  <c:v>141.131658522607</c:v>
                </c:pt>
                <c:pt idx="1071">
                  <c:v>141.274263757855</c:v>
                </c:pt>
                <c:pt idx="1072">
                  <c:v>141.170382354704</c:v>
                </c:pt>
                <c:pt idx="1073">
                  <c:v>141.097485033908</c:v>
                </c:pt>
                <c:pt idx="1074">
                  <c:v>140.784953395509</c:v>
                </c:pt>
                <c:pt idx="1075">
                  <c:v>141.00260079799</c:v>
                </c:pt>
                <c:pt idx="1076">
                  <c:v>141.134808936772</c:v>
                </c:pt>
                <c:pt idx="1077">
                  <c:v>140.774032266832</c:v>
                </c:pt>
                <c:pt idx="1078">
                  <c:v>140.33671507173</c:v>
                </c:pt>
                <c:pt idx="1079">
                  <c:v>139.815386008449</c:v>
                </c:pt>
                <c:pt idx="1080">
                  <c:v>139.575456669577</c:v>
                </c:pt>
                <c:pt idx="1081">
                  <c:v>139.519068953764</c:v>
                </c:pt>
                <c:pt idx="1082">
                  <c:v>140.117898619694</c:v>
                </c:pt>
                <c:pt idx="1083">
                  <c:v>139.39513904006</c:v>
                </c:pt>
                <c:pt idx="1084">
                  <c:v>139.490875071053</c:v>
                </c:pt>
                <c:pt idx="1085">
                  <c:v>139.283687790801</c:v>
                </c:pt>
                <c:pt idx="1086">
                  <c:v>139.313284849398</c:v>
                </c:pt>
                <c:pt idx="1087">
                  <c:v>139.621654130065</c:v>
                </c:pt>
                <c:pt idx="1088">
                  <c:v>139.380127569179</c:v>
                </c:pt>
                <c:pt idx="1089">
                  <c:v>139.160790346422</c:v>
                </c:pt>
                <c:pt idx="1090">
                  <c:v>139.440236145854</c:v>
                </c:pt>
                <c:pt idx="1091">
                  <c:v>139.365433207385</c:v>
                </c:pt>
                <c:pt idx="1092">
                  <c:v>139.329983072256</c:v>
                </c:pt>
                <c:pt idx="1093">
                  <c:v>139.063839844147</c:v>
                </c:pt>
                <c:pt idx="1094">
                  <c:v>138.450989022215</c:v>
                </c:pt>
                <c:pt idx="1095">
                  <c:v>138.456920990766</c:v>
                </c:pt>
                <c:pt idx="1096">
                  <c:v>138.304862962059</c:v>
                </c:pt>
                <c:pt idx="1097">
                  <c:v>138.447207481822</c:v>
                </c:pt>
                <c:pt idx="1098">
                  <c:v>137.42528940184</c:v>
                </c:pt>
                <c:pt idx="1099">
                  <c:v>137.407897041681</c:v>
                </c:pt>
                <c:pt idx="1100">
                  <c:v>137.403355664249</c:v>
                </c:pt>
                <c:pt idx="1101">
                  <c:v>137.525854466595</c:v>
                </c:pt>
                <c:pt idx="1102">
                  <c:v>137.081505858757</c:v>
                </c:pt>
                <c:pt idx="1103">
                  <c:v>137.035545890262</c:v>
                </c:pt>
                <c:pt idx="1104">
                  <c:v>137.063620418191</c:v>
                </c:pt>
                <c:pt idx="1105">
                  <c:v>137.473920161036</c:v>
                </c:pt>
                <c:pt idx="1106">
                  <c:v>137.487041033018</c:v>
                </c:pt>
                <c:pt idx="1107">
                  <c:v>132.027871140313</c:v>
                </c:pt>
                <c:pt idx="1108">
                  <c:v>134.602805450966</c:v>
                </c:pt>
                <c:pt idx="1109">
                  <c:v>134.599033010062</c:v>
                </c:pt>
                <c:pt idx="1110">
                  <c:v>135.046811498118</c:v>
                </c:pt>
                <c:pt idx="1111">
                  <c:v>135.436251564897</c:v>
                </c:pt>
                <c:pt idx="1112">
                  <c:v>135.376791210098</c:v>
                </c:pt>
                <c:pt idx="1113">
                  <c:v>135.248371917647</c:v>
                </c:pt>
                <c:pt idx="1114">
                  <c:v>135.204398399976</c:v>
                </c:pt>
                <c:pt idx="1115">
                  <c:v>135.020058019279</c:v>
                </c:pt>
                <c:pt idx="1116">
                  <c:v>139.822791566963</c:v>
                </c:pt>
                <c:pt idx="1117">
                  <c:v>140.269468849361</c:v>
                </c:pt>
                <c:pt idx="1118">
                  <c:v>141.294079754623</c:v>
                </c:pt>
                <c:pt idx="1119">
                  <c:v>141.938379501994</c:v>
                </c:pt>
                <c:pt idx="1120">
                  <c:v>141.620162622342</c:v>
                </c:pt>
                <c:pt idx="1121">
                  <c:v>141.148118437458</c:v>
                </c:pt>
                <c:pt idx="1122">
                  <c:v>139.301674238154</c:v>
                </c:pt>
                <c:pt idx="1123">
                  <c:v>139.67511356466</c:v>
                </c:pt>
                <c:pt idx="1124">
                  <c:v>139.750929959231</c:v>
                </c:pt>
                <c:pt idx="1125">
                  <c:v>139.766358902611</c:v>
                </c:pt>
                <c:pt idx="1126">
                  <c:v>139.873498607414</c:v>
                </c:pt>
                <c:pt idx="1127">
                  <c:v>139.506522625357</c:v>
                </c:pt>
                <c:pt idx="1128">
                  <c:v>139.265466208707</c:v>
                </c:pt>
                <c:pt idx="1129">
                  <c:v>138.946188810574</c:v>
                </c:pt>
                <c:pt idx="1130">
                  <c:v>139.155424363169</c:v>
                </c:pt>
                <c:pt idx="1131">
                  <c:v>139.144111258462</c:v>
                </c:pt>
                <c:pt idx="1132">
                  <c:v>139.113667922305</c:v>
                </c:pt>
                <c:pt idx="1133">
                  <c:v>139.224389986033</c:v>
                </c:pt>
                <c:pt idx="1134">
                  <c:v>139.112412989981</c:v>
                </c:pt>
                <c:pt idx="1135">
                  <c:v>139.080711692746</c:v>
                </c:pt>
                <c:pt idx="1136">
                  <c:v>139.046955452614</c:v>
                </c:pt>
                <c:pt idx="1137">
                  <c:v>138.990579663222</c:v>
                </c:pt>
                <c:pt idx="1138">
                  <c:v>140.240993343068</c:v>
                </c:pt>
                <c:pt idx="1139">
                  <c:v>142.978694183851</c:v>
                </c:pt>
                <c:pt idx="1140">
                  <c:v>142.974819818785</c:v>
                </c:pt>
                <c:pt idx="1141">
                  <c:v>142.518328771892</c:v>
                </c:pt>
                <c:pt idx="1142">
                  <c:v>142.498732924969</c:v>
                </c:pt>
                <c:pt idx="1143">
                  <c:v>142.068533209058</c:v>
                </c:pt>
                <c:pt idx="1144">
                  <c:v>143.552673746191</c:v>
                </c:pt>
                <c:pt idx="1145">
                  <c:v>143.62321054544</c:v>
                </c:pt>
                <c:pt idx="1146">
                  <c:v>143.579201876238</c:v>
                </c:pt>
                <c:pt idx="1147">
                  <c:v>143.158355434261</c:v>
                </c:pt>
                <c:pt idx="1148">
                  <c:v>143.429137494644</c:v>
                </c:pt>
                <c:pt idx="1149">
                  <c:v>142.761629045096</c:v>
                </c:pt>
                <c:pt idx="1150">
                  <c:v>143.445182907657</c:v>
                </c:pt>
                <c:pt idx="1151">
                  <c:v>142.942507714296</c:v>
                </c:pt>
                <c:pt idx="1152">
                  <c:v>142.922733393003</c:v>
                </c:pt>
                <c:pt idx="1153">
                  <c:v>149.147206808504</c:v>
                </c:pt>
                <c:pt idx="1154">
                  <c:v>144.931666428769</c:v>
                </c:pt>
                <c:pt idx="1155">
                  <c:v>149.001415182095</c:v>
                </c:pt>
                <c:pt idx="1156">
                  <c:v>159.941298968744</c:v>
                </c:pt>
                <c:pt idx="1157">
                  <c:v>172.506194174979</c:v>
                </c:pt>
                <c:pt idx="1158">
                  <c:v>170.810564679028</c:v>
                </c:pt>
                <c:pt idx="1159">
                  <c:v>168.72864491764</c:v>
                </c:pt>
                <c:pt idx="1160">
                  <c:v>165.093086493626</c:v>
                </c:pt>
                <c:pt idx="1161">
                  <c:v>166.493689731115</c:v>
                </c:pt>
                <c:pt idx="1162">
                  <c:v>166.482925207108</c:v>
                </c:pt>
                <c:pt idx="1163">
                  <c:v>168.762988164383</c:v>
                </c:pt>
                <c:pt idx="1164">
                  <c:v>169.212719163904</c:v>
                </c:pt>
                <c:pt idx="1165">
                  <c:v>167.570013417501</c:v>
                </c:pt>
                <c:pt idx="1166">
                  <c:v>166.434138764348</c:v>
                </c:pt>
                <c:pt idx="1167">
                  <c:v>166.331081560969</c:v>
                </c:pt>
                <c:pt idx="1168">
                  <c:v>166.31820801302</c:v>
                </c:pt>
                <c:pt idx="1169">
                  <c:v>166.095708215793</c:v>
                </c:pt>
                <c:pt idx="1170">
                  <c:v>166.381041329978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51949975"/>
        <c:axId val="31809706"/>
      </c:lineChart>
      <c:dateAx>
        <c:axId val="351949975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1809706"/>
        <c:crosses val="autoZero"/>
        <c:auto val="1"/>
        <c:lblOffset val="100"/>
        <c:baseTimeUnit val="days"/>
      </c:dateAx>
      <c:valAx>
        <c:axId val="3180970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51949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2024年3月至7月震荡下行市策略走势</a:t>
            </a:r>
            <a:endParaRPr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c:rich>
      </c:tx>
      <c:layout>
        <c:manualLayout>
          <c:xMode val="edge"/>
          <c:yMode val="edge"/>
          <c:x val="0.20819170890239"/>
          <c:y val="0.032717572657428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[csi300_vol_test.csv]Sheet1!$B$1</c:f>
              <c:strCache>
                <c:ptCount val="1"/>
                <c:pt idx="0">
                  <c:v>策略走势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[csi300_vol_test.csv]Sheet1!$A$2:$A$93</c:f>
              <c:numCache>
                <c:formatCode>yyyy/m/d</c:formatCode>
                <c:ptCount val="92"/>
                <c:pt idx="0" c:formatCode="yyyy/m/d">
                  <c:v>45352</c:v>
                </c:pt>
                <c:pt idx="1" c:formatCode="yyyy/m/d">
                  <c:v>45355</c:v>
                </c:pt>
                <c:pt idx="2" c:formatCode="yyyy/m/d">
                  <c:v>45356</c:v>
                </c:pt>
                <c:pt idx="3" c:formatCode="yyyy/m/d">
                  <c:v>45357</c:v>
                </c:pt>
                <c:pt idx="4" c:formatCode="yyyy/m/d">
                  <c:v>45358</c:v>
                </c:pt>
                <c:pt idx="5" c:formatCode="yyyy/m/d">
                  <c:v>45359</c:v>
                </c:pt>
                <c:pt idx="6" c:formatCode="yyyy/m/d">
                  <c:v>45362</c:v>
                </c:pt>
                <c:pt idx="7" c:formatCode="yyyy/m/d">
                  <c:v>45363</c:v>
                </c:pt>
                <c:pt idx="8" c:formatCode="yyyy/m/d">
                  <c:v>45364</c:v>
                </c:pt>
                <c:pt idx="9" c:formatCode="yyyy/m/d">
                  <c:v>45365</c:v>
                </c:pt>
                <c:pt idx="10" c:formatCode="yyyy/m/d">
                  <c:v>45366</c:v>
                </c:pt>
                <c:pt idx="11" c:formatCode="yyyy/m/d">
                  <c:v>45369</c:v>
                </c:pt>
                <c:pt idx="12" c:formatCode="yyyy/m/d">
                  <c:v>45370</c:v>
                </c:pt>
                <c:pt idx="13" c:formatCode="yyyy/m/d">
                  <c:v>45371</c:v>
                </c:pt>
                <c:pt idx="14" c:formatCode="yyyy/m/d">
                  <c:v>45372</c:v>
                </c:pt>
                <c:pt idx="15" c:formatCode="yyyy/m/d">
                  <c:v>45373</c:v>
                </c:pt>
                <c:pt idx="16" c:formatCode="yyyy/m/d">
                  <c:v>45376</c:v>
                </c:pt>
                <c:pt idx="17" c:formatCode="yyyy/m/d">
                  <c:v>45377</c:v>
                </c:pt>
                <c:pt idx="18" c:formatCode="yyyy/m/d">
                  <c:v>45378</c:v>
                </c:pt>
                <c:pt idx="19" c:formatCode="yyyy/m/d">
                  <c:v>45379</c:v>
                </c:pt>
                <c:pt idx="20" c:formatCode="yyyy/m/d">
                  <c:v>45380</c:v>
                </c:pt>
                <c:pt idx="21" c:formatCode="yyyy/m/d">
                  <c:v>45383</c:v>
                </c:pt>
                <c:pt idx="22" c:formatCode="yyyy/m/d">
                  <c:v>45384</c:v>
                </c:pt>
                <c:pt idx="23" c:formatCode="yyyy/m/d">
                  <c:v>45385</c:v>
                </c:pt>
                <c:pt idx="24" c:formatCode="yyyy/m/d">
                  <c:v>45390</c:v>
                </c:pt>
                <c:pt idx="25" c:formatCode="yyyy/m/d">
                  <c:v>45391</c:v>
                </c:pt>
                <c:pt idx="26" c:formatCode="yyyy/m/d">
                  <c:v>45392</c:v>
                </c:pt>
                <c:pt idx="27" c:formatCode="yyyy/m/d">
                  <c:v>45393</c:v>
                </c:pt>
                <c:pt idx="28" c:formatCode="yyyy/m/d">
                  <c:v>45394</c:v>
                </c:pt>
                <c:pt idx="29" c:formatCode="yyyy/m/d">
                  <c:v>45397</c:v>
                </c:pt>
                <c:pt idx="30" c:formatCode="yyyy/m/d">
                  <c:v>45398</c:v>
                </c:pt>
                <c:pt idx="31" c:formatCode="yyyy/m/d">
                  <c:v>45399</c:v>
                </c:pt>
                <c:pt idx="32" c:formatCode="yyyy/m/d">
                  <c:v>45400</c:v>
                </c:pt>
                <c:pt idx="33" c:formatCode="yyyy/m/d">
                  <c:v>45401</c:v>
                </c:pt>
                <c:pt idx="34" c:formatCode="yyyy/m/d">
                  <c:v>45404</c:v>
                </c:pt>
                <c:pt idx="35" c:formatCode="yyyy/m/d">
                  <c:v>45405</c:v>
                </c:pt>
                <c:pt idx="36" c:formatCode="yyyy/m/d">
                  <c:v>45406</c:v>
                </c:pt>
                <c:pt idx="37" c:formatCode="yyyy/m/d">
                  <c:v>45407</c:v>
                </c:pt>
                <c:pt idx="38" c:formatCode="yyyy/m/d">
                  <c:v>45408</c:v>
                </c:pt>
                <c:pt idx="39" c:formatCode="yyyy/m/d">
                  <c:v>45411</c:v>
                </c:pt>
                <c:pt idx="40" c:formatCode="yyyy/m/d">
                  <c:v>45412</c:v>
                </c:pt>
                <c:pt idx="41" c:formatCode="yyyy/m/d">
                  <c:v>45418</c:v>
                </c:pt>
                <c:pt idx="42" c:formatCode="yyyy/m/d">
                  <c:v>45419</c:v>
                </c:pt>
                <c:pt idx="43" c:formatCode="yyyy/m/d">
                  <c:v>45420</c:v>
                </c:pt>
                <c:pt idx="44" c:formatCode="yyyy/m/d">
                  <c:v>45421</c:v>
                </c:pt>
                <c:pt idx="45" c:formatCode="yyyy/m/d">
                  <c:v>45422</c:v>
                </c:pt>
                <c:pt idx="46" c:formatCode="yyyy/m/d">
                  <c:v>45425</c:v>
                </c:pt>
                <c:pt idx="47" c:formatCode="yyyy/m/d">
                  <c:v>45426</c:v>
                </c:pt>
                <c:pt idx="48" c:formatCode="yyyy/m/d">
                  <c:v>45427</c:v>
                </c:pt>
                <c:pt idx="49" c:formatCode="yyyy/m/d">
                  <c:v>45428</c:v>
                </c:pt>
                <c:pt idx="50" c:formatCode="yyyy/m/d">
                  <c:v>45429</c:v>
                </c:pt>
                <c:pt idx="51" c:formatCode="yyyy/m/d">
                  <c:v>45432</c:v>
                </c:pt>
                <c:pt idx="52" c:formatCode="yyyy/m/d">
                  <c:v>45433</c:v>
                </c:pt>
                <c:pt idx="53" c:formatCode="yyyy/m/d">
                  <c:v>45434</c:v>
                </c:pt>
                <c:pt idx="54" c:formatCode="yyyy/m/d">
                  <c:v>45435</c:v>
                </c:pt>
                <c:pt idx="55" c:formatCode="yyyy/m/d">
                  <c:v>45436</c:v>
                </c:pt>
                <c:pt idx="56" c:formatCode="yyyy/m/d">
                  <c:v>45439</c:v>
                </c:pt>
                <c:pt idx="57" c:formatCode="yyyy/m/d">
                  <c:v>45440</c:v>
                </c:pt>
                <c:pt idx="58" c:formatCode="yyyy/m/d">
                  <c:v>45441</c:v>
                </c:pt>
                <c:pt idx="59" c:formatCode="yyyy/m/d">
                  <c:v>45442</c:v>
                </c:pt>
                <c:pt idx="60" c:formatCode="yyyy/m/d">
                  <c:v>45443</c:v>
                </c:pt>
                <c:pt idx="61" c:formatCode="yyyy/m/d">
                  <c:v>45446</c:v>
                </c:pt>
                <c:pt idx="62" c:formatCode="yyyy/m/d">
                  <c:v>45447</c:v>
                </c:pt>
                <c:pt idx="63" c:formatCode="yyyy/m/d">
                  <c:v>45448</c:v>
                </c:pt>
                <c:pt idx="64" c:formatCode="yyyy/m/d">
                  <c:v>45449</c:v>
                </c:pt>
                <c:pt idx="65" c:formatCode="yyyy/m/d">
                  <c:v>45450</c:v>
                </c:pt>
                <c:pt idx="66" c:formatCode="yyyy/m/d">
                  <c:v>45454</c:v>
                </c:pt>
                <c:pt idx="67" c:formatCode="yyyy/m/d">
                  <c:v>45455</c:v>
                </c:pt>
                <c:pt idx="68" c:formatCode="yyyy/m/d">
                  <c:v>45456</c:v>
                </c:pt>
                <c:pt idx="69" c:formatCode="yyyy/m/d">
                  <c:v>45457</c:v>
                </c:pt>
                <c:pt idx="70" c:formatCode="yyyy/m/d">
                  <c:v>45460</c:v>
                </c:pt>
                <c:pt idx="71" c:formatCode="yyyy/m/d">
                  <c:v>45461</c:v>
                </c:pt>
                <c:pt idx="72" c:formatCode="yyyy/m/d">
                  <c:v>45462</c:v>
                </c:pt>
                <c:pt idx="73" c:formatCode="yyyy/m/d">
                  <c:v>45463</c:v>
                </c:pt>
                <c:pt idx="74" c:formatCode="yyyy/m/d">
                  <c:v>45464</c:v>
                </c:pt>
                <c:pt idx="75" c:formatCode="yyyy/m/d">
                  <c:v>45467</c:v>
                </c:pt>
                <c:pt idx="76" c:formatCode="yyyy/m/d">
                  <c:v>45468</c:v>
                </c:pt>
                <c:pt idx="77" c:formatCode="yyyy/m/d">
                  <c:v>45469</c:v>
                </c:pt>
                <c:pt idx="78" c:formatCode="yyyy/m/d">
                  <c:v>45470</c:v>
                </c:pt>
                <c:pt idx="79" c:formatCode="yyyy/m/d">
                  <c:v>45471</c:v>
                </c:pt>
                <c:pt idx="80" c:formatCode="yyyy/m/d">
                  <c:v>45474</c:v>
                </c:pt>
                <c:pt idx="81" c:formatCode="yyyy/m/d">
                  <c:v>45475</c:v>
                </c:pt>
                <c:pt idx="82" c:formatCode="yyyy/m/d">
                  <c:v>45476</c:v>
                </c:pt>
                <c:pt idx="83" c:formatCode="yyyy/m/d">
                  <c:v>45477</c:v>
                </c:pt>
                <c:pt idx="84" c:formatCode="yyyy/m/d">
                  <c:v>45478</c:v>
                </c:pt>
                <c:pt idx="85" c:formatCode="yyyy/m/d">
                  <c:v>45481</c:v>
                </c:pt>
                <c:pt idx="86" c:formatCode="yyyy/m/d">
                  <c:v>45482</c:v>
                </c:pt>
                <c:pt idx="87" c:formatCode="yyyy/m/d">
                  <c:v>45483</c:v>
                </c:pt>
                <c:pt idx="88" c:formatCode="yyyy/m/d">
                  <c:v>45484</c:v>
                </c:pt>
                <c:pt idx="89" c:formatCode="yyyy/m/d">
                  <c:v>45485</c:v>
                </c:pt>
                <c:pt idx="90" c:formatCode="yyyy/m/d">
                  <c:v>45488</c:v>
                </c:pt>
                <c:pt idx="91" c:formatCode="yyyy/m/d">
                  <c:v>45489</c:v>
                </c:pt>
              </c:numCache>
            </c:numRef>
          </c:cat>
          <c:val>
            <c:numRef>
              <c:f>[csi300_vol_test.csv]Sheet1!$B$2:$B$93</c:f>
              <c:numCache>
                <c:formatCode>General</c:formatCode>
                <c:ptCount val="92"/>
                <c:pt idx="0">
                  <c:v>1000</c:v>
                </c:pt>
                <c:pt idx="1">
                  <c:v>1002.23855197319</c:v>
                </c:pt>
                <c:pt idx="2">
                  <c:v>1005.16613737655</c:v>
                </c:pt>
                <c:pt idx="3">
                  <c:v>1006.4828128015</c:v>
                </c:pt>
                <c:pt idx="4">
                  <c:v>1007.75296444498</c:v>
                </c:pt>
                <c:pt idx="5">
                  <c:v>1010.2684249923</c:v>
                </c:pt>
                <c:pt idx="6">
                  <c:v>1012.17303731254</c:v>
                </c:pt>
                <c:pt idx="7">
                  <c:v>1009.56387169892</c:v>
                </c:pt>
                <c:pt idx="8">
                  <c:v>1011.06663705678</c:v>
                </c:pt>
                <c:pt idx="9">
                  <c:v>1013.34216689882</c:v>
                </c:pt>
                <c:pt idx="10">
                  <c:v>1019.61277348153</c:v>
                </c:pt>
                <c:pt idx="11">
                  <c:v>1019.93902094825</c:v>
                </c:pt>
                <c:pt idx="12">
                  <c:v>1020.01481213758</c:v>
                </c:pt>
                <c:pt idx="13">
                  <c:v>1020.28514604389</c:v>
                </c:pt>
                <c:pt idx="14">
                  <c:v>1020.151676257</c:v>
                </c:pt>
                <c:pt idx="15">
                  <c:v>1018.72297889342</c:v>
                </c:pt>
                <c:pt idx="16">
                  <c:v>1019.67749764672</c:v>
                </c:pt>
                <c:pt idx="17">
                  <c:v>1020.46868033623</c:v>
                </c:pt>
                <c:pt idx="18">
                  <c:v>1019.74067354644</c:v>
                </c:pt>
                <c:pt idx="19">
                  <c:v>1019.50192498722</c:v>
                </c:pt>
                <c:pt idx="20">
                  <c:v>1021.2070281878</c:v>
                </c:pt>
                <c:pt idx="21">
                  <c:v>1020.42340786859</c:v>
                </c:pt>
                <c:pt idx="22">
                  <c:v>1020.73285921106</c:v>
                </c:pt>
                <c:pt idx="23">
                  <c:v>1021.52547026033</c:v>
                </c:pt>
                <c:pt idx="24">
                  <c:v>1021.84017735616</c:v>
                </c:pt>
                <c:pt idx="25">
                  <c:v>1022.01800920869</c:v>
                </c:pt>
                <c:pt idx="26">
                  <c:v>1022.1492713378</c:v>
                </c:pt>
                <c:pt idx="27">
                  <c:v>1022.49891692483</c:v>
                </c:pt>
                <c:pt idx="28">
                  <c:v>1022.32125472938</c:v>
                </c:pt>
                <c:pt idx="29">
                  <c:v>1022.12831890022</c:v>
                </c:pt>
                <c:pt idx="30">
                  <c:v>1019.81039949694</c:v>
                </c:pt>
                <c:pt idx="31">
                  <c:v>1023.15874679637</c:v>
                </c:pt>
                <c:pt idx="32">
                  <c:v>1021.89840264809</c:v>
                </c:pt>
                <c:pt idx="33">
                  <c:v>1022.20272814048</c:v>
                </c:pt>
                <c:pt idx="34">
                  <c:v>1022.61528393607</c:v>
                </c:pt>
                <c:pt idx="35">
                  <c:v>1022.50668905714</c:v>
                </c:pt>
                <c:pt idx="36">
                  <c:v>1022.71464846312</c:v>
                </c:pt>
                <c:pt idx="37">
                  <c:v>1023.61118995662</c:v>
                </c:pt>
                <c:pt idx="38">
                  <c:v>1023.42466826077</c:v>
                </c:pt>
                <c:pt idx="39">
                  <c:v>1019.35869955823</c:v>
                </c:pt>
                <c:pt idx="40">
                  <c:v>1021.15612888541</c:v>
                </c:pt>
                <c:pt idx="41">
                  <c:v>1022.56668456541</c:v>
                </c:pt>
                <c:pt idx="42">
                  <c:v>1023.65913926514</c:v>
                </c:pt>
                <c:pt idx="43">
                  <c:v>1024.05661183143</c:v>
                </c:pt>
                <c:pt idx="44">
                  <c:v>1026.19902379699</c:v>
                </c:pt>
                <c:pt idx="45">
                  <c:v>1025.8056083518</c:v>
                </c:pt>
                <c:pt idx="46">
                  <c:v>1027.00147343919</c:v>
                </c:pt>
                <c:pt idx="47">
                  <c:v>1028.00858211436</c:v>
                </c:pt>
                <c:pt idx="48">
                  <c:v>1028.90837816733</c:v>
                </c:pt>
                <c:pt idx="49">
                  <c:v>1030.28643837292</c:v>
                </c:pt>
                <c:pt idx="50">
                  <c:v>1036.75400288038</c:v>
                </c:pt>
                <c:pt idx="51">
                  <c:v>1036.32242974129</c:v>
                </c:pt>
                <c:pt idx="52">
                  <c:v>1036.45364377428</c:v>
                </c:pt>
                <c:pt idx="53">
                  <c:v>1036.59201683364</c:v>
                </c:pt>
                <c:pt idx="54">
                  <c:v>1036.17384214177</c:v>
                </c:pt>
                <c:pt idx="55">
                  <c:v>1035.26836408473</c:v>
                </c:pt>
                <c:pt idx="56">
                  <c:v>1036.72678091384</c:v>
                </c:pt>
                <c:pt idx="57">
                  <c:v>1037.32770434391</c:v>
                </c:pt>
                <c:pt idx="58">
                  <c:v>1037.78306920466</c:v>
                </c:pt>
                <c:pt idx="59">
                  <c:v>1037.39209214571</c:v>
                </c:pt>
                <c:pt idx="60">
                  <c:v>1037.0113604722</c:v>
                </c:pt>
                <c:pt idx="61">
                  <c:v>1038.09919121184</c:v>
                </c:pt>
                <c:pt idx="62">
                  <c:v>1039.33486344166</c:v>
                </c:pt>
                <c:pt idx="63">
                  <c:v>1038.96855186901</c:v>
                </c:pt>
                <c:pt idx="64">
                  <c:v>1038.00599384102</c:v>
                </c:pt>
                <c:pt idx="65">
                  <c:v>1036.74588171204</c:v>
                </c:pt>
                <c:pt idx="66">
                  <c:v>1037.33780727412</c:v>
                </c:pt>
                <c:pt idx="67">
                  <c:v>1038.44377514932</c:v>
                </c:pt>
                <c:pt idx="68">
                  <c:v>1038.73893833234</c:v>
                </c:pt>
                <c:pt idx="69">
                  <c:v>1038.79634277024</c:v>
                </c:pt>
                <c:pt idx="70">
                  <c:v>1039.89336524474</c:v>
                </c:pt>
                <c:pt idx="71">
                  <c:v>1040.88000739031</c:v>
                </c:pt>
                <c:pt idx="72">
                  <c:v>1041.49292296235</c:v>
                </c:pt>
                <c:pt idx="73">
                  <c:v>1041.53865544292</c:v>
                </c:pt>
                <c:pt idx="74">
                  <c:v>1041.50121290358</c:v>
                </c:pt>
                <c:pt idx="75">
                  <c:v>1041.62603110565</c:v>
                </c:pt>
                <c:pt idx="76">
                  <c:v>1041.04588848126</c:v>
                </c:pt>
                <c:pt idx="77">
                  <c:v>1041.18826656168</c:v>
                </c:pt>
                <c:pt idx="78">
                  <c:v>1041.28569937533</c:v>
                </c:pt>
                <c:pt idx="79">
                  <c:v>1041.86144672078</c:v>
                </c:pt>
                <c:pt idx="80">
                  <c:v>1042.58671701116</c:v>
                </c:pt>
                <c:pt idx="81">
                  <c:v>1043.52420494644</c:v>
                </c:pt>
                <c:pt idx="82">
                  <c:v>1043.78463365165</c:v>
                </c:pt>
                <c:pt idx="83">
                  <c:v>1043.4572630253</c:v>
                </c:pt>
                <c:pt idx="84">
                  <c:v>1041.39271510952</c:v>
                </c:pt>
                <c:pt idx="85">
                  <c:v>1041.31955626125</c:v>
                </c:pt>
                <c:pt idx="86">
                  <c:v>1041.16660785543</c:v>
                </c:pt>
                <c:pt idx="87">
                  <c:v>1041.56488450137</c:v>
                </c:pt>
                <c:pt idx="88">
                  <c:v>1041.42377854624</c:v>
                </c:pt>
                <c:pt idx="89">
                  <c:v>1043.26153804875</c:v>
                </c:pt>
                <c:pt idx="90">
                  <c:v>1045.86087186058</c:v>
                </c:pt>
                <c:pt idx="91">
                  <c:v>1047.68570092401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[csi300_vol_test.csv]Sheet1!$C$1</c:f>
              <c:strCache>
                <c:ptCount val="1"/>
                <c:pt idx="0">
                  <c:v>沪深300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[csi300_vol_test.csv]Sheet1!$A$2:$A$93</c:f>
              <c:numCache>
                <c:formatCode>yyyy/m/d</c:formatCode>
                <c:ptCount val="92"/>
                <c:pt idx="0" c:formatCode="yyyy/m/d">
                  <c:v>45352</c:v>
                </c:pt>
                <c:pt idx="1" c:formatCode="yyyy/m/d">
                  <c:v>45355</c:v>
                </c:pt>
                <c:pt idx="2" c:formatCode="yyyy/m/d">
                  <c:v>45356</c:v>
                </c:pt>
                <c:pt idx="3" c:formatCode="yyyy/m/d">
                  <c:v>45357</c:v>
                </c:pt>
                <c:pt idx="4" c:formatCode="yyyy/m/d">
                  <c:v>45358</c:v>
                </c:pt>
                <c:pt idx="5" c:formatCode="yyyy/m/d">
                  <c:v>45359</c:v>
                </c:pt>
                <c:pt idx="6" c:formatCode="yyyy/m/d">
                  <c:v>45362</c:v>
                </c:pt>
                <c:pt idx="7" c:formatCode="yyyy/m/d">
                  <c:v>45363</c:v>
                </c:pt>
                <c:pt idx="8" c:formatCode="yyyy/m/d">
                  <c:v>45364</c:v>
                </c:pt>
                <c:pt idx="9" c:formatCode="yyyy/m/d">
                  <c:v>45365</c:v>
                </c:pt>
                <c:pt idx="10" c:formatCode="yyyy/m/d">
                  <c:v>45366</c:v>
                </c:pt>
                <c:pt idx="11" c:formatCode="yyyy/m/d">
                  <c:v>45369</c:v>
                </c:pt>
                <c:pt idx="12" c:formatCode="yyyy/m/d">
                  <c:v>45370</c:v>
                </c:pt>
                <c:pt idx="13" c:formatCode="yyyy/m/d">
                  <c:v>45371</c:v>
                </c:pt>
                <c:pt idx="14" c:formatCode="yyyy/m/d">
                  <c:v>45372</c:v>
                </c:pt>
                <c:pt idx="15" c:formatCode="yyyy/m/d">
                  <c:v>45373</c:v>
                </c:pt>
                <c:pt idx="16" c:formatCode="yyyy/m/d">
                  <c:v>45376</c:v>
                </c:pt>
                <c:pt idx="17" c:formatCode="yyyy/m/d">
                  <c:v>45377</c:v>
                </c:pt>
                <c:pt idx="18" c:formatCode="yyyy/m/d">
                  <c:v>45378</c:v>
                </c:pt>
                <c:pt idx="19" c:formatCode="yyyy/m/d">
                  <c:v>45379</c:v>
                </c:pt>
                <c:pt idx="20" c:formatCode="yyyy/m/d">
                  <c:v>45380</c:v>
                </c:pt>
                <c:pt idx="21" c:formatCode="yyyy/m/d">
                  <c:v>45383</c:v>
                </c:pt>
                <c:pt idx="22" c:formatCode="yyyy/m/d">
                  <c:v>45384</c:v>
                </c:pt>
                <c:pt idx="23" c:formatCode="yyyy/m/d">
                  <c:v>45385</c:v>
                </c:pt>
                <c:pt idx="24" c:formatCode="yyyy/m/d">
                  <c:v>45390</c:v>
                </c:pt>
                <c:pt idx="25" c:formatCode="yyyy/m/d">
                  <c:v>45391</c:v>
                </c:pt>
                <c:pt idx="26" c:formatCode="yyyy/m/d">
                  <c:v>45392</c:v>
                </c:pt>
                <c:pt idx="27" c:formatCode="yyyy/m/d">
                  <c:v>45393</c:v>
                </c:pt>
                <c:pt idx="28" c:formatCode="yyyy/m/d">
                  <c:v>45394</c:v>
                </c:pt>
                <c:pt idx="29" c:formatCode="yyyy/m/d">
                  <c:v>45397</c:v>
                </c:pt>
                <c:pt idx="30" c:formatCode="yyyy/m/d">
                  <c:v>45398</c:v>
                </c:pt>
                <c:pt idx="31" c:formatCode="yyyy/m/d">
                  <c:v>45399</c:v>
                </c:pt>
                <c:pt idx="32" c:formatCode="yyyy/m/d">
                  <c:v>45400</c:v>
                </c:pt>
                <c:pt idx="33" c:formatCode="yyyy/m/d">
                  <c:v>45401</c:v>
                </c:pt>
                <c:pt idx="34" c:formatCode="yyyy/m/d">
                  <c:v>45404</c:v>
                </c:pt>
                <c:pt idx="35" c:formatCode="yyyy/m/d">
                  <c:v>45405</c:v>
                </c:pt>
                <c:pt idx="36" c:formatCode="yyyy/m/d">
                  <c:v>45406</c:v>
                </c:pt>
                <c:pt idx="37" c:formatCode="yyyy/m/d">
                  <c:v>45407</c:v>
                </c:pt>
                <c:pt idx="38" c:formatCode="yyyy/m/d">
                  <c:v>45408</c:v>
                </c:pt>
                <c:pt idx="39" c:formatCode="yyyy/m/d">
                  <c:v>45411</c:v>
                </c:pt>
                <c:pt idx="40" c:formatCode="yyyy/m/d">
                  <c:v>45412</c:v>
                </c:pt>
                <c:pt idx="41" c:formatCode="yyyy/m/d">
                  <c:v>45418</c:v>
                </c:pt>
                <c:pt idx="42" c:formatCode="yyyy/m/d">
                  <c:v>45419</c:v>
                </c:pt>
                <c:pt idx="43" c:formatCode="yyyy/m/d">
                  <c:v>45420</c:v>
                </c:pt>
                <c:pt idx="44" c:formatCode="yyyy/m/d">
                  <c:v>45421</c:v>
                </c:pt>
                <c:pt idx="45" c:formatCode="yyyy/m/d">
                  <c:v>45422</c:v>
                </c:pt>
                <c:pt idx="46" c:formatCode="yyyy/m/d">
                  <c:v>45425</c:v>
                </c:pt>
                <c:pt idx="47" c:formatCode="yyyy/m/d">
                  <c:v>45426</c:v>
                </c:pt>
                <c:pt idx="48" c:formatCode="yyyy/m/d">
                  <c:v>45427</c:v>
                </c:pt>
                <c:pt idx="49" c:formatCode="yyyy/m/d">
                  <c:v>45428</c:v>
                </c:pt>
                <c:pt idx="50" c:formatCode="yyyy/m/d">
                  <c:v>45429</c:v>
                </c:pt>
                <c:pt idx="51" c:formatCode="yyyy/m/d">
                  <c:v>45432</c:v>
                </c:pt>
                <c:pt idx="52" c:formatCode="yyyy/m/d">
                  <c:v>45433</c:v>
                </c:pt>
                <c:pt idx="53" c:formatCode="yyyy/m/d">
                  <c:v>45434</c:v>
                </c:pt>
                <c:pt idx="54" c:formatCode="yyyy/m/d">
                  <c:v>45435</c:v>
                </c:pt>
                <c:pt idx="55" c:formatCode="yyyy/m/d">
                  <c:v>45436</c:v>
                </c:pt>
                <c:pt idx="56" c:formatCode="yyyy/m/d">
                  <c:v>45439</c:v>
                </c:pt>
                <c:pt idx="57" c:formatCode="yyyy/m/d">
                  <c:v>45440</c:v>
                </c:pt>
                <c:pt idx="58" c:formatCode="yyyy/m/d">
                  <c:v>45441</c:v>
                </c:pt>
                <c:pt idx="59" c:formatCode="yyyy/m/d">
                  <c:v>45442</c:v>
                </c:pt>
                <c:pt idx="60" c:formatCode="yyyy/m/d">
                  <c:v>45443</c:v>
                </c:pt>
                <c:pt idx="61" c:formatCode="yyyy/m/d">
                  <c:v>45446</c:v>
                </c:pt>
                <c:pt idx="62" c:formatCode="yyyy/m/d">
                  <c:v>45447</c:v>
                </c:pt>
                <c:pt idx="63" c:formatCode="yyyy/m/d">
                  <c:v>45448</c:v>
                </c:pt>
                <c:pt idx="64" c:formatCode="yyyy/m/d">
                  <c:v>45449</c:v>
                </c:pt>
                <c:pt idx="65" c:formatCode="yyyy/m/d">
                  <c:v>45450</c:v>
                </c:pt>
                <c:pt idx="66" c:formatCode="yyyy/m/d">
                  <c:v>45454</c:v>
                </c:pt>
                <c:pt idx="67" c:formatCode="yyyy/m/d">
                  <c:v>45455</c:v>
                </c:pt>
                <c:pt idx="68" c:formatCode="yyyy/m/d">
                  <c:v>45456</c:v>
                </c:pt>
                <c:pt idx="69" c:formatCode="yyyy/m/d">
                  <c:v>45457</c:v>
                </c:pt>
                <c:pt idx="70" c:formatCode="yyyy/m/d">
                  <c:v>45460</c:v>
                </c:pt>
                <c:pt idx="71" c:formatCode="yyyy/m/d">
                  <c:v>45461</c:v>
                </c:pt>
                <c:pt idx="72" c:formatCode="yyyy/m/d">
                  <c:v>45462</c:v>
                </c:pt>
                <c:pt idx="73" c:formatCode="yyyy/m/d">
                  <c:v>45463</c:v>
                </c:pt>
                <c:pt idx="74" c:formatCode="yyyy/m/d">
                  <c:v>45464</c:v>
                </c:pt>
                <c:pt idx="75" c:formatCode="yyyy/m/d">
                  <c:v>45467</c:v>
                </c:pt>
                <c:pt idx="76" c:formatCode="yyyy/m/d">
                  <c:v>45468</c:v>
                </c:pt>
                <c:pt idx="77" c:formatCode="yyyy/m/d">
                  <c:v>45469</c:v>
                </c:pt>
                <c:pt idx="78" c:formatCode="yyyy/m/d">
                  <c:v>45470</c:v>
                </c:pt>
                <c:pt idx="79" c:formatCode="yyyy/m/d">
                  <c:v>45471</c:v>
                </c:pt>
                <c:pt idx="80" c:formatCode="yyyy/m/d">
                  <c:v>45474</c:v>
                </c:pt>
                <c:pt idx="81" c:formatCode="yyyy/m/d">
                  <c:v>45475</c:v>
                </c:pt>
                <c:pt idx="82" c:formatCode="yyyy/m/d">
                  <c:v>45476</c:v>
                </c:pt>
                <c:pt idx="83" c:formatCode="yyyy/m/d">
                  <c:v>45477</c:v>
                </c:pt>
                <c:pt idx="84" c:formatCode="yyyy/m/d">
                  <c:v>45478</c:v>
                </c:pt>
                <c:pt idx="85" c:formatCode="yyyy/m/d">
                  <c:v>45481</c:v>
                </c:pt>
                <c:pt idx="86" c:formatCode="yyyy/m/d">
                  <c:v>45482</c:v>
                </c:pt>
                <c:pt idx="87" c:formatCode="yyyy/m/d">
                  <c:v>45483</c:v>
                </c:pt>
                <c:pt idx="88" c:formatCode="yyyy/m/d">
                  <c:v>45484</c:v>
                </c:pt>
                <c:pt idx="89" c:formatCode="yyyy/m/d">
                  <c:v>45485</c:v>
                </c:pt>
                <c:pt idx="90" c:formatCode="yyyy/m/d">
                  <c:v>45488</c:v>
                </c:pt>
                <c:pt idx="91" c:formatCode="yyyy/m/d">
                  <c:v>45489</c:v>
                </c:pt>
              </c:numCache>
            </c:numRef>
          </c:cat>
          <c:val>
            <c:numRef>
              <c:f>[csi300_vol_test.csv]Sheet1!$C$2:$C$93</c:f>
              <c:numCache>
                <c:formatCode>General</c:formatCode>
                <c:ptCount val="92"/>
                <c:pt idx="0">
                  <c:v>1000</c:v>
                </c:pt>
                <c:pt idx="1">
                  <c:v>1000.8663567173</c:v>
                </c:pt>
                <c:pt idx="2">
                  <c:v>1007.83274097429</c:v>
                </c:pt>
                <c:pt idx="3">
                  <c:v>1003.74365033311</c:v>
                </c:pt>
                <c:pt idx="4">
                  <c:v>997.714909959532</c:v>
                </c:pt>
                <c:pt idx="5">
                  <c:v>1002.00867560854</c:v>
                </c:pt>
                <c:pt idx="6">
                  <c:v>1014.54566289249</c:v>
                </c:pt>
                <c:pt idx="7">
                  <c:v>1016.87213453929</c:v>
                </c:pt>
                <c:pt idx="8">
                  <c:v>1009.76800945739</c:v>
                </c:pt>
                <c:pt idx="9">
                  <c:v>1006.90238975102</c:v>
                </c:pt>
                <c:pt idx="10">
                  <c:v>1009.09866762817</c:v>
                </c:pt>
                <c:pt idx="11">
                  <c:v>1018.57771249434</c:v>
                </c:pt>
                <c:pt idx="12">
                  <c:v>1011.25746462417</c:v>
                </c:pt>
                <c:pt idx="13">
                  <c:v>1013.44905032464</c:v>
                </c:pt>
                <c:pt idx="14">
                  <c:v>1012.23535946893</c:v>
                </c:pt>
                <c:pt idx="15">
                  <c:v>1002.03473697537</c:v>
                </c:pt>
                <c:pt idx="16">
                  <c:v>996.596673806407</c:v>
                </c:pt>
                <c:pt idx="17">
                  <c:v>1001.67982751559</c:v>
                </c:pt>
                <c:pt idx="18">
                  <c:v>990.102022901949</c:v>
                </c:pt>
                <c:pt idx="19">
                  <c:v>995.24029555399</c:v>
                </c:pt>
                <c:pt idx="20">
                  <c:v>999.909746264328</c:v>
                </c:pt>
                <c:pt idx="21">
                  <c:v>1016.34991788832</c:v>
                </c:pt>
                <c:pt idx="22">
                  <c:v>1012.11828118106</c:v>
                </c:pt>
                <c:pt idx="23">
                  <c:v>1008.47963950063</c:v>
                </c:pt>
                <c:pt idx="24">
                  <c:v>999.605404901352</c:v>
                </c:pt>
                <c:pt idx="25">
                  <c:v>998.779836201766</c:v>
                </c:pt>
                <c:pt idx="26">
                  <c:v>990.64526954958</c:v>
                </c:pt>
                <c:pt idx="27">
                  <c:v>990.514142997815</c:v>
                </c:pt>
                <c:pt idx="28">
                  <c:v>982.484952457933</c:v>
                </c:pt>
                <c:pt idx="29">
                  <c:v>1003.18624235709</c:v>
                </c:pt>
                <c:pt idx="30">
                  <c:v>992.455997487933</c:v>
                </c:pt>
                <c:pt idx="31">
                  <c:v>1007.80125251155</c:v>
                </c:pt>
                <c:pt idx="32">
                  <c:v>1009.04462279804</c:v>
                </c:pt>
                <c:pt idx="33">
                  <c:v>1001.0905636172</c:v>
                </c:pt>
                <c:pt idx="34">
                  <c:v>998.049863535391</c:v>
                </c:pt>
                <c:pt idx="35">
                  <c:v>991.07389706218</c:v>
                </c:pt>
                <c:pt idx="36">
                  <c:v>995.426003992251</c:v>
                </c:pt>
                <c:pt idx="37">
                  <c:v>997.873680781101</c:v>
                </c:pt>
                <c:pt idx="38">
                  <c:v>1013.13382650371</c:v>
                </c:pt>
                <c:pt idx="39">
                  <c:v>1024.33959238609</c:v>
                </c:pt>
                <c:pt idx="40">
                  <c:v>1018.82258193127</c:v>
                </c:pt>
                <c:pt idx="41">
                  <c:v>1033.93998372493</c:v>
                </c:pt>
                <c:pt idx="42">
                  <c:v>1034.25964532741</c:v>
                </c:pt>
                <c:pt idx="43">
                  <c:v>1026.12346750613</c:v>
                </c:pt>
                <c:pt idx="44">
                  <c:v>1035.82937628789</c:v>
                </c:pt>
                <c:pt idx="45">
                  <c:v>1036.31442298509</c:v>
                </c:pt>
                <c:pt idx="46">
                  <c:v>1035.86603745143</c:v>
                </c:pt>
                <c:pt idx="47">
                  <c:v>1033.70500743159</c:v>
                </c:pt>
                <c:pt idx="48">
                  <c:v>1024.94550503184</c:v>
                </c:pt>
                <c:pt idx="49">
                  <c:v>1028.98843709163</c:v>
                </c:pt>
                <c:pt idx="50">
                  <c:v>1039.61943959751</c:v>
                </c:pt>
                <c:pt idx="51">
                  <c:v>1043.29202889352</c:v>
                </c:pt>
                <c:pt idx="52">
                  <c:v>1039.10827500124</c:v>
                </c:pt>
                <c:pt idx="53">
                  <c:v>1041.4515084599</c:v>
                </c:pt>
                <c:pt idx="54">
                  <c:v>1029.39337759187</c:v>
                </c:pt>
                <c:pt idx="55">
                  <c:v>1017.9974937558</c:v>
                </c:pt>
                <c:pt idx="56">
                  <c:v>1027.67375137292</c:v>
                </c:pt>
                <c:pt idx="57">
                  <c:v>1020.17316562816</c:v>
                </c:pt>
                <c:pt idx="58">
                  <c:v>1021.40268551361</c:v>
                </c:pt>
                <c:pt idx="59">
                  <c:v>1015.97270645627</c:v>
                </c:pt>
                <c:pt idx="60">
                  <c:v>1011.90600258573</c:v>
                </c:pt>
                <c:pt idx="61">
                  <c:v>1014.40006408496</c:v>
                </c:pt>
                <c:pt idx="62">
                  <c:v>1022.01018106234</c:v>
                </c:pt>
                <c:pt idx="63">
                  <c:v>1016.1088643782</c:v>
                </c:pt>
                <c:pt idx="64">
                  <c:v>1015.38855872642</c:v>
                </c:pt>
                <c:pt idx="65">
                  <c:v>1010.26359941904</c:v>
                </c:pt>
                <c:pt idx="66">
                  <c:v>1001.43408182879</c:v>
                </c:pt>
                <c:pt idx="67">
                  <c:v>1001.78610814387</c:v>
                </c:pt>
                <c:pt idx="68">
                  <c:v>996.700467015736</c:v>
                </c:pt>
                <c:pt idx="69">
                  <c:v>1001.05418511491</c:v>
                </c:pt>
                <c:pt idx="70">
                  <c:v>999.546272168804</c:v>
                </c:pt>
                <c:pt idx="71">
                  <c:v>1002.20088525545</c:v>
                </c:pt>
                <c:pt idx="72">
                  <c:v>997.440587220823</c:v>
                </c:pt>
                <c:pt idx="73">
                  <c:v>990.241968484571</c:v>
                </c:pt>
                <c:pt idx="74">
                  <c:v>988.076274554182</c:v>
                </c:pt>
                <c:pt idx="75">
                  <c:v>982.759529591763</c:v>
                </c:pt>
                <c:pt idx="76">
                  <c:v>977.414970762793</c:v>
                </c:pt>
                <c:pt idx="77">
                  <c:v>983.73603939642</c:v>
                </c:pt>
                <c:pt idx="78">
                  <c:v>976.345126214889</c:v>
                </c:pt>
                <c:pt idx="79">
                  <c:v>978.476278941084</c:v>
                </c:pt>
                <c:pt idx="80">
                  <c:v>983.147425618895</c:v>
                </c:pt>
                <c:pt idx="81">
                  <c:v>981.33924163175</c:v>
                </c:pt>
                <c:pt idx="82">
                  <c:v>978.97291474934</c:v>
                </c:pt>
                <c:pt idx="83">
                  <c:v>973.997709369799</c:v>
                </c:pt>
                <c:pt idx="84">
                  <c:v>969.82783414467</c:v>
                </c:pt>
                <c:pt idx="85">
                  <c:v>961.545859652982</c:v>
                </c:pt>
                <c:pt idx="86">
                  <c:v>972.301261372981</c:v>
                </c:pt>
                <c:pt idx="87">
                  <c:v>969.235743633826</c:v>
                </c:pt>
                <c:pt idx="88">
                  <c:v>980.316968971455</c:v>
                </c:pt>
                <c:pt idx="89">
                  <c:v>981.513304426698</c:v>
                </c:pt>
                <c:pt idx="90">
                  <c:v>982.600193447703</c:v>
                </c:pt>
                <c:pt idx="91">
                  <c:v>988.828944918566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79043866"/>
        <c:axId val="239097381"/>
      </c:lineChart>
      <c:lineChart>
        <c:grouping val="standard"/>
        <c:varyColors val="0"/>
        <c:ser>
          <c:idx val="2"/>
          <c:order val="2"/>
          <c:tx>
            <c:strRef>
              <c:f>[csi300_vol_test.csv]Sheet1!$D$1</c:f>
              <c:strCache>
                <c:ptCount val="1"/>
                <c:pt idx="0">
                  <c:v>隐含波动率(右轴)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[csi300_vol_test.csv]Sheet1!$A$2:$A$93</c:f>
              <c:numCache>
                <c:formatCode>yyyy/m/d</c:formatCode>
                <c:ptCount val="92"/>
                <c:pt idx="0" c:formatCode="yyyy/m/d">
                  <c:v>45352</c:v>
                </c:pt>
                <c:pt idx="1" c:formatCode="yyyy/m/d">
                  <c:v>45355</c:v>
                </c:pt>
                <c:pt idx="2" c:formatCode="yyyy/m/d">
                  <c:v>45356</c:v>
                </c:pt>
                <c:pt idx="3" c:formatCode="yyyy/m/d">
                  <c:v>45357</c:v>
                </c:pt>
                <c:pt idx="4" c:formatCode="yyyy/m/d">
                  <c:v>45358</c:v>
                </c:pt>
                <c:pt idx="5" c:formatCode="yyyy/m/d">
                  <c:v>45359</c:v>
                </c:pt>
                <c:pt idx="6" c:formatCode="yyyy/m/d">
                  <c:v>45362</c:v>
                </c:pt>
                <c:pt idx="7" c:formatCode="yyyy/m/d">
                  <c:v>45363</c:v>
                </c:pt>
                <c:pt idx="8" c:formatCode="yyyy/m/d">
                  <c:v>45364</c:v>
                </c:pt>
                <c:pt idx="9" c:formatCode="yyyy/m/d">
                  <c:v>45365</c:v>
                </c:pt>
                <c:pt idx="10" c:formatCode="yyyy/m/d">
                  <c:v>45366</c:v>
                </c:pt>
                <c:pt idx="11" c:formatCode="yyyy/m/d">
                  <c:v>45369</c:v>
                </c:pt>
                <c:pt idx="12" c:formatCode="yyyy/m/d">
                  <c:v>45370</c:v>
                </c:pt>
                <c:pt idx="13" c:formatCode="yyyy/m/d">
                  <c:v>45371</c:v>
                </c:pt>
                <c:pt idx="14" c:formatCode="yyyy/m/d">
                  <c:v>45372</c:v>
                </c:pt>
                <c:pt idx="15" c:formatCode="yyyy/m/d">
                  <c:v>45373</c:v>
                </c:pt>
                <c:pt idx="16" c:formatCode="yyyy/m/d">
                  <c:v>45376</c:v>
                </c:pt>
                <c:pt idx="17" c:formatCode="yyyy/m/d">
                  <c:v>45377</c:v>
                </c:pt>
                <c:pt idx="18" c:formatCode="yyyy/m/d">
                  <c:v>45378</c:v>
                </c:pt>
                <c:pt idx="19" c:formatCode="yyyy/m/d">
                  <c:v>45379</c:v>
                </c:pt>
                <c:pt idx="20" c:formatCode="yyyy/m/d">
                  <c:v>45380</c:v>
                </c:pt>
                <c:pt idx="21" c:formatCode="yyyy/m/d">
                  <c:v>45383</c:v>
                </c:pt>
                <c:pt idx="22" c:formatCode="yyyy/m/d">
                  <c:v>45384</c:v>
                </c:pt>
                <c:pt idx="23" c:formatCode="yyyy/m/d">
                  <c:v>45385</c:v>
                </c:pt>
                <c:pt idx="24" c:formatCode="yyyy/m/d">
                  <c:v>45390</c:v>
                </c:pt>
                <c:pt idx="25" c:formatCode="yyyy/m/d">
                  <c:v>45391</c:v>
                </c:pt>
                <c:pt idx="26" c:formatCode="yyyy/m/d">
                  <c:v>45392</c:v>
                </c:pt>
                <c:pt idx="27" c:formatCode="yyyy/m/d">
                  <c:v>45393</c:v>
                </c:pt>
                <c:pt idx="28" c:formatCode="yyyy/m/d">
                  <c:v>45394</c:v>
                </c:pt>
                <c:pt idx="29" c:formatCode="yyyy/m/d">
                  <c:v>45397</c:v>
                </c:pt>
                <c:pt idx="30" c:formatCode="yyyy/m/d">
                  <c:v>45398</c:v>
                </c:pt>
                <c:pt idx="31" c:formatCode="yyyy/m/d">
                  <c:v>45399</c:v>
                </c:pt>
                <c:pt idx="32" c:formatCode="yyyy/m/d">
                  <c:v>45400</c:v>
                </c:pt>
                <c:pt idx="33" c:formatCode="yyyy/m/d">
                  <c:v>45401</c:v>
                </c:pt>
                <c:pt idx="34" c:formatCode="yyyy/m/d">
                  <c:v>45404</c:v>
                </c:pt>
                <c:pt idx="35" c:formatCode="yyyy/m/d">
                  <c:v>45405</c:v>
                </c:pt>
                <c:pt idx="36" c:formatCode="yyyy/m/d">
                  <c:v>45406</c:v>
                </c:pt>
                <c:pt idx="37" c:formatCode="yyyy/m/d">
                  <c:v>45407</c:v>
                </c:pt>
                <c:pt idx="38" c:formatCode="yyyy/m/d">
                  <c:v>45408</c:v>
                </c:pt>
                <c:pt idx="39" c:formatCode="yyyy/m/d">
                  <c:v>45411</c:v>
                </c:pt>
                <c:pt idx="40" c:formatCode="yyyy/m/d">
                  <c:v>45412</c:v>
                </c:pt>
                <c:pt idx="41" c:formatCode="yyyy/m/d">
                  <c:v>45418</c:v>
                </c:pt>
                <c:pt idx="42" c:formatCode="yyyy/m/d">
                  <c:v>45419</c:v>
                </c:pt>
                <c:pt idx="43" c:formatCode="yyyy/m/d">
                  <c:v>45420</c:v>
                </c:pt>
                <c:pt idx="44" c:formatCode="yyyy/m/d">
                  <c:v>45421</c:v>
                </c:pt>
                <c:pt idx="45" c:formatCode="yyyy/m/d">
                  <c:v>45422</c:v>
                </c:pt>
                <c:pt idx="46" c:formatCode="yyyy/m/d">
                  <c:v>45425</c:v>
                </c:pt>
                <c:pt idx="47" c:formatCode="yyyy/m/d">
                  <c:v>45426</c:v>
                </c:pt>
                <c:pt idx="48" c:formatCode="yyyy/m/d">
                  <c:v>45427</c:v>
                </c:pt>
                <c:pt idx="49" c:formatCode="yyyy/m/d">
                  <c:v>45428</c:v>
                </c:pt>
                <c:pt idx="50" c:formatCode="yyyy/m/d">
                  <c:v>45429</c:v>
                </c:pt>
                <c:pt idx="51" c:formatCode="yyyy/m/d">
                  <c:v>45432</c:v>
                </c:pt>
                <c:pt idx="52" c:formatCode="yyyy/m/d">
                  <c:v>45433</c:v>
                </c:pt>
                <c:pt idx="53" c:formatCode="yyyy/m/d">
                  <c:v>45434</c:v>
                </c:pt>
                <c:pt idx="54" c:formatCode="yyyy/m/d">
                  <c:v>45435</c:v>
                </c:pt>
                <c:pt idx="55" c:formatCode="yyyy/m/d">
                  <c:v>45436</c:v>
                </c:pt>
                <c:pt idx="56" c:formatCode="yyyy/m/d">
                  <c:v>45439</c:v>
                </c:pt>
                <c:pt idx="57" c:formatCode="yyyy/m/d">
                  <c:v>45440</c:v>
                </c:pt>
                <c:pt idx="58" c:formatCode="yyyy/m/d">
                  <c:v>45441</c:v>
                </c:pt>
                <c:pt idx="59" c:formatCode="yyyy/m/d">
                  <c:v>45442</c:v>
                </c:pt>
                <c:pt idx="60" c:formatCode="yyyy/m/d">
                  <c:v>45443</c:v>
                </c:pt>
                <c:pt idx="61" c:formatCode="yyyy/m/d">
                  <c:v>45446</c:v>
                </c:pt>
                <c:pt idx="62" c:formatCode="yyyy/m/d">
                  <c:v>45447</c:v>
                </c:pt>
                <c:pt idx="63" c:formatCode="yyyy/m/d">
                  <c:v>45448</c:v>
                </c:pt>
                <c:pt idx="64" c:formatCode="yyyy/m/d">
                  <c:v>45449</c:v>
                </c:pt>
                <c:pt idx="65" c:formatCode="yyyy/m/d">
                  <c:v>45450</c:v>
                </c:pt>
                <c:pt idx="66" c:formatCode="yyyy/m/d">
                  <c:v>45454</c:v>
                </c:pt>
                <c:pt idx="67" c:formatCode="yyyy/m/d">
                  <c:v>45455</c:v>
                </c:pt>
                <c:pt idx="68" c:formatCode="yyyy/m/d">
                  <c:v>45456</c:v>
                </c:pt>
                <c:pt idx="69" c:formatCode="yyyy/m/d">
                  <c:v>45457</c:v>
                </c:pt>
                <c:pt idx="70" c:formatCode="yyyy/m/d">
                  <c:v>45460</c:v>
                </c:pt>
                <c:pt idx="71" c:formatCode="yyyy/m/d">
                  <c:v>45461</c:v>
                </c:pt>
                <c:pt idx="72" c:formatCode="yyyy/m/d">
                  <c:v>45462</c:v>
                </c:pt>
                <c:pt idx="73" c:formatCode="yyyy/m/d">
                  <c:v>45463</c:v>
                </c:pt>
                <c:pt idx="74" c:formatCode="yyyy/m/d">
                  <c:v>45464</c:v>
                </c:pt>
                <c:pt idx="75" c:formatCode="yyyy/m/d">
                  <c:v>45467</c:v>
                </c:pt>
                <c:pt idx="76" c:formatCode="yyyy/m/d">
                  <c:v>45468</c:v>
                </c:pt>
                <c:pt idx="77" c:formatCode="yyyy/m/d">
                  <c:v>45469</c:v>
                </c:pt>
                <c:pt idx="78" c:formatCode="yyyy/m/d">
                  <c:v>45470</c:v>
                </c:pt>
                <c:pt idx="79" c:formatCode="yyyy/m/d">
                  <c:v>45471</c:v>
                </c:pt>
                <c:pt idx="80" c:formatCode="yyyy/m/d">
                  <c:v>45474</c:v>
                </c:pt>
                <c:pt idx="81" c:formatCode="yyyy/m/d">
                  <c:v>45475</c:v>
                </c:pt>
                <c:pt idx="82" c:formatCode="yyyy/m/d">
                  <c:v>45476</c:v>
                </c:pt>
                <c:pt idx="83" c:formatCode="yyyy/m/d">
                  <c:v>45477</c:v>
                </c:pt>
                <c:pt idx="84" c:formatCode="yyyy/m/d">
                  <c:v>45478</c:v>
                </c:pt>
                <c:pt idx="85" c:formatCode="yyyy/m/d">
                  <c:v>45481</c:v>
                </c:pt>
                <c:pt idx="86" c:formatCode="yyyy/m/d">
                  <c:v>45482</c:v>
                </c:pt>
                <c:pt idx="87" c:formatCode="yyyy/m/d">
                  <c:v>45483</c:v>
                </c:pt>
                <c:pt idx="88" c:formatCode="yyyy/m/d">
                  <c:v>45484</c:v>
                </c:pt>
                <c:pt idx="89" c:formatCode="yyyy/m/d">
                  <c:v>45485</c:v>
                </c:pt>
                <c:pt idx="90" c:formatCode="yyyy/m/d">
                  <c:v>45488</c:v>
                </c:pt>
                <c:pt idx="91" c:formatCode="yyyy/m/d">
                  <c:v>45489</c:v>
                </c:pt>
              </c:numCache>
            </c:numRef>
          </c:cat>
          <c:val>
            <c:numRef>
              <c:f>[csi300_vol_test.csv]Sheet1!$D$2:$D$93</c:f>
              <c:numCache>
                <c:formatCode>General</c:formatCode>
                <c:ptCount val="92"/>
                <c:pt idx="0">
                  <c:v>0.186014144683609</c:v>
                </c:pt>
                <c:pt idx="1">
                  <c:v>0.181990710705189</c:v>
                </c:pt>
                <c:pt idx="2">
                  <c:v>0.168091558519786</c:v>
                </c:pt>
                <c:pt idx="3">
                  <c:v>0.165709871531472</c:v>
                </c:pt>
                <c:pt idx="4">
                  <c:v>0.160646659265636</c:v>
                </c:pt>
                <c:pt idx="5">
                  <c:v>0.151266685792022</c:v>
                </c:pt>
                <c:pt idx="6">
                  <c:v>0.157995597677623</c:v>
                </c:pt>
                <c:pt idx="7">
                  <c:v>0.161145303041327</c:v>
                </c:pt>
                <c:pt idx="8">
                  <c:v>0.162181128313568</c:v>
                </c:pt>
                <c:pt idx="9">
                  <c:v>0.165651818602329</c:v>
                </c:pt>
                <c:pt idx="10">
                  <c:v>0.161605057473433</c:v>
                </c:pt>
                <c:pt idx="11">
                  <c:v>0.153519703352754</c:v>
                </c:pt>
                <c:pt idx="12">
                  <c:v>0.155026062260978</c:v>
                </c:pt>
                <c:pt idx="13">
                  <c:v>0.153859744523449</c:v>
                </c:pt>
                <c:pt idx="14">
                  <c:v>0.156592749117109</c:v>
                </c:pt>
                <c:pt idx="15">
                  <c:v>0.169801436083352</c:v>
                </c:pt>
                <c:pt idx="16">
                  <c:v>0.161050878049773</c:v>
                </c:pt>
                <c:pt idx="17">
                  <c:v>0.156609624864031</c:v>
                </c:pt>
                <c:pt idx="18">
                  <c:v>0.167162480302633</c:v>
                </c:pt>
                <c:pt idx="19">
                  <c:v>0.167535273490424</c:v>
                </c:pt>
                <c:pt idx="20">
                  <c:v>0.156797813219249</c:v>
                </c:pt>
                <c:pt idx="21">
                  <c:v>0.150807300063563</c:v>
                </c:pt>
                <c:pt idx="22">
                  <c:v>0.155610136943636</c:v>
                </c:pt>
                <c:pt idx="23">
                  <c:v>0.156335033649503</c:v>
                </c:pt>
                <c:pt idx="24">
                  <c:v>0.151252983731411</c:v>
                </c:pt>
                <c:pt idx="25">
                  <c:v>0.1516753875518</c:v>
                </c:pt>
                <c:pt idx="26">
                  <c:v>0.151049060727054</c:v>
                </c:pt>
                <c:pt idx="27">
                  <c:v>0.151374363997942</c:v>
                </c:pt>
                <c:pt idx="28">
                  <c:v>0.159344462613658</c:v>
                </c:pt>
                <c:pt idx="29">
                  <c:v>0.152241737396677</c:v>
                </c:pt>
                <c:pt idx="30">
                  <c:v>0.165802561125582</c:v>
                </c:pt>
                <c:pt idx="31">
                  <c:v>0.15221417546841</c:v>
                </c:pt>
                <c:pt idx="32">
                  <c:v>0.162680138801126</c:v>
                </c:pt>
                <c:pt idx="33">
                  <c:v>0.168842817073974</c:v>
                </c:pt>
                <c:pt idx="34">
                  <c:v>0.164235614725877</c:v>
                </c:pt>
                <c:pt idx="35">
                  <c:v>0.16590589405381</c:v>
                </c:pt>
                <c:pt idx="36">
                  <c:v>0.166004232386729</c:v>
                </c:pt>
                <c:pt idx="37">
                  <c:v>0.157068334394787</c:v>
                </c:pt>
                <c:pt idx="38">
                  <c:v>0.155904059345394</c:v>
                </c:pt>
                <c:pt idx="39">
                  <c:v>0.178270979607961</c:v>
                </c:pt>
                <c:pt idx="40">
                  <c:v>0.170305654829488</c:v>
                </c:pt>
                <c:pt idx="41">
                  <c:v>0.156041152309153</c:v>
                </c:pt>
                <c:pt idx="42">
                  <c:v>0.149651478299777</c:v>
                </c:pt>
                <c:pt idx="43">
                  <c:v>0.144949719006752</c:v>
                </c:pt>
                <c:pt idx="44">
                  <c:v>0.143314977772526</c:v>
                </c:pt>
                <c:pt idx="45">
                  <c:v>0.14032156483011</c:v>
                </c:pt>
                <c:pt idx="46">
                  <c:v>0.154975322458286</c:v>
                </c:pt>
                <c:pt idx="47">
                  <c:v>0.15479373220897</c:v>
                </c:pt>
                <c:pt idx="48">
                  <c:v>0.155200313810986</c:v>
                </c:pt>
                <c:pt idx="49">
                  <c:v>0.149845736329635</c:v>
                </c:pt>
                <c:pt idx="50">
                  <c:v>0.143796886358688</c:v>
                </c:pt>
                <c:pt idx="51">
                  <c:v>0.147469810433244</c:v>
                </c:pt>
                <c:pt idx="52">
                  <c:v>0.147179123305234</c:v>
                </c:pt>
                <c:pt idx="53">
                  <c:v>0.148291333689291</c:v>
                </c:pt>
                <c:pt idx="54">
                  <c:v>0.149354452332841</c:v>
                </c:pt>
                <c:pt idx="55">
                  <c:v>0.161696102597676</c:v>
                </c:pt>
                <c:pt idx="56">
                  <c:v>0.150624161567545</c:v>
                </c:pt>
                <c:pt idx="57">
                  <c:v>0.144567704461349</c:v>
                </c:pt>
                <c:pt idx="58">
                  <c:v>0.143455896813736</c:v>
                </c:pt>
                <c:pt idx="59">
                  <c:v>0.148294104363476</c:v>
                </c:pt>
                <c:pt idx="60">
                  <c:v>0.154301254191152</c:v>
                </c:pt>
                <c:pt idx="61">
                  <c:v>0.145528098686064</c:v>
                </c:pt>
                <c:pt idx="62">
                  <c:v>0.137925278643778</c:v>
                </c:pt>
                <c:pt idx="63">
                  <c:v>0.143401574489326</c:v>
                </c:pt>
                <c:pt idx="64">
                  <c:v>0.15491171251939</c:v>
                </c:pt>
                <c:pt idx="65">
                  <c:v>0.156386392703536</c:v>
                </c:pt>
                <c:pt idx="66">
                  <c:v>0.146708784484212</c:v>
                </c:pt>
                <c:pt idx="67">
                  <c:v>0.142925983047803</c:v>
                </c:pt>
                <c:pt idx="68">
                  <c:v>0.139205328627126</c:v>
                </c:pt>
                <c:pt idx="69">
                  <c:v>0.133586541343922</c:v>
                </c:pt>
                <c:pt idx="70">
                  <c:v>0.142623497636288</c:v>
                </c:pt>
                <c:pt idx="71">
                  <c:v>0.139578142086242</c:v>
                </c:pt>
                <c:pt idx="72">
                  <c:v>0.140085060139301</c:v>
                </c:pt>
                <c:pt idx="73">
                  <c:v>0.144114797294338</c:v>
                </c:pt>
                <c:pt idx="74">
                  <c:v>0.143067597577287</c:v>
                </c:pt>
                <c:pt idx="75">
                  <c:v>0.138374634975392</c:v>
                </c:pt>
                <c:pt idx="76">
                  <c:v>0.144941039309616</c:v>
                </c:pt>
                <c:pt idx="77">
                  <c:v>0.140984651493046</c:v>
                </c:pt>
                <c:pt idx="78">
                  <c:v>0.144363885936288</c:v>
                </c:pt>
                <c:pt idx="79">
                  <c:v>0.138291633887258</c:v>
                </c:pt>
                <c:pt idx="80">
                  <c:v>0.130661453818421</c:v>
                </c:pt>
                <c:pt idx="81">
                  <c:v>0.124380448075581</c:v>
                </c:pt>
                <c:pt idx="82">
                  <c:v>0.120514670331158</c:v>
                </c:pt>
                <c:pt idx="83">
                  <c:v>0.126130709096033</c:v>
                </c:pt>
                <c:pt idx="84">
                  <c:v>0.131652216206334</c:v>
                </c:pt>
                <c:pt idx="85">
                  <c:v>0.137002699495099</c:v>
                </c:pt>
                <c:pt idx="86">
                  <c:v>0.135505504047503</c:v>
                </c:pt>
                <c:pt idx="87">
                  <c:v>0.137491989635102</c:v>
                </c:pt>
                <c:pt idx="88">
                  <c:v>0.13308661111498</c:v>
                </c:pt>
                <c:pt idx="89">
                  <c:v>0.133486692565019</c:v>
                </c:pt>
                <c:pt idx="90">
                  <c:v>0.129105377121168</c:v>
                </c:pt>
                <c:pt idx="91">
                  <c:v>0.119739691285805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658001137"/>
        <c:axId val="273081952"/>
      </c:lineChart>
      <c:dateAx>
        <c:axId val="87904386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39097381"/>
        <c:crosses val="autoZero"/>
        <c:auto val="1"/>
        <c:lblOffset val="100"/>
        <c:baseTimeUnit val="days"/>
        <c:majorUnit val="30"/>
        <c:majorTimeUnit val="days"/>
      </c:dateAx>
      <c:valAx>
        <c:axId val="239097381"/>
        <c:scaling>
          <c:orientation val="minMax"/>
          <c:min val="9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79043866"/>
        <c:crosses val="autoZero"/>
        <c:crossBetween val="between"/>
      </c:valAx>
      <c:dateAx>
        <c:axId val="658001137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73081952"/>
        <c:crosses val="autoZero"/>
        <c:auto val="1"/>
        <c:lblOffset val="100"/>
        <c:baseTimeUnit val="days"/>
      </c:dateAx>
      <c:valAx>
        <c:axId val="273081952"/>
        <c:scaling>
          <c:orientation val="minMax"/>
          <c:min val="0.05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580011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月至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12</a:t>
            </a:r>
            <a:r>
              <a:rPr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月震荡上行市策略走势</a:t>
            </a:r>
            <a:endParaRPr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[csi300_vol_test.csv]Sheet2!$B$1</c:f>
              <c:strCache>
                <c:ptCount val="1"/>
                <c:pt idx="0">
                  <c:v>策略走势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[csi300_vol_test.csv]Sheet2!$A$2:$A$103</c:f>
              <c:numCache>
                <c:formatCode>yyyy/m/d</c:formatCode>
                <c:ptCount val="102"/>
                <c:pt idx="0" c:formatCode="yyyy/m/d">
                  <c:v>44046</c:v>
                </c:pt>
                <c:pt idx="1" c:formatCode="yyyy/m/d">
                  <c:v>44047</c:v>
                </c:pt>
                <c:pt idx="2" c:formatCode="yyyy/m/d">
                  <c:v>44048</c:v>
                </c:pt>
                <c:pt idx="3" c:formatCode="yyyy/m/d">
                  <c:v>44049</c:v>
                </c:pt>
                <c:pt idx="4" c:formatCode="yyyy/m/d">
                  <c:v>44050</c:v>
                </c:pt>
                <c:pt idx="5" c:formatCode="yyyy/m/d">
                  <c:v>44053</c:v>
                </c:pt>
                <c:pt idx="6" c:formatCode="yyyy/m/d">
                  <c:v>44054</c:v>
                </c:pt>
                <c:pt idx="7" c:formatCode="yyyy/m/d">
                  <c:v>44055</c:v>
                </c:pt>
                <c:pt idx="8" c:formatCode="yyyy/m/d">
                  <c:v>44056</c:v>
                </c:pt>
                <c:pt idx="9" c:formatCode="yyyy/m/d">
                  <c:v>44057</c:v>
                </c:pt>
                <c:pt idx="10" c:formatCode="yyyy/m/d">
                  <c:v>44060</c:v>
                </c:pt>
                <c:pt idx="11" c:formatCode="yyyy/m/d">
                  <c:v>44061</c:v>
                </c:pt>
                <c:pt idx="12" c:formatCode="yyyy/m/d">
                  <c:v>44062</c:v>
                </c:pt>
                <c:pt idx="13" c:formatCode="yyyy/m/d">
                  <c:v>44063</c:v>
                </c:pt>
                <c:pt idx="14" c:formatCode="yyyy/m/d">
                  <c:v>44064</c:v>
                </c:pt>
                <c:pt idx="15" c:formatCode="yyyy/m/d">
                  <c:v>44067</c:v>
                </c:pt>
                <c:pt idx="16" c:formatCode="yyyy/m/d">
                  <c:v>44068</c:v>
                </c:pt>
                <c:pt idx="17" c:formatCode="yyyy/m/d">
                  <c:v>44069</c:v>
                </c:pt>
                <c:pt idx="18" c:formatCode="yyyy/m/d">
                  <c:v>44070</c:v>
                </c:pt>
                <c:pt idx="19" c:formatCode="yyyy/m/d">
                  <c:v>44071</c:v>
                </c:pt>
                <c:pt idx="20" c:formatCode="yyyy/m/d">
                  <c:v>44074</c:v>
                </c:pt>
                <c:pt idx="21" c:formatCode="yyyy/m/d">
                  <c:v>44075</c:v>
                </c:pt>
                <c:pt idx="22" c:formatCode="yyyy/m/d">
                  <c:v>44076</c:v>
                </c:pt>
                <c:pt idx="23" c:formatCode="yyyy/m/d">
                  <c:v>44077</c:v>
                </c:pt>
                <c:pt idx="24" c:formatCode="yyyy/m/d">
                  <c:v>44078</c:v>
                </c:pt>
                <c:pt idx="25" c:formatCode="yyyy/m/d">
                  <c:v>44081</c:v>
                </c:pt>
                <c:pt idx="26" c:formatCode="yyyy/m/d">
                  <c:v>44082</c:v>
                </c:pt>
                <c:pt idx="27" c:formatCode="yyyy/m/d">
                  <c:v>44083</c:v>
                </c:pt>
                <c:pt idx="28" c:formatCode="yyyy/m/d">
                  <c:v>44084</c:v>
                </c:pt>
                <c:pt idx="29" c:formatCode="yyyy/m/d">
                  <c:v>44085</c:v>
                </c:pt>
                <c:pt idx="30" c:formatCode="yyyy/m/d">
                  <c:v>44088</c:v>
                </c:pt>
                <c:pt idx="31" c:formatCode="yyyy/m/d">
                  <c:v>44089</c:v>
                </c:pt>
                <c:pt idx="32" c:formatCode="yyyy/m/d">
                  <c:v>44090</c:v>
                </c:pt>
                <c:pt idx="33" c:formatCode="yyyy/m/d">
                  <c:v>44091</c:v>
                </c:pt>
                <c:pt idx="34" c:formatCode="yyyy/m/d">
                  <c:v>44092</c:v>
                </c:pt>
                <c:pt idx="35" c:formatCode="yyyy/m/d">
                  <c:v>44095</c:v>
                </c:pt>
                <c:pt idx="36" c:formatCode="yyyy/m/d">
                  <c:v>44096</c:v>
                </c:pt>
                <c:pt idx="37" c:formatCode="yyyy/m/d">
                  <c:v>44097</c:v>
                </c:pt>
                <c:pt idx="38" c:formatCode="yyyy/m/d">
                  <c:v>44098</c:v>
                </c:pt>
                <c:pt idx="39" c:formatCode="yyyy/m/d">
                  <c:v>44099</c:v>
                </c:pt>
                <c:pt idx="40" c:formatCode="yyyy/m/d">
                  <c:v>44102</c:v>
                </c:pt>
                <c:pt idx="41" c:formatCode="yyyy/m/d">
                  <c:v>44103</c:v>
                </c:pt>
                <c:pt idx="42" c:formatCode="yyyy/m/d">
                  <c:v>44104</c:v>
                </c:pt>
                <c:pt idx="43" c:formatCode="yyyy/m/d">
                  <c:v>44113</c:v>
                </c:pt>
                <c:pt idx="44" c:formatCode="yyyy/m/d">
                  <c:v>44116</c:v>
                </c:pt>
                <c:pt idx="45" c:formatCode="yyyy/m/d">
                  <c:v>44117</c:v>
                </c:pt>
                <c:pt idx="46" c:formatCode="yyyy/m/d">
                  <c:v>44118</c:v>
                </c:pt>
                <c:pt idx="47" c:formatCode="yyyy/m/d">
                  <c:v>44119</c:v>
                </c:pt>
                <c:pt idx="48" c:formatCode="yyyy/m/d">
                  <c:v>44120</c:v>
                </c:pt>
                <c:pt idx="49" c:formatCode="yyyy/m/d">
                  <c:v>44123</c:v>
                </c:pt>
                <c:pt idx="50" c:formatCode="yyyy/m/d">
                  <c:v>44124</c:v>
                </c:pt>
                <c:pt idx="51" c:formatCode="yyyy/m/d">
                  <c:v>44125</c:v>
                </c:pt>
                <c:pt idx="52" c:formatCode="yyyy/m/d">
                  <c:v>44126</c:v>
                </c:pt>
                <c:pt idx="53" c:formatCode="yyyy/m/d">
                  <c:v>44127</c:v>
                </c:pt>
                <c:pt idx="54" c:formatCode="yyyy/m/d">
                  <c:v>44130</c:v>
                </c:pt>
                <c:pt idx="55" c:formatCode="yyyy/m/d">
                  <c:v>44131</c:v>
                </c:pt>
                <c:pt idx="56" c:formatCode="yyyy/m/d">
                  <c:v>44132</c:v>
                </c:pt>
                <c:pt idx="57" c:formatCode="yyyy/m/d">
                  <c:v>44133</c:v>
                </c:pt>
                <c:pt idx="58" c:formatCode="yyyy/m/d">
                  <c:v>44134</c:v>
                </c:pt>
                <c:pt idx="59" c:formatCode="yyyy/m/d">
                  <c:v>44137</c:v>
                </c:pt>
                <c:pt idx="60" c:formatCode="yyyy/m/d">
                  <c:v>44138</c:v>
                </c:pt>
                <c:pt idx="61" c:formatCode="yyyy/m/d">
                  <c:v>44139</c:v>
                </c:pt>
                <c:pt idx="62" c:formatCode="yyyy/m/d">
                  <c:v>44140</c:v>
                </c:pt>
                <c:pt idx="63" c:formatCode="yyyy/m/d">
                  <c:v>44141</c:v>
                </c:pt>
                <c:pt idx="64" c:formatCode="yyyy/m/d">
                  <c:v>44144</c:v>
                </c:pt>
                <c:pt idx="65" c:formatCode="yyyy/m/d">
                  <c:v>44145</c:v>
                </c:pt>
                <c:pt idx="66" c:formatCode="yyyy/m/d">
                  <c:v>44146</c:v>
                </c:pt>
                <c:pt idx="67" c:formatCode="yyyy/m/d">
                  <c:v>44147</c:v>
                </c:pt>
                <c:pt idx="68" c:formatCode="yyyy/m/d">
                  <c:v>44148</c:v>
                </c:pt>
                <c:pt idx="69" c:formatCode="yyyy/m/d">
                  <c:v>44151</c:v>
                </c:pt>
                <c:pt idx="70" c:formatCode="yyyy/m/d">
                  <c:v>44152</c:v>
                </c:pt>
                <c:pt idx="71" c:formatCode="yyyy/m/d">
                  <c:v>44153</c:v>
                </c:pt>
                <c:pt idx="72" c:formatCode="yyyy/m/d">
                  <c:v>44154</c:v>
                </c:pt>
                <c:pt idx="73" c:formatCode="yyyy/m/d">
                  <c:v>44155</c:v>
                </c:pt>
                <c:pt idx="74" c:formatCode="yyyy/m/d">
                  <c:v>44158</c:v>
                </c:pt>
                <c:pt idx="75" c:formatCode="yyyy/m/d">
                  <c:v>44159</c:v>
                </c:pt>
                <c:pt idx="76" c:formatCode="yyyy/m/d">
                  <c:v>44160</c:v>
                </c:pt>
                <c:pt idx="77" c:formatCode="yyyy/m/d">
                  <c:v>44161</c:v>
                </c:pt>
                <c:pt idx="78" c:formatCode="yyyy/m/d">
                  <c:v>44162</c:v>
                </c:pt>
                <c:pt idx="79" c:formatCode="yyyy/m/d">
                  <c:v>44165</c:v>
                </c:pt>
                <c:pt idx="80" c:formatCode="yyyy/m/d">
                  <c:v>44166</c:v>
                </c:pt>
                <c:pt idx="81" c:formatCode="yyyy/m/d">
                  <c:v>44167</c:v>
                </c:pt>
                <c:pt idx="82" c:formatCode="yyyy/m/d">
                  <c:v>44168</c:v>
                </c:pt>
                <c:pt idx="83" c:formatCode="yyyy/m/d">
                  <c:v>44169</c:v>
                </c:pt>
                <c:pt idx="84" c:formatCode="yyyy/m/d">
                  <c:v>44172</c:v>
                </c:pt>
                <c:pt idx="85" c:formatCode="yyyy/m/d">
                  <c:v>44173</c:v>
                </c:pt>
                <c:pt idx="86" c:formatCode="yyyy/m/d">
                  <c:v>44174</c:v>
                </c:pt>
                <c:pt idx="87" c:formatCode="yyyy/m/d">
                  <c:v>44175</c:v>
                </c:pt>
                <c:pt idx="88" c:formatCode="yyyy/m/d">
                  <c:v>44176</c:v>
                </c:pt>
                <c:pt idx="89" c:formatCode="yyyy/m/d">
                  <c:v>44179</c:v>
                </c:pt>
                <c:pt idx="90" c:formatCode="yyyy/m/d">
                  <c:v>44180</c:v>
                </c:pt>
                <c:pt idx="91" c:formatCode="yyyy/m/d">
                  <c:v>44181</c:v>
                </c:pt>
                <c:pt idx="92" c:formatCode="yyyy/m/d">
                  <c:v>44182</c:v>
                </c:pt>
                <c:pt idx="93" c:formatCode="yyyy/m/d">
                  <c:v>44183</c:v>
                </c:pt>
                <c:pt idx="94" c:formatCode="yyyy/m/d">
                  <c:v>44186</c:v>
                </c:pt>
                <c:pt idx="95" c:formatCode="yyyy/m/d">
                  <c:v>44187</c:v>
                </c:pt>
                <c:pt idx="96" c:formatCode="yyyy/m/d">
                  <c:v>44188</c:v>
                </c:pt>
                <c:pt idx="97" c:formatCode="yyyy/m/d">
                  <c:v>44189</c:v>
                </c:pt>
                <c:pt idx="98" c:formatCode="yyyy/m/d">
                  <c:v>44190</c:v>
                </c:pt>
                <c:pt idx="99" c:formatCode="yyyy/m/d">
                  <c:v>44193</c:v>
                </c:pt>
                <c:pt idx="100" c:formatCode="yyyy/m/d">
                  <c:v>44194</c:v>
                </c:pt>
                <c:pt idx="101" c:formatCode="yyyy/m/d">
                  <c:v>44195</c:v>
                </c:pt>
              </c:numCache>
            </c:numRef>
          </c:cat>
          <c:val>
            <c:numRef>
              <c:f>[csi300_vol_test.csv]Sheet2!$B$2:$B$103</c:f>
              <c:numCache>
                <c:formatCode>General</c:formatCode>
                <c:ptCount val="102"/>
                <c:pt idx="0">
                  <c:v>1000</c:v>
                </c:pt>
                <c:pt idx="1">
                  <c:v>1003.85025704162</c:v>
                </c:pt>
                <c:pt idx="2">
                  <c:v>1004.8205317488</c:v>
                </c:pt>
                <c:pt idx="3">
                  <c:v>1004.97825564219</c:v>
                </c:pt>
                <c:pt idx="4">
                  <c:v>1004.53319163302</c:v>
                </c:pt>
                <c:pt idx="5">
                  <c:v>1009.83943769669</c:v>
                </c:pt>
                <c:pt idx="6">
                  <c:v>1012.46155721307</c:v>
                </c:pt>
                <c:pt idx="7">
                  <c:v>1006.0901564764</c:v>
                </c:pt>
                <c:pt idx="8">
                  <c:v>1008.8713678357</c:v>
                </c:pt>
                <c:pt idx="9">
                  <c:v>1013.08662302978</c:v>
                </c:pt>
                <c:pt idx="10">
                  <c:v>1003.11834529499</c:v>
                </c:pt>
                <c:pt idx="11">
                  <c:v>1012.53911999033</c:v>
                </c:pt>
                <c:pt idx="12">
                  <c:v>1015.14923523222</c:v>
                </c:pt>
                <c:pt idx="13">
                  <c:v>1013.32777829714</c:v>
                </c:pt>
                <c:pt idx="14">
                  <c:v>1017.05618692075</c:v>
                </c:pt>
                <c:pt idx="15">
                  <c:v>1017.59285480051</c:v>
                </c:pt>
                <c:pt idx="16">
                  <c:v>1018.84520355472</c:v>
                </c:pt>
                <c:pt idx="17">
                  <c:v>1018.04979653339</c:v>
                </c:pt>
                <c:pt idx="18">
                  <c:v>1019.19897999371</c:v>
                </c:pt>
                <c:pt idx="19">
                  <c:v>1019.19960257331</c:v>
                </c:pt>
                <c:pt idx="20">
                  <c:v>1017.656126064</c:v>
                </c:pt>
                <c:pt idx="21">
                  <c:v>1020.4991050233</c:v>
                </c:pt>
                <c:pt idx="22">
                  <c:v>1018.01701621113</c:v>
                </c:pt>
                <c:pt idx="23">
                  <c:v>1018.9982999133</c:v>
                </c:pt>
                <c:pt idx="24">
                  <c:v>1019.07069910745</c:v>
                </c:pt>
                <c:pt idx="25">
                  <c:v>1019.44426520736</c:v>
                </c:pt>
                <c:pt idx="26">
                  <c:v>1021.91348463789</c:v>
                </c:pt>
                <c:pt idx="27">
                  <c:v>1018.01850782791</c:v>
                </c:pt>
                <c:pt idx="28">
                  <c:v>1020.40776224515</c:v>
                </c:pt>
                <c:pt idx="29">
                  <c:v>1022.37195587589</c:v>
                </c:pt>
                <c:pt idx="30">
                  <c:v>1025.2373713021</c:v>
                </c:pt>
                <c:pt idx="31">
                  <c:v>1026.37367407838</c:v>
                </c:pt>
                <c:pt idx="32">
                  <c:v>1027.32388348217</c:v>
                </c:pt>
                <c:pt idx="33">
                  <c:v>1026.8265347206</c:v>
                </c:pt>
                <c:pt idx="34">
                  <c:v>1029.99383136172</c:v>
                </c:pt>
                <c:pt idx="35">
                  <c:v>1029.28752774142</c:v>
                </c:pt>
                <c:pt idx="36">
                  <c:v>1029.09590950587</c:v>
                </c:pt>
                <c:pt idx="37">
                  <c:v>1030.61917463374</c:v>
                </c:pt>
                <c:pt idx="38">
                  <c:v>1028.51065937434</c:v>
                </c:pt>
                <c:pt idx="39">
                  <c:v>1028.95930363444</c:v>
                </c:pt>
                <c:pt idx="40">
                  <c:v>1028.55047263376</c:v>
                </c:pt>
                <c:pt idx="41">
                  <c:v>1027.68016857979</c:v>
                </c:pt>
                <c:pt idx="42">
                  <c:v>1027.40802406923</c:v>
                </c:pt>
                <c:pt idx="43">
                  <c:v>1043.454366635</c:v>
                </c:pt>
                <c:pt idx="44">
                  <c:v>1046.4715142859</c:v>
                </c:pt>
                <c:pt idx="45">
                  <c:v>1047.76791492387</c:v>
                </c:pt>
                <c:pt idx="46">
                  <c:v>1052.19607410867</c:v>
                </c:pt>
                <c:pt idx="47">
                  <c:v>1056.22462200434</c:v>
                </c:pt>
                <c:pt idx="48">
                  <c:v>1061.07931582387</c:v>
                </c:pt>
                <c:pt idx="49">
                  <c:v>1062.04286959802</c:v>
                </c:pt>
                <c:pt idx="50">
                  <c:v>1062.6267972595</c:v>
                </c:pt>
                <c:pt idx="51">
                  <c:v>1062.32942054104</c:v>
                </c:pt>
                <c:pt idx="52">
                  <c:v>1062.22963531283</c:v>
                </c:pt>
                <c:pt idx="53">
                  <c:v>1061.16969088982</c:v>
                </c:pt>
                <c:pt idx="54">
                  <c:v>1062.0126790673</c:v>
                </c:pt>
                <c:pt idx="55">
                  <c:v>1062.7629634545</c:v>
                </c:pt>
                <c:pt idx="56">
                  <c:v>1063.16222102967</c:v>
                </c:pt>
                <c:pt idx="57">
                  <c:v>1063.99015992364</c:v>
                </c:pt>
                <c:pt idx="58">
                  <c:v>1061.69501388751</c:v>
                </c:pt>
                <c:pt idx="59">
                  <c:v>1063.46983391015</c:v>
                </c:pt>
                <c:pt idx="60">
                  <c:v>1063.38552642957</c:v>
                </c:pt>
                <c:pt idx="61">
                  <c:v>1066.48835548737</c:v>
                </c:pt>
                <c:pt idx="62">
                  <c:v>1067.96672859405</c:v>
                </c:pt>
                <c:pt idx="63">
                  <c:v>1072.02178914501</c:v>
                </c:pt>
                <c:pt idx="64">
                  <c:v>1064.12831404406</c:v>
                </c:pt>
                <c:pt idx="65">
                  <c:v>1067.38402977647</c:v>
                </c:pt>
                <c:pt idx="66">
                  <c:v>1071.41383734365</c:v>
                </c:pt>
                <c:pt idx="67">
                  <c:v>1075.42973876783</c:v>
                </c:pt>
                <c:pt idx="68">
                  <c:v>1071.45864656288</c:v>
                </c:pt>
                <c:pt idx="69">
                  <c:v>1077.85611327479</c:v>
                </c:pt>
                <c:pt idx="70">
                  <c:v>1079.93148112248</c:v>
                </c:pt>
                <c:pt idx="71">
                  <c:v>1081.70367545301</c:v>
                </c:pt>
                <c:pt idx="72">
                  <c:v>1083.50292380835</c:v>
                </c:pt>
                <c:pt idx="73">
                  <c:v>1091.43091158414</c:v>
                </c:pt>
                <c:pt idx="74">
                  <c:v>1091.18769088115</c:v>
                </c:pt>
                <c:pt idx="75">
                  <c:v>1091.57441125514</c:v>
                </c:pt>
                <c:pt idx="76">
                  <c:v>1091.48803556664</c:v>
                </c:pt>
                <c:pt idx="77">
                  <c:v>1092.83912253857</c:v>
                </c:pt>
                <c:pt idx="78">
                  <c:v>1093.66974375043</c:v>
                </c:pt>
                <c:pt idx="79">
                  <c:v>1090.56770706406</c:v>
                </c:pt>
                <c:pt idx="80">
                  <c:v>1089.55854295014</c:v>
                </c:pt>
                <c:pt idx="81">
                  <c:v>1087.49779323782</c:v>
                </c:pt>
                <c:pt idx="82">
                  <c:v>1089.69461283812</c:v>
                </c:pt>
                <c:pt idx="83">
                  <c:v>1092.85203233757</c:v>
                </c:pt>
                <c:pt idx="84">
                  <c:v>1096.73061849485</c:v>
                </c:pt>
                <c:pt idx="85">
                  <c:v>1099.19009718753</c:v>
                </c:pt>
                <c:pt idx="86">
                  <c:v>1099.84202485825</c:v>
                </c:pt>
                <c:pt idx="87">
                  <c:v>1101.20293702997</c:v>
                </c:pt>
                <c:pt idx="88">
                  <c:v>1098.93218602735</c:v>
                </c:pt>
                <c:pt idx="89">
                  <c:v>1102.64277339937</c:v>
                </c:pt>
                <c:pt idx="90">
                  <c:v>1103.01556399302</c:v>
                </c:pt>
                <c:pt idx="91">
                  <c:v>1103.48766465945</c:v>
                </c:pt>
                <c:pt idx="92">
                  <c:v>1104.71861682252</c:v>
                </c:pt>
                <c:pt idx="93">
                  <c:v>1106.01186398873</c:v>
                </c:pt>
                <c:pt idx="94">
                  <c:v>1105.80484003888</c:v>
                </c:pt>
                <c:pt idx="95">
                  <c:v>1105.90356191237</c:v>
                </c:pt>
                <c:pt idx="96">
                  <c:v>1106.34561449344</c:v>
                </c:pt>
                <c:pt idx="97">
                  <c:v>1106.5642730477</c:v>
                </c:pt>
                <c:pt idx="98">
                  <c:v>1106.83872589992</c:v>
                </c:pt>
                <c:pt idx="99">
                  <c:v>1107.41813534985</c:v>
                </c:pt>
                <c:pt idx="100">
                  <c:v>1106.65129025421</c:v>
                </c:pt>
                <c:pt idx="101">
                  <c:v>1107.50354688496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[csi300_vol_test.csv]Sheet2!$C$1</c:f>
              <c:strCache>
                <c:ptCount val="1"/>
                <c:pt idx="0">
                  <c:v>沪深300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[csi300_vol_test.csv]Sheet2!$A$2:$A$103</c:f>
              <c:numCache>
                <c:formatCode>yyyy/m/d</c:formatCode>
                <c:ptCount val="102"/>
                <c:pt idx="0" c:formatCode="yyyy/m/d">
                  <c:v>44046</c:v>
                </c:pt>
                <c:pt idx="1" c:formatCode="yyyy/m/d">
                  <c:v>44047</c:v>
                </c:pt>
                <c:pt idx="2" c:formatCode="yyyy/m/d">
                  <c:v>44048</c:v>
                </c:pt>
                <c:pt idx="3" c:formatCode="yyyy/m/d">
                  <c:v>44049</c:v>
                </c:pt>
                <c:pt idx="4" c:formatCode="yyyy/m/d">
                  <c:v>44050</c:v>
                </c:pt>
                <c:pt idx="5" c:formatCode="yyyy/m/d">
                  <c:v>44053</c:v>
                </c:pt>
                <c:pt idx="6" c:formatCode="yyyy/m/d">
                  <c:v>44054</c:v>
                </c:pt>
                <c:pt idx="7" c:formatCode="yyyy/m/d">
                  <c:v>44055</c:v>
                </c:pt>
                <c:pt idx="8" c:formatCode="yyyy/m/d">
                  <c:v>44056</c:v>
                </c:pt>
                <c:pt idx="9" c:formatCode="yyyy/m/d">
                  <c:v>44057</c:v>
                </c:pt>
                <c:pt idx="10" c:formatCode="yyyy/m/d">
                  <c:v>44060</c:v>
                </c:pt>
                <c:pt idx="11" c:formatCode="yyyy/m/d">
                  <c:v>44061</c:v>
                </c:pt>
                <c:pt idx="12" c:formatCode="yyyy/m/d">
                  <c:v>44062</c:v>
                </c:pt>
                <c:pt idx="13" c:formatCode="yyyy/m/d">
                  <c:v>44063</c:v>
                </c:pt>
                <c:pt idx="14" c:formatCode="yyyy/m/d">
                  <c:v>44064</c:v>
                </c:pt>
                <c:pt idx="15" c:formatCode="yyyy/m/d">
                  <c:v>44067</c:v>
                </c:pt>
                <c:pt idx="16" c:formatCode="yyyy/m/d">
                  <c:v>44068</c:v>
                </c:pt>
                <c:pt idx="17" c:formatCode="yyyy/m/d">
                  <c:v>44069</c:v>
                </c:pt>
                <c:pt idx="18" c:formatCode="yyyy/m/d">
                  <c:v>44070</c:v>
                </c:pt>
                <c:pt idx="19" c:formatCode="yyyy/m/d">
                  <c:v>44071</c:v>
                </c:pt>
                <c:pt idx="20" c:formatCode="yyyy/m/d">
                  <c:v>44074</c:v>
                </c:pt>
                <c:pt idx="21" c:formatCode="yyyy/m/d">
                  <c:v>44075</c:v>
                </c:pt>
                <c:pt idx="22" c:formatCode="yyyy/m/d">
                  <c:v>44076</c:v>
                </c:pt>
                <c:pt idx="23" c:formatCode="yyyy/m/d">
                  <c:v>44077</c:v>
                </c:pt>
                <c:pt idx="24" c:formatCode="yyyy/m/d">
                  <c:v>44078</c:v>
                </c:pt>
                <c:pt idx="25" c:formatCode="yyyy/m/d">
                  <c:v>44081</c:v>
                </c:pt>
                <c:pt idx="26" c:formatCode="yyyy/m/d">
                  <c:v>44082</c:v>
                </c:pt>
                <c:pt idx="27" c:formatCode="yyyy/m/d">
                  <c:v>44083</c:v>
                </c:pt>
                <c:pt idx="28" c:formatCode="yyyy/m/d">
                  <c:v>44084</c:v>
                </c:pt>
                <c:pt idx="29" c:formatCode="yyyy/m/d">
                  <c:v>44085</c:v>
                </c:pt>
                <c:pt idx="30" c:formatCode="yyyy/m/d">
                  <c:v>44088</c:v>
                </c:pt>
                <c:pt idx="31" c:formatCode="yyyy/m/d">
                  <c:v>44089</c:v>
                </c:pt>
                <c:pt idx="32" c:formatCode="yyyy/m/d">
                  <c:v>44090</c:v>
                </c:pt>
                <c:pt idx="33" c:formatCode="yyyy/m/d">
                  <c:v>44091</c:v>
                </c:pt>
                <c:pt idx="34" c:formatCode="yyyy/m/d">
                  <c:v>44092</c:v>
                </c:pt>
                <c:pt idx="35" c:formatCode="yyyy/m/d">
                  <c:v>44095</c:v>
                </c:pt>
                <c:pt idx="36" c:formatCode="yyyy/m/d">
                  <c:v>44096</c:v>
                </c:pt>
                <c:pt idx="37" c:formatCode="yyyy/m/d">
                  <c:v>44097</c:v>
                </c:pt>
                <c:pt idx="38" c:formatCode="yyyy/m/d">
                  <c:v>44098</c:v>
                </c:pt>
                <c:pt idx="39" c:formatCode="yyyy/m/d">
                  <c:v>44099</c:v>
                </c:pt>
                <c:pt idx="40" c:formatCode="yyyy/m/d">
                  <c:v>44102</c:v>
                </c:pt>
                <c:pt idx="41" c:formatCode="yyyy/m/d">
                  <c:v>44103</c:v>
                </c:pt>
                <c:pt idx="42" c:formatCode="yyyy/m/d">
                  <c:v>44104</c:v>
                </c:pt>
                <c:pt idx="43" c:formatCode="yyyy/m/d">
                  <c:v>44113</c:v>
                </c:pt>
                <c:pt idx="44" c:formatCode="yyyy/m/d">
                  <c:v>44116</c:v>
                </c:pt>
                <c:pt idx="45" c:formatCode="yyyy/m/d">
                  <c:v>44117</c:v>
                </c:pt>
                <c:pt idx="46" c:formatCode="yyyy/m/d">
                  <c:v>44118</c:v>
                </c:pt>
                <c:pt idx="47" c:formatCode="yyyy/m/d">
                  <c:v>44119</c:v>
                </c:pt>
                <c:pt idx="48" c:formatCode="yyyy/m/d">
                  <c:v>44120</c:v>
                </c:pt>
                <c:pt idx="49" c:formatCode="yyyy/m/d">
                  <c:v>44123</c:v>
                </c:pt>
                <c:pt idx="50" c:formatCode="yyyy/m/d">
                  <c:v>44124</c:v>
                </c:pt>
                <c:pt idx="51" c:formatCode="yyyy/m/d">
                  <c:v>44125</c:v>
                </c:pt>
                <c:pt idx="52" c:formatCode="yyyy/m/d">
                  <c:v>44126</c:v>
                </c:pt>
                <c:pt idx="53" c:formatCode="yyyy/m/d">
                  <c:v>44127</c:v>
                </c:pt>
                <c:pt idx="54" c:formatCode="yyyy/m/d">
                  <c:v>44130</c:v>
                </c:pt>
                <c:pt idx="55" c:formatCode="yyyy/m/d">
                  <c:v>44131</c:v>
                </c:pt>
                <c:pt idx="56" c:formatCode="yyyy/m/d">
                  <c:v>44132</c:v>
                </c:pt>
                <c:pt idx="57" c:formatCode="yyyy/m/d">
                  <c:v>44133</c:v>
                </c:pt>
                <c:pt idx="58" c:formatCode="yyyy/m/d">
                  <c:v>44134</c:v>
                </c:pt>
                <c:pt idx="59" c:formatCode="yyyy/m/d">
                  <c:v>44137</c:v>
                </c:pt>
                <c:pt idx="60" c:formatCode="yyyy/m/d">
                  <c:v>44138</c:v>
                </c:pt>
                <c:pt idx="61" c:formatCode="yyyy/m/d">
                  <c:v>44139</c:v>
                </c:pt>
                <c:pt idx="62" c:formatCode="yyyy/m/d">
                  <c:v>44140</c:v>
                </c:pt>
                <c:pt idx="63" c:formatCode="yyyy/m/d">
                  <c:v>44141</c:v>
                </c:pt>
                <c:pt idx="64" c:formatCode="yyyy/m/d">
                  <c:v>44144</c:v>
                </c:pt>
                <c:pt idx="65" c:formatCode="yyyy/m/d">
                  <c:v>44145</c:v>
                </c:pt>
                <c:pt idx="66" c:formatCode="yyyy/m/d">
                  <c:v>44146</c:v>
                </c:pt>
                <c:pt idx="67" c:formatCode="yyyy/m/d">
                  <c:v>44147</c:v>
                </c:pt>
                <c:pt idx="68" c:formatCode="yyyy/m/d">
                  <c:v>44148</c:v>
                </c:pt>
                <c:pt idx="69" c:formatCode="yyyy/m/d">
                  <c:v>44151</c:v>
                </c:pt>
                <c:pt idx="70" c:formatCode="yyyy/m/d">
                  <c:v>44152</c:v>
                </c:pt>
                <c:pt idx="71" c:formatCode="yyyy/m/d">
                  <c:v>44153</c:v>
                </c:pt>
                <c:pt idx="72" c:formatCode="yyyy/m/d">
                  <c:v>44154</c:v>
                </c:pt>
                <c:pt idx="73" c:formatCode="yyyy/m/d">
                  <c:v>44155</c:v>
                </c:pt>
                <c:pt idx="74" c:formatCode="yyyy/m/d">
                  <c:v>44158</c:v>
                </c:pt>
                <c:pt idx="75" c:formatCode="yyyy/m/d">
                  <c:v>44159</c:v>
                </c:pt>
                <c:pt idx="76" c:formatCode="yyyy/m/d">
                  <c:v>44160</c:v>
                </c:pt>
                <c:pt idx="77" c:formatCode="yyyy/m/d">
                  <c:v>44161</c:v>
                </c:pt>
                <c:pt idx="78" c:formatCode="yyyy/m/d">
                  <c:v>44162</c:v>
                </c:pt>
                <c:pt idx="79" c:formatCode="yyyy/m/d">
                  <c:v>44165</c:v>
                </c:pt>
                <c:pt idx="80" c:formatCode="yyyy/m/d">
                  <c:v>44166</c:v>
                </c:pt>
                <c:pt idx="81" c:formatCode="yyyy/m/d">
                  <c:v>44167</c:v>
                </c:pt>
                <c:pt idx="82" c:formatCode="yyyy/m/d">
                  <c:v>44168</c:v>
                </c:pt>
                <c:pt idx="83" c:formatCode="yyyy/m/d">
                  <c:v>44169</c:v>
                </c:pt>
                <c:pt idx="84" c:formatCode="yyyy/m/d">
                  <c:v>44172</c:v>
                </c:pt>
                <c:pt idx="85" c:formatCode="yyyy/m/d">
                  <c:v>44173</c:v>
                </c:pt>
                <c:pt idx="86" c:formatCode="yyyy/m/d">
                  <c:v>44174</c:v>
                </c:pt>
                <c:pt idx="87" c:formatCode="yyyy/m/d">
                  <c:v>44175</c:v>
                </c:pt>
                <c:pt idx="88" c:formatCode="yyyy/m/d">
                  <c:v>44176</c:v>
                </c:pt>
                <c:pt idx="89" c:formatCode="yyyy/m/d">
                  <c:v>44179</c:v>
                </c:pt>
                <c:pt idx="90" c:formatCode="yyyy/m/d">
                  <c:v>44180</c:v>
                </c:pt>
                <c:pt idx="91" c:formatCode="yyyy/m/d">
                  <c:v>44181</c:v>
                </c:pt>
                <c:pt idx="92" c:formatCode="yyyy/m/d">
                  <c:v>44182</c:v>
                </c:pt>
                <c:pt idx="93" c:formatCode="yyyy/m/d">
                  <c:v>44183</c:v>
                </c:pt>
                <c:pt idx="94" c:formatCode="yyyy/m/d">
                  <c:v>44186</c:v>
                </c:pt>
                <c:pt idx="95" c:formatCode="yyyy/m/d">
                  <c:v>44187</c:v>
                </c:pt>
                <c:pt idx="96" c:formatCode="yyyy/m/d">
                  <c:v>44188</c:v>
                </c:pt>
                <c:pt idx="97" c:formatCode="yyyy/m/d">
                  <c:v>44189</c:v>
                </c:pt>
                <c:pt idx="98" c:formatCode="yyyy/m/d">
                  <c:v>44190</c:v>
                </c:pt>
                <c:pt idx="99" c:formatCode="yyyy/m/d">
                  <c:v>44193</c:v>
                </c:pt>
                <c:pt idx="100" c:formatCode="yyyy/m/d">
                  <c:v>44194</c:v>
                </c:pt>
                <c:pt idx="101" c:formatCode="yyyy/m/d">
                  <c:v>44195</c:v>
                </c:pt>
              </c:numCache>
            </c:numRef>
          </c:cat>
          <c:val>
            <c:numRef>
              <c:f>[csi300_vol_test.csv]Sheet2!$C$2:$C$103</c:f>
              <c:numCache>
                <c:formatCode>General</c:formatCode>
                <c:ptCount val="102"/>
                <c:pt idx="0">
                  <c:v>1000</c:v>
                </c:pt>
                <c:pt idx="1">
                  <c:v>1000.94129265521</c:v>
                </c:pt>
                <c:pt idx="2">
                  <c:v>1001.2151796435</c:v>
                </c:pt>
                <c:pt idx="3">
                  <c:v>998.208668435153</c:v>
                </c:pt>
                <c:pt idx="4">
                  <c:v>986.715454096369</c:v>
                </c:pt>
                <c:pt idx="5">
                  <c:v>990.266532615459</c:v>
                </c:pt>
                <c:pt idx="6">
                  <c:v>981.236331062888</c:v>
                </c:pt>
                <c:pt idx="7">
                  <c:v>974.081232600432</c:v>
                </c:pt>
                <c:pt idx="8">
                  <c:v>971.580431457937</c:v>
                </c:pt>
                <c:pt idx="9">
                  <c:v>986.024386169755</c:v>
                </c:pt>
                <c:pt idx="10">
                  <c:v>1009.20396930739</c:v>
                </c:pt>
                <c:pt idx="11">
                  <c:v>1008.68635475659</c:v>
                </c:pt>
                <c:pt idx="12">
                  <c:v>993.579751980116</c:v>
                </c:pt>
                <c:pt idx="13">
                  <c:v>980.68524562746</c:v>
                </c:pt>
                <c:pt idx="14">
                  <c:v>989.003504487551</c:v>
                </c:pt>
                <c:pt idx="15">
                  <c:v>996.759381226669</c:v>
                </c:pt>
                <c:pt idx="16">
                  <c:v>998.03821213918</c:v>
                </c:pt>
                <c:pt idx="17">
                  <c:v>986.339058594168</c:v>
                </c:pt>
                <c:pt idx="18">
                  <c:v>991.623685817169</c:v>
                </c:pt>
                <c:pt idx="19">
                  <c:v>1015.29013723901</c:v>
                </c:pt>
                <c:pt idx="20">
                  <c:v>1009.41131273983</c:v>
                </c:pt>
                <c:pt idx="21">
                  <c:v>1014.84099443528</c:v>
                </c:pt>
                <c:pt idx="22">
                  <c:v>1015.21091373</c:v>
                </c:pt>
                <c:pt idx="23">
                  <c:v>1009.59568554638</c:v>
                </c:pt>
                <c:pt idx="24">
                  <c:v>999.771132085081</c:v>
                </c:pt>
                <c:pt idx="25">
                  <c:v>978.6341112537</c:v>
                </c:pt>
                <c:pt idx="26">
                  <c:v>983.878225502383</c:v>
                </c:pt>
                <c:pt idx="27">
                  <c:v>960.865682408881</c:v>
                </c:pt>
                <c:pt idx="28">
                  <c:v>960.3183485629</c:v>
                </c:pt>
                <c:pt idx="29">
                  <c:v>969.813684331204</c:v>
                </c:pt>
                <c:pt idx="30">
                  <c:v>974.795187318538</c:v>
                </c:pt>
                <c:pt idx="31">
                  <c:v>982.640284818994</c:v>
                </c:pt>
                <c:pt idx="32">
                  <c:v>976.117130071798</c:v>
                </c:pt>
                <c:pt idx="33">
                  <c:v>970.952092621923</c:v>
                </c:pt>
                <c:pt idx="34">
                  <c:v>992.827547816523</c:v>
                </c:pt>
                <c:pt idx="35">
                  <c:v>983.257641348468</c:v>
                </c:pt>
                <c:pt idx="36">
                  <c:v>971.590554461866</c:v>
                </c:pt>
                <c:pt idx="37">
                  <c:v>975.062619057949</c:v>
                </c:pt>
                <c:pt idx="38">
                  <c:v>956.354762873349</c:v>
                </c:pt>
                <c:pt idx="39">
                  <c:v>957.812538314941</c:v>
                </c:pt>
                <c:pt idx="40">
                  <c:v>960.303929045916</c:v>
                </c:pt>
                <c:pt idx="41">
                  <c:v>962.376860363954</c:v>
                </c:pt>
                <c:pt idx="42">
                  <c:v>961.453885525383</c:v>
                </c:pt>
                <c:pt idx="43">
                  <c:v>981.10163013897</c:v>
                </c:pt>
                <c:pt idx="44">
                  <c:v>1010.86634260479</c:v>
                </c:pt>
                <c:pt idx="45">
                  <c:v>1014.22879372147</c:v>
                </c:pt>
                <c:pt idx="46">
                  <c:v>1007.50129262167</c:v>
                </c:pt>
                <c:pt idx="47">
                  <c:v>1005.74795899911</c:v>
                </c:pt>
                <c:pt idx="48">
                  <c:v>1004.26821894444</c:v>
                </c:pt>
                <c:pt idx="49">
                  <c:v>996.683720679704</c:v>
                </c:pt>
                <c:pt idx="50">
                  <c:v>1004.64365035103</c:v>
                </c:pt>
                <c:pt idx="51">
                  <c:v>1004.50978777112</c:v>
                </c:pt>
                <c:pt idx="52">
                  <c:v>1001.39865123024</c:v>
                </c:pt>
                <c:pt idx="53">
                  <c:v>988.929101456602</c:v>
                </c:pt>
                <c:pt idx="54">
                  <c:v>983.217400835955</c:v>
                </c:pt>
                <c:pt idx="55">
                  <c:v>984.903163931255</c:v>
                </c:pt>
                <c:pt idx="56">
                  <c:v>992.865902055012</c:v>
                </c:pt>
                <c:pt idx="57">
                  <c:v>1000.3372238783</c:v>
                </c:pt>
                <c:pt idx="58">
                  <c:v>984.076284274909</c:v>
                </c:pt>
                <c:pt idx="59">
                  <c:v>989.420203378065</c:v>
                </c:pt>
                <c:pt idx="60">
                  <c:v>1001.30991251671</c:v>
                </c:pt>
                <c:pt idx="61">
                  <c:v>1008.87496120039</c:v>
                </c:pt>
                <c:pt idx="62">
                  <c:v>1023.8510966902</c:v>
                </c:pt>
                <c:pt idx="63">
                  <c:v>1023.97810580782</c:v>
                </c:pt>
                <c:pt idx="64">
                  <c:v>1044.02115058105</c:v>
                </c:pt>
                <c:pt idx="65">
                  <c:v>1038.26296378501</c:v>
                </c:pt>
                <c:pt idx="66">
                  <c:v>1027.99796533909</c:v>
                </c:pt>
                <c:pt idx="67">
                  <c:v>1028.74513943862</c:v>
                </c:pt>
                <c:pt idx="68">
                  <c:v>1017.92798666865</c:v>
                </c:pt>
                <c:pt idx="69">
                  <c:v>1027.84568014954</c:v>
                </c:pt>
                <c:pt idx="70">
                  <c:v>1025.87863168006</c:v>
                </c:pt>
                <c:pt idx="71">
                  <c:v>1025.22585511613</c:v>
                </c:pt>
                <c:pt idx="72">
                  <c:v>1032.83757860261</c:v>
                </c:pt>
                <c:pt idx="73">
                  <c:v>1036.0439719817</c:v>
                </c:pt>
                <c:pt idx="74">
                  <c:v>1048.98366507654</c:v>
                </c:pt>
                <c:pt idx="75">
                  <c:v>1042.54063505816</c:v>
                </c:pt>
                <c:pt idx="76">
                  <c:v>1029.2139833266</c:v>
                </c:pt>
                <c:pt idx="77">
                  <c:v>1031.07747535216</c:v>
                </c:pt>
                <c:pt idx="78">
                  <c:v>1043.89862660388</c:v>
                </c:pt>
                <c:pt idx="79">
                  <c:v>1039.59938893105</c:v>
                </c:pt>
                <c:pt idx="80">
                  <c:v>1061.99281497266</c:v>
                </c:pt>
                <c:pt idx="81">
                  <c:v>1062.00256072178</c:v>
                </c:pt>
                <c:pt idx="82">
                  <c:v>1059.88899067782</c:v>
                </c:pt>
                <c:pt idx="83">
                  <c:v>1061.7451891105</c:v>
                </c:pt>
                <c:pt idx="84">
                  <c:v>1052.59015813473</c:v>
                </c:pt>
                <c:pt idx="85">
                  <c:v>1050.0003877341</c:v>
                </c:pt>
                <c:pt idx="86">
                  <c:v>1035.92046295033</c:v>
                </c:pt>
                <c:pt idx="87">
                  <c:v>1035.46488585632</c:v>
                </c:pt>
                <c:pt idx="88">
                  <c:v>1024.79788049867</c:v>
                </c:pt>
                <c:pt idx="89">
                  <c:v>1034.27234150111</c:v>
                </c:pt>
                <c:pt idx="90">
                  <c:v>1036.42374181855</c:v>
                </c:pt>
                <c:pt idx="91">
                  <c:v>1038.26118230398</c:v>
                </c:pt>
                <c:pt idx="92">
                  <c:v>1051.59326231302</c:v>
                </c:pt>
                <c:pt idx="93">
                  <c:v>1047.92330661321</c:v>
                </c:pt>
                <c:pt idx="94">
                  <c:v>1057.74702173051</c:v>
                </c:pt>
                <c:pt idx="95">
                  <c:v>1040.54682245613</c:v>
                </c:pt>
                <c:pt idx="96">
                  <c:v>1049.42299925534</c:v>
                </c:pt>
                <c:pt idx="97">
                  <c:v>1047.93328290694</c:v>
                </c:pt>
                <c:pt idx="98">
                  <c:v>1056.7354968058</c:v>
                </c:pt>
                <c:pt idx="99">
                  <c:v>1061.43041189308</c:v>
                </c:pt>
                <c:pt idx="100">
                  <c:v>1056.92879797607</c:v>
                </c:pt>
                <c:pt idx="101">
                  <c:v>1071.76212156365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327367697"/>
        <c:axId val="240545091"/>
      </c:lineChart>
      <c:lineChart>
        <c:grouping val="standard"/>
        <c:varyColors val="0"/>
        <c:ser>
          <c:idx val="2"/>
          <c:order val="2"/>
          <c:tx>
            <c:strRef>
              <c:f>[csi300_vol_test.csv]Sheet2!$D$1</c:f>
              <c:strCache>
                <c:ptCount val="1"/>
                <c:pt idx="0">
                  <c:v>隐含波动率(右轴)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[csi300_vol_test.csv]Sheet2!$A$2:$A$103</c:f>
              <c:numCache>
                <c:formatCode>yyyy/m/d</c:formatCode>
                <c:ptCount val="102"/>
                <c:pt idx="0" c:formatCode="yyyy/m/d">
                  <c:v>44046</c:v>
                </c:pt>
                <c:pt idx="1" c:formatCode="yyyy/m/d">
                  <c:v>44047</c:v>
                </c:pt>
                <c:pt idx="2" c:formatCode="yyyy/m/d">
                  <c:v>44048</c:v>
                </c:pt>
                <c:pt idx="3" c:formatCode="yyyy/m/d">
                  <c:v>44049</c:v>
                </c:pt>
                <c:pt idx="4" c:formatCode="yyyy/m/d">
                  <c:v>44050</c:v>
                </c:pt>
                <c:pt idx="5" c:formatCode="yyyy/m/d">
                  <c:v>44053</c:v>
                </c:pt>
                <c:pt idx="6" c:formatCode="yyyy/m/d">
                  <c:v>44054</c:v>
                </c:pt>
                <c:pt idx="7" c:formatCode="yyyy/m/d">
                  <c:v>44055</c:v>
                </c:pt>
                <c:pt idx="8" c:formatCode="yyyy/m/d">
                  <c:v>44056</c:v>
                </c:pt>
                <c:pt idx="9" c:formatCode="yyyy/m/d">
                  <c:v>44057</c:v>
                </c:pt>
                <c:pt idx="10" c:formatCode="yyyy/m/d">
                  <c:v>44060</c:v>
                </c:pt>
                <c:pt idx="11" c:formatCode="yyyy/m/d">
                  <c:v>44061</c:v>
                </c:pt>
                <c:pt idx="12" c:formatCode="yyyy/m/d">
                  <c:v>44062</c:v>
                </c:pt>
                <c:pt idx="13" c:formatCode="yyyy/m/d">
                  <c:v>44063</c:v>
                </c:pt>
                <c:pt idx="14" c:formatCode="yyyy/m/d">
                  <c:v>44064</c:v>
                </c:pt>
                <c:pt idx="15" c:formatCode="yyyy/m/d">
                  <c:v>44067</c:v>
                </c:pt>
                <c:pt idx="16" c:formatCode="yyyy/m/d">
                  <c:v>44068</c:v>
                </c:pt>
                <c:pt idx="17" c:formatCode="yyyy/m/d">
                  <c:v>44069</c:v>
                </c:pt>
                <c:pt idx="18" c:formatCode="yyyy/m/d">
                  <c:v>44070</c:v>
                </c:pt>
                <c:pt idx="19" c:formatCode="yyyy/m/d">
                  <c:v>44071</c:v>
                </c:pt>
                <c:pt idx="20" c:formatCode="yyyy/m/d">
                  <c:v>44074</c:v>
                </c:pt>
                <c:pt idx="21" c:formatCode="yyyy/m/d">
                  <c:v>44075</c:v>
                </c:pt>
                <c:pt idx="22" c:formatCode="yyyy/m/d">
                  <c:v>44076</c:v>
                </c:pt>
                <c:pt idx="23" c:formatCode="yyyy/m/d">
                  <c:v>44077</c:v>
                </c:pt>
                <c:pt idx="24" c:formatCode="yyyy/m/d">
                  <c:v>44078</c:v>
                </c:pt>
                <c:pt idx="25" c:formatCode="yyyy/m/d">
                  <c:v>44081</c:v>
                </c:pt>
                <c:pt idx="26" c:formatCode="yyyy/m/d">
                  <c:v>44082</c:v>
                </c:pt>
                <c:pt idx="27" c:formatCode="yyyy/m/d">
                  <c:v>44083</c:v>
                </c:pt>
                <c:pt idx="28" c:formatCode="yyyy/m/d">
                  <c:v>44084</c:v>
                </c:pt>
                <c:pt idx="29" c:formatCode="yyyy/m/d">
                  <c:v>44085</c:v>
                </c:pt>
                <c:pt idx="30" c:formatCode="yyyy/m/d">
                  <c:v>44088</c:v>
                </c:pt>
                <c:pt idx="31" c:formatCode="yyyy/m/d">
                  <c:v>44089</c:v>
                </c:pt>
                <c:pt idx="32" c:formatCode="yyyy/m/d">
                  <c:v>44090</c:v>
                </c:pt>
                <c:pt idx="33" c:formatCode="yyyy/m/d">
                  <c:v>44091</c:v>
                </c:pt>
                <c:pt idx="34" c:formatCode="yyyy/m/d">
                  <c:v>44092</c:v>
                </c:pt>
                <c:pt idx="35" c:formatCode="yyyy/m/d">
                  <c:v>44095</c:v>
                </c:pt>
                <c:pt idx="36" c:formatCode="yyyy/m/d">
                  <c:v>44096</c:v>
                </c:pt>
                <c:pt idx="37" c:formatCode="yyyy/m/d">
                  <c:v>44097</c:v>
                </c:pt>
                <c:pt idx="38" c:formatCode="yyyy/m/d">
                  <c:v>44098</c:v>
                </c:pt>
                <c:pt idx="39" c:formatCode="yyyy/m/d">
                  <c:v>44099</c:v>
                </c:pt>
                <c:pt idx="40" c:formatCode="yyyy/m/d">
                  <c:v>44102</c:v>
                </c:pt>
                <c:pt idx="41" c:formatCode="yyyy/m/d">
                  <c:v>44103</c:v>
                </c:pt>
                <c:pt idx="42" c:formatCode="yyyy/m/d">
                  <c:v>44104</c:v>
                </c:pt>
                <c:pt idx="43" c:formatCode="yyyy/m/d">
                  <c:v>44113</c:v>
                </c:pt>
                <c:pt idx="44" c:formatCode="yyyy/m/d">
                  <c:v>44116</c:v>
                </c:pt>
                <c:pt idx="45" c:formatCode="yyyy/m/d">
                  <c:v>44117</c:v>
                </c:pt>
                <c:pt idx="46" c:formatCode="yyyy/m/d">
                  <c:v>44118</c:v>
                </c:pt>
                <c:pt idx="47" c:formatCode="yyyy/m/d">
                  <c:v>44119</c:v>
                </c:pt>
                <c:pt idx="48" c:formatCode="yyyy/m/d">
                  <c:v>44120</c:v>
                </c:pt>
                <c:pt idx="49" c:formatCode="yyyy/m/d">
                  <c:v>44123</c:v>
                </c:pt>
                <c:pt idx="50" c:formatCode="yyyy/m/d">
                  <c:v>44124</c:v>
                </c:pt>
                <c:pt idx="51" c:formatCode="yyyy/m/d">
                  <c:v>44125</c:v>
                </c:pt>
                <c:pt idx="52" c:formatCode="yyyy/m/d">
                  <c:v>44126</c:v>
                </c:pt>
                <c:pt idx="53" c:formatCode="yyyy/m/d">
                  <c:v>44127</c:v>
                </c:pt>
                <c:pt idx="54" c:formatCode="yyyy/m/d">
                  <c:v>44130</c:v>
                </c:pt>
                <c:pt idx="55" c:formatCode="yyyy/m/d">
                  <c:v>44131</c:v>
                </c:pt>
                <c:pt idx="56" c:formatCode="yyyy/m/d">
                  <c:v>44132</c:v>
                </c:pt>
                <c:pt idx="57" c:formatCode="yyyy/m/d">
                  <c:v>44133</c:v>
                </c:pt>
                <c:pt idx="58" c:formatCode="yyyy/m/d">
                  <c:v>44134</c:v>
                </c:pt>
                <c:pt idx="59" c:formatCode="yyyy/m/d">
                  <c:v>44137</c:v>
                </c:pt>
                <c:pt idx="60" c:formatCode="yyyy/m/d">
                  <c:v>44138</c:v>
                </c:pt>
                <c:pt idx="61" c:formatCode="yyyy/m/d">
                  <c:v>44139</c:v>
                </c:pt>
                <c:pt idx="62" c:formatCode="yyyy/m/d">
                  <c:v>44140</c:v>
                </c:pt>
                <c:pt idx="63" c:formatCode="yyyy/m/d">
                  <c:v>44141</c:v>
                </c:pt>
                <c:pt idx="64" c:formatCode="yyyy/m/d">
                  <c:v>44144</c:v>
                </c:pt>
                <c:pt idx="65" c:formatCode="yyyy/m/d">
                  <c:v>44145</c:v>
                </c:pt>
                <c:pt idx="66" c:formatCode="yyyy/m/d">
                  <c:v>44146</c:v>
                </c:pt>
                <c:pt idx="67" c:formatCode="yyyy/m/d">
                  <c:v>44147</c:v>
                </c:pt>
                <c:pt idx="68" c:formatCode="yyyy/m/d">
                  <c:v>44148</c:v>
                </c:pt>
                <c:pt idx="69" c:formatCode="yyyy/m/d">
                  <c:v>44151</c:v>
                </c:pt>
                <c:pt idx="70" c:formatCode="yyyy/m/d">
                  <c:v>44152</c:v>
                </c:pt>
                <c:pt idx="71" c:formatCode="yyyy/m/d">
                  <c:v>44153</c:v>
                </c:pt>
                <c:pt idx="72" c:formatCode="yyyy/m/d">
                  <c:v>44154</c:v>
                </c:pt>
                <c:pt idx="73" c:formatCode="yyyy/m/d">
                  <c:v>44155</c:v>
                </c:pt>
                <c:pt idx="74" c:formatCode="yyyy/m/d">
                  <c:v>44158</c:v>
                </c:pt>
                <c:pt idx="75" c:formatCode="yyyy/m/d">
                  <c:v>44159</c:v>
                </c:pt>
                <c:pt idx="76" c:formatCode="yyyy/m/d">
                  <c:v>44160</c:v>
                </c:pt>
                <c:pt idx="77" c:formatCode="yyyy/m/d">
                  <c:v>44161</c:v>
                </c:pt>
                <c:pt idx="78" c:formatCode="yyyy/m/d">
                  <c:v>44162</c:v>
                </c:pt>
                <c:pt idx="79" c:formatCode="yyyy/m/d">
                  <c:v>44165</c:v>
                </c:pt>
                <c:pt idx="80" c:formatCode="yyyy/m/d">
                  <c:v>44166</c:v>
                </c:pt>
                <c:pt idx="81" c:formatCode="yyyy/m/d">
                  <c:v>44167</c:v>
                </c:pt>
                <c:pt idx="82" c:formatCode="yyyy/m/d">
                  <c:v>44168</c:v>
                </c:pt>
                <c:pt idx="83" c:formatCode="yyyy/m/d">
                  <c:v>44169</c:v>
                </c:pt>
                <c:pt idx="84" c:formatCode="yyyy/m/d">
                  <c:v>44172</c:v>
                </c:pt>
                <c:pt idx="85" c:formatCode="yyyy/m/d">
                  <c:v>44173</c:v>
                </c:pt>
                <c:pt idx="86" c:formatCode="yyyy/m/d">
                  <c:v>44174</c:v>
                </c:pt>
                <c:pt idx="87" c:formatCode="yyyy/m/d">
                  <c:v>44175</c:v>
                </c:pt>
                <c:pt idx="88" c:formatCode="yyyy/m/d">
                  <c:v>44176</c:v>
                </c:pt>
                <c:pt idx="89" c:formatCode="yyyy/m/d">
                  <c:v>44179</c:v>
                </c:pt>
                <c:pt idx="90" c:formatCode="yyyy/m/d">
                  <c:v>44180</c:v>
                </c:pt>
                <c:pt idx="91" c:formatCode="yyyy/m/d">
                  <c:v>44181</c:v>
                </c:pt>
                <c:pt idx="92" c:formatCode="yyyy/m/d">
                  <c:v>44182</c:v>
                </c:pt>
                <c:pt idx="93" c:formatCode="yyyy/m/d">
                  <c:v>44183</c:v>
                </c:pt>
                <c:pt idx="94" c:formatCode="yyyy/m/d">
                  <c:v>44186</c:v>
                </c:pt>
                <c:pt idx="95" c:formatCode="yyyy/m/d">
                  <c:v>44187</c:v>
                </c:pt>
                <c:pt idx="96" c:formatCode="yyyy/m/d">
                  <c:v>44188</c:v>
                </c:pt>
                <c:pt idx="97" c:formatCode="yyyy/m/d">
                  <c:v>44189</c:v>
                </c:pt>
                <c:pt idx="98" c:formatCode="yyyy/m/d">
                  <c:v>44190</c:v>
                </c:pt>
                <c:pt idx="99" c:formatCode="yyyy/m/d">
                  <c:v>44193</c:v>
                </c:pt>
                <c:pt idx="100" c:formatCode="yyyy/m/d">
                  <c:v>44194</c:v>
                </c:pt>
                <c:pt idx="101" c:formatCode="yyyy/m/d">
                  <c:v>44195</c:v>
                </c:pt>
              </c:numCache>
            </c:numRef>
          </c:cat>
          <c:val>
            <c:numRef>
              <c:f>[csi300_vol_test.csv]Sheet2!$D$2:$D$103</c:f>
              <c:numCache>
                <c:formatCode>General</c:formatCode>
                <c:ptCount val="102"/>
                <c:pt idx="0">
                  <c:v>0.327030454483132</c:v>
                </c:pt>
                <c:pt idx="1">
                  <c:v>0.319643392583366</c:v>
                </c:pt>
                <c:pt idx="2">
                  <c:v>0.318451963301207</c:v>
                </c:pt>
                <c:pt idx="3">
                  <c:v>0.314451172858031</c:v>
                </c:pt>
                <c:pt idx="4">
                  <c:v>0.319233007868994</c:v>
                </c:pt>
                <c:pt idx="5">
                  <c:v>0.310341692728233</c:v>
                </c:pt>
                <c:pt idx="6">
                  <c:v>0.295857754651217</c:v>
                </c:pt>
                <c:pt idx="7">
                  <c:v>0.285582829402988</c:v>
                </c:pt>
                <c:pt idx="8">
                  <c:v>0.289043984785332</c:v>
                </c:pt>
                <c:pt idx="9">
                  <c:v>0.2693917967004</c:v>
                </c:pt>
                <c:pt idx="10">
                  <c:v>0.305536040123924</c:v>
                </c:pt>
                <c:pt idx="11">
                  <c:v>0.31300537016001</c:v>
                </c:pt>
                <c:pt idx="12">
                  <c:v>0.307280699826088</c:v>
                </c:pt>
                <c:pt idx="13">
                  <c:v>0.29444049598639</c:v>
                </c:pt>
                <c:pt idx="14">
                  <c:v>0.287498901392552</c:v>
                </c:pt>
                <c:pt idx="15">
                  <c:v>0.28596906878912</c:v>
                </c:pt>
                <c:pt idx="16">
                  <c:v>0.269746498833831</c:v>
                </c:pt>
                <c:pt idx="17">
                  <c:v>0.279214911268869</c:v>
                </c:pt>
                <c:pt idx="18">
                  <c:v>0.273416641109126</c:v>
                </c:pt>
                <c:pt idx="19">
                  <c:v>0.274048037258483</c:v>
                </c:pt>
                <c:pt idx="20">
                  <c:v>0.28470652228861</c:v>
                </c:pt>
                <c:pt idx="21">
                  <c:v>0.27034929914633</c:v>
                </c:pt>
                <c:pt idx="22">
                  <c:v>0.293076959098306</c:v>
                </c:pt>
                <c:pt idx="23">
                  <c:v>0.293007047861159</c:v>
                </c:pt>
                <c:pt idx="24">
                  <c:v>0.281762059239679</c:v>
                </c:pt>
                <c:pt idx="25">
                  <c:v>0.28938204652485</c:v>
                </c:pt>
                <c:pt idx="26">
                  <c:v>0.276149299346589</c:v>
                </c:pt>
                <c:pt idx="27">
                  <c:v>0.28512536094774</c:v>
                </c:pt>
                <c:pt idx="28">
                  <c:v>0.255830744287782</c:v>
                </c:pt>
                <c:pt idx="29">
                  <c:v>0.218269473548757</c:v>
                </c:pt>
                <c:pt idx="30">
                  <c:v>0.266934711948368</c:v>
                </c:pt>
                <c:pt idx="31">
                  <c:v>0.25559900613762</c:v>
                </c:pt>
                <c:pt idx="32">
                  <c:v>0.243884967829866</c:v>
                </c:pt>
                <c:pt idx="33">
                  <c:v>0.251144289654555</c:v>
                </c:pt>
                <c:pt idx="34">
                  <c:v>0.252899992424901</c:v>
                </c:pt>
                <c:pt idx="35">
                  <c:v>0.27269954682329</c:v>
                </c:pt>
                <c:pt idx="36">
                  <c:v>0.279685066512775</c:v>
                </c:pt>
                <c:pt idx="37">
                  <c:v>0.269148318773473</c:v>
                </c:pt>
                <c:pt idx="38">
                  <c:v>0.284244796023106</c:v>
                </c:pt>
                <c:pt idx="39">
                  <c:v>0.294421216710051</c:v>
                </c:pt>
                <c:pt idx="40">
                  <c:v>0.311624447952517</c:v>
                </c:pt>
                <c:pt idx="41">
                  <c:v>0.337040911825851</c:v>
                </c:pt>
                <c:pt idx="42">
                  <c:v>0.34783299118337</c:v>
                </c:pt>
                <c:pt idx="43">
                  <c:v>0.221183834835397</c:v>
                </c:pt>
                <c:pt idx="44">
                  <c:v>0.245269803703697</c:v>
                </c:pt>
                <c:pt idx="45">
                  <c:v>0.247385577381893</c:v>
                </c:pt>
                <c:pt idx="46">
                  <c:v>0.236659620339758</c:v>
                </c:pt>
                <c:pt idx="47">
                  <c:v>0.242322311813298</c:v>
                </c:pt>
                <c:pt idx="48">
                  <c:v>0.240810969812965</c:v>
                </c:pt>
                <c:pt idx="49">
                  <c:v>0.218102626559595</c:v>
                </c:pt>
                <c:pt idx="50">
                  <c:v>0.208821656560429</c:v>
                </c:pt>
                <c:pt idx="51">
                  <c:v>0.21378614709269</c:v>
                </c:pt>
                <c:pt idx="52">
                  <c:v>0.219818819181979</c:v>
                </c:pt>
                <c:pt idx="53">
                  <c:v>0.233285126133797</c:v>
                </c:pt>
                <c:pt idx="54">
                  <c:v>0.218990455645579</c:v>
                </c:pt>
                <c:pt idx="55">
                  <c:v>0.212640145491173</c:v>
                </c:pt>
                <c:pt idx="56">
                  <c:v>0.216976161054222</c:v>
                </c:pt>
                <c:pt idx="57">
                  <c:v>0.216986382351598</c:v>
                </c:pt>
                <c:pt idx="58">
                  <c:v>0.229056502025723</c:v>
                </c:pt>
                <c:pt idx="59">
                  <c:v>0.222954753135374</c:v>
                </c:pt>
                <c:pt idx="60">
                  <c:v>0.224126874053736</c:v>
                </c:pt>
                <c:pt idx="61">
                  <c:v>0.213663413319471</c:v>
                </c:pt>
                <c:pt idx="62">
                  <c:v>0.212565273978609</c:v>
                </c:pt>
                <c:pt idx="63">
                  <c:v>0.199703452459642</c:v>
                </c:pt>
                <c:pt idx="64">
                  <c:v>0.235312219837623</c:v>
                </c:pt>
                <c:pt idx="65">
                  <c:v>0.215189395523965</c:v>
                </c:pt>
                <c:pt idx="66">
                  <c:v>0.211476358658675</c:v>
                </c:pt>
                <c:pt idx="67">
                  <c:v>0.206937726288775</c:v>
                </c:pt>
                <c:pt idx="68">
                  <c:v>0.183681116047047</c:v>
                </c:pt>
                <c:pt idx="69">
                  <c:v>0.199471895976534</c:v>
                </c:pt>
                <c:pt idx="70">
                  <c:v>0.194826769897102</c:v>
                </c:pt>
                <c:pt idx="71">
                  <c:v>0.205607890288924</c:v>
                </c:pt>
                <c:pt idx="72">
                  <c:v>0.211302489977261</c:v>
                </c:pt>
                <c:pt idx="73">
                  <c:v>0.205797517584807</c:v>
                </c:pt>
                <c:pt idx="74">
                  <c:v>0.213969006437865</c:v>
                </c:pt>
                <c:pt idx="75">
                  <c:v>0.207694757906437</c:v>
                </c:pt>
                <c:pt idx="76">
                  <c:v>0.207061426748437</c:v>
                </c:pt>
                <c:pt idx="77">
                  <c:v>0.196157348806083</c:v>
                </c:pt>
                <c:pt idx="78">
                  <c:v>0.185655291631144</c:v>
                </c:pt>
                <c:pt idx="79">
                  <c:v>0.205969028714996</c:v>
                </c:pt>
                <c:pt idx="80">
                  <c:v>0.229428003569642</c:v>
                </c:pt>
                <c:pt idx="81">
                  <c:v>0.248870906571738</c:v>
                </c:pt>
                <c:pt idx="82">
                  <c:v>0.246966002325947</c:v>
                </c:pt>
                <c:pt idx="83">
                  <c:v>0.236095530893061</c:v>
                </c:pt>
                <c:pt idx="84">
                  <c:v>0.210074282186749</c:v>
                </c:pt>
                <c:pt idx="85">
                  <c:v>0.201842158871148</c:v>
                </c:pt>
                <c:pt idx="86">
                  <c:v>0.197355257237947</c:v>
                </c:pt>
                <c:pt idx="87">
                  <c:v>0.182663401645655</c:v>
                </c:pt>
                <c:pt idx="88">
                  <c:v>0.178460179170126</c:v>
                </c:pt>
                <c:pt idx="89">
                  <c:v>0.179488150864318</c:v>
                </c:pt>
                <c:pt idx="90">
                  <c:v>0.17849064181377</c:v>
                </c:pt>
                <c:pt idx="91">
                  <c:v>0.184147127171874</c:v>
                </c:pt>
                <c:pt idx="92">
                  <c:v>0.185330966537933</c:v>
                </c:pt>
                <c:pt idx="93">
                  <c:v>0.183506890057025</c:v>
                </c:pt>
                <c:pt idx="94">
                  <c:v>0.192817467630276</c:v>
                </c:pt>
                <c:pt idx="95">
                  <c:v>0.187280042666598</c:v>
                </c:pt>
                <c:pt idx="96">
                  <c:v>0.187254778794958</c:v>
                </c:pt>
                <c:pt idx="97">
                  <c:v>0.187471926903796</c:v>
                </c:pt>
                <c:pt idx="98">
                  <c:v>0.189078690812085</c:v>
                </c:pt>
                <c:pt idx="99">
                  <c:v>0.189879836111497</c:v>
                </c:pt>
                <c:pt idx="100">
                  <c:v>0.196635083439849</c:v>
                </c:pt>
                <c:pt idx="101">
                  <c:v>0.197699390822231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96886041"/>
        <c:axId val="226603065"/>
      </c:lineChart>
      <c:dateAx>
        <c:axId val="327367697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40545091"/>
        <c:crosses val="autoZero"/>
        <c:auto val="1"/>
        <c:lblOffset val="100"/>
        <c:baseTimeUnit val="days"/>
        <c:majorUnit val="30"/>
        <c:majorTimeUnit val="days"/>
      </c:dateAx>
      <c:valAx>
        <c:axId val="240545091"/>
        <c:scaling>
          <c:orientation val="minMax"/>
          <c:min val="9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7367697"/>
        <c:crosses val="autoZero"/>
        <c:crossBetween val="between"/>
      </c:valAx>
      <c:dateAx>
        <c:axId val="796886041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26603065"/>
        <c:crosses val="autoZero"/>
        <c:auto val="1"/>
        <c:lblOffset val="100"/>
        <c:baseTimeUnit val="days"/>
      </c:dateAx>
      <c:valAx>
        <c:axId val="226603065"/>
        <c:scaling>
          <c:orientation val="minMax"/>
          <c:min val="0.1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6886041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2020</a:t>
            </a:r>
            <a:r>
              <a:rPr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7</a:t>
            </a:r>
            <a:r>
              <a:rPr altLang="en-US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月初趋势上涨市策略走势</a:t>
            </a:r>
            <a:endParaRPr altLang="en-US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[csi300_vol_test.csv]Sheet4!$B$1</c:f>
              <c:strCache>
                <c:ptCount val="1"/>
                <c:pt idx="0">
                  <c:v>策略走势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[csi300_vol_test.csv]Sheet4!$A$2:$A$15</c:f>
              <c:numCache>
                <c:formatCode>yyyy/m/d</c:formatCode>
                <c:ptCount val="14"/>
                <c:pt idx="0" c:formatCode="yyyy/m/d">
                  <c:v>44001</c:v>
                </c:pt>
                <c:pt idx="1" c:formatCode="yyyy/m/d">
                  <c:v>44004</c:v>
                </c:pt>
                <c:pt idx="2" c:formatCode="yyyy/m/d">
                  <c:v>44005</c:v>
                </c:pt>
                <c:pt idx="3" c:formatCode="yyyy/m/d">
                  <c:v>44006</c:v>
                </c:pt>
                <c:pt idx="4" c:formatCode="yyyy/m/d">
                  <c:v>44011</c:v>
                </c:pt>
                <c:pt idx="5" c:formatCode="yyyy/m/d">
                  <c:v>44012</c:v>
                </c:pt>
                <c:pt idx="6" c:formatCode="yyyy/m/d">
                  <c:v>44013</c:v>
                </c:pt>
                <c:pt idx="7" c:formatCode="yyyy/m/d">
                  <c:v>44014</c:v>
                </c:pt>
                <c:pt idx="8" c:formatCode="yyyy/m/d">
                  <c:v>44015</c:v>
                </c:pt>
                <c:pt idx="9" c:formatCode="yyyy/m/d">
                  <c:v>44018</c:v>
                </c:pt>
                <c:pt idx="10" c:formatCode="yyyy/m/d">
                  <c:v>44019</c:v>
                </c:pt>
                <c:pt idx="11" c:formatCode="yyyy/m/d">
                  <c:v>44020</c:v>
                </c:pt>
                <c:pt idx="12" c:formatCode="yyyy/m/d">
                  <c:v>44021</c:v>
                </c:pt>
                <c:pt idx="13" c:formatCode="yyyy/m/d">
                  <c:v>44022</c:v>
                </c:pt>
              </c:numCache>
            </c:numRef>
          </c:cat>
          <c:val>
            <c:numRef>
              <c:f>[csi300_vol_test.csv]Sheet4!$B$2:$B$15</c:f>
              <c:numCache>
                <c:formatCode>General</c:formatCode>
                <c:ptCount val="14"/>
                <c:pt idx="0">
                  <c:v>1000</c:v>
                </c:pt>
                <c:pt idx="1">
                  <c:v>999.638004590866</c:v>
                </c:pt>
                <c:pt idx="2">
                  <c:v>998.901445160157</c:v>
                </c:pt>
                <c:pt idx="3">
                  <c:v>998.11904716902</c:v>
                </c:pt>
                <c:pt idx="4">
                  <c:v>1001.56667285045</c:v>
                </c:pt>
                <c:pt idx="5">
                  <c:v>1002.42008793168</c:v>
                </c:pt>
                <c:pt idx="6">
                  <c:v>1002.24177438798</c:v>
                </c:pt>
                <c:pt idx="7">
                  <c:v>993.035032810097</c:v>
                </c:pt>
                <c:pt idx="8">
                  <c:v>991.142367369798</c:v>
                </c:pt>
                <c:pt idx="9">
                  <c:v>976.437373163538</c:v>
                </c:pt>
                <c:pt idx="10">
                  <c:v>970.870073754977</c:v>
                </c:pt>
                <c:pt idx="11">
                  <c:v>975.121764452555</c:v>
                </c:pt>
                <c:pt idx="12">
                  <c:v>975.244833211939</c:v>
                </c:pt>
                <c:pt idx="13">
                  <c:v>976.426585492171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[csi300_vol_test.csv]Sheet4!$C$1</c:f>
              <c:strCache>
                <c:ptCount val="1"/>
                <c:pt idx="0">
                  <c:v>沪深300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[csi300_vol_test.csv]Sheet4!$A$2:$A$15</c:f>
              <c:numCache>
                <c:formatCode>yyyy/m/d</c:formatCode>
                <c:ptCount val="14"/>
                <c:pt idx="0" c:formatCode="yyyy/m/d">
                  <c:v>44001</c:v>
                </c:pt>
                <c:pt idx="1" c:formatCode="yyyy/m/d">
                  <c:v>44004</c:v>
                </c:pt>
                <c:pt idx="2" c:formatCode="yyyy/m/d">
                  <c:v>44005</c:v>
                </c:pt>
                <c:pt idx="3" c:formatCode="yyyy/m/d">
                  <c:v>44006</c:v>
                </c:pt>
                <c:pt idx="4" c:formatCode="yyyy/m/d">
                  <c:v>44011</c:v>
                </c:pt>
                <c:pt idx="5" c:formatCode="yyyy/m/d">
                  <c:v>44012</c:v>
                </c:pt>
                <c:pt idx="6" c:formatCode="yyyy/m/d">
                  <c:v>44013</c:v>
                </c:pt>
                <c:pt idx="7" c:formatCode="yyyy/m/d">
                  <c:v>44014</c:v>
                </c:pt>
                <c:pt idx="8" c:formatCode="yyyy/m/d">
                  <c:v>44015</c:v>
                </c:pt>
                <c:pt idx="9" c:formatCode="yyyy/m/d">
                  <c:v>44018</c:v>
                </c:pt>
                <c:pt idx="10" c:formatCode="yyyy/m/d">
                  <c:v>44019</c:v>
                </c:pt>
                <c:pt idx="11" c:formatCode="yyyy/m/d">
                  <c:v>44020</c:v>
                </c:pt>
                <c:pt idx="12" c:formatCode="yyyy/m/d">
                  <c:v>44021</c:v>
                </c:pt>
                <c:pt idx="13" c:formatCode="yyyy/m/d">
                  <c:v>44022</c:v>
                </c:pt>
              </c:numCache>
            </c:numRef>
          </c:cat>
          <c:val>
            <c:numRef>
              <c:f>[csi300_vol_test.csv]Sheet4!$C$2:$C$15</c:f>
              <c:numCache>
                <c:formatCode>General</c:formatCode>
                <c:ptCount val="14"/>
                <c:pt idx="0">
                  <c:v>1000</c:v>
                </c:pt>
                <c:pt idx="1">
                  <c:v>1000.81403671082</c:v>
                </c:pt>
                <c:pt idx="2">
                  <c:v>1005.63223619532</c:v>
                </c:pt>
                <c:pt idx="3">
                  <c:v>1009.82743470841</c:v>
                </c:pt>
                <c:pt idx="4">
                  <c:v>1002.68543062152</c:v>
                </c:pt>
                <c:pt idx="5">
                  <c:v>1015.92074285821</c:v>
                </c:pt>
                <c:pt idx="6">
                  <c:v>1036.37100897246</c:v>
                </c:pt>
                <c:pt idx="7">
                  <c:v>1057.85606420753</c:v>
                </c:pt>
                <c:pt idx="8">
                  <c:v>1078.28956894847</c:v>
                </c:pt>
                <c:pt idx="9">
                  <c:v>1139.40612282964</c:v>
                </c:pt>
                <c:pt idx="10">
                  <c:v>1146.24529989256</c:v>
                </c:pt>
                <c:pt idx="11">
                  <c:v>1164.75793173437</c:v>
                </c:pt>
                <c:pt idx="12">
                  <c:v>1181.04759559076</c:v>
                </c:pt>
                <c:pt idx="13">
                  <c:v>1159.66581676501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984465281"/>
        <c:axId val="804780703"/>
      </c:lineChart>
      <c:lineChart>
        <c:grouping val="standard"/>
        <c:varyColors val="0"/>
        <c:ser>
          <c:idx val="2"/>
          <c:order val="2"/>
          <c:tx>
            <c:strRef>
              <c:f>[csi300_vol_test.csv]Sheet4!$D$1</c:f>
              <c:strCache>
                <c:ptCount val="1"/>
                <c:pt idx="0">
                  <c:v>隐含波动率(右轴)</c:v>
                </c:pt>
              </c:strCache>
            </c:strRef>
          </c:tx>
          <c:spPr>
            <a:ln w="28575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[csi300_vol_test.csv]Sheet4!$A$2:$A$15</c:f>
              <c:numCache>
                <c:formatCode>yyyy/m/d</c:formatCode>
                <c:ptCount val="14"/>
                <c:pt idx="0" c:formatCode="yyyy/m/d">
                  <c:v>44001</c:v>
                </c:pt>
                <c:pt idx="1" c:formatCode="yyyy/m/d">
                  <c:v>44004</c:v>
                </c:pt>
                <c:pt idx="2" c:formatCode="yyyy/m/d">
                  <c:v>44005</c:v>
                </c:pt>
                <c:pt idx="3" c:formatCode="yyyy/m/d">
                  <c:v>44006</c:v>
                </c:pt>
                <c:pt idx="4" c:formatCode="yyyy/m/d">
                  <c:v>44011</c:v>
                </c:pt>
                <c:pt idx="5" c:formatCode="yyyy/m/d">
                  <c:v>44012</c:v>
                </c:pt>
                <c:pt idx="6" c:formatCode="yyyy/m/d">
                  <c:v>44013</c:v>
                </c:pt>
                <c:pt idx="7" c:formatCode="yyyy/m/d">
                  <c:v>44014</c:v>
                </c:pt>
                <c:pt idx="8" c:formatCode="yyyy/m/d">
                  <c:v>44015</c:v>
                </c:pt>
                <c:pt idx="9" c:formatCode="yyyy/m/d">
                  <c:v>44018</c:v>
                </c:pt>
                <c:pt idx="10" c:formatCode="yyyy/m/d">
                  <c:v>44019</c:v>
                </c:pt>
                <c:pt idx="11" c:formatCode="yyyy/m/d">
                  <c:v>44020</c:v>
                </c:pt>
                <c:pt idx="12" c:formatCode="yyyy/m/d">
                  <c:v>44021</c:v>
                </c:pt>
                <c:pt idx="13" c:formatCode="yyyy/m/d">
                  <c:v>44022</c:v>
                </c:pt>
              </c:numCache>
            </c:numRef>
          </c:cat>
          <c:val>
            <c:numRef>
              <c:f>[csi300_vol_test.csv]Sheet4!$D$2:$D$15</c:f>
              <c:numCache>
                <c:formatCode>General</c:formatCode>
                <c:ptCount val="14"/>
                <c:pt idx="0">
                  <c:v>0.187451174389194</c:v>
                </c:pt>
                <c:pt idx="1">
                  <c:v>0.193609331181068</c:v>
                </c:pt>
                <c:pt idx="2">
                  <c:v>0.205224697086509</c:v>
                </c:pt>
                <c:pt idx="3">
                  <c:v>0.213918140933181</c:v>
                </c:pt>
                <c:pt idx="4">
                  <c:v>0.18829597851243</c:v>
                </c:pt>
                <c:pt idx="5">
                  <c:v>0.174722219522398</c:v>
                </c:pt>
                <c:pt idx="6">
                  <c:v>0.176191648811136</c:v>
                </c:pt>
                <c:pt idx="7">
                  <c:v>0.227874804288933</c:v>
                </c:pt>
                <c:pt idx="8">
                  <c:v>0.283929004373711</c:v>
                </c:pt>
                <c:pt idx="9">
                  <c:v>0.363946171058657</c:v>
                </c:pt>
                <c:pt idx="10">
                  <c:v>0.384633774751274</c:v>
                </c:pt>
                <c:pt idx="11">
                  <c:v>0.38980104370996</c:v>
                </c:pt>
                <c:pt idx="12">
                  <c:v>0.387828454230429</c:v>
                </c:pt>
                <c:pt idx="13">
                  <c:v>0.370740007118813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09739213"/>
        <c:axId val="844732612"/>
      </c:lineChart>
      <c:dateAx>
        <c:axId val="98446528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04780703"/>
        <c:crosses val="autoZero"/>
        <c:auto val="1"/>
        <c:lblOffset val="100"/>
        <c:baseTimeUnit val="days"/>
        <c:majorUnit val="5"/>
        <c:majorTimeUnit val="days"/>
      </c:dateAx>
      <c:valAx>
        <c:axId val="804780703"/>
        <c:scaling>
          <c:orientation val="minMax"/>
          <c:min val="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4465281"/>
        <c:crosses val="autoZero"/>
        <c:crossBetween val="between"/>
      </c:valAx>
      <c:dateAx>
        <c:axId val="709739213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44732612"/>
        <c:crosses val="autoZero"/>
        <c:auto val="1"/>
        <c:lblOffset val="100"/>
        <c:baseTimeUnit val="days"/>
      </c:dateAx>
      <c:valAx>
        <c:axId val="8447326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0973921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20240924</a:t>
            </a:r>
            <a:r>
              <a:rPr altLang="en-US"/>
              <a:t>后策略走势</a:t>
            </a:r>
            <a:endParaRPr alt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[CSVC300C_point_all.csv]Sheet3!$B$1</c:f>
              <c:strCache>
                <c:ptCount val="1"/>
                <c:pt idx="0">
                  <c:v>策略走势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[CSVC300C_point_all.csv]Sheet3!$A$2:$A$35</c:f>
              <c:numCache>
                <c:formatCode>yyyy/m/d</c:formatCode>
                <c:ptCount val="34"/>
                <c:pt idx="0" c:formatCode="yyyy/m/d">
                  <c:v>45559</c:v>
                </c:pt>
                <c:pt idx="1" c:formatCode="yyyy/m/d">
                  <c:v>45560</c:v>
                </c:pt>
                <c:pt idx="2" c:formatCode="yyyy/m/d">
                  <c:v>45561</c:v>
                </c:pt>
                <c:pt idx="3" c:formatCode="yyyy/m/d">
                  <c:v>45562</c:v>
                </c:pt>
                <c:pt idx="4" c:formatCode="yyyy/m/d">
                  <c:v>45565</c:v>
                </c:pt>
                <c:pt idx="5" c:formatCode="yyyy/m/d">
                  <c:v>45573</c:v>
                </c:pt>
                <c:pt idx="6" c:formatCode="yyyy/m/d">
                  <c:v>45574</c:v>
                </c:pt>
                <c:pt idx="7" c:formatCode="yyyy/m/d">
                  <c:v>45575</c:v>
                </c:pt>
                <c:pt idx="8" c:formatCode="yyyy/m/d">
                  <c:v>45576</c:v>
                </c:pt>
                <c:pt idx="9" c:formatCode="yyyy/m/d">
                  <c:v>45579</c:v>
                </c:pt>
                <c:pt idx="10" c:formatCode="yyyy/m/d">
                  <c:v>45580</c:v>
                </c:pt>
                <c:pt idx="11" c:formatCode="yyyy/m/d">
                  <c:v>45581</c:v>
                </c:pt>
                <c:pt idx="12" c:formatCode="yyyy/m/d">
                  <c:v>45582</c:v>
                </c:pt>
                <c:pt idx="13" c:formatCode="yyyy/m/d">
                  <c:v>45583</c:v>
                </c:pt>
                <c:pt idx="14" c:formatCode="yyyy/m/d">
                  <c:v>45586</c:v>
                </c:pt>
                <c:pt idx="15" c:formatCode="yyyy/m/d">
                  <c:v>45587</c:v>
                </c:pt>
                <c:pt idx="16" c:formatCode="yyyy/m/d">
                  <c:v>45588</c:v>
                </c:pt>
                <c:pt idx="17" c:formatCode="yyyy/m/d">
                  <c:v>45589</c:v>
                </c:pt>
                <c:pt idx="18" c:formatCode="yyyy/m/d">
                  <c:v>45590</c:v>
                </c:pt>
                <c:pt idx="19" c:formatCode="yyyy/m/d">
                  <c:v>45593</c:v>
                </c:pt>
                <c:pt idx="20" c:formatCode="yyyy/m/d">
                  <c:v>45594</c:v>
                </c:pt>
                <c:pt idx="21" c:formatCode="yyyy/m/d">
                  <c:v>45595</c:v>
                </c:pt>
                <c:pt idx="22" c:formatCode="yyyy/m/d">
                  <c:v>45596</c:v>
                </c:pt>
                <c:pt idx="23" c:formatCode="yyyy/m/d">
                  <c:v>45597</c:v>
                </c:pt>
                <c:pt idx="24" c:formatCode="yyyy/m/d">
                  <c:v>45600</c:v>
                </c:pt>
                <c:pt idx="25" c:formatCode="yyyy/m/d">
                  <c:v>45601</c:v>
                </c:pt>
                <c:pt idx="26" c:formatCode="yyyy/m/d">
                  <c:v>45602</c:v>
                </c:pt>
                <c:pt idx="27" c:formatCode="yyyy/m/d">
                  <c:v>45603</c:v>
                </c:pt>
                <c:pt idx="28" c:formatCode="yyyy/m/d">
                  <c:v>45604</c:v>
                </c:pt>
                <c:pt idx="29" c:formatCode="yyyy/m/d">
                  <c:v>45607</c:v>
                </c:pt>
                <c:pt idx="30" c:formatCode="yyyy/m/d">
                  <c:v>45608</c:v>
                </c:pt>
                <c:pt idx="31" c:formatCode="yyyy/m/d">
                  <c:v>45609</c:v>
                </c:pt>
                <c:pt idx="32" c:formatCode="yyyy/m/d">
                  <c:v>45610</c:v>
                </c:pt>
                <c:pt idx="33" c:formatCode="yyyy/m/d">
                  <c:v>45611</c:v>
                </c:pt>
              </c:numCache>
            </c:numRef>
          </c:cat>
          <c:val>
            <c:numRef>
              <c:f>[CSVC300C_point_all.csv]Sheet3!$B$2:$B$35</c:f>
              <c:numCache>
                <c:formatCode>General</c:formatCode>
                <c:ptCount val="34"/>
                <c:pt idx="0">
                  <c:v>1000</c:v>
                </c:pt>
                <c:pt idx="1">
                  <c:v>994.413420522428</c:v>
                </c:pt>
                <c:pt idx="2">
                  <c:v>992.646473391277</c:v>
                </c:pt>
                <c:pt idx="3">
                  <c:v>990.422498573438</c:v>
                </c:pt>
                <c:pt idx="4">
                  <c:v>980.239442715432</c:v>
                </c:pt>
                <c:pt idx="5">
                  <c:v>981.449777781335</c:v>
                </c:pt>
                <c:pt idx="6">
                  <c:v>974.762167831987</c:v>
                </c:pt>
                <c:pt idx="7">
                  <c:v>983.317945136978</c:v>
                </c:pt>
                <c:pt idx="8">
                  <c:v>984.118075427552</c:v>
                </c:pt>
                <c:pt idx="9">
                  <c:v>991.621883758677</c:v>
                </c:pt>
                <c:pt idx="10">
                  <c:v>991.45582809622</c:v>
                </c:pt>
                <c:pt idx="11">
                  <c:v>992.917292309119</c:v>
                </c:pt>
                <c:pt idx="12">
                  <c:v>990.532457780592</c:v>
                </c:pt>
                <c:pt idx="13">
                  <c:v>984.529866039039</c:v>
                </c:pt>
                <c:pt idx="14">
                  <c:v>987.404250469255</c:v>
                </c:pt>
                <c:pt idx="15">
                  <c:v>991.209781149363</c:v>
                </c:pt>
                <c:pt idx="16">
                  <c:v>993.470512579038</c:v>
                </c:pt>
                <c:pt idx="17">
                  <c:v>993.625487650355</c:v>
                </c:pt>
                <c:pt idx="18">
                  <c:v>992.91770012392</c:v>
                </c:pt>
                <c:pt idx="19">
                  <c:v>992.925963036555</c:v>
                </c:pt>
                <c:pt idx="20">
                  <c:v>993.894332497139</c:v>
                </c:pt>
                <c:pt idx="21">
                  <c:v>992.756581543656</c:v>
                </c:pt>
                <c:pt idx="22">
                  <c:v>990.820192943683</c:v>
                </c:pt>
                <c:pt idx="23">
                  <c:v>991.730529094405</c:v>
                </c:pt>
                <c:pt idx="24">
                  <c:v>994.64402496845</c:v>
                </c:pt>
                <c:pt idx="25">
                  <c:v>996.494552130972</c:v>
                </c:pt>
                <c:pt idx="26">
                  <c:v>1000.822539658</c:v>
                </c:pt>
                <c:pt idx="27">
                  <c:v>1008.42750878825</c:v>
                </c:pt>
                <c:pt idx="28">
                  <c:v>1004.91154852391</c:v>
                </c:pt>
                <c:pt idx="29">
                  <c:v>1023.41526906044</c:v>
                </c:pt>
                <c:pt idx="30">
                  <c:v>1025.74593528637</c:v>
                </c:pt>
                <c:pt idx="31">
                  <c:v>1030.50457070197</c:v>
                </c:pt>
                <c:pt idx="32">
                  <c:v>1030.75028868254</c:v>
                </c:pt>
                <c:pt idx="33">
                  <c:v>1033.13270020275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[CSVC300C_point_all.csv]Sheet3!$C$1</c:f>
              <c:strCache>
                <c:ptCount val="1"/>
                <c:pt idx="0">
                  <c:v>沪深300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[CSVC300C_point_all.csv]Sheet3!$A$2:$A$35</c:f>
              <c:numCache>
                <c:formatCode>yyyy/m/d</c:formatCode>
                <c:ptCount val="34"/>
                <c:pt idx="0" c:formatCode="yyyy/m/d">
                  <c:v>45559</c:v>
                </c:pt>
                <c:pt idx="1" c:formatCode="yyyy/m/d">
                  <c:v>45560</c:v>
                </c:pt>
                <c:pt idx="2" c:formatCode="yyyy/m/d">
                  <c:v>45561</c:v>
                </c:pt>
                <c:pt idx="3" c:formatCode="yyyy/m/d">
                  <c:v>45562</c:v>
                </c:pt>
                <c:pt idx="4" c:formatCode="yyyy/m/d">
                  <c:v>45565</c:v>
                </c:pt>
                <c:pt idx="5" c:formatCode="yyyy/m/d">
                  <c:v>45573</c:v>
                </c:pt>
                <c:pt idx="6" c:formatCode="yyyy/m/d">
                  <c:v>45574</c:v>
                </c:pt>
                <c:pt idx="7" c:formatCode="yyyy/m/d">
                  <c:v>45575</c:v>
                </c:pt>
                <c:pt idx="8" c:formatCode="yyyy/m/d">
                  <c:v>45576</c:v>
                </c:pt>
                <c:pt idx="9" c:formatCode="yyyy/m/d">
                  <c:v>45579</c:v>
                </c:pt>
                <c:pt idx="10" c:formatCode="yyyy/m/d">
                  <c:v>45580</c:v>
                </c:pt>
                <c:pt idx="11" c:formatCode="yyyy/m/d">
                  <c:v>45581</c:v>
                </c:pt>
                <c:pt idx="12" c:formatCode="yyyy/m/d">
                  <c:v>45582</c:v>
                </c:pt>
                <c:pt idx="13" c:formatCode="yyyy/m/d">
                  <c:v>45583</c:v>
                </c:pt>
                <c:pt idx="14" c:formatCode="yyyy/m/d">
                  <c:v>45586</c:v>
                </c:pt>
                <c:pt idx="15" c:formatCode="yyyy/m/d">
                  <c:v>45587</c:v>
                </c:pt>
                <c:pt idx="16" c:formatCode="yyyy/m/d">
                  <c:v>45588</c:v>
                </c:pt>
                <c:pt idx="17" c:formatCode="yyyy/m/d">
                  <c:v>45589</c:v>
                </c:pt>
                <c:pt idx="18" c:formatCode="yyyy/m/d">
                  <c:v>45590</c:v>
                </c:pt>
                <c:pt idx="19" c:formatCode="yyyy/m/d">
                  <c:v>45593</c:v>
                </c:pt>
                <c:pt idx="20" c:formatCode="yyyy/m/d">
                  <c:v>45594</c:v>
                </c:pt>
                <c:pt idx="21" c:formatCode="yyyy/m/d">
                  <c:v>45595</c:v>
                </c:pt>
                <c:pt idx="22" c:formatCode="yyyy/m/d">
                  <c:v>45596</c:v>
                </c:pt>
                <c:pt idx="23" c:formatCode="yyyy/m/d">
                  <c:v>45597</c:v>
                </c:pt>
                <c:pt idx="24" c:formatCode="yyyy/m/d">
                  <c:v>45600</c:v>
                </c:pt>
                <c:pt idx="25" c:formatCode="yyyy/m/d">
                  <c:v>45601</c:v>
                </c:pt>
                <c:pt idx="26" c:formatCode="yyyy/m/d">
                  <c:v>45602</c:v>
                </c:pt>
                <c:pt idx="27" c:formatCode="yyyy/m/d">
                  <c:v>45603</c:v>
                </c:pt>
                <c:pt idx="28" c:formatCode="yyyy/m/d">
                  <c:v>45604</c:v>
                </c:pt>
                <c:pt idx="29" c:formatCode="yyyy/m/d">
                  <c:v>45607</c:v>
                </c:pt>
                <c:pt idx="30" c:formatCode="yyyy/m/d">
                  <c:v>45608</c:v>
                </c:pt>
                <c:pt idx="31" c:formatCode="yyyy/m/d">
                  <c:v>45609</c:v>
                </c:pt>
                <c:pt idx="32" c:formatCode="yyyy/m/d">
                  <c:v>45610</c:v>
                </c:pt>
                <c:pt idx="33" c:formatCode="yyyy/m/d">
                  <c:v>45611</c:v>
                </c:pt>
              </c:numCache>
            </c:numRef>
          </c:cat>
          <c:val>
            <c:numRef>
              <c:f>[CSVC300C_point_all.csv]Sheet3!$C$2:$C$35</c:f>
              <c:numCache>
                <c:formatCode>General</c:formatCode>
                <c:ptCount val="34"/>
                <c:pt idx="0">
                  <c:v>1000</c:v>
                </c:pt>
                <c:pt idx="1">
                  <c:v>1014.80469786023</c:v>
                </c:pt>
                <c:pt idx="2">
                  <c:v>1057.70186481793</c:v>
                </c:pt>
                <c:pt idx="3">
                  <c:v>1104.94792668894</c:v>
                </c:pt>
                <c:pt idx="4">
                  <c:v>1198.67648554898</c:v>
                </c:pt>
                <c:pt idx="5">
                  <c:v>1269.75290796976</c:v>
                </c:pt>
                <c:pt idx="6">
                  <c:v>1180.21816821399</c:v>
                </c:pt>
                <c:pt idx="7">
                  <c:v>1192.68986717718</c:v>
                </c:pt>
                <c:pt idx="8">
                  <c:v>1159.68750941628</c:v>
                </c:pt>
                <c:pt idx="9">
                  <c:v>1181.81680946589</c:v>
                </c:pt>
                <c:pt idx="10">
                  <c:v>1150.38770443947</c:v>
                </c:pt>
                <c:pt idx="11">
                  <c:v>1143.10651034977</c:v>
                </c:pt>
                <c:pt idx="12">
                  <c:v>1130.1684204434</c:v>
                </c:pt>
                <c:pt idx="13">
                  <c:v>1171.04432131063</c:v>
                </c:pt>
                <c:pt idx="14">
                  <c:v>1174.01677670844</c:v>
                </c:pt>
                <c:pt idx="15">
                  <c:v>1180.75266959813</c:v>
                </c:pt>
                <c:pt idx="16">
                  <c:v>1185.35703087405</c:v>
                </c:pt>
                <c:pt idx="17">
                  <c:v>1172.11815714567</c:v>
                </c:pt>
                <c:pt idx="18">
                  <c:v>1180.34857151552</c:v>
                </c:pt>
                <c:pt idx="19">
                  <c:v>1182.65648023261</c:v>
                </c:pt>
                <c:pt idx="20">
                  <c:v>1170.86979389954</c:v>
                </c:pt>
                <c:pt idx="21">
                  <c:v>1160.36822598704</c:v>
                </c:pt>
                <c:pt idx="22">
                  <c:v>1160.84285104399</c:v>
                </c:pt>
                <c:pt idx="23">
                  <c:v>1160.53875567624</c:v>
                </c:pt>
                <c:pt idx="24">
                  <c:v>1176.8702252955</c:v>
                </c:pt>
                <c:pt idx="25">
                  <c:v>1206.64746566807</c:v>
                </c:pt>
                <c:pt idx="26">
                  <c:v>1200.59437771133</c:v>
                </c:pt>
                <c:pt idx="27">
                  <c:v>1236.81615461518</c:v>
                </c:pt>
                <c:pt idx="28">
                  <c:v>1224.39093662746</c:v>
                </c:pt>
                <c:pt idx="29">
                  <c:v>1232.47116792252</c:v>
                </c:pt>
                <c:pt idx="30">
                  <c:v>1218.9301678536</c:v>
                </c:pt>
                <c:pt idx="31">
                  <c:v>1226.43248966484</c:v>
                </c:pt>
                <c:pt idx="32">
                  <c:v>1205.16968091914</c:v>
                </c:pt>
                <c:pt idx="33">
                  <c:v>1184.0508796629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757748944"/>
        <c:axId val="89147068"/>
      </c:lineChart>
      <c:lineChart>
        <c:grouping val="standard"/>
        <c:varyColors val="0"/>
        <c:ser>
          <c:idx val="2"/>
          <c:order val="2"/>
          <c:tx>
            <c:strRef>
              <c:f>[CSVC300C_point_all.csv]Sheet3!$D$1</c:f>
              <c:strCache>
                <c:ptCount val="1"/>
                <c:pt idx="0">
                  <c:v>隐含波动率(右轴)</c:v>
                </c:pt>
              </c:strCache>
            </c:strRef>
          </c:tx>
          <c:spPr>
            <a:ln w="28575" cap="rnd">
              <a:solidFill>
                <a:srgbClr val="B5C4DE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[CSVC300C_point_all.csv]Sheet3!$A$2:$A$35</c:f>
              <c:numCache>
                <c:formatCode>yyyy/m/d</c:formatCode>
                <c:ptCount val="34"/>
                <c:pt idx="0" c:formatCode="yyyy/m/d">
                  <c:v>45559</c:v>
                </c:pt>
                <c:pt idx="1" c:formatCode="yyyy/m/d">
                  <c:v>45560</c:v>
                </c:pt>
                <c:pt idx="2" c:formatCode="yyyy/m/d">
                  <c:v>45561</c:v>
                </c:pt>
                <c:pt idx="3" c:formatCode="yyyy/m/d">
                  <c:v>45562</c:v>
                </c:pt>
                <c:pt idx="4" c:formatCode="yyyy/m/d">
                  <c:v>45565</c:v>
                </c:pt>
                <c:pt idx="5" c:formatCode="yyyy/m/d">
                  <c:v>45573</c:v>
                </c:pt>
                <c:pt idx="6" c:formatCode="yyyy/m/d">
                  <c:v>45574</c:v>
                </c:pt>
                <c:pt idx="7" c:formatCode="yyyy/m/d">
                  <c:v>45575</c:v>
                </c:pt>
                <c:pt idx="8" c:formatCode="yyyy/m/d">
                  <c:v>45576</c:v>
                </c:pt>
                <c:pt idx="9" c:formatCode="yyyy/m/d">
                  <c:v>45579</c:v>
                </c:pt>
                <c:pt idx="10" c:formatCode="yyyy/m/d">
                  <c:v>45580</c:v>
                </c:pt>
                <c:pt idx="11" c:formatCode="yyyy/m/d">
                  <c:v>45581</c:v>
                </c:pt>
                <c:pt idx="12" c:formatCode="yyyy/m/d">
                  <c:v>45582</c:v>
                </c:pt>
                <c:pt idx="13" c:formatCode="yyyy/m/d">
                  <c:v>45583</c:v>
                </c:pt>
                <c:pt idx="14" c:formatCode="yyyy/m/d">
                  <c:v>45586</c:v>
                </c:pt>
                <c:pt idx="15" c:formatCode="yyyy/m/d">
                  <c:v>45587</c:v>
                </c:pt>
                <c:pt idx="16" c:formatCode="yyyy/m/d">
                  <c:v>45588</c:v>
                </c:pt>
                <c:pt idx="17" c:formatCode="yyyy/m/d">
                  <c:v>45589</c:v>
                </c:pt>
                <c:pt idx="18" c:formatCode="yyyy/m/d">
                  <c:v>45590</c:v>
                </c:pt>
                <c:pt idx="19" c:formatCode="yyyy/m/d">
                  <c:v>45593</c:v>
                </c:pt>
                <c:pt idx="20" c:formatCode="yyyy/m/d">
                  <c:v>45594</c:v>
                </c:pt>
                <c:pt idx="21" c:formatCode="yyyy/m/d">
                  <c:v>45595</c:v>
                </c:pt>
                <c:pt idx="22" c:formatCode="yyyy/m/d">
                  <c:v>45596</c:v>
                </c:pt>
                <c:pt idx="23" c:formatCode="yyyy/m/d">
                  <c:v>45597</c:v>
                </c:pt>
                <c:pt idx="24" c:formatCode="yyyy/m/d">
                  <c:v>45600</c:v>
                </c:pt>
                <c:pt idx="25" c:formatCode="yyyy/m/d">
                  <c:v>45601</c:v>
                </c:pt>
                <c:pt idx="26" c:formatCode="yyyy/m/d">
                  <c:v>45602</c:v>
                </c:pt>
                <c:pt idx="27" c:formatCode="yyyy/m/d">
                  <c:v>45603</c:v>
                </c:pt>
                <c:pt idx="28" c:formatCode="yyyy/m/d">
                  <c:v>45604</c:v>
                </c:pt>
                <c:pt idx="29" c:formatCode="yyyy/m/d">
                  <c:v>45607</c:v>
                </c:pt>
                <c:pt idx="30" c:formatCode="yyyy/m/d">
                  <c:v>45608</c:v>
                </c:pt>
                <c:pt idx="31" c:formatCode="yyyy/m/d">
                  <c:v>45609</c:v>
                </c:pt>
                <c:pt idx="32" c:formatCode="yyyy/m/d">
                  <c:v>45610</c:v>
                </c:pt>
                <c:pt idx="33" c:formatCode="yyyy/m/d">
                  <c:v>45611</c:v>
                </c:pt>
              </c:numCache>
            </c:numRef>
          </c:cat>
          <c:val>
            <c:numRef>
              <c:f>[CSVC300C_point_all.csv]Sheet3!$D$2:$D$35</c:f>
              <c:numCache>
                <c:formatCode>General</c:formatCode>
                <c:ptCount val="34"/>
                <c:pt idx="0">
                  <c:v>18.09</c:v>
                </c:pt>
                <c:pt idx="1">
                  <c:v>18.52</c:v>
                </c:pt>
                <c:pt idx="2">
                  <c:v>24</c:v>
                </c:pt>
                <c:pt idx="3">
                  <c:v>25.12</c:v>
                </c:pt>
                <c:pt idx="4">
                  <c:v>29.95</c:v>
                </c:pt>
                <c:pt idx="5">
                  <c:v>44.45</c:v>
                </c:pt>
                <c:pt idx="6">
                  <c:v>43.54</c:v>
                </c:pt>
                <c:pt idx="7">
                  <c:v>37.92</c:v>
                </c:pt>
                <c:pt idx="8">
                  <c:v>41.53</c:v>
                </c:pt>
                <c:pt idx="9">
                  <c:v>34.37</c:v>
                </c:pt>
                <c:pt idx="10">
                  <c:v>27.01</c:v>
                </c:pt>
                <c:pt idx="11">
                  <c:v>28.12</c:v>
                </c:pt>
                <c:pt idx="12">
                  <c:v>26.99</c:v>
                </c:pt>
                <c:pt idx="13">
                  <c:v>33.66</c:v>
                </c:pt>
                <c:pt idx="14">
                  <c:v>33.88</c:v>
                </c:pt>
                <c:pt idx="15">
                  <c:v>31.59</c:v>
                </c:pt>
                <c:pt idx="16">
                  <c:v>29.46</c:v>
                </c:pt>
                <c:pt idx="17">
                  <c:v>29.16</c:v>
                </c:pt>
                <c:pt idx="18">
                  <c:v>29.53</c:v>
                </c:pt>
                <c:pt idx="19">
                  <c:v>30.92</c:v>
                </c:pt>
                <c:pt idx="20">
                  <c:v>30.36</c:v>
                </c:pt>
                <c:pt idx="21">
                  <c:v>30.95</c:v>
                </c:pt>
                <c:pt idx="22">
                  <c:v>31.82</c:v>
                </c:pt>
                <c:pt idx="23">
                  <c:v>32.38</c:v>
                </c:pt>
                <c:pt idx="24">
                  <c:v>34.04</c:v>
                </c:pt>
                <c:pt idx="25">
                  <c:v>33.68</c:v>
                </c:pt>
                <c:pt idx="26">
                  <c:v>32.2</c:v>
                </c:pt>
                <c:pt idx="27">
                  <c:v>31.76</c:v>
                </c:pt>
                <c:pt idx="28">
                  <c:v>31.12</c:v>
                </c:pt>
                <c:pt idx="29">
                  <c:v>27.51</c:v>
                </c:pt>
                <c:pt idx="30">
                  <c:v>26.74</c:v>
                </c:pt>
                <c:pt idx="31">
                  <c:v>25.25</c:v>
                </c:pt>
                <c:pt idx="32">
                  <c:v>25.63</c:v>
                </c:pt>
                <c:pt idx="33">
                  <c:v>25.74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74150648"/>
        <c:axId val="14789272"/>
      </c:lineChart>
      <c:dateAx>
        <c:axId val="75774894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9147068"/>
        <c:crosses val="autoZero"/>
        <c:auto val="1"/>
        <c:lblOffset val="100"/>
        <c:baseTimeUnit val="days"/>
      </c:dateAx>
      <c:valAx>
        <c:axId val="89147068"/>
        <c:scaling>
          <c:orientation val="minMax"/>
          <c:min val="9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57748944"/>
        <c:crosses val="autoZero"/>
        <c:crossBetween val="between"/>
      </c:valAx>
      <c:dateAx>
        <c:axId val="174150648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4789272"/>
        <c:crosses val="autoZero"/>
        <c:auto val="1"/>
        <c:lblOffset val="100"/>
        <c:baseTimeUnit val="days"/>
      </c:dateAx>
      <c:valAx>
        <c:axId val="147892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7415064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[CSVC300C_point_all.csv]Sheet1!$B$1</c:f>
              <c:strCache>
                <c:ptCount val="1"/>
                <c:pt idx="0">
                  <c:v>沪深300波动率套利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[CSVC300C_point_all.csv]Sheet1!$A$2:$A$1192</c:f>
              <c:numCache>
                <c:formatCode>yyyy/m/d</c:formatCode>
                <c:ptCount val="119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  <c:pt idx="1171" c:formatCode="yyyy/m/d">
                  <c:v>45590</c:v>
                </c:pt>
                <c:pt idx="1172" c:formatCode="yyyy/m/d">
                  <c:v>45593</c:v>
                </c:pt>
                <c:pt idx="1173" c:formatCode="yyyy/m/d">
                  <c:v>45594</c:v>
                </c:pt>
                <c:pt idx="1174" c:formatCode="yyyy/m/d">
                  <c:v>45595</c:v>
                </c:pt>
                <c:pt idx="1175" c:formatCode="yyyy/m/d">
                  <c:v>45596</c:v>
                </c:pt>
                <c:pt idx="1176" c:formatCode="yyyy/m/d">
                  <c:v>45597</c:v>
                </c:pt>
                <c:pt idx="1177" c:formatCode="yyyy/m/d">
                  <c:v>45600</c:v>
                </c:pt>
                <c:pt idx="1178" c:formatCode="yyyy/m/d">
                  <c:v>45601</c:v>
                </c:pt>
                <c:pt idx="1179" c:formatCode="yyyy/m/d">
                  <c:v>45602</c:v>
                </c:pt>
                <c:pt idx="1180" c:formatCode="yyyy/m/d">
                  <c:v>45603</c:v>
                </c:pt>
                <c:pt idx="1181" c:formatCode="yyyy/m/d">
                  <c:v>45604</c:v>
                </c:pt>
                <c:pt idx="1182" c:formatCode="yyyy/m/d">
                  <c:v>45607</c:v>
                </c:pt>
                <c:pt idx="1183" c:formatCode="yyyy/m/d">
                  <c:v>45608</c:v>
                </c:pt>
                <c:pt idx="1184" c:formatCode="yyyy/m/d">
                  <c:v>45609</c:v>
                </c:pt>
                <c:pt idx="1185" c:formatCode="yyyy/m/d">
                  <c:v>45610</c:v>
                </c:pt>
                <c:pt idx="1186" c:formatCode="yyyy/m/d">
                  <c:v>45611</c:v>
                </c:pt>
                <c:pt idx="1187" c:formatCode="yyyy/m/d">
                  <c:v>45614</c:v>
                </c:pt>
                <c:pt idx="1188" c:formatCode="yyyy/m/d">
                  <c:v>45615</c:v>
                </c:pt>
                <c:pt idx="1189" c:formatCode="yyyy/m/d">
                  <c:v>45616</c:v>
                </c:pt>
              </c:numCache>
            </c:numRef>
          </c:cat>
          <c:val>
            <c:numRef>
              <c:f>[CSVC300C_point_all.csv]Sheet1!$B$2:$B$1192</c:f>
              <c:numCache>
                <c:formatCode>General</c:formatCode>
                <c:ptCount val="1191"/>
                <c:pt idx="0">
                  <c:v>1000</c:v>
                </c:pt>
                <c:pt idx="1">
                  <c:v>999.915472976708</c:v>
                </c:pt>
                <c:pt idx="2">
                  <c:v>999.852808953245</c:v>
                </c:pt>
                <c:pt idx="3">
                  <c:v>1000.07184790234</c:v>
                </c:pt>
                <c:pt idx="4">
                  <c:v>999.600247876903</c:v>
                </c:pt>
                <c:pt idx="5">
                  <c:v>999.022583393947</c:v>
                </c:pt>
                <c:pt idx="6">
                  <c:v>998.245475429168</c:v>
                </c:pt>
                <c:pt idx="7">
                  <c:v>996.132815779498</c:v>
                </c:pt>
                <c:pt idx="8">
                  <c:v>996.895831584424</c:v>
                </c:pt>
                <c:pt idx="9">
                  <c:v>996.295742552535</c:v>
                </c:pt>
                <c:pt idx="10">
                  <c:v>996.778902025012</c:v>
                </c:pt>
                <c:pt idx="11">
                  <c:v>996.021167611659</c:v>
                </c:pt>
                <c:pt idx="12">
                  <c:v>997.652853076328</c:v>
                </c:pt>
                <c:pt idx="13">
                  <c:v>999.164512160373</c:v>
                </c:pt>
                <c:pt idx="14">
                  <c:v>1001.29910625837</c:v>
                </c:pt>
                <c:pt idx="15">
                  <c:v>1001.79823591412</c:v>
                </c:pt>
                <c:pt idx="16">
                  <c:v>1001.59390848965</c:v>
                </c:pt>
                <c:pt idx="17">
                  <c:v>1003.51892477441</c:v>
                </c:pt>
                <c:pt idx="18">
                  <c:v>1005.95687027949</c:v>
                </c:pt>
                <c:pt idx="19">
                  <c:v>1007.07785602794</c:v>
                </c:pt>
                <c:pt idx="20">
                  <c:v>1003.30798683304</c:v>
                </c:pt>
                <c:pt idx="21">
                  <c:v>1002.34402020401</c:v>
                </c:pt>
                <c:pt idx="22">
                  <c:v>993.932390790083</c:v>
                </c:pt>
                <c:pt idx="23">
                  <c:v>983.715862271248</c:v>
                </c:pt>
                <c:pt idx="24">
                  <c:v>987.572444215833</c:v>
                </c:pt>
                <c:pt idx="25">
                  <c:v>991.893942323189</c:v>
                </c:pt>
                <c:pt idx="26">
                  <c:v>992.570557951555</c:v>
                </c:pt>
                <c:pt idx="27">
                  <c:v>991.636121532324</c:v>
                </c:pt>
                <c:pt idx="28">
                  <c:v>994.05715767543</c:v>
                </c:pt>
                <c:pt idx="29">
                  <c:v>997.186894319468</c:v>
                </c:pt>
                <c:pt idx="30">
                  <c:v>1000.09312910321</c:v>
                </c:pt>
                <c:pt idx="31">
                  <c:v>999.987432218156</c:v>
                </c:pt>
                <c:pt idx="32">
                  <c:v>1001.38669541319</c:v>
                </c:pt>
                <c:pt idx="33">
                  <c:v>999.5791685354</c:v>
                </c:pt>
                <c:pt idx="34">
                  <c:v>1001.30279850193</c:v>
                </c:pt>
                <c:pt idx="35">
                  <c:v>1002.02226152306</c:v>
                </c:pt>
                <c:pt idx="36">
                  <c:v>1003.06705763754</c:v>
                </c:pt>
                <c:pt idx="37">
                  <c:v>1002.63055399314</c:v>
                </c:pt>
                <c:pt idx="38">
                  <c:v>1001.35713623063</c:v>
                </c:pt>
                <c:pt idx="39">
                  <c:v>1001.17412416976</c:v>
                </c:pt>
                <c:pt idx="40">
                  <c:v>1000.70742591324</c:v>
                </c:pt>
                <c:pt idx="41">
                  <c:v>1002.35352937908</c:v>
                </c:pt>
                <c:pt idx="42">
                  <c:v>998.316127663104</c:v>
                </c:pt>
                <c:pt idx="43">
                  <c:v>1000.72329891331</c:v>
                </c:pt>
                <c:pt idx="44">
                  <c:v>1001.04148385956</c:v>
                </c:pt>
                <c:pt idx="45">
                  <c:v>1001.63851566592</c:v>
                </c:pt>
                <c:pt idx="46">
                  <c:v>1000.32506980329</c:v>
                </c:pt>
                <c:pt idx="47">
                  <c:v>997.629639509637</c:v>
                </c:pt>
                <c:pt idx="48">
                  <c:v>988.209736860167</c:v>
                </c:pt>
                <c:pt idx="49">
                  <c:v>986.582698898688</c:v>
                </c:pt>
                <c:pt idx="50">
                  <c:v>985.89088067197</c:v>
                </c:pt>
                <c:pt idx="51">
                  <c:v>981.849176480272</c:v>
                </c:pt>
                <c:pt idx="52">
                  <c:v>973.013675896076</c:v>
                </c:pt>
                <c:pt idx="53">
                  <c:v>972.215475582036</c:v>
                </c:pt>
                <c:pt idx="54">
                  <c:v>972.676930145578</c:v>
                </c:pt>
                <c:pt idx="55">
                  <c:v>973.485789615264</c:v>
                </c:pt>
                <c:pt idx="56">
                  <c:v>971.625222038607</c:v>
                </c:pt>
                <c:pt idx="57">
                  <c:v>974.183039106719</c:v>
                </c:pt>
                <c:pt idx="58">
                  <c:v>971.79004981484</c:v>
                </c:pt>
                <c:pt idx="59">
                  <c:v>972.463333004634</c:v>
                </c:pt>
                <c:pt idx="60">
                  <c:v>973.430639697702</c:v>
                </c:pt>
                <c:pt idx="61">
                  <c:v>974.233921555281</c:v>
                </c:pt>
                <c:pt idx="62">
                  <c:v>975.175311403958</c:v>
                </c:pt>
                <c:pt idx="63">
                  <c:v>976.297751449294</c:v>
                </c:pt>
                <c:pt idx="64">
                  <c:v>979.887254116259</c:v>
                </c:pt>
                <c:pt idx="65">
                  <c:v>981.784204744808</c:v>
                </c:pt>
                <c:pt idx="66">
                  <c:v>984.965374238044</c:v>
                </c:pt>
                <c:pt idx="67">
                  <c:v>983.003800218842</c:v>
                </c:pt>
                <c:pt idx="68">
                  <c:v>988.615152970781</c:v>
                </c:pt>
                <c:pt idx="69">
                  <c:v>992.759963933938</c:v>
                </c:pt>
                <c:pt idx="70">
                  <c:v>998.3327238668</c:v>
                </c:pt>
                <c:pt idx="71">
                  <c:v>999.748177687464</c:v>
                </c:pt>
                <c:pt idx="72">
                  <c:v>1004.19962911733</c:v>
                </c:pt>
                <c:pt idx="73">
                  <c:v>1007.38585550112</c:v>
                </c:pt>
                <c:pt idx="74">
                  <c:v>1009.16241317949</c:v>
                </c:pt>
                <c:pt idx="75">
                  <c:v>1012.14099923681</c:v>
                </c:pt>
                <c:pt idx="76">
                  <c:v>1014.19805919705</c:v>
                </c:pt>
                <c:pt idx="77">
                  <c:v>1014.37142715781</c:v>
                </c:pt>
                <c:pt idx="78">
                  <c:v>1014.44888116184</c:v>
                </c:pt>
                <c:pt idx="79">
                  <c:v>1014.95575099143</c:v>
                </c:pt>
                <c:pt idx="80">
                  <c:v>1015.37117984171</c:v>
                </c:pt>
                <c:pt idx="81">
                  <c:v>1015.85011303795</c:v>
                </c:pt>
                <c:pt idx="82">
                  <c:v>1017.31734921266</c:v>
                </c:pt>
                <c:pt idx="83">
                  <c:v>1014.93164191948</c:v>
                </c:pt>
                <c:pt idx="84">
                  <c:v>1015.12876038164</c:v>
                </c:pt>
                <c:pt idx="85">
                  <c:v>1007.74361886108</c:v>
                </c:pt>
                <c:pt idx="86">
                  <c:v>1015.44366570085</c:v>
                </c:pt>
                <c:pt idx="87">
                  <c:v>1020.5746430283</c:v>
                </c:pt>
                <c:pt idx="88">
                  <c:v>1021.95032207113</c:v>
                </c:pt>
                <c:pt idx="89">
                  <c:v>1027.3530850818</c:v>
                </c:pt>
                <c:pt idx="90">
                  <c:v>1030.01150036018</c:v>
                </c:pt>
                <c:pt idx="91">
                  <c:v>1029.70101300726</c:v>
                </c:pt>
                <c:pt idx="92">
                  <c:v>1033.93609911708</c:v>
                </c:pt>
                <c:pt idx="93">
                  <c:v>1037.66535497803</c:v>
                </c:pt>
                <c:pt idx="94">
                  <c:v>1038.27266327855</c:v>
                </c:pt>
                <c:pt idx="95">
                  <c:v>1039.00435453914</c:v>
                </c:pt>
                <c:pt idx="96">
                  <c:v>1039.9312398539</c:v>
                </c:pt>
                <c:pt idx="97">
                  <c:v>1039.38398743515</c:v>
                </c:pt>
                <c:pt idx="98">
                  <c:v>1037.31429303304</c:v>
                </c:pt>
                <c:pt idx="99">
                  <c:v>1038.47922945097</c:v>
                </c:pt>
                <c:pt idx="100">
                  <c:v>1039.94180003562</c:v>
                </c:pt>
                <c:pt idx="101">
                  <c:v>1038.98552367643</c:v>
                </c:pt>
                <c:pt idx="102">
                  <c:v>1037.96074282723</c:v>
                </c:pt>
                <c:pt idx="103">
                  <c:v>1037.61897084801</c:v>
                </c:pt>
                <c:pt idx="104">
                  <c:v>1035.49305244832</c:v>
                </c:pt>
                <c:pt idx="105">
                  <c:v>1037.66060864477</c:v>
                </c:pt>
                <c:pt idx="106">
                  <c:v>1036.78838299937</c:v>
                </c:pt>
                <c:pt idx="107">
                  <c:v>1037.24816945306</c:v>
                </c:pt>
                <c:pt idx="108">
                  <c:v>1038.62170483902</c:v>
                </c:pt>
                <c:pt idx="109">
                  <c:v>1039.870908807</c:v>
                </c:pt>
                <c:pt idx="110">
                  <c:v>1040.70968127013</c:v>
                </c:pt>
                <c:pt idx="111">
                  <c:v>1041.0208125514</c:v>
                </c:pt>
                <c:pt idx="112">
                  <c:v>1040.94411495215</c:v>
                </c:pt>
                <c:pt idx="113">
                  <c:v>1042.46353279039</c:v>
                </c:pt>
                <c:pt idx="114">
                  <c:v>1042.946512789</c:v>
                </c:pt>
                <c:pt idx="115">
                  <c:v>1045.10021766912</c:v>
                </c:pt>
                <c:pt idx="116">
                  <c:v>1046.36745691909</c:v>
                </c:pt>
                <c:pt idx="117">
                  <c:v>1048.2358377699</c:v>
                </c:pt>
                <c:pt idx="118">
                  <c:v>1049.45231983448</c:v>
                </c:pt>
                <c:pt idx="119">
                  <c:v>1049.13083068786</c:v>
                </c:pt>
                <c:pt idx="120">
                  <c:v>1048.40149985631</c:v>
                </c:pt>
                <c:pt idx="121">
                  <c:v>1047.68929201193</c:v>
                </c:pt>
                <c:pt idx="122">
                  <c:v>1051.11610489667</c:v>
                </c:pt>
                <c:pt idx="123">
                  <c:v>1051.93173100344</c:v>
                </c:pt>
                <c:pt idx="124">
                  <c:v>1052.80815180808</c:v>
                </c:pt>
                <c:pt idx="125">
                  <c:v>1044.72540288236</c:v>
                </c:pt>
                <c:pt idx="126">
                  <c:v>1043.54139884844</c:v>
                </c:pt>
                <c:pt idx="127">
                  <c:v>1029.31403694869</c:v>
                </c:pt>
                <c:pt idx="128">
                  <c:v>1023.26310532718</c:v>
                </c:pt>
                <c:pt idx="129">
                  <c:v>1029.03485878428</c:v>
                </c:pt>
                <c:pt idx="130">
                  <c:v>1025.80299543494</c:v>
                </c:pt>
                <c:pt idx="131">
                  <c:v>1027.61672186965</c:v>
                </c:pt>
                <c:pt idx="132">
                  <c:v>1032.14857200663</c:v>
                </c:pt>
                <c:pt idx="133">
                  <c:v>1034.93610763584</c:v>
                </c:pt>
                <c:pt idx="134">
                  <c:v>1030.5644453751</c:v>
                </c:pt>
                <c:pt idx="135">
                  <c:v>1031.57061478795</c:v>
                </c:pt>
                <c:pt idx="136">
                  <c:v>1038.68224549654</c:v>
                </c:pt>
                <c:pt idx="137">
                  <c:v>1039.76532039473</c:v>
                </c:pt>
                <c:pt idx="138">
                  <c:v>1040.56262161082</c:v>
                </c:pt>
                <c:pt idx="139">
                  <c:v>1039.88655357598</c:v>
                </c:pt>
                <c:pt idx="140">
                  <c:v>1039.70607737122</c:v>
                </c:pt>
                <c:pt idx="141">
                  <c:v>1035.16372697051</c:v>
                </c:pt>
                <c:pt idx="142">
                  <c:v>1037.19778472757</c:v>
                </c:pt>
                <c:pt idx="143">
                  <c:v>1038.17165068876</c:v>
                </c:pt>
                <c:pt idx="144">
                  <c:v>1038.3358173263</c:v>
                </c:pt>
                <c:pt idx="145">
                  <c:v>1038.20330735291</c:v>
                </c:pt>
                <c:pt idx="146">
                  <c:v>1034.33749868351</c:v>
                </c:pt>
                <c:pt idx="147">
                  <c:v>1034.02423835601</c:v>
                </c:pt>
                <c:pt idx="148">
                  <c:v>1038.33204313622</c:v>
                </c:pt>
                <c:pt idx="149">
                  <c:v>1038.41962397509</c:v>
                </c:pt>
                <c:pt idx="150">
                  <c:v>1039.11113700132</c:v>
                </c:pt>
                <c:pt idx="151">
                  <c:v>1038.48369681422</c:v>
                </c:pt>
                <c:pt idx="152">
                  <c:v>1043.23364037113</c:v>
                </c:pt>
                <c:pt idx="153">
                  <c:v>1046.59062710672</c:v>
                </c:pt>
                <c:pt idx="154">
                  <c:v>1041.69147817896</c:v>
                </c:pt>
                <c:pt idx="155">
                  <c:v>1044.50916868011</c:v>
                </c:pt>
                <c:pt idx="156">
                  <c:v>1049.53547186804</c:v>
                </c:pt>
                <c:pt idx="157">
                  <c:v>1040.94322368357</c:v>
                </c:pt>
                <c:pt idx="158">
                  <c:v>1051.63737136535</c:v>
                </c:pt>
                <c:pt idx="159">
                  <c:v>1055.62042365885</c:v>
                </c:pt>
                <c:pt idx="160">
                  <c:v>1054.59407570845</c:v>
                </c:pt>
                <c:pt idx="161">
                  <c:v>1059.13169863535</c:v>
                </c:pt>
                <c:pt idx="162">
                  <c:v>1059.67437520502</c:v>
                </c:pt>
                <c:pt idx="163">
                  <c:v>1060.9260651164</c:v>
                </c:pt>
                <c:pt idx="164">
                  <c:v>1059.9851995123</c:v>
                </c:pt>
                <c:pt idx="165">
                  <c:v>1061.22783432754</c:v>
                </c:pt>
                <c:pt idx="166">
                  <c:v>1061.22687799529</c:v>
                </c:pt>
                <c:pt idx="167">
                  <c:v>1060.02299540125</c:v>
                </c:pt>
                <c:pt idx="168">
                  <c:v>1063.10422641941</c:v>
                </c:pt>
                <c:pt idx="169">
                  <c:v>1060.06832686725</c:v>
                </c:pt>
                <c:pt idx="170">
                  <c:v>1061.32886878265</c:v>
                </c:pt>
                <c:pt idx="171">
                  <c:v>1061.98575842139</c:v>
                </c:pt>
                <c:pt idx="172">
                  <c:v>1061.92105774674</c:v>
                </c:pt>
                <c:pt idx="173">
                  <c:v>1064.60873291234</c:v>
                </c:pt>
                <c:pt idx="174">
                  <c:v>1061.03418606206</c:v>
                </c:pt>
                <c:pt idx="175">
                  <c:v>1063.81204731118</c:v>
                </c:pt>
                <c:pt idx="176">
                  <c:v>1065.80536509281</c:v>
                </c:pt>
                <c:pt idx="177">
                  <c:v>1068.47275150178</c:v>
                </c:pt>
                <c:pt idx="178">
                  <c:v>1069.90588700541</c:v>
                </c:pt>
                <c:pt idx="179">
                  <c:v>1070.85446748177</c:v>
                </c:pt>
                <c:pt idx="180">
                  <c:v>1070.3827453888</c:v>
                </c:pt>
                <c:pt idx="181">
                  <c:v>1071.70310012966</c:v>
                </c:pt>
                <c:pt idx="182">
                  <c:v>1070.87747069899</c:v>
                </c:pt>
                <c:pt idx="183">
                  <c:v>1070.64183818955</c:v>
                </c:pt>
                <c:pt idx="184">
                  <c:v>1072.24335151247</c:v>
                </c:pt>
                <c:pt idx="185">
                  <c:v>1070.32181791329</c:v>
                </c:pt>
                <c:pt idx="186">
                  <c:v>1070.80101352836</c:v>
                </c:pt>
                <c:pt idx="187">
                  <c:v>1070.27628724488</c:v>
                </c:pt>
                <c:pt idx="188">
                  <c:v>1069.23434386112</c:v>
                </c:pt>
                <c:pt idx="189">
                  <c:v>1069.3012866968</c:v>
                </c:pt>
                <c:pt idx="190">
                  <c:v>1084.29324512704</c:v>
                </c:pt>
                <c:pt idx="191">
                  <c:v>1090.01823632981</c:v>
                </c:pt>
                <c:pt idx="192">
                  <c:v>1092.59876771008</c:v>
                </c:pt>
                <c:pt idx="193">
                  <c:v>1096.01975313152</c:v>
                </c:pt>
                <c:pt idx="194">
                  <c:v>1098.57942516868</c:v>
                </c:pt>
                <c:pt idx="195">
                  <c:v>1103.42451314575</c:v>
                </c:pt>
                <c:pt idx="196">
                  <c:v>1104.29182297917</c:v>
                </c:pt>
                <c:pt idx="197">
                  <c:v>1104.91817863259</c:v>
                </c:pt>
                <c:pt idx="198">
                  <c:v>1104.55927712517</c:v>
                </c:pt>
                <c:pt idx="199">
                  <c:v>1104.54021372288</c:v>
                </c:pt>
                <c:pt idx="200">
                  <c:v>1103.38296785394</c:v>
                </c:pt>
                <c:pt idx="201">
                  <c:v>1104.06417963048</c:v>
                </c:pt>
                <c:pt idx="202">
                  <c:v>1104.85138948968</c:v>
                </c:pt>
                <c:pt idx="203">
                  <c:v>1105.23680919725</c:v>
                </c:pt>
                <c:pt idx="204">
                  <c:v>1105.67588799984</c:v>
                </c:pt>
                <c:pt idx="205">
                  <c:v>1103.99106434837</c:v>
                </c:pt>
                <c:pt idx="206">
                  <c:v>1105.58981715115</c:v>
                </c:pt>
                <c:pt idx="207">
                  <c:v>1105.74327258285</c:v>
                </c:pt>
                <c:pt idx="208">
                  <c:v>1109.41080051477</c:v>
                </c:pt>
                <c:pt idx="209">
                  <c:v>1110.77421670241</c:v>
                </c:pt>
                <c:pt idx="210">
                  <c:v>1115.058420257</c:v>
                </c:pt>
                <c:pt idx="211">
                  <c:v>1105.21819622844</c:v>
                </c:pt>
                <c:pt idx="212">
                  <c:v>1110.13645186522</c:v>
                </c:pt>
                <c:pt idx="213">
                  <c:v>1113.18586395298</c:v>
                </c:pt>
                <c:pt idx="214">
                  <c:v>1117.76855248024</c:v>
                </c:pt>
                <c:pt idx="215">
                  <c:v>1116.19840557064</c:v>
                </c:pt>
                <c:pt idx="216">
                  <c:v>1122.97563695221</c:v>
                </c:pt>
                <c:pt idx="217">
                  <c:v>1125.40932323608</c:v>
                </c:pt>
                <c:pt idx="218">
                  <c:v>1126.66273446659</c:v>
                </c:pt>
                <c:pt idx="219">
                  <c:v>1130.71979236739</c:v>
                </c:pt>
                <c:pt idx="220">
                  <c:v>1136.64367854019</c:v>
                </c:pt>
                <c:pt idx="221">
                  <c:v>1136.28589816505</c:v>
                </c:pt>
                <c:pt idx="222">
                  <c:v>1136.58462474312</c:v>
                </c:pt>
                <c:pt idx="223">
                  <c:v>1136.4412080407</c:v>
                </c:pt>
                <c:pt idx="224">
                  <c:v>1137.89361028363</c:v>
                </c:pt>
                <c:pt idx="225">
                  <c:v>1138.96810959295</c:v>
                </c:pt>
                <c:pt idx="226">
                  <c:v>1135.21963628789</c:v>
                </c:pt>
                <c:pt idx="227">
                  <c:v>1133.66476857981</c:v>
                </c:pt>
                <c:pt idx="228">
                  <c:v>1131.6670902977</c:v>
                </c:pt>
                <c:pt idx="229">
                  <c:v>1133.74973063053</c:v>
                </c:pt>
                <c:pt idx="230">
                  <c:v>1136.82517391652</c:v>
                </c:pt>
                <c:pt idx="231">
                  <c:v>1140.80536299783</c:v>
                </c:pt>
                <c:pt idx="232">
                  <c:v>1143.23740892698</c:v>
                </c:pt>
                <c:pt idx="233">
                  <c:v>1144.15475814652</c:v>
                </c:pt>
                <c:pt idx="234">
                  <c:v>1145.94836976595</c:v>
                </c:pt>
                <c:pt idx="235">
                  <c:v>1143.70146986447</c:v>
                </c:pt>
                <c:pt idx="236">
                  <c:v>1147.86932924304</c:v>
                </c:pt>
                <c:pt idx="237">
                  <c:v>1148.6643668567</c:v>
                </c:pt>
                <c:pt idx="238">
                  <c:v>1149.2572542432</c:v>
                </c:pt>
                <c:pt idx="239">
                  <c:v>1150.67393180771</c:v>
                </c:pt>
                <c:pt idx="240">
                  <c:v>1152.76227362563</c:v>
                </c:pt>
                <c:pt idx="241">
                  <c:v>1152.53857247809</c:v>
                </c:pt>
                <c:pt idx="242">
                  <c:v>1152.570686173</c:v>
                </c:pt>
                <c:pt idx="243">
                  <c:v>1152.97985853816</c:v>
                </c:pt>
                <c:pt idx="244">
                  <c:v>1153.12484951908</c:v>
                </c:pt>
                <c:pt idx="245">
                  <c:v>1153.66836367419</c:v>
                </c:pt>
                <c:pt idx="246">
                  <c:v>1154.17845061886</c:v>
                </c:pt>
                <c:pt idx="247">
                  <c:v>1153.39029730343</c:v>
                </c:pt>
                <c:pt idx="248">
                  <c:v>1154.5321238593</c:v>
                </c:pt>
                <c:pt idx="249">
                  <c:v>1146.96559124592</c:v>
                </c:pt>
                <c:pt idx="250">
                  <c:v>1145.42927637789</c:v>
                </c:pt>
                <c:pt idx="251">
                  <c:v>1146.033489367</c:v>
                </c:pt>
                <c:pt idx="252">
                  <c:v>1144.98074626012</c:v>
                </c:pt>
                <c:pt idx="253">
                  <c:v>1149.75601415636</c:v>
                </c:pt>
                <c:pt idx="254">
                  <c:v>1142.25649446211</c:v>
                </c:pt>
                <c:pt idx="255">
                  <c:v>1148.48037491684</c:v>
                </c:pt>
                <c:pt idx="256">
                  <c:v>1148.78317418336</c:v>
                </c:pt>
                <c:pt idx="257">
                  <c:v>1150.93235918875</c:v>
                </c:pt>
                <c:pt idx="258">
                  <c:v>1149.66828129738</c:v>
                </c:pt>
                <c:pt idx="259">
                  <c:v>1152.99574419044</c:v>
                </c:pt>
                <c:pt idx="260">
                  <c:v>1153.85342713099</c:v>
                </c:pt>
                <c:pt idx="261">
                  <c:v>1153.31676387098</c:v>
                </c:pt>
                <c:pt idx="262">
                  <c:v>1154.20224331595</c:v>
                </c:pt>
                <c:pt idx="263">
                  <c:v>1153.59993086941</c:v>
                </c:pt>
                <c:pt idx="264">
                  <c:v>1155.14088007852</c:v>
                </c:pt>
                <c:pt idx="265">
                  <c:v>1155.84012531461</c:v>
                </c:pt>
                <c:pt idx="266">
                  <c:v>1155.41235457109</c:v>
                </c:pt>
                <c:pt idx="267">
                  <c:v>1156.38139944194</c:v>
                </c:pt>
                <c:pt idx="268">
                  <c:v>1153.91341188782</c:v>
                </c:pt>
                <c:pt idx="269">
                  <c:v>1151.98582043697</c:v>
                </c:pt>
                <c:pt idx="270">
                  <c:v>1156.40650980046</c:v>
                </c:pt>
                <c:pt idx="271">
                  <c:v>1161.89491836511</c:v>
                </c:pt>
                <c:pt idx="272">
                  <c:v>1164.18256869829</c:v>
                </c:pt>
                <c:pt idx="273">
                  <c:v>1164.87147001429</c:v>
                </c:pt>
                <c:pt idx="274">
                  <c:v>1165.36174933417</c:v>
                </c:pt>
                <c:pt idx="275">
                  <c:v>1170.93847286052</c:v>
                </c:pt>
                <c:pt idx="276">
                  <c:v>1170.36477453664</c:v>
                </c:pt>
                <c:pt idx="277">
                  <c:v>1159.17968622835</c:v>
                </c:pt>
                <c:pt idx="278">
                  <c:v>1174.71661913146</c:v>
                </c:pt>
                <c:pt idx="279">
                  <c:v>1176.36757121875</c:v>
                </c:pt>
                <c:pt idx="280">
                  <c:v>1175.08475396697</c:v>
                </c:pt>
                <c:pt idx="281">
                  <c:v>1175.28090350896</c:v>
                </c:pt>
                <c:pt idx="282">
                  <c:v>1172.20397330438</c:v>
                </c:pt>
                <c:pt idx="283">
                  <c:v>1174.27643697279</c:v>
                </c:pt>
                <c:pt idx="284">
                  <c:v>1171.65621596838</c:v>
                </c:pt>
                <c:pt idx="285">
                  <c:v>1173.60396145301</c:v>
                </c:pt>
                <c:pt idx="286">
                  <c:v>1172.88473040041</c:v>
                </c:pt>
                <c:pt idx="287">
                  <c:v>1174.9377184262</c:v>
                </c:pt>
                <c:pt idx="288">
                  <c:v>1169.31055649831</c:v>
                </c:pt>
                <c:pt idx="289">
                  <c:v>1169.23844061906</c:v>
                </c:pt>
                <c:pt idx="290">
                  <c:v>1164.75474631827</c:v>
                </c:pt>
                <c:pt idx="291">
                  <c:v>1164.13651513246</c:v>
                </c:pt>
                <c:pt idx="292">
                  <c:v>1166.47314803635</c:v>
                </c:pt>
                <c:pt idx="293">
                  <c:v>1169.92571301465</c:v>
                </c:pt>
                <c:pt idx="294">
                  <c:v>1171.99252319351</c:v>
                </c:pt>
                <c:pt idx="295">
                  <c:v>1171.34502799517</c:v>
                </c:pt>
                <c:pt idx="296">
                  <c:v>1173.1159389177</c:v>
                </c:pt>
                <c:pt idx="297">
                  <c:v>1173.4996094944</c:v>
                </c:pt>
                <c:pt idx="298">
                  <c:v>1174.51836249444</c:v>
                </c:pt>
                <c:pt idx="299">
                  <c:v>1172.50125773387</c:v>
                </c:pt>
                <c:pt idx="300">
                  <c:v>1173.65609177279</c:v>
                </c:pt>
                <c:pt idx="301">
                  <c:v>1173.50114735237</c:v>
                </c:pt>
                <c:pt idx="302">
                  <c:v>1172.01709355858</c:v>
                </c:pt>
                <c:pt idx="303">
                  <c:v>1173.28750680566</c:v>
                </c:pt>
                <c:pt idx="304">
                  <c:v>1176.41712260933</c:v>
                </c:pt>
                <c:pt idx="305">
                  <c:v>1177.33252634573</c:v>
                </c:pt>
                <c:pt idx="306">
                  <c:v>1178.76463194825</c:v>
                </c:pt>
                <c:pt idx="307">
                  <c:v>1179.07967205157</c:v>
                </c:pt>
                <c:pt idx="308">
                  <c:v>1180.52089272523</c:v>
                </c:pt>
                <c:pt idx="309">
                  <c:v>1178.05000965162</c:v>
                </c:pt>
                <c:pt idx="310">
                  <c:v>1180.37520147686</c:v>
                </c:pt>
                <c:pt idx="311">
                  <c:v>1182.69336969754</c:v>
                </c:pt>
                <c:pt idx="312">
                  <c:v>1186.5483732409</c:v>
                </c:pt>
                <c:pt idx="313">
                  <c:v>1183.95900712205</c:v>
                </c:pt>
                <c:pt idx="314">
                  <c:v>1181.98605017255</c:v>
                </c:pt>
                <c:pt idx="315">
                  <c:v>1182.27734836295</c:v>
                </c:pt>
                <c:pt idx="316">
                  <c:v>1182.80270043846</c:v>
                </c:pt>
                <c:pt idx="317">
                  <c:v>1181.80526234929</c:v>
                </c:pt>
                <c:pt idx="318">
                  <c:v>1182.68246178476</c:v>
                </c:pt>
                <c:pt idx="319">
                  <c:v>1182.60077928229</c:v>
                </c:pt>
                <c:pt idx="320">
                  <c:v>1182.59286154135</c:v>
                </c:pt>
                <c:pt idx="321">
                  <c:v>1182.37830397496</c:v>
                </c:pt>
                <c:pt idx="322">
                  <c:v>1182.60987666409</c:v>
                </c:pt>
                <c:pt idx="323">
                  <c:v>1181.87107785704</c:v>
                </c:pt>
                <c:pt idx="324">
                  <c:v>1180.21811144969</c:v>
                </c:pt>
                <c:pt idx="325">
                  <c:v>1182.60587962554</c:v>
                </c:pt>
                <c:pt idx="326">
                  <c:v>1183.60866289261</c:v>
                </c:pt>
                <c:pt idx="327">
                  <c:v>1180.21060322154</c:v>
                </c:pt>
                <c:pt idx="328">
                  <c:v>1180.33851277737</c:v>
                </c:pt>
                <c:pt idx="329">
                  <c:v>1180.87899234189</c:v>
                </c:pt>
                <c:pt idx="330">
                  <c:v>1180.6946143098</c:v>
                </c:pt>
                <c:pt idx="331">
                  <c:v>1181.97319424746</c:v>
                </c:pt>
                <c:pt idx="332">
                  <c:v>1182.16727506705</c:v>
                </c:pt>
                <c:pt idx="333">
                  <c:v>1183.0004244524</c:v>
                </c:pt>
                <c:pt idx="334">
                  <c:v>1181.70530745185</c:v>
                </c:pt>
                <c:pt idx="335">
                  <c:v>1180.37213676703</c:v>
                </c:pt>
                <c:pt idx="336">
                  <c:v>1175.65663567766</c:v>
                </c:pt>
                <c:pt idx="337">
                  <c:v>1183.49768990629</c:v>
                </c:pt>
                <c:pt idx="338">
                  <c:v>1186.56292869828</c:v>
                </c:pt>
                <c:pt idx="339">
                  <c:v>1191.26858091957</c:v>
                </c:pt>
                <c:pt idx="340">
                  <c:v>1191.38432575704</c:v>
                </c:pt>
                <c:pt idx="341">
                  <c:v>1191.96554725419</c:v>
                </c:pt>
                <c:pt idx="342">
                  <c:v>1188.83777024363</c:v>
                </c:pt>
                <c:pt idx="343">
                  <c:v>1188.83020917053</c:v>
                </c:pt>
                <c:pt idx="344">
                  <c:v>1187.77768328384</c:v>
                </c:pt>
                <c:pt idx="345">
                  <c:v>1187.45881474226</c:v>
                </c:pt>
                <c:pt idx="346">
                  <c:v>1188.81525373558</c:v>
                </c:pt>
                <c:pt idx="347">
                  <c:v>1189.12138194887</c:v>
                </c:pt>
                <c:pt idx="348">
                  <c:v>1192.37479201864</c:v>
                </c:pt>
                <c:pt idx="349">
                  <c:v>1194.05721448191</c:v>
                </c:pt>
                <c:pt idx="350">
                  <c:v>1194.18962228878</c:v>
                </c:pt>
                <c:pt idx="351">
                  <c:v>1194.4707085284</c:v>
                </c:pt>
                <c:pt idx="352">
                  <c:v>1191.80963564506</c:v>
                </c:pt>
                <c:pt idx="353">
                  <c:v>1195.48698885307</c:v>
                </c:pt>
                <c:pt idx="354">
                  <c:v>1199.27648657244</c:v>
                </c:pt>
                <c:pt idx="355">
                  <c:v>1199.12132839541</c:v>
                </c:pt>
                <c:pt idx="356">
                  <c:v>1197.25038548288</c:v>
                </c:pt>
                <c:pt idx="357">
                  <c:v>1196.50797552976</c:v>
                </c:pt>
                <c:pt idx="358">
                  <c:v>1197.18992620716</c:v>
                </c:pt>
                <c:pt idx="359">
                  <c:v>1197.26410515762</c:v>
                </c:pt>
                <c:pt idx="360">
                  <c:v>1197.39909945198</c:v>
                </c:pt>
                <c:pt idx="361">
                  <c:v>1197.94292411276</c:v>
                </c:pt>
                <c:pt idx="362">
                  <c:v>1198.94296428163</c:v>
                </c:pt>
                <c:pt idx="363">
                  <c:v>1199.65436040024</c:v>
                </c:pt>
                <c:pt idx="364">
                  <c:v>1199.06869507588</c:v>
                </c:pt>
                <c:pt idx="365">
                  <c:v>1199.92155085469</c:v>
                </c:pt>
                <c:pt idx="366">
                  <c:v>1200.08241191798</c:v>
                </c:pt>
                <c:pt idx="367">
                  <c:v>1201.19215439993</c:v>
                </c:pt>
                <c:pt idx="368">
                  <c:v>1200.3145966006</c:v>
                </c:pt>
                <c:pt idx="369">
                  <c:v>1196.62856909305</c:v>
                </c:pt>
                <c:pt idx="370">
                  <c:v>1199.81968786216</c:v>
                </c:pt>
                <c:pt idx="371">
                  <c:v>1199.76334151408</c:v>
                </c:pt>
                <c:pt idx="372">
                  <c:v>1200.55210190102</c:v>
                </c:pt>
                <c:pt idx="373">
                  <c:v>1199.66033030284</c:v>
                </c:pt>
                <c:pt idx="374">
                  <c:v>1198.67433267412</c:v>
                </c:pt>
                <c:pt idx="375">
                  <c:v>1196.48514675803</c:v>
                </c:pt>
                <c:pt idx="376">
                  <c:v>1199.11854573582</c:v>
                </c:pt>
                <c:pt idx="377">
                  <c:v>1197.40225629959</c:v>
                </c:pt>
                <c:pt idx="378">
                  <c:v>1199.77319761217</c:v>
                </c:pt>
                <c:pt idx="379">
                  <c:v>1201.87312883754</c:v>
                </c:pt>
                <c:pt idx="380">
                  <c:v>1202.01539339321</c:v>
                </c:pt>
                <c:pt idx="381">
                  <c:v>1201.48802114038</c:v>
                </c:pt>
                <c:pt idx="382">
                  <c:v>1201.4950921952</c:v>
                </c:pt>
                <c:pt idx="383">
                  <c:v>1201.5147898538</c:v>
                </c:pt>
                <c:pt idx="384">
                  <c:v>1201.65281296137</c:v>
                </c:pt>
                <c:pt idx="385">
                  <c:v>1197.67661824598</c:v>
                </c:pt>
                <c:pt idx="386">
                  <c:v>1195.81809816921</c:v>
                </c:pt>
                <c:pt idx="387">
                  <c:v>1194.23957907312</c:v>
                </c:pt>
                <c:pt idx="388">
                  <c:v>1195.94215416588</c:v>
                </c:pt>
                <c:pt idx="389">
                  <c:v>1194.17903970444</c:v>
                </c:pt>
                <c:pt idx="390">
                  <c:v>1194.13876079248</c:v>
                </c:pt>
                <c:pt idx="391">
                  <c:v>1194.78942662999</c:v>
                </c:pt>
                <c:pt idx="392">
                  <c:v>1195.3944484158</c:v>
                </c:pt>
                <c:pt idx="393">
                  <c:v>1195.52321887532</c:v>
                </c:pt>
                <c:pt idx="394">
                  <c:v>1196.08347184297</c:v>
                </c:pt>
                <c:pt idx="395">
                  <c:v>1194.55456980879</c:v>
                </c:pt>
                <c:pt idx="396">
                  <c:v>1193.45969284463</c:v>
                </c:pt>
                <c:pt idx="397">
                  <c:v>1193.04685339329</c:v>
                </c:pt>
                <c:pt idx="398">
                  <c:v>1194.18923825216</c:v>
                </c:pt>
                <c:pt idx="399">
                  <c:v>1195.96688655201</c:v>
                </c:pt>
                <c:pt idx="400">
                  <c:v>1197.47311086469</c:v>
                </c:pt>
                <c:pt idx="401">
                  <c:v>1188.94531455989</c:v>
                </c:pt>
                <c:pt idx="402">
                  <c:v>1191.86297897847</c:v>
                </c:pt>
                <c:pt idx="403">
                  <c:v>1191.1472312084</c:v>
                </c:pt>
                <c:pt idx="404">
                  <c:v>1189.41653954484</c:v>
                </c:pt>
                <c:pt idx="405">
                  <c:v>1190.39189190604</c:v>
                </c:pt>
                <c:pt idx="406">
                  <c:v>1191.51487610667</c:v>
                </c:pt>
                <c:pt idx="407">
                  <c:v>1191.71752910917</c:v>
                </c:pt>
                <c:pt idx="408">
                  <c:v>1190.46429859121</c:v>
                </c:pt>
                <c:pt idx="409">
                  <c:v>1190.67644914594</c:v>
                </c:pt>
                <c:pt idx="410">
                  <c:v>1190.5310260629</c:v>
                </c:pt>
                <c:pt idx="411">
                  <c:v>1190.29508849016</c:v>
                </c:pt>
                <c:pt idx="412">
                  <c:v>1189.12973024426</c:v>
                </c:pt>
                <c:pt idx="413">
                  <c:v>1189.33255054393</c:v>
                </c:pt>
                <c:pt idx="414">
                  <c:v>1189.9906734611</c:v>
                </c:pt>
                <c:pt idx="415">
                  <c:v>1192.26902219625</c:v>
                </c:pt>
                <c:pt idx="416">
                  <c:v>1193.48933602815</c:v>
                </c:pt>
                <c:pt idx="417">
                  <c:v>1192.98882108476</c:v>
                </c:pt>
                <c:pt idx="418">
                  <c:v>1195.46366278379</c:v>
                </c:pt>
                <c:pt idx="419">
                  <c:v>1193.59279684924</c:v>
                </c:pt>
                <c:pt idx="420">
                  <c:v>1200.2337991232</c:v>
                </c:pt>
                <c:pt idx="421">
                  <c:v>1199.72537645774</c:v>
                </c:pt>
                <c:pt idx="422">
                  <c:v>1196.0041860136</c:v>
                </c:pt>
                <c:pt idx="423">
                  <c:v>1195.81396259418</c:v>
                </c:pt>
                <c:pt idx="424">
                  <c:v>1198.65442640247</c:v>
                </c:pt>
                <c:pt idx="425">
                  <c:v>1197.72965511014</c:v>
                </c:pt>
                <c:pt idx="426">
                  <c:v>1198.61525090563</c:v>
                </c:pt>
                <c:pt idx="427">
                  <c:v>1199.50312519592</c:v>
                </c:pt>
                <c:pt idx="428">
                  <c:v>1201.03790796767</c:v>
                </c:pt>
                <c:pt idx="429">
                  <c:v>1200.6914221558</c:v>
                </c:pt>
                <c:pt idx="430">
                  <c:v>1198.51478162349</c:v>
                </c:pt>
                <c:pt idx="431">
                  <c:v>1200.31243091913</c:v>
                </c:pt>
                <c:pt idx="432">
                  <c:v>1207.93932697228</c:v>
                </c:pt>
                <c:pt idx="433">
                  <c:v>1210.35979707743</c:v>
                </c:pt>
                <c:pt idx="434">
                  <c:v>1208.6839693455</c:v>
                </c:pt>
                <c:pt idx="435">
                  <c:v>1210.29194739196</c:v>
                </c:pt>
                <c:pt idx="436">
                  <c:v>1210.97089382145</c:v>
                </c:pt>
                <c:pt idx="437">
                  <c:v>1213.97659548365</c:v>
                </c:pt>
                <c:pt idx="438">
                  <c:v>1212.76630105803</c:v>
                </c:pt>
                <c:pt idx="439">
                  <c:v>1213.10449981648</c:v>
                </c:pt>
                <c:pt idx="440">
                  <c:v>1212.83998600921</c:v>
                </c:pt>
                <c:pt idx="441">
                  <c:v>1213.02366718566</c:v>
                </c:pt>
                <c:pt idx="442">
                  <c:v>1211.48792794434</c:v>
                </c:pt>
                <c:pt idx="443">
                  <c:v>1212.38414268484</c:v>
                </c:pt>
                <c:pt idx="444">
                  <c:v>1212.712997044</c:v>
                </c:pt>
                <c:pt idx="445">
                  <c:v>1212.45456671661</c:v>
                </c:pt>
                <c:pt idx="446">
                  <c:v>1212.59161357058</c:v>
                </c:pt>
                <c:pt idx="447">
                  <c:v>1214.26314141358</c:v>
                </c:pt>
                <c:pt idx="448">
                  <c:v>1214.89730469861</c:v>
                </c:pt>
                <c:pt idx="449">
                  <c:v>1212.41132776223</c:v>
                </c:pt>
                <c:pt idx="450">
                  <c:v>1211.84297429721</c:v>
                </c:pt>
                <c:pt idx="451">
                  <c:v>1214.83776956742</c:v>
                </c:pt>
                <c:pt idx="452">
                  <c:v>1215.79658117864</c:v>
                </c:pt>
                <c:pt idx="453">
                  <c:v>1215.85286690151</c:v>
                </c:pt>
                <c:pt idx="454">
                  <c:v>1216.45710437852</c:v>
                </c:pt>
                <c:pt idx="455">
                  <c:v>1213.73708609922</c:v>
                </c:pt>
                <c:pt idx="456">
                  <c:v>1215.12642876322</c:v>
                </c:pt>
                <c:pt idx="457">
                  <c:v>1216.5414181224</c:v>
                </c:pt>
                <c:pt idx="458">
                  <c:v>1218.38583896867</c:v>
                </c:pt>
                <c:pt idx="459">
                  <c:v>1220.68498191067</c:v>
                </c:pt>
                <c:pt idx="460">
                  <c:v>1222.04126540934</c:v>
                </c:pt>
                <c:pt idx="461">
                  <c:v>1221.65572472439</c:v>
                </c:pt>
                <c:pt idx="462">
                  <c:v>1222.80631627639</c:v>
                </c:pt>
                <c:pt idx="463">
                  <c:v>1223.27281851473</c:v>
                </c:pt>
                <c:pt idx="464">
                  <c:v>1223.61443341733</c:v>
                </c:pt>
                <c:pt idx="465">
                  <c:v>1223.97340022093</c:v>
                </c:pt>
                <c:pt idx="466">
                  <c:v>1224.35949121067</c:v>
                </c:pt>
                <c:pt idx="467">
                  <c:v>1224.2845113881</c:v>
                </c:pt>
                <c:pt idx="468">
                  <c:v>1224.41910010955</c:v>
                </c:pt>
                <c:pt idx="469">
                  <c:v>1224.17307557899</c:v>
                </c:pt>
                <c:pt idx="470">
                  <c:v>1225.34934836909</c:v>
                </c:pt>
                <c:pt idx="471">
                  <c:v>1226.78186099273</c:v>
                </c:pt>
                <c:pt idx="472">
                  <c:v>1227.85908340337</c:v>
                </c:pt>
                <c:pt idx="473">
                  <c:v>1227.45071090088</c:v>
                </c:pt>
                <c:pt idx="474">
                  <c:v>1229.86768608164</c:v>
                </c:pt>
                <c:pt idx="475">
                  <c:v>1224.864762933</c:v>
                </c:pt>
                <c:pt idx="476">
                  <c:v>1211.65573200454</c:v>
                </c:pt>
                <c:pt idx="477">
                  <c:v>1217.5148477093</c:v>
                </c:pt>
                <c:pt idx="478">
                  <c:v>1210.7963475067</c:v>
                </c:pt>
                <c:pt idx="479">
                  <c:v>1213.78766815402</c:v>
                </c:pt>
                <c:pt idx="480">
                  <c:v>1215.23631314181</c:v>
                </c:pt>
                <c:pt idx="481">
                  <c:v>1221.15806421616</c:v>
                </c:pt>
                <c:pt idx="482">
                  <c:v>1222.12082915869</c:v>
                </c:pt>
                <c:pt idx="483">
                  <c:v>1221.70775648841</c:v>
                </c:pt>
                <c:pt idx="484">
                  <c:v>1222.33143398568</c:v>
                </c:pt>
                <c:pt idx="485">
                  <c:v>1222.45575824906</c:v>
                </c:pt>
                <c:pt idx="486">
                  <c:v>1223.14811498932</c:v>
                </c:pt>
                <c:pt idx="487">
                  <c:v>1222.56536891617</c:v>
                </c:pt>
                <c:pt idx="488">
                  <c:v>1222.76135508505</c:v>
                </c:pt>
                <c:pt idx="489">
                  <c:v>1223.28941681855</c:v>
                </c:pt>
                <c:pt idx="490">
                  <c:v>1220.61419494809</c:v>
                </c:pt>
                <c:pt idx="491">
                  <c:v>1221.55505647683</c:v>
                </c:pt>
                <c:pt idx="492">
                  <c:v>1221.3023549203</c:v>
                </c:pt>
                <c:pt idx="493">
                  <c:v>1221.70152095778</c:v>
                </c:pt>
                <c:pt idx="494">
                  <c:v>1218.93554168014</c:v>
                </c:pt>
                <c:pt idx="495">
                  <c:v>1217.568359528</c:v>
                </c:pt>
                <c:pt idx="496">
                  <c:v>1220.40057945889</c:v>
                </c:pt>
                <c:pt idx="497">
                  <c:v>1221.6424375288</c:v>
                </c:pt>
                <c:pt idx="498">
                  <c:v>1221.09457328413</c:v>
                </c:pt>
                <c:pt idx="499">
                  <c:v>1222.92091681301</c:v>
                </c:pt>
                <c:pt idx="500">
                  <c:v>1220.81954728581</c:v>
                </c:pt>
                <c:pt idx="501">
                  <c:v>1221.30591982813</c:v>
                </c:pt>
                <c:pt idx="502">
                  <c:v>1223.89152336983</c:v>
                </c:pt>
                <c:pt idx="503">
                  <c:v>1225.85021016569</c:v>
                </c:pt>
                <c:pt idx="504">
                  <c:v>1225.35271013021</c:v>
                </c:pt>
                <c:pt idx="505">
                  <c:v>1224.45165198076</c:v>
                </c:pt>
                <c:pt idx="506">
                  <c:v>1224.27700163587</c:v>
                </c:pt>
                <c:pt idx="507">
                  <c:v>1223.92473946391</c:v>
                </c:pt>
                <c:pt idx="508">
                  <c:v>1221.67383481293</c:v>
                </c:pt>
                <c:pt idx="509">
                  <c:v>1223.27032000611</c:v>
                </c:pt>
                <c:pt idx="510">
                  <c:v>1221.90915502665</c:v>
                </c:pt>
                <c:pt idx="511">
                  <c:v>1220.25154043076</c:v>
                </c:pt>
                <c:pt idx="512">
                  <c:v>1225.37545913399</c:v>
                </c:pt>
                <c:pt idx="513">
                  <c:v>1223.18061046691</c:v>
                </c:pt>
                <c:pt idx="514">
                  <c:v>1224.75112405975</c:v>
                </c:pt>
                <c:pt idx="515">
                  <c:v>1224.74702951688</c:v>
                </c:pt>
                <c:pt idx="516">
                  <c:v>1223.22340443834</c:v>
                </c:pt>
                <c:pt idx="517">
                  <c:v>1222.19542663128</c:v>
                </c:pt>
                <c:pt idx="518">
                  <c:v>1223.62088914383</c:v>
                </c:pt>
                <c:pt idx="519">
                  <c:v>1224.17906241033</c:v>
                </c:pt>
                <c:pt idx="520">
                  <c:v>1225.16291178155</c:v>
                </c:pt>
                <c:pt idx="521">
                  <c:v>1226.78675445502</c:v>
                </c:pt>
                <c:pt idx="522">
                  <c:v>1226.79896780047</c:v>
                </c:pt>
                <c:pt idx="523">
                  <c:v>1225.67485138373</c:v>
                </c:pt>
                <c:pt idx="524">
                  <c:v>1226.22343245704</c:v>
                </c:pt>
                <c:pt idx="525">
                  <c:v>1223.88611674492</c:v>
                </c:pt>
                <c:pt idx="526">
                  <c:v>1222.25960592578</c:v>
                </c:pt>
                <c:pt idx="527">
                  <c:v>1221.90119716999</c:v>
                </c:pt>
                <c:pt idx="528">
                  <c:v>1223.27498852848</c:v>
                </c:pt>
                <c:pt idx="529">
                  <c:v>1222.85354496197</c:v>
                </c:pt>
                <c:pt idx="530">
                  <c:v>1222.56975136544</c:v>
                </c:pt>
                <c:pt idx="531">
                  <c:v>1221.68886108321</c:v>
                </c:pt>
                <c:pt idx="532">
                  <c:v>1217.25520596035</c:v>
                </c:pt>
                <c:pt idx="533">
                  <c:v>1215.91539906166</c:v>
                </c:pt>
                <c:pt idx="534">
                  <c:v>1213.75860225747</c:v>
                </c:pt>
                <c:pt idx="535">
                  <c:v>1212.4658692264</c:v>
                </c:pt>
                <c:pt idx="536">
                  <c:v>1208.38735968606</c:v>
                </c:pt>
                <c:pt idx="537">
                  <c:v>1205.32783786233</c:v>
                </c:pt>
                <c:pt idx="538">
                  <c:v>1203.14912974078</c:v>
                </c:pt>
                <c:pt idx="539">
                  <c:v>1204.81582925948</c:v>
                </c:pt>
                <c:pt idx="540">
                  <c:v>1207.1220895685</c:v>
                </c:pt>
                <c:pt idx="541">
                  <c:v>1208.63068510097</c:v>
                </c:pt>
                <c:pt idx="542">
                  <c:v>1209.12922164618</c:v>
                </c:pt>
                <c:pt idx="543">
                  <c:v>1210.52793670645</c:v>
                </c:pt>
                <c:pt idx="544">
                  <c:v>1211.99233275968</c:v>
                </c:pt>
                <c:pt idx="545">
                  <c:v>1212.90929976412</c:v>
                </c:pt>
                <c:pt idx="546">
                  <c:v>1210.84080728192</c:v>
                </c:pt>
                <c:pt idx="547">
                  <c:v>1209.36153553396</c:v>
                </c:pt>
                <c:pt idx="548">
                  <c:v>1209.60999703938</c:v>
                </c:pt>
                <c:pt idx="549">
                  <c:v>1211.17664220297</c:v>
                </c:pt>
                <c:pt idx="550">
                  <c:v>1211.7523890279</c:v>
                </c:pt>
                <c:pt idx="551">
                  <c:v>1211.78184633632</c:v>
                </c:pt>
                <c:pt idx="552">
                  <c:v>1214.3932695891</c:v>
                </c:pt>
                <c:pt idx="553">
                  <c:v>1213.8968245491</c:v>
                </c:pt>
                <c:pt idx="554">
                  <c:v>1216.74973971012</c:v>
                </c:pt>
                <c:pt idx="555">
                  <c:v>1207.07534095839</c:v>
                </c:pt>
                <c:pt idx="556">
                  <c:v>1209.89559374425</c:v>
                </c:pt>
                <c:pt idx="557">
                  <c:v>1211.08828310118</c:v>
                </c:pt>
                <c:pt idx="558">
                  <c:v>1213.6227882364</c:v>
                </c:pt>
                <c:pt idx="559">
                  <c:v>1214.56455196493</c:v>
                </c:pt>
                <c:pt idx="560">
                  <c:v>1214.2251380163</c:v>
                </c:pt>
                <c:pt idx="561">
                  <c:v>1213.74603575358</c:v>
                </c:pt>
                <c:pt idx="562">
                  <c:v>1212.34970260283</c:v>
                </c:pt>
                <c:pt idx="563">
                  <c:v>1210.82405460182</c:v>
                </c:pt>
                <c:pt idx="564">
                  <c:v>1212.34604834702</c:v>
                </c:pt>
                <c:pt idx="565">
                  <c:v>1206.18596696285</c:v>
                </c:pt>
                <c:pt idx="566">
                  <c:v>1206.92862170065</c:v>
                </c:pt>
                <c:pt idx="567">
                  <c:v>1209.33501221236</c:v>
                </c:pt>
                <c:pt idx="568">
                  <c:v>1211.93692505439</c:v>
                </c:pt>
                <c:pt idx="569">
                  <c:v>1212.3849481756</c:v>
                </c:pt>
                <c:pt idx="570">
                  <c:v>1215.853273064</c:v>
                </c:pt>
                <c:pt idx="571">
                  <c:v>1210.19600728589</c:v>
                </c:pt>
                <c:pt idx="572">
                  <c:v>1209.79748288169</c:v>
                </c:pt>
                <c:pt idx="573">
                  <c:v>1210.76885109304</c:v>
                </c:pt>
                <c:pt idx="574">
                  <c:v>1208.36733729585</c:v>
                </c:pt>
                <c:pt idx="575">
                  <c:v>1210.33955673678</c:v>
                </c:pt>
                <c:pt idx="576">
                  <c:v>1211.53961976874</c:v>
                </c:pt>
                <c:pt idx="577">
                  <c:v>1212.85523738947</c:v>
                </c:pt>
                <c:pt idx="578">
                  <c:v>1218.1194910903</c:v>
                </c:pt>
                <c:pt idx="579">
                  <c:v>1220.3737654083</c:v>
                </c:pt>
                <c:pt idx="580">
                  <c:v>1221.39081022532</c:v>
                </c:pt>
                <c:pt idx="581">
                  <c:v>1218.12148524945</c:v>
                </c:pt>
                <c:pt idx="582">
                  <c:v>1218.13771847695</c:v>
                </c:pt>
                <c:pt idx="583">
                  <c:v>1217.70166031654</c:v>
                </c:pt>
                <c:pt idx="584">
                  <c:v>1218.36984721056</c:v>
                </c:pt>
                <c:pt idx="585">
                  <c:v>1218.48025338048</c:v>
                </c:pt>
                <c:pt idx="586">
                  <c:v>1218.6310624356</c:v>
                </c:pt>
                <c:pt idx="587">
                  <c:v>1219.39268588919</c:v>
                </c:pt>
                <c:pt idx="588">
                  <c:v>1219.13885559446</c:v>
                </c:pt>
                <c:pt idx="589">
                  <c:v>1220.72493243193</c:v>
                </c:pt>
                <c:pt idx="590">
                  <c:v>1220.81337779919</c:v>
                </c:pt>
                <c:pt idx="591">
                  <c:v>1221.28627281878</c:v>
                </c:pt>
                <c:pt idx="592">
                  <c:v>1221.45097097709</c:v>
                </c:pt>
                <c:pt idx="593">
                  <c:v>1221.24038401936</c:v>
                </c:pt>
                <c:pt idx="594">
                  <c:v>1222.75061248669</c:v>
                </c:pt>
                <c:pt idx="595">
                  <c:v>1222.3846037646</c:v>
                </c:pt>
                <c:pt idx="596">
                  <c:v>1226.2975108849</c:v>
                </c:pt>
                <c:pt idx="597">
                  <c:v>1227.63527699285</c:v>
                </c:pt>
                <c:pt idx="598">
                  <c:v>1195.25627138788</c:v>
                </c:pt>
                <c:pt idx="599">
                  <c:v>1206.75301608203</c:v>
                </c:pt>
                <c:pt idx="600">
                  <c:v>1203.25155001346</c:v>
                </c:pt>
                <c:pt idx="601">
                  <c:v>1203.63881978831</c:v>
                </c:pt>
                <c:pt idx="602">
                  <c:v>1204.64975497551</c:v>
                </c:pt>
                <c:pt idx="603">
                  <c:v>1205.05656708077</c:v>
                </c:pt>
                <c:pt idx="604">
                  <c:v>1205.12276417356</c:v>
                </c:pt>
                <c:pt idx="605">
                  <c:v>1206.11358118985</c:v>
                </c:pt>
                <c:pt idx="606">
                  <c:v>1204.3820407051</c:v>
                </c:pt>
                <c:pt idx="607">
                  <c:v>1205.14395375473</c:v>
                </c:pt>
                <c:pt idx="608">
                  <c:v>1203.57492460937</c:v>
                </c:pt>
                <c:pt idx="609">
                  <c:v>1203.59307684788</c:v>
                </c:pt>
                <c:pt idx="610">
                  <c:v>1206.20264884858</c:v>
                </c:pt>
                <c:pt idx="611">
                  <c:v>1209.18971207119</c:v>
                </c:pt>
                <c:pt idx="612">
                  <c:v>1208.63036174321</c:v>
                </c:pt>
                <c:pt idx="613">
                  <c:v>1208.43051408764</c:v>
                </c:pt>
                <c:pt idx="614">
                  <c:v>1210.95216713672</c:v>
                </c:pt>
                <c:pt idx="615">
                  <c:v>1215.8046539185</c:v>
                </c:pt>
                <c:pt idx="616">
                  <c:v>1212.40168661851</c:v>
                </c:pt>
                <c:pt idx="617">
                  <c:v>1213.35818839997</c:v>
                </c:pt>
                <c:pt idx="618">
                  <c:v>1214.97053456722</c:v>
                </c:pt>
                <c:pt idx="619">
                  <c:v>1216.26580896135</c:v>
                </c:pt>
                <c:pt idx="620">
                  <c:v>1215.63125041357</c:v>
                </c:pt>
                <c:pt idx="621">
                  <c:v>1215.85876611268</c:v>
                </c:pt>
                <c:pt idx="622">
                  <c:v>1215.81692033946</c:v>
                </c:pt>
                <c:pt idx="623">
                  <c:v>1216.256308373</c:v>
                </c:pt>
                <c:pt idx="624">
                  <c:v>1215.82982667255</c:v>
                </c:pt>
                <c:pt idx="625">
                  <c:v>1216.71198274087</c:v>
                </c:pt>
                <c:pt idx="626">
                  <c:v>1216.73447204969</c:v>
                </c:pt>
                <c:pt idx="627">
                  <c:v>1217.75466666818</c:v>
                </c:pt>
                <c:pt idx="628">
                  <c:v>1217.48891363192</c:v>
                </c:pt>
                <c:pt idx="629">
                  <c:v>1217.38807506112</c:v>
                </c:pt>
                <c:pt idx="630">
                  <c:v>1215.70351449184</c:v>
                </c:pt>
                <c:pt idx="631">
                  <c:v>1217.63930063595</c:v>
                </c:pt>
                <c:pt idx="632">
                  <c:v>1212.58951778344</c:v>
                </c:pt>
                <c:pt idx="633">
                  <c:v>1211.98425282082</c:v>
                </c:pt>
                <c:pt idx="634">
                  <c:v>1214.85037728819</c:v>
                </c:pt>
                <c:pt idx="635">
                  <c:v>1216.98229863627</c:v>
                </c:pt>
                <c:pt idx="636">
                  <c:v>1217.99411397859</c:v>
                </c:pt>
                <c:pt idx="637">
                  <c:v>1219.43697238556</c:v>
                </c:pt>
                <c:pt idx="638">
                  <c:v>1218.85051017939</c:v>
                </c:pt>
                <c:pt idx="639">
                  <c:v>1218.97945127324</c:v>
                </c:pt>
                <c:pt idx="640">
                  <c:v>1222.1660558837</c:v>
                </c:pt>
                <c:pt idx="641">
                  <c:v>1224.50928673597</c:v>
                </c:pt>
                <c:pt idx="642">
                  <c:v>1226.49627413287</c:v>
                </c:pt>
                <c:pt idx="643">
                  <c:v>1225.98839089934</c:v>
                </c:pt>
                <c:pt idx="644">
                  <c:v>1225.8413891083</c:v>
                </c:pt>
                <c:pt idx="645">
                  <c:v>1228.24167119255</c:v>
                </c:pt>
                <c:pt idx="646">
                  <c:v>1229.12529232129</c:v>
                </c:pt>
                <c:pt idx="647">
                  <c:v>1229.0440782391</c:v>
                </c:pt>
                <c:pt idx="648">
                  <c:v>1228.22231969616</c:v>
                </c:pt>
                <c:pt idx="649">
                  <c:v>1229.63545765906</c:v>
                </c:pt>
                <c:pt idx="650">
                  <c:v>1229.48644397213</c:v>
                </c:pt>
                <c:pt idx="651">
                  <c:v>1229.1469835309</c:v>
                </c:pt>
                <c:pt idx="652">
                  <c:v>1228.76096900763</c:v>
                </c:pt>
                <c:pt idx="653">
                  <c:v>1228.05422261467</c:v>
                </c:pt>
                <c:pt idx="654">
                  <c:v>1227.36290285552</c:v>
                </c:pt>
                <c:pt idx="655">
                  <c:v>1226.81419708152</c:v>
                </c:pt>
                <c:pt idx="656">
                  <c:v>1227.15388190378</c:v>
                </c:pt>
                <c:pt idx="657">
                  <c:v>1230.58096845478</c:v>
                </c:pt>
                <c:pt idx="658">
                  <c:v>1232.12334784048</c:v>
                </c:pt>
                <c:pt idx="659">
                  <c:v>1233.32756031703</c:v>
                </c:pt>
                <c:pt idx="660">
                  <c:v>1236.14140452944</c:v>
                </c:pt>
                <c:pt idx="661">
                  <c:v>1238.96273417717</c:v>
                </c:pt>
                <c:pt idx="662">
                  <c:v>1236.87143542035</c:v>
                </c:pt>
                <c:pt idx="663">
                  <c:v>1234.74918963075</c:v>
                </c:pt>
                <c:pt idx="664">
                  <c:v>1234.62611713538</c:v>
                </c:pt>
                <c:pt idx="665">
                  <c:v>1234.82479973871</c:v>
                </c:pt>
                <c:pt idx="666">
                  <c:v>1235.22697446944</c:v>
                </c:pt>
                <c:pt idx="667">
                  <c:v>1234.25410661065</c:v>
                </c:pt>
                <c:pt idx="668">
                  <c:v>1233.28942146498</c:v>
                </c:pt>
                <c:pt idx="669">
                  <c:v>1233.32680226276</c:v>
                </c:pt>
                <c:pt idx="670">
                  <c:v>1232.66139150629</c:v>
                </c:pt>
                <c:pt idx="671">
                  <c:v>1234.02434597175</c:v>
                </c:pt>
                <c:pt idx="672">
                  <c:v>1233.37573102571</c:v>
                </c:pt>
                <c:pt idx="673">
                  <c:v>1232.47484675002</c:v>
                </c:pt>
                <c:pt idx="674">
                  <c:v>1232.53283947746</c:v>
                </c:pt>
                <c:pt idx="675">
                  <c:v>1232.30195293429</c:v>
                </c:pt>
                <c:pt idx="676">
                  <c:v>1232.83528248806</c:v>
                </c:pt>
                <c:pt idx="677">
                  <c:v>1231.34497207259</c:v>
                </c:pt>
                <c:pt idx="678">
                  <c:v>1231.3512534601</c:v>
                </c:pt>
                <c:pt idx="679">
                  <c:v>1232.35963951971</c:v>
                </c:pt>
                <c:pt idx="680">
                  <c:v>1232.83873482312</c:v>
                </c:pt>
                <c:pt idx="681">
                  <c:v>1235.34651611273</c:v>
                </c:pt>
                <c:pt idx="682">
                  <c:v>1233.46123442002</c:v>
                </c:pt>
                <c:pt idx="683">
                  <c:v>1231.66339916197</c:v>
                </c:pt>
                <c:pt idx="684">
                  <c:v>1232.54385616979</c:v>
                </c:pt>
                <c:pt idx="685">
                  <c:v>1230.30150100441</c:v>
                </c:pt>
                <c:pt idx="686">
                  <c:v>1230.89873289527</c:v>
                </c:pt>
                <c:pt idx="687">
                  <c:v>1232.06980683979</c:v>
                </c:pt>
                <c:pt idx="688">
                  <c:v>1232.84760456704</c:v>
                </c:pt>
                <c:pt idx="689">
                  <c:v>1230.23497203716</c:v>
                </c:pt>
                <c:pt idx="690">
                  <c:v>1229.38778859508</c:v>
                </c:pt>
                <c:pt idx="691">
                  <c:v>1232.99638612676</c:v>
                </c:pt>
                <c:pt idx="692">
                  <c:v>1234.71183761405</c:v>
                </c:pt>
                <c:pt idx="693">
                  <c:v>1232.80840518568</c:v>
                </c:pt>
                <c:pt idx="694">
                  <c:v>1229.94086795904</c:v>
                </c:pt>
                <c:pt idx="695">
                  <c:v>1230.5457727417</c:v>
                </c:pt>
                <c:pt idx="696">
                  <c:v>1234.5240750367</c:v>
                </c:pt>
                <c:pt idx="697">
                  <c:v>1232.8883638352</c:v>
                </c:pt>
                <c:pt idx="698">
                  <c:v>1232.61175602927</c:v>
                </c:pt>
                <c:pt idx="699">
                  <c:v>1229.26911809283</c:v>
                </c:pt>
                <c:pt idx="700">
                  <c:v>1230.61896949658</c:v>
                </c:pt>
                <c:pt idx="701">
                  <c:v>1229.98482801439</c:v>
                </c:pt>
                <c:pt idx="702">
                  <c:v>1234.09587648902</c:v>
                </c:pt>
                <c:pt idx="703">
                  <c:v>1236.41955005261</c:v>
                </c:pt>
                <c:pt idx="704">
                  <c:v>1238.2470101866</c:v>
                </c:pt>
                <c:pt idx="705">
                  <c:v>1237.09319694467</c:v>
                </c:pt>
                <c:pt idx="706">
                  <c:v>1237.14303781256</c:v>
                </c:pt>
                <c:pt idx="707">
                  <c:v>1237.36848430162</c:v>
                </c:pt>
                <c:pt idx="708">
                  <c:v>1236.96759983345</c:v>
                </c:pt>
                <c:pt idx="709">
                  <c:v>1238.30750930357</c:v>
                </c:pt>
                <c:pt idx="710">
                  <c:v>1235.05209038462</c:v>
                </c:pt>
                <c:pt idx="711">
                  <c:v>1232.08838715439</c:v>
                </c:pt>
                <c:pt idx="712">
                  <c:v>1234.07701629997</c:v>
                </c:pt>
                <c:pt idx="713">
                  <c:v>1231.5455569385</c:v>
                </c:pt>
                <c:pt idx="714">
                  <c:v>1233.45727343867</c:v>
                </c:pt>
                <c:pt idx="715">
                  <c:v>1236.73309697311</c:v>
                </c:pt>
                <c:pt idx="716">
                  <c:v>1238.51102522782</c:v>
                </c:pt>
                <c:pt idx="717">
                  <c:v>1238.86881548077</c:v>
                </c:pt>
                <c:pt idx="718">
                  <c:v>1241.51035894524</c:v>
                </c:pt>
                <c:pt idx="719">
                  <c:v>1243.5274600738</c:v>
                </c:pt>
                <c:pt idx="720">
                  <c:v>1247.85110054255</c:v>
                </c:pt>
                <c:pt idx="721">
                  <c:v>1251.09492660106</c:v>
                </c:pt>
                <c:pt idx="722">
                  <c:v>1254.10200966824</c:v>
                </c:pt>
                <c:pt idx="723">
                  <c:v>1258.24381792966</c:v>
                </c:pt>
                <c:pt idx="724">
                  <c:v>1260.40155770786</c:v>
                </c:pt>
                <c:pt idx="725">
                  <c:v>1259.95780810405</c:v>
                </c:pt>
                <c:pt idx="726">
                  <c:v>1258.81266512547</c:v>
                </c:pt>
                <c:pt idx="727">
                  <c:v>1259.41248851127</c:v>
                </c:pt>
                <c:pt idx="728">
                  <c:v>1259.56937772774</c:v>
                </c:pt>
                <c:pt idx="729">
                  <c:v>1259.40583736133</c:v>
                </c:pt>
                <c:pt idx="730">
                  <c:v>1259.67205062229</c:v>
                </c:pt>
                <c:pt idx="731">
                  <c:v>1261.16016180562</c:v>
                </c:pt>
                <c:pt idx="732">
                  <c:v>1261.53985872718</c:v>
                </c:pt>
                <c:pt idx="733">
                  <c:v>1260.8556419227</c:v>
                </c:pt>
                <c:pt idx="734">
                  <c:v>1261.93752242794</c:v>
                </c:pt>
                <c:pt idx="735">
                  <c:v>1261.38623975485</c:v>
                </c:pt>
                <c:pt idx="736">
                  <c:v>1262.51318268325</c:v>
                </c:pt>
                <c:pt idx="737">
                  <c:v>1261.63759777949</c:v>
                </c:pt>
                <c:pt idx="738">
                  <c:v>1263.30326528145</c:v>
                </c:pt>
                <c:pt idx="739">
                  <c:v>1261.3523799038</c:v>
                </c:pt>
                <c:pt idx="740">
                  <c:v>1263.7196467931</c:v>
                </c:pt>
                <c:pt idx="741">
                  <c:v>1268.37833385293</c:v>
                </c:pt>
                <c:pt idx="742">
                  <c:v>1270.34941880765</c:v>
                </c:pt>
                <c:pt idx="743">
                  <c:v>1277.88893764886</c:v>
                </c:pt>
                <c:pt idx="744">
                  <c:v>1247.15719033731</c:v>
                </c:pt>
                <c:pt idx="745">
                  <c:v>1255.63714783319</c:v>
                </c:pt>
                <c:pt idx="746">
                  <c:v>1255.55802063972</c:v>
                </c:pt>
                <c:pt idx="747">
                  <c:v>1257.21694016779</c:v>
                </c:pt>
                <c:pt idx="748">
                  <c:v>1256.42456239142</c:v>
                </c:pt>
                <c:pt idx="749">
                  <c:v>1258.53503609807</c:v>
                </c:pt>
                <c:pt idx="750">
                  <c:v>1258.85319112459</c:v>
                </c:pt>
                <c:pt idx="751">
                  <c:v>1258.86984794923</c:v>
                </c:pt>
                <c:pt idx="752">
                  <c:v>1258.73237673218</c:v>
                </c:pt>
                <c:pt idx="753">
                  <c:v>1257.68166442199</c:v>
                </c:pt>
                <c:pt idx="754">
                  <c:v>1257.39693080079</c:v>
                </c:pt>
                <c:pt idx="755">
                  <c:v>1258.54580378598</c:v>
                </c:pt>
                <c:pt idx="756">
                  <c:v>1259.03832331522</c:v>
                </c:pt>
                <c:pt idx="757">
                  <c:v>1259.57487599108</c:v>
                </c:pt>
                <c:pt idx="758">
                  <c:v>1259.98403795649</c:v>
                </c:pt>
                <c:pt idx="759">
                  <c:v>1262.28757455011</c:v>
                </c:pt>
                <c:pt idx="760">
                  <c:v>1263.52846510426</c:v>
                </c:pt>
                <c:pt idx="761">
                  <c:v>1265.32628612207</c:v>
                </c:pt>
                <c:pt idx="762">
                  <c:v>1258.86525897037</c:v>
                </c:pt>
                <c:pt idx="763">
                  <c:v>1257.03344159775</c:v>
                </c:pt>
                <c:pt idx="764">
                  <c:v>1257.24741368732</c:v>
                </c:pt>
                <c:pt idx="765">
                  <c:v>1257.05708714078</c:v>
                </c:pt>
                <c:pt idx="766">
                  <c:v>1257.04347108255</c:v>
                </c:pt>
                <c:pt idx="767">
                  <c:v>1257.61643050443</c:v>
                </c:pt>
                <c:pt idx="768">
                  <c:v>1256.790409676</c:v>
                </c:pt>
                <c:pt idx="769">
                  <c:v>1256.95078106179</c:v>
                </c:pt>
                <c:pt idx="770">
                  <c:v>1257.86436838497</c:v>
                </c:pt>
                <c:pt idx="771">
                  <c:v>1257.02666772037</c:v>
                </c:pt>
                <c:pt idx="772">
                  <c:v>1257.68643801844</c:v>
                </c:pt>
                <c:pt idx="773">
                  <c:v>1258.25801011797</c:v>
                </c:pt>
                <c:pt idx="774">
                  <c:v>1258.14175537195</c:v>
                </c:pt>
                <c:pt idx="775">
                  <c:v>1257.20211802387</c:v>
                </c:pt>
                <c:pt idx="776">
                  <c:v>1257.18521563794</c:v>
                </c:pt>
                <c:pt idx="777">
                  <c:v>1257.06739944044</c:v>
                </c:pt>
                <c:pt idx="778">
                  <c:v>1255.59842071569</c:v>
                </c:pt>
                <c:pt idx="779">
                  <c:v>1258.69802371126</c:v>
                </c:pt>
                <c:pt idx="780">
                  <c:v>1257.70043700066</c:v>
                </c:pt>
                <c:pt idx="781">
                  <c:v>1257.78605723395</c:v>
                </c:pt>
                <c:pt idx="782">
                  <c:v>1257.297048241</c:v>
                </c:pt>
                <c:pt idx="783">
                  <c:v>1257.99014068874</c:v>
                </c:pt>
                <c:pt idx="784">
                  <c:v>1257.91348003989</c:v>
                </c:pt>
                <c:pt idx="785">
                  <c:v>1258.51308792106</c:v>
                </c:pt>
                <c:pt idx="786">
                  <c:v>1258.4914536026</c:v>
                </c:pt>
                <c:pt idx="787">
                  <c:v>1259.98813500318</c:v>
                </c:pt>
                <c:pt idx="788">
                  <c:v>1260.37985450862</c:v>
                </c:pt>
                <c:pt idx="789">
                  <c:v>1260.45110190858</c:v>
                </c:pt>
                <c:pt idx="790">
                  <c:v>1260.69852403306</c:v>
                </c:pt>
                <c:pt idx="791">
                  <c:v>1261.0499171118</c:v>
                </c:pt>
                <c:pt idx="792">
                  <c:v>1261.47439681005</c:v>
                </c:pt>
                <c:pt idx="793">
                  <c:v>1261.2861745015</c:v>
                </c:pt>
                <c:pt idx="794">
                  <c:v>1262.66218107504</c:v>
                </c:pt>
                <c:pt idx="795">
                  <c:v>1263.77475963668</c:v>
                </c:pt>
                <c:pt idx="796">
                  <c:v>1264.21604417024</c:v>
                </c:pt>
                <c:pt idx="797">
                  <c:v>1265.45108686419</c:v>
                </c:pt>
                <c:pt idx="798">
                  <c:v>1268.77420961611</c:v>
                </c:pt>
                <c:pt idx="799">
                  <c:v>1271.54757261968</c:v>
                </c:pt>
                <c:pt idx="800">
                  <c:v>1274.1844174422</c:v>
                </c:pt>
                <c:pt idx="801">
                  <c:v>1276.27644775927</c:v>
                </c:pt>
                <c:pt idx="802">
                  <c:v>1276.96006564415</c:v>
                </c:pt>
                <c:pt idx="803">
                  <c:v>1277.08111320722</c:v>
                </c:pt>
                <c:pt idx="804">
                  <c:v>1279.08989336978</c:v>
                </c:pt>
                <c:pt idx="805">
                  <c:v>1281.12408112536</c:v>
                </c:pt>
                <c:pt idx="806">
                  <c:v>1281.08488394352</c:v>
                </c:pt>
                <c:pt idx="807">
                  <c:v>1279.79307186496</c:v>
                </c:pt>
                <c:pt idx="808">
                  <c:v>1279.02166637499</c:v>
                </c:pt>
                <c:pt idx="809">
                  <c:v>1278.34938577881</c:v>
                </c:pt>
                <c:pt idx="810">
                  <c:v>1278.94047538284</c:v>
                </c:pt>
                <c:pt idx="811">
                  <c:v>1280.10082886599</c:v>
                </c:pt>
                <c:pt idx="812">
                  <c:v>1281.86489865825</c:v>
                </c:pt>
                <c:pt idx="813">
                  <c:v>1283.28548819411</c:v>
                </c:pt>
                <c:pt idx="814">
                  <c:v>1284.15478064737</c:v>
                </c:pt>
                <c:pt idx="815">
                  <c:v>1283.39895128173</c:v>
                </c:pt>
                <c:pt idx="816">
                  <c:v>1280.81412130302</c:v>
                </c:pt>
                <c:pt idx="817">
                  <c:v>1278.74356582042</c:v>
                </c:pt>
                <c:pt idx="818">
                  <c:v>1279.5077831967</c:v>
                </c:pt>
                <c:pt idx="819">
                  <c:v>1277.74083010437</c:v>
                </c:pt>
                <c:pt idx="820">
                  <c:v>1279.12999362574</c:v>
                </c:pt>
                <c:pt idx="821">
                  <c:v>1280.46066694815</c:v>
                </c:pt>
                <c:pt idx="822">
                  <c:v>1279.83623647991</c:v>
                </c:pt>
                <c:pt idx="823">
                  <c:v>1279.69040591386</c:v>
                </c:pt>
                <c:pt idx="824">
                  <c:v>1280.30027001864</c:v>
                </c:pt>
                <c:pt idx="825">
                  <c:v>1281.07026236912</c:v>
                </c:pt>
                <c:pt idx="826">
                  <c:v>1279.82878495229</c:v>
                </c:pt>
                <c:pt idx="827">
                  <c:v>1278.62028284935</c:v>
                </c:pt>
                <c:pt idx="828">
                  <c:v>1278.12704538346</c:v>
                </c:pt>
                <c:pt idx="829">
                  <c:v>1278.85464186356</c:v>
                </c:pt>
                <c:pt idx="830">
                  <c:v>1278.6453749595</c:v>
                </c:pt>
                <c:pt idx="831">
                  <c:v>1277.92511084396</c:v>
                </c:pt>
                <c:pt idx="832">
                  <c:v>1277.12017856341</c:v>
                </c:pt>
                <c:pt idx="833">
                  <c:v>1277.540117133</c:v>
                </c:pt>
                <c:pt idx="834">
                  <c:v>1280.61519344142</c:v>
                </c:pt>
                <c:pt idx="835">
                  <c:v>1281.06881060449</c:v>
                </c:pt>
                <c:pt idx="836">
                  <c:v>1280.1868023203</c:v>
                </c:pt>
                <c:pt idx="837">
                  <c:v>1279.12165928447</c:v>
                </c:pt>
                <c:pt idx="838">
                  <c:v>1279.66935014675</c:v>
                </c:pt>
                <c:pt idx="839">
                  <c:v>1282.37231606428</c:v>
                </c:pt>
                <c:pt idx="840">
                  <c:v>1284.1579235363</c:v>
                </c:pt>
                <c:pt idx="841">
                  <c:v>1287.69988831491</c:v>
                </c:pt>
                <c:pt idx="842">
                  <c:v>1286.76216858258</c:v>
                </c:pt>
                <c:pt idx="843">
                  <c:v>1288.57628603113</c:v>
                </c:pt>
                <c:pt idx="844">
                  <c:v>1289.83025022402</c:v>
                </c:pt>
                <c:pt idx="845">
                  <c:v>1289.08309629355</c:v>
                </c:pt>
                <c:pt idx="846">
                  <c:v>1289.28145123891</c:v>
                </c:pt>
                <c:pt idx="847">
                  <c:v>1288.43145943872</c:v>
                </c:pt>
                <c:pt idx="848">
                  <c:v>1286.44288399342</c:v>
                </c:pt>
                <c:pt idx="849">
                  <c:v>1287.93200780918</c:v>
                </c:pt>
                <c:pt idx="850">
                  <c:v>1287.59284142536</c:v>
                </c:pt>
                <c:pt idx="851">
                  <c:v>1287.71514219007</c:v>
                </c:pt>
                <c:pt idx="852">
                  <c:v>1288.11228065484</c:v>
                </c:pt>
                <c:pt idx="853">
                  <c:v>1290.07723034305</c:v>
                </c:pt>
                <c:pt idx="854">
                  <c:v>1291.37303325317</c:v>
                </c:pt>
                <c:pt idx="855">
                  <c:v>1290.49924424033</c:v>
                </c:pt>
                <c:pt idx="856">
                  <c:v>1290.04377212271</c:v>
                </c:pt>
                <c:pt idx="857">
                  <c:v>1289.40822883456</c:v>
                </c:pt>
                <c:pt idx="858">
                  <c:v>1290.22968498371</c:v>
                </c:pt>
                <c:pt idx="859">
                  <c:v>1292.32058202353</c:v>
                </c:pt>
                <c:pt idx="860">
                  <c:v>1292.12803251375</c:v>
                </c:pt>
                <c:pt idx="861">
                  <c:v>1294.82490188088</c:v>
                </c:pt>
                <c:pt idx="862">
                  <c:v>1295.72044743977</c:v>
                </c:pt>
                <c:pt idx="863">
                  <c:v>1295.57101131065</c:v>
                </c:pt>
                <c:pt idx="864">
                  <c:v>1296.55899891904</c:v>
                </c:pt>
                <c:pt idx="865">
                  <c:v>1297.26931520959</c:v>
                </c:pt>
                <c:pt idx="866">
                  <c:v>1296.23019161528</c:v>
                </c:pt>
                <c:pt idx="867">
                  <c:v>1297.24354203914</c:v>
                </c:pt>
                <c:pt idx="868">
                  <c:v>1297.03624989614</c:v>
                </c:pt>
                <c:pt idx="869">
                  <c:v>1296.49821590808</c:v>
                </c:pt>
                <c:pt idx="870">
                  <c:v>1296.39347935796</c:v>
                </c:pt>
                <c:pt idx="871">
                  <c:v>1296.65223275973</c:v>
                </c:pt>
                <c:pt idx="872">
                  <c:v>1292.33286340174</c:v>
                </c:pt>
                <c:pt idx="873">
                  <c:v>1288.38540785572</c:v>
                </c:pt>
                <c:pt idx="874">
                  <c:v>1289.67937743172</c:v>
                </c:pt>
                <c:pt idx="875">
                  <c:v>1288.31613794084</c:v>
                </c:pt>
                <c:pt idx="876">
                  <c:v>1289.97928673358</c:v>
                </c:pt>
                <c:pt idx="877">
                  <c:v>1289.51581295491</c:v>
                </c:pt>
                <c:pt idx="878">
                  <c:v>1289.06665914673</c:v>
                </c:pt>
                <c:pt idx="879">
                  <c:v>1288.54477147858</c:v>
                </c:pt>
                <c:pt idx="880">
                  <c:v>1288.45909218141</c:v>
                </c:pt>
                <c:pt idx="881">
                  <c:v>1291.24339429342</c:v>
                </c:pt>
                <c:pt idx="882">
                  <c:v>1287.67155744444</c:v>
                </c:pt>
                <c:pt idx="883">
                  <c:v>1286.89564713548</c:v>
                </c:pt>
                <c:pt idx="884">
                  <c:v>1286.82156404302</c:v>
                </c:pt>
                <c:pt idx="885">
                  <c:v>1286.65424347155</c:v>
                </c:pt>
                <c:pt idx="886">
                  <c:v>1286.7676703532</c:v>
                </c:pt>
                <c:pt idx="887">
                  <c:v>1286.21242938353</c:v>
                </c:pt>
                <c:pt idx="888">
                  <c:v>1285.32112953761</c:v>
                </c:pt>
                <c:pt idx="889">
                  <c:v>1285.50576261911</c:v>
                </c:pt>
                <c:pt idx="890">
                  <c:v>1284.74338269078</c:v>
                </c:pt>
                <c:pt idx="891">
                  <c:v>1285.68999415941</c:v>
                </c:pt>
                <c:pt idx="892">
                  <c:v>1285.34445709946</c:v>
                </c:pt>
                <c:pt idx="893">
                  <c:v>1281.14700524048</c:v>
                </c:pt>
                <c:pt idx="894">
                  <c:v>1284.35695622416</c:v>
                </c:pt>
                <c:pt idx="895">
                  <c:v>1287.19683526071</c:v>
                </c:pt>
                <c:pt idx="896">
                  <c:v>1289.14743367355</c:v>
                </c:pt>
                <c:pt idx="897">
                  <c:v>1291.2941064466</c:v>
                </c:pt>
                <c:pt idx="898">
                  <c:v>1294.12502611726</c:v>
                </c:pt>
                <c:pt idx="899">
                  <c:v>1293.73474759417</c:v>
                </c:pt>
                <c:pt idx="900">
                  <c:v>1293.89154953888</c:v>
                </c:pt>
                <c:pt idx="901">
                  <c:v>1292.32386792082</c:v>
                </c:pt>
                <c:pt idx="902">
                  <c:v>1293.03266769693</c:v>
                </c:pt>
                <c:pt idx="903">
                  <c:v>1295.95560156393</c:v>
                </c:pt>
                <c:pt idx="904">
                  <c:v>1297.07746317963</c:v>
                </c:pt>
                <c:pt idx="905">
                  <c:v>1296.4075994092</c:v>
                </c:pt>
                <c:pt idx="906">
                  <c:v>1296.79104004261</c:v>
                </c:pt>
                <c:pt idx="907">
                  <c:v>1296.26291351488</c:v>
                </c:pt>
                <c:pt idx="908">
                  <c:v>1296.84750144619</c:v>
                </c:pt>
                <c:pt idx="909">
                  <c:v>1296.79672772396</c:v>
                </c:pt>
                <c:pt idx="910">
                  <c:v>1296.44789129014</c:v>
                </c:pt>
                <c:pt idx="911">
                  <c:v>1295.64192397329</c:v>
                </c:pt>
                <c:pt idx="912">
                  <c:v>1296.57928760014</c:v>
                </c:pt>
                <c:pt idx="913">
                  <c:v>1296.59591090507</c:v>
                </c:pt>
                <c:pt idx="914">
                  <c:v>1296.41485265388</c:v>
                </c:pt>
                <c:pt idx="915">
                  <c:v>1296.21289734573</c:v>
                </c:pt>
                <c:pt idx="916">
                  <c:v>1296.2553878913</c:v>
                </c:pt>
                <c:pt idx="917">
                  <c:v>1301.56513723805</c:v>
                </c:pt>
                <c:pt idx="918">
                  <c:v>1302.28848834094</c:v>
                </c:pt>
                <c:pt idx="919">
                  <c:v>1303.44475935221</c:v>
                </c:pt>
                <c:pt idx="920">
                  <c:v>1305.56339650707</c:v>
                </c:pt>
                <c:pt idx="921">
                  <c:v>1304.70196716697</c:v>
                </c:pt>
                <c:pt idx="922">
                  <c:v>1304.15003670552</c:v>
                </c:pt>
                <c:pt idx="923">
                  <c:v>1305.11353353599</c:v>
                </c:pt>
                <c:pt idx="924">
                  <c:v>1304.98452665078</c:v>
                </c:pt>
                <c:pt idx="925">
                  <c:v>1303.52433922669</c:v>
                </c:pt>
                <c:pt idx="926">
                  <c:v>1303.50015498125</c:v>
                </c:pt>
                <c:pt idx="927">
                  <c:v>1302.80151276507</c:v>
                </c:pt>
                <c:pt idx="928">
                  <c:v>1303.9954627829</c:v>
                </c:pt>
                <c:pt idx="929">
                  <c:v>1305.75835747392</c:v>
                </c:pt>
                <c:pt idx="930">
                  <c:v>1306.5128892623</c:v>
                </c:pt>
                <c:pt idx="931">
                  <c:v>1307.20336470907</c:v>
                </c:pt>
                <c:pt idx="932">
                  <c:v>1308.13681039692</c:v>
                </c:pt>
                <c:pt idx="933">
                  <c:v>1308.61538233428</c:v>
                </c:pt>
                <c:pt idx="934">
                  <c:v>1308.873635628</c:v>
                </c:pt>
                <c:pt idx="935">
                  <c:v>1309.58202312354</c:v>
                </c:pt>
                <c:pt idx="936">
                  <c:v>1311.04538652875</c:v>
                </c:pt>
                <c:pt idx="937">
                  <c:v>1312.18439453068</c:v>
                </c:pt>
                <c:pt idx="938">
                  <c:v>1312.38563439022</c:v>
                </c:pt>
                <c:pt idx="939">
                  <c:v>1312.96819161519</c:v>
                </c:pt>
                <c:pt idx="940">
                  <c:v>1314.35591766746</c:v>
                </c:pt>
                <c:pt idx="941">
                  <c:v>1312.70296550448</c:v>
                </c:pt>
                <c:pt idx="942">
                  <c:v>1314.79875040755</c:v>
                </c:pt>
                <c:pt idx="943">
                  <c:v>1315.46774994395</c:v>
                </c:pt>
                <c:pt idx="944">
                  <c:v>1316.30281062987</c:v>
                </c:pt>
                <c:pt idx="945">
                  <c:v>1316.58687539302</c:v>
                </c:pt>
                <c:pt idx="946">
                  <c:v>1316.54453084196</c:v>
                </c:pt>
                <c:pt idx="947">
                  <c:v>1316.88186673521</c:v>
                </c:pt>
                <c:pt idx="948">
                  <c:v>1317.04588863544</c:v>
                </c:pt>
                <c:pt idx="949">
                  <c:v>1316.24487314019</c:v>
                </c:pt>
                <c:pt idx="950">
                  <c:v>1316.1539589513</c:v>
                </c:pt>
                <c:pt idx="951">
                  <c:v>1315.77630657699</c:v>
                </c:pt>
                <c:pt idx="952">
                  <c:v>1315.1787249093</c:v>
                </c:pt>
                <c:pt idx="953">
                  <c:v>1315.59102850097</c:v>
                </c:pt>
                <c:pt idx="954">
                  <c:v>1315.49889333851</c:v>
                </c:pt>
                <c:pt idx="955">
                  <c:v>1316.23162518886</c:v>
                </c:pt>
                <c:pt idx="956">
                  <c:v>1315.06500334197</c:v>
                </c:pt>
                <c:pt idx="957">
                  <c:v>1314.49803116194</c:v>
                </c:pt>
                <c:pt idx="958">
                  <c:v>1312.11329901117</c:v>
                </c:pt>
                <c:pt idx="959">
                  <c:v>1313.47723739678</c:v>
                </c:pt>
                <c:pt idx="960">
                  <c:v>1311.99011945421</c:v>
                </c:pt>
                <c:pt idx="961">
                  <c:v>1312.88720492233</c:v>
                </c:pt>
                <c:pt idx="962">
                  <c:v>1310.89262428069</c:v>
                </c:pt>
                <c:pt idx="963">
                  <c:v>1312.20201899033</c:v>
                </c:pt>
                <c:pt idx="964">
                  <c:v>1311.69757846727</c:v>
                </c:pt>
                <c:pt idx="965">
                  <c:v>1311.95440072247</c:v>
                </c:pt>
                <c:pt idx="966">
                  <c:v>1311.67904821328</c:v>
                </c:pt>
                <c:pt idx="967">
                  <c:v>1311.74082893629</c:v>
                </c:pt>
                <c:pt idx="968">
                  <c:v>1311.64227266249</c:v>
                </c:pt>
                <c:pt idx="969">
                  <c:v>1310.62830147022</c:v>
                </c:pt>
                <c:pt idx="970">
                  <c:v>1312.71357228319</c:v>
                </c:pt>
                <c:pt idx="971">
                  <c:v>1312.83064911897</c:v>
                </c:pt>
                <c:pt idx="972">
                  <c:v>1314.1372427497</c:v>
                </c:pt>
                <c:pt idx="973">
                  <c:v>1313.25896981337</c:v>
                </c:pt>
                <c:pt idx="974">
                  <c:v>1313.64283062959</c:v>
                </c:pt>
                <c:pt idx="975">
                  <c:v>1312.98198189816</c:v>
                </c:pt>
                <c:pt idx="976">
                  <c:v>1315.13490996609</c:v>
                </c:pt>
                <c:pt idx="977">
                  <c:v>1314.73990751031</c:v>
                </c:pt>
                <c:pt idx="978">
                  <c:v>1315.68933482127</c:v>
                </c:pt>
                <c:pt idx="979">
                  <c:v>1313.80382367047</c:v>
                </c:pt>
                <c:pt idx="980">
                  <c:v>1313.33313853447</c:v>
                </c:pt>
                <c:pt idx="981">
                  <c:v>1307.80844421748</c:v>
                </c:pt>
                <c:pt idx="982">
                  <c:v>1313.03487985814</c:v>
                </c:pt>
                <c:pt idx="983">
                  <c:v>1313.87771912082</c:v>
                </c:pt>
                <c:pt idx="984">
                  <c:v>1313.8749607843</c:v>
                </c:pt>
                <c:pt idx="985">
                  <c:v>1316.14994606212</c:v>
                </c:pt>
                <c:pt idx="986">
                  <c:v>1318.16550666761</c:v>
                </c:pt>
                <c:pt idx="987">
                  <c:v>1318.18436226289</c:v>
                </c:pt>
                <c:pt idx="988">
                  <c:v>1317.19359799864</c:v>
                </c:pt>
                <c:pt idx="989">
                  <c:v>1314.88545987681</c:v>
                </c:pt>
                <c:pt idx="990">
                  <c:v>1317.34125378257</c:v>
                </c:pt>
                <c:pt idx="991">
                  <c:v>1314.79696447455</c:v>
                </c:pt>
                <c:pt idx="992">
                  <c:v>1317.18229880035</c:v>
                </c:pt>
                <c:pt idx="993">
                  <c:v>1317.75647373909</c:v>
                </c:pt>
                <c:pt idx="994">
                  <c:v>1319.79592004664</c:v>
                </c:pt>
                <c:pt idx="995">
                  <c:v>1321.24570906193</c:v>
                </c:pt>
                <c:pt idx="996">
                  <c:v>1319.48697717168</c:v>
                </c:pt>
                <c:pt idx="997">
                  <c:v>1318.39370333277</c:v>
                </c:pt>
                <c:pt idx="998">
                  <c:v>1314.03066785064</c:v>
                </c:pt>
                <c:pt idx="999">
                  <c:v>1313.79714457688</c:v>
                </c:pt>
                <c:pt idx="1000">
                  <c:v>1307.73436352896</c:v>
                </c:pt>
                <c:pt idx="1001">
                  <c:v>1309.64909558906</c:v>
                </c:pt>
                <c:pt idx="1002">
                  <c:v>1324.27795797715</c:v>
                </c:pt>
                <c:pt idx="1003">
                  <c:v>1330.26277926488</c:v>
                </c:pt>
                <c:pt idx="1004">
                  <c:v>1330.48953057298</c:v>
                </c:pt>
                <c:pt idx="1005">
                  <c:v>1346.20619400427</c:v>
                </c:pt>
                <c:pt idx="1006">
                  <c:v>1347.84372417363</c:v>
                </c:pt>
                <c:pt idx="1007">
                  <c:v>1344.65539105928</c:v>
                </c:pt>
                <c:pt idx="1008">
                  <c:v>1345.000131402</c:v>
                </c:pt>
                <c:pt idx="1009">
                  <c:v>1344.50367572971</c:v>
                </c:pt>
                <c:pt idx="1010">
                  <c:v>1344.99678089115</c:v>
                </c:pt>
                <c:pt idx="1011">
                  <c:v>1347.01120514428</c:v>
                </c:pt>
                <c:pt idx="1012">
                  <c:v>1344.49856752328</c:v>
                </c:pt>
                <c:pt idx="1013">
                  <c:v>1347.68426239852</c:v>
                </c:pt>
                <c:pt idx="1014">
                  <c:v>1348.43242739814</c:v>
                </c:pt>
                <c:pt idx="1015">
                  <c:v>1350.82960751369</c:v>
                </c:pt>
                <c:pt idx="1016">
                  <c:v>1354.6403229304</c:v>
                </c:pt>
                <c:pt idx="1017">
                  <c:v>1356.35283539305</c:v>
                </c:pt>
                <c:pt idx="1018">
                  <c:v>1358.86347449076</c:v>
                </c:pt>
                <c:pt idx="1019">
                  <c:v>1362.43096814796</c:v>
                </c:pt>
                <c:pt idx="1020">
                  <c:v>1365.15568533705</c:v>
                </c:pt>
                <c:pt idx="1021">
                  <c:v>1363.90071915742</c:v>
                </c:pt>
                <c:pt idx="1022">
                  <c:v>1363.83710783773</c:v>
                </c:pt>
                <c:pt idx="1023">
                  <c:v>1367.61363483252</c:v>
                </c:pt>
                <c:pt idx="1024">
                  <c:v>1370.16973068696</c:v>
                </c:pt>
                <c:pt idx="1025">
                  <c:v>1370.61770570717</c:v>
                </c:pt>
                <c:pt idx="1026">
                  <c:v>1370.61793731645</c:v>
                </c:pt>
                <c:pt idx="1027">
                  <c:v>1371.00860539541</c:v>
                </c:pt>
                <c:pt idx="1028">
                  <c:v>1370.68151159706</c:v>
                </c:pt>
                <c:pt idx="1029">
                  <c:v>1368.71374025164</c:v>
                </c:pt>
                <c:pt idx="1030">
                  <c:v>1369.99311300586</c:v>
                </c:pt>
                <c:pt idx="1031">
                  <c:v>1371.07909890237</c:v>
                </c:pt>
                <c:pt idx="1032">
                  <c:v>1370.10908520037</c:v>
                </c:pt>
                <c:pt idx="1033">
                  <c:v>1369.56080260428</c:v>
                </c:pt>
                <c:pt idx="1034">
                  <c:v>1371.64680439955</c:v>
                </c:pt>
                <c:pt idx="1035">
                  <c:v>1370.35579445499</c:v>
                </c:pt>
                <c:pt idx="1036">
                  <c:v>1370.54200433075</c:v>
                </c:pt>
                <c:pt idx="1037">
                  <c:v>1371.44137585861</c:v>
                </c:pt>
                <c:pt idx="1038">
                  <c:v>1371.77111666632</c:v>
                </c:pt>
                <c:pt idx="1039">
                  <c:v>1372.10218967458</c:v>
                </c:pt>
                <c:pt idx="1040">
                  <c:v>1372.27118549319</c:v>
                </c:pt>
                <c:pt idx="1041">
                  <c:v>1372.61214036892</c:v>
                </c:pt>
                <c:pt idx="1042">
                  <c:v>1372.19522950741</c:v>
                </c:pt>
                <c:pt idx="1043">
                  <c:v>1371.85061986879</c:v>
                </c:pt>
                <c:pt idx="1044">
                  <c:v>1368.31748442914</c:v>
                </c:pt>
                <c:pt idx="1045">
                  <c:v>1371.99434013706</c:v>
                </c:pt>
                <c:pt idx="1046">
                  <c:v>1370.02444525443</c:v>
                </c:pt>
                <c:pt idx="1047">
                  <c:v>1369.89587765778</c:v>
                </c:pt>
                <c:pt idx="1048">
                  <c:v>1370.19160264336</c:v>
                </c:pt>
                <c:pt idx="1049">
                  <c:v>1369.97377888327</c:v>
                </c:pt>
                <c:pt idx="1050">
                  <c:v>1370.27582447416</c:v>
                </c:pt>
                <c:pt idx="1051">
                  <c:v>1371.38186280246</c:v>
                </c:pt>
                <c:pt idx="1052">
                  <c:v>1371.58301935004</c:v>
                </c:pt>
                <c:pt idx="1053">
                  <c:v>1366.8927963106</c:v>
                </c:pt>
                <c:pt idx="1054">
                  <c:v>1369.40859811098</c:v>
                </c:pt>
                <c:pt idx="1055">
                  <c:v>1370.70902250579</c:v>
                </c:pt>
                <c:pt idx="1056">
                  <c:v>1373.15126631781</c:v>
                </c:pt>
                <c:pt idx="1057">
                  <c:v>1374.06555260313</c:v>
                </c:pt>
                <c:pt idx="1058">
                  <c:v>1376.94517992308</c:v>
                </c:pt>
                <c:pt idx="1059">
                  <c:v>1376.99945837632</c:v>
                </c:pt>
                <c:pt idx="1060">
                  <c:v>1377.68062993227</c:v>
                </c:pt>
                <c:pt idx="1061">
                  <c:v>1378.38728915952</c:v>
                </c:pt>
                <c:pt idx="1062">
                  <c:v>1379.29145891325</c:v>
                </c:pt>
                <c:pt idx="1063">
                  <c:v>1381.77311725214</c:v>
                </c:pt>
                <c:pt idx="1064">
                  <c:v>1385.2892069639</c:v>
                </c:pt>
                <c:pt idx="1065">
                  <c:v>1384.45549583086</c:v>
                </c:pt>
                <c:pt idx="1066">
                  <c:v>1384.55845432698</c:v>
                </c:pt>
                <c:pt idx="1067">
                  <c:v>1384.78427806013</c:v>
                </c:pt>
                <c:pt idx="1068">
                  <c:v>1384.15430561587</c:v>
                </c:pt>
                <c:pt idx="1069">
                  <c:v>1382.85742685886</c:v>
                </c:pt>
                <c:pt idx="1070">
                  <c:v>1384.75019582443</c:v>
                </c:pt>
                <c:pt idx="1071">
                  <c:v>1385.45797219021</c:v>
                </c:pt>
                <c:pt idx="1072">
                  <c:v>1386.1030944091</c:v>
                </c:pt>
                <c:pt idx="1073">
                  <c:v>1385.41935918475</c:v>
                </c:pt>
                <c:pt idx="1074">
                  <c:v>1384.96370828141</c:v>
                </c:pt>
                <c:pt idx="1075">
                  <c:v>1386.54706400822</c:v>
                </c:pt>
                <c:pt idx="1076">
                  <c:v>1388.21352827811</c:v>
                </c:pt>
                <c:pt idx="1077">
                  <c:v>1387.70803873772</c:v>
                </c:pt>
                <c:pt idx="1078">
                  <c:v>1386.47276814105</c:v>
                </c:pt>
                <c:pt idx="1079">
                  <c:v>1384.74839102719</c:v>
                </c:pt>
                <c:pt idx="1080">
                  <c:v>1385.74553030407</c:v>
                </c:pt>
                <c:pt idx="1081">
                  <c:v>1387.17002914941</c:v>
                </c:pt>
                <c:pt idx="1082">
                  <c:v>1387.67548168579</c:v>
                </c:pt>
                <c:pt idx="1083">
                  <c:v>1387.99634621926</c:v>
                </c:pt>
                <c:pt idx="1084">
                  <c:v>1389.31662668344</c:v>
                </c:pt>
                <c:pt idx="1085">
                  <c:v>1390.78514534433</c:v>
                </c:pt>
                <c:pt idx="1086">
                  <c:v>1391.59426983257</c:v>
                </c:pt>
                <c:pt idx="1087">
                  <c:v>1391.16921512236</c:v>
                </c:pt>
                <c:pt idx="1088">
                  <c:v>1391.35202838314</c:v>
                </c:pt>
                <c:pt idx="1089">
                  <c:v>1391.48162308094</c:v>
                </c:pt>
                <c:pt idx="1090">
                  <c:v>1390.82000429621</c:v>
                </c:pt>
                <c:pt idx="1091">
                  <c:v>1391.11535836875</c:v>
                </c:pt>
                <c:pt idx="1092">
                  <c:v>1391.11711505368</c:v>
                </c:pt>
                <c:pt idx="1093">
                  <c:v>1391.88807389079</c:v>
                </c:pt>
                <c:pt idx="1094">
                  <c:v>1392.7885672276</c:v>
                </c:pt>
                <c:pt idx="1095">
                  <c:v>1394.01634490067</c:v>
                </c:pt>
                <c:pt idx="1096">
                  <c:v>1394.3861488986</c:v>
                </c:pt>
                <c:pt idx="1097">
                  <c:v>1393.95768047839</c:v>
                </c:pt>
                <c:pt idx="1098">
                  <c:v>1391.42932787856</c:v>
                </c:pt>
                <c:pt idx="1099">
                  <c:v>1391.15052430088</c:v>
                </c:pt>
                <c:pt idx="1100">
                  <c:v>1391.27790246358</c:v>
                </c:pt>
                <c:pt idx="1101">
                  <c:v>1391.6659930121</c:v>
                </c:pt>
                <c:pt idx="1102">
                  <c:v>1391.74069428354</c:v>
                </c:pt>
                <c:pt idx="1103">
                  <c:v>1394.41877948939</c:v>
                </c:pt>
                <c:pt idx="1104">
                  <c:v>1397.90746812018</c:v>
                </c:pt>
                <c:pt idx="1105">
                  <c:v>1401.472995615</c:v>
                </c:pt>
                <c:pt idx="1106">
                  <c:v>1402.38073765134</c:v>
                </c:pt>
                <c:pt idx="1107">
                  <c:v>1399.42813092612</c:v>
                </c:pt>
                <c:pt idx="1108">
                  <c:v>1400.88210432519</c:v>
                </c:pt>
                <c:pt idx="1109">
                  <c:v>1400.81715314404</c:v>
                </c:pt>
                <c:pt idx="1110">
                  <c:v>1399.41724836623</c:v>
                </c:pt>
                <c:pt idx="1111">
                  <c:v>1398.24564774735</c:v>
                </c:pt>
                <c:pt idx="1112">
                  <c:v>1398.08592719191</c:v>
                </c:pt>
                <c:pt idx="1113">
                  <c:v>1398.56839963222</c:v>
                </c:pt>
                <c:pt idx="1114">
                  <c:v>1399.05776556118</c:v>
                </c:pt>
                <c:pt idx="1115">
                  <c:v>1397.72035336363</c:v>
                </c:pt>
                <c:pt idx="1116">
                  <c:v>1399.41123608853</c:v>
                </c:pt>
                <c:pt idx="1117">
                  <c:v>1398.68788093386</c:v>
                </c:pt>
                <c:pt idx="1118">
                  <c:v>1397.28401304848</c:v>
                </c:pt>
                <c:pt idx="1119">
                  <c:v>1394.08119695346</c:v>
                </c:pt>
                <c:pt idx="1120">
                  <c:v>1395.44228167237</c:v>
                </c:pt>
                <c:pt idx="1121">
                  <c:v>1397.21613277654</c:v>
                </c:pt>
                <c:pt idx="1122">
                  <c:v>1397.35906045956</c:v>
                </c:pt>
                <c:pt idx="1123">
                  <c:v>1398.20461512672</c:v>
                </c:pt>
                <c:pt idx="1124">
                  <c:v>1398.82110635881</c:v>
                </c:pt>
                <c:pt idx="1125">
                  <c:v>1399.71373595387</c:v>
                </c:pt>
                <c:pt idx="1126">
                  <c:v>1399.53845228012</c:v>
                </c:pt>
                <c:pt idx="1127">
                  <c:v>1400.70523305098</c:v>
                </c:pt>
                <c:pt idx="1128">
                  <c:v>1401.34245715803</c:v>
                </c:pt>
                <c:pt idx="1129">
                  <c:v>1401.802928659</c:v>
                </c:pt>
                <c:pt idx="1130">
                  <c:v>1401.23706301541</c:v>
                </c:pt>
                <c:pt idx="1131">
                  <c:v>1401.35848938842</c:v>
                </c:pt>
                <c:pt idx="1132">
                  <c:v>1401.27753823952</c:v>
                </c:pt>
                <c:pt idx="1133">
                  <c:v>1402.07944745796</c:v>
                </c:pt>
                <c:pt idx="1134">
                  <c:v>1402.11582685327</c:v>
                </c:pt>
                <c:pt idx="1135">
                  <c:v>1401.9638335956</c:v>
                </c:pt>
                <c:pt idx="1136">
                  <c:v>1401.65282300833</c:v>
                </c:pt>
                <c:pt idx="1137">
                  <c:v>1400.68548360147</c:v>
                </c:pt>
                <c:pt idx="1138">
                  <c:v>1401.32262592289</c:v>
                </c:pt>
                <c:pt idx="1139">
                  <c:v>1393.1521892662</c:v>
                </c:pt>
                <c:pt idx="1140">
                  <c:v>1394.44892920739</c:v>
                </c:pt>
                <c:pt idx="1141">
                  <c:v>1393.08545376935</c:v>
                </c:pt>
                <c:pt idx="1142">
                  <c:v>1393.65599183354</c:v>
                </c:pt>
                <c:pt idx="1143">
                  <c:v>1392.72611075838</c:v>
                </c:pt>
                <c:pt idx="1144">
                  <c:v>1390.27784795244</c:v>
                </c:pt>
                <c:pt idx="1145">
                  <c:v>1390.44724244659</c:v>
                </c:pt>
                <c:pt idx="1146">
                  <c:v>1391.22451693643</c:v>
                </c:pt>
                <c:pt idx="1147">
                  <c:v>1392.74570907351</c:v>
                </c:pt>
                <c:pt idx="1148">
                  <c:v>1394.04489507116</c:v>
                </c:pt>
                <c:pt idx="1149">
                  <c:v>1394.64452915669</c:v>
                </c:pt>
                <c:pt idx="1150">
                  <c:v>1396.33457611538</c:v>
                </c:pt>
                <c:pt idx="1151">
                  <c:v>1396.91303526841</c:v>
                </c:pt>
                <c:pt idx="1152">
                  <c:v>1397.67331444276</c:v>
                </c:pt>
                <c:pt idx="1153">
                  <c:v>1388.92938439013</c:v>
                </c:pt>
                <c:pt idx="1154">
                  <c:v>1381.1700199955</c:v>
                </c:pt>
                <c:pt idx="1155">
                  <c:v>1378.71585520438</c:v>
                </c:pt>
                <c:pt idx="1156">
                  <c:v>1375.62691122974</c:v>
                </c:pt>
                <c:pt idx="1157">
                  <c:v>1361.48336572567</c:v>
                </c:pt>
                <c:pt idx="1158">
                  <c:v>1363.16443566365</c:v>
                </c:pt>
                <c:pt idx="1159">
                  <c:v>1353.87581769367</c:v>
                </c:pt>
                <c:pt idx="1160">
                  <c:v>1365.75918819887</c:v>
                </c:pt>
                <c:pt idx="1161">
                  <c:v>1366.87051267079</c:v>
                </c:pt>
                <c:pt idx="1162">
                  <c:v>1377.29277255672</c:v>
                </c:pt>
                <c:pt idx="1163">
                  <c:v>1377.06213296769</c:v>
                </c:pt>
                <c:pt idx="1164">
                  <c:v>1379.09200355721</c:v>
                </c:pt>
                <c:pt idx="1165">
                  <c:v>1375.77963680363</c:v>
                </c:pt>
                <c:pt idx="1166">
                  <c:v>1367.4424607513</c:v>
                </c:pt>
                <c:pt idx="1167">
                  <c:v>1371.43477774846</c:v>
                </c:pt>
                <c:pt idx="1168">
                  <c:v>1376.72039113326</c:v>
                </c:pt>
                <c:pt idx="1169">
                  <c:v>1379.86038744615</c:v>
                </c:pt>
                <c:pt idx="1170">
                  <c:v>1380.07563687654</c:v>
                </c:pt>
                <c:pt idx="1171">
                  <c:v>1379.09256998318</c:v>
                </c:pt>
                <c:pt idx="1172">
                  <c:v>1379.10404658534</c:v>
                </c:pt>
                <c:pt idx="1173">
                  <c:v>1380.44904338408</c:v>
                </c:pt>
                <c:pt idx="1174">
                  <c:v>1378.86878765267</c:v>
                </c:pt>
                <c:pt idx="1175">
                  <c:v>1376.17928062658</c:v>
                </c:pt>
                <c:pt idx="1176">
                  <c:v>1377.44367325599</c:v>
                </c:pt>
                <c:pt idx="1177">
                  <c:v>1381.49031328674</c:v>
                </c:pt>
                <c:pt idx="1178">
                  <c:v>1384.06056483939</c:v>
                </c:pt>
                <c:pt idx="1179">
                  <c:v>1390.07183389094</c:v>
                </c:pt>
                <c:pt idx="1180">
                  <c:v>1400.63459898333</c:v>
                </c:pt>
                <c:pt idx="1181">
                  <c:v>1395.75117845784</c:v>
                </c:pt>
                <c:pt idx="1182">
                  <c:v>1421.45153963158</c:v>
                </c:pt>
                <c:pt idx="1183">
                  <c:v>1424.68867043796</c:v>
                </c:pt>
                <c:pt idx="1184">
                  <c:v>1431.2980789963</c:v>
                </c:pt>
                <c:pt idx="1185">
                  <c:v>1431.63936391978</c:v>
                </c:pt>
                <c:pt idx="1186">
                  <c:v>1434.94836528591</c:v>
                </c:pt>
                <c:pt idx="1187">
                  <c:v>1434.57201525553</c:v>
                </c:pt>
                <c:pt idx="1188">
                  <c:v>1434.05752841203</c:v>
                </c:pt>
                <c:pt idx="1189">
                  <c:v>1436.07216917178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[CSVC300C_point_all.csv]Sheet1!$C$1</c:f>
              <c:strCache>
                <c:ptCount val="1"/>
                <c:pt idx="0">
                  <c:v>沪深300日内动量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[CSVC300C_point_all.csv]Sheet1!$A$2:$A$1192</c:f>
              <c:numCache>
                <c:formatCode>yyyy/m/d</c:formatCode>
                <c:ptCount val="119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  <c:pt idx="1171" c:formatCode="yyyy/m/d">
                  <c:v>45590</c:v>
                </c:pt>
                <c:pt idx="1172" c:formatCode="yyyy/m/d">
                  <c:v>45593</c:v>
                </c:pt>
                <c:pt idx="1173" c:formatCode="yyyy/m/d">
                  <c:v>45594</c:v>
                </c:pt>
                <c:pt idx="1174" c:formatCode="yyyy/m/d">
                  <c:v>45595</c:v>
                </c:pt>
                <c:pt idx="1175" c:formatCode="yyyy/m/d">
                  <c:v>45596</c:v>
                </c:pt>
                <c:pt idx="1176" c:formatCode="yyyy/m/d">
                  <c:v>45597</c:v>
                </c:pt>
                <c:pt idx="1177" c:formatCode="yyyy/m/d">
                  <c:v>45600</c:v>
                </c:pt>
                <c:pt idx="1178" c:formatCode="yyyy/m/d">
                  <c:v>45601</c:v>
                </c:pt>
                <c:pt idx="1179" c:formatCode="yyyy/m/d">
                  <c:v>45602</c:v>
                </c:pt>
                <c:pt idx="1180" c:formatCode="yyyy/m/d">
                  <c:v>45603</c:v>
                </c:pt>
                <c:pt idx="1181" c:formatCode="yyyy/m/d">
                  <c:v>45604</c:v>
                </c:pt>
                <c:pt idx="1182" c:formatCode="yyyy/m/d">
                  <c:v>45607</c:v>
                </c:pt>
                <c:pt idx="1183" c:formatCode="yyyy/m/d">
                  <c:v>45608</c:v>
                </c:pt>
                <c:pt idx="1184" c:formatCode="yyyy/m/d">
                  <c:v>45609</c:v>
                </c:pt>
                <c:pt idx="1185" c:formatCode="yyyy/m/d">
                  <c:v>45610</c:v>
                </c:pt>
                <c:pt idx="1186" c:formatCode="yyyy/m/d">
                  <c:v>45611</c:v>
                </c:pt>
                <c:pt idx="1187" c:formatCode="yyyy/m/d">
                  <c:v>45614</c:v>
                </c:pt>
                <c:pt idx="1188" c:formatCode="yyyy/m/d">
                  <c:v>45615</c:v>
                </c:pt>
                <c:pt idx="1189" c:formatCode="yyyy/m/d">
                  <c:v>45616</c:v>
                </c:pt>
              </c:numCache>
            </c:numRef>
          </c:cat>
          <c:val>
            <c:numRef>
              <c:f>[CSVC300C_point_all.csv]Sheet1!$C$2:$C$1192</c:f>
              <c:numCache>
                <c:formatCode>General</c:formatCode>
                <c:ptCount val="1191"/>
                <c:pt idx="0">
                  <c:v>1000</c:v>
                </c:pt>
                <c:pt idx="1">
                  <c:v>1000</c:v>
                </c:pt>
                <c:pt idx="2">
                  <c:v>1000</c:v>
                </c:pt>
                <c:pt idx="3">
                  <c:v>1000</c:v>
                </c:pt>
                <c:pt idx="4">
                  <c:v>1000</c:v>
                </c:pt>
                <c:pt idx="5">
                  <c:v>999.999253743898</c:v>
                </c:pt>
                <c:pt idx="6">
                  <c:v>999.999253743898</c:v>
                </c:pt>
                <c:pt idx="7">
                  <c:v>999.657172426862</c:v>
                </c:pt>
                <c:pt idx="8">
                  <c:v>999.657172426862</c:v>
                </c:pt>
                <c:pt idx="9">
                  <c:v>999.657172426862</c:v>
                </c:pt>
                <c:pt idx="10">
                  <c:v>999.657172426862</c:v>
                </c:pt>
                <c:pt idx="11">
                  <c:v>999.657172426862</c:v>
                </c:pt>
                <c:pt idx="12">
                  <c:v>999.650917129062</c:v>
                </c:pt>
                <c:pt idx="13">
                  <c:v>999.650917129062</c:v>
                </c:pt>
                <c:pt idx="14">
                  <c:v>999.650917129062</c:v>
                </c:pt>
                <c:pt idx="15">
                  <c:v>999.650917129062</c:v>
                </c:pt>
                <c:pt idx="16">
                  <c:v>999.650917129062</c:v>
                </c:pt>
                <c:pt idx="17">
                  <c:v>999.650917129062</c:v>
                </c:pt>
                <c:pt idx="18">
                  <c:v>999.650917129062</c:v>
                </c:pt>
                <c:pt idx="19">
                  <c:v>999.650917129062</c:v>
                </c:pt>
                <c:pt idx="20">
                  <c:v>999.631696754864</c:v>
                </c:pt>
                <c:pt idx="21">
                  <c:v>998.423689790745</c:v>
                </c:pt>
                <c:pt idx="22">
                  <c:v>1001.10596552921</c:v>
                </c:pt>
                <c:pt idx="23">
                  <c:v>1015.07523304417</c:v>
                </c:pt>
                <c:pt idx="24">
                  <c:v>1018.18600351091</c:v>
                </c:pt>
                <c:pt idx="25">
                  <c:v>1018.11857577373</c:v>
                </c:pt>
                <c:pt idx="26">
                  <c:v>1018.0818320782</c:v>
                </c:pt>
                <c:pt idx="27">
                  <c:v>1018.0818320782</c:v>
                </c:pt>
                <c:pt idx="28">
                  <c:v>1018.0818320782</c:v>
                </c:pt>
                <c:pt idx="29">
                  <c:v>1018.0818320782</c:v>
                </c:pt>
                <c:pt idx="30">
                  <c:v>1018.0818320782</c:v>
                </c:pt>
                <c:pt idx="31">
                  <c:v>1018.0818320782</c:v>
                </c:pt>
                <c:pt idx="32">
                  <c:v>1018.0818320782</c:v>
                </c:pt>
                <c:pt idx="33">
                  <c:v>1018.4783242238</c:v>
                </c:pt>
                <c:pt idx="34">
                  <c:v>1018.4783242238</c:v>
                </c:pt>
                <c:pt idx="35">
                  <c:v>1018.4783242238</c:v>
                </c:pt>
                <c:pt idx="36">
                  <c:v>1018.4783242238</c:v>
                </c:pt>
                <c:pt idx="37">
                  <c:v>1018.4783242238</c:v>
                </c:pt>
                <c:pt idx="38">
                  <c:v>1018.4783242238</c:v>
                </c:pt>
                <c:pt idx="39">
                  <c:v>1018.32572599627</c:v>
                </c:pt>
                <c:pt idx="40">
                  <c:v>1018.32572599627</c:v>
                </c:pt>
                <c:pt idx="41">
                  <c:v>1018.32572599627</c:v>
                </c:pt>
                <c:pt idx="42">
                  <c:v>1019.34202902665</c:v>
                </c:pt>
                <c:pt idx="43">
                  <c:v>1020.17662748815</c:v>
                </c:pt>
                <c:pt idx="44">
                  <c:v>1020.09222686748</c:v>
                </c:pt>
                <c:pt idx="45">
                  <c:v>1020.09222686748</c:v>
                </c:pt>
                <c:pt idx="46">
                  <c:v>1020.32501864358</c:v>
                </c:pt>
                <c:pt idx="47">
                  <c:v>1020.32658649415</c:v>
                </c:pt>
                <c:pt idx="48">
                  <c:v>1022.42425779017</c:v>
                </c:pt>
                <c:pt idx="49">
                  <c:v>1022.16644981153</c:v>
                </c:pt>
                <c:pt idx="50">
                  <c:v>1022.16644981153</c:v>
                </c:pt>
                <c:pt idx="51">
                  <c:v>1021.20729697804</c:v>
                </c:pt>
                <c:pt idx="52">
                  <c:v>1011.8150826076</c:v>
                </c:pt>
                <c:pt idx="53">
                  <c:v>1013.04174202525</c:v>
                </c:pt>
                <c:pt idx="54">
                  <c:v>1013.04174202525</c:v>
                </c:pt>
                <c:pt idx="55">
                  <c:v>1009.50331037669</c:v>
                </c:pt>
                <c:pt idx="56">
                  <c:v>1005.11088997993</c:v>
                </c:pt>
                <c:pt idx="57">
                  <c:v>1005.11088997993</c:v>
                </c:pt>
                <c:pt idx="58">
                  <c:v>1005.57263892368</c:v>
                </c:pt>
                <c:pt idx="59">
                  <c:v>1006.74488347702</c:v>
                </c:pt>
                <c:pt idx="60">
                  <c:v>1007.74728438569</c:v>
                </c:pt>
                <c:pt idx="61">
                  <c:v>1007.74728438569</c:v>
                </c:pt>
                <c:pt idx="62">
                  <c:v>1007.74728438569</c:v>
                </c:pt>
                <c:pt idx="63">
                  <c:v>1007.29473431061</c:v>
                </c:pt>
                <c:pt idx="64">
                  <c:v>1007.29473431061</c:v>
                </c:pt>
                <c:pt idx="65">
                  <c:v>1007.06078339384</c:v>
                </c:pt>
                <c:pt idx="66">
                  <c:v>1007.06078339384</c:v>
                </c:pt>
                <c:pt idx="67">
                  <c:v>1007.06078339384</c:v>
                </c:pt>
                <c:pt idx="68">
                  <c:v>1007.02809333985</c:v>
                </c:pt>
                <c:pt idx="69">
                  <c:v>1007.02809333985</c:v>
                </c:pt>
                <c:pt idx="70">
                  <c:v>1007.02809333985</c:v>
                </c:pt>
                <c:pt idx="71">
                  <c:v>1007.02809333985</c:v>
                </c:pt>
                <c:pt idx="72">
                  <c:v>1007.02809333985</c:v>
                </c:pt>
                <c:pt idx="73">
                  <c:v>1007.02809333985</c:v>
                </c:pt>
                <c:pt idx="74">
                  <c:v>1007.02809333985</c:v>
                </c:pt>
                <c:pt idx="75">
                  <c:v>1007.02809333985</c:v>
                </c:pt>
                <c:pt idx="76">
                  <c:v>1006.83707560064</c:v>
                </c:pt>
                <c:pt idx="77">
                  <c:v>1006.83707560064</c:v>
                </c:pt>
                <c:pt idx="78">
                  <c:v>1006.51417163102</c:v>
                </c:pt>
                <c:pt idx="79">
                  <c:v>1006.51417163102</c:v>
                </c:pt>
                <c:pt idx="80">
                  <c:v>1006.51417163102</c:v>
                </c:pt>
                <c:pt idx="81">
                  <c:v>1006.51417163102</c:v>
                </c:pt>
                <c:pt idx="82">
                  <c:v>1006.51417163102</c:v>
                </c:pt>
                <c:pt idx="83">
                  <c:v>1006.51417163102</c:v>
                </c:pt>
                <c:pt idx="84">
                  <c:v>1006.51417163102</c:v>
                </c:pt>
                <c:pt idx="85">
                  <c:v>1006.44617177362</c:v>
                </c:pt>
                <c:pt idx="86">
                  <c:v>1006.44617177362</c:v>
                </c:pt>
                <c:pt idx="87">
                  <c:v>1006.44617177362</c:v>
                </c:pt>
                <c:pt idx="88">
                  <c:v>1006.42818770434</c:v>
                </c:pt>
                <c:pt idx="89">
                  <c:v>1006.42818770434</c:v>
                </c:pt>
                <c:pt idx="90">
                  <c:v>1006.42818770434</c:v>
                </c:pt>
                <c:pt idx="91">
                  <c:v>1006.42818770434</c:v>
                </c:pt>
                <c:pt idx="92">
                  <c:v>1006.42818770434</c:v>
                </c:pt>
                <c:pt idx="93">
                  <c:v>1006.42818770434</c:v>
                </c:pt>
                <c:pt idx="94">
                  <c:v>1006.42818770434</c:v>
                </c:pt>
                <c:pt idx="95">
                  <c:v>1006.42818770434</c:v>
                </c:pt>
                <c:pt idx="96">
                  <c:v>1006.42818770434</c:v>
                </c:pt>
                <c:pt idx="97">
                  <c:v>1006.42818770434</c:v>
                </c:pt>
                <c:pt idx="98">
                  <c:v>1006.72130187534</c:v>
                </c:pt>
                <c:pt idx="99">
                  <c:v>1006.72130187534</c:v>
                </c:pt>
                <c:pt idx="100">
                  <c:v>1006.72130187534</c:v>
                </c:pt>
                <c:pt idx="101">
                  <c:v>1006.72130187534</c:v>
                </c:pt>
                <c:pt idx="102">
                  <c:v>1006.72130187534</c:v>
                </c:pt>
                <c:pt idx="103">
                  <c:v>1006.72130187534</c:v>
                </c:pt>
                <c:pt idx="104">
                  <c:v>1007.27131648302</c:v>
                </c:pt>
                <c:pt idx="105">
                  <c:v>1007.27131648302</c:v>
                </c:pt>
                <c:pt idx="106">
                  <c:v>1007.27131648302</c:v>
                </c:pt>
                <c:pt idx="107">
                  <c:v>1007.27131648302</c:v>
                </c:pt>
                <c:pt idx="108">
                  <c:v>1007.27131648302</c:v>
                </c:pt>
                <c:pt idx="109">
                  <c:v>1007.23130996184</c:v>
                </c:pt>
                <c:pt idx="110">
                  <c:v>1007.23130996184</c:v>
                </c:pt>
                <c:pt idx="111">
                  <c:v>1007.23130996184</c:v>
                </c:pt>
                <c:pt idx="112">
                  <c:v>1007.23130996184</c:v>
                </c:pt>
                <c:pt idx="113">
                  <c:v>1007.23130996184</c:v>
                </c:pt>
                <c:pt idx="114">
                  <c:v>1007.23130996184</c:v>
                </c:pt>
                <c:pt idx="115">
                  <c:v>1007.29400723464</c:v>
                </c:pt>
                <c:pt idx="116">
                  <c:v>1007.29400723464</c:v>
                </c:pt>
                <c:pt idx="117">
                  <c:v>1007.29400723464</c:v>
                </c:pt>
                <c:pt idx="118">
                  <c:v>1007.37891977112</c:v>
                </c:pt>
                <c:pt idx="119">
                  <c:v>1007.37891977112</c:v>
                </c:pt>
                <c:pt idx="120">
                  <c:v>1007.37891977112</c:v>
                </c:pt>
                <c:pt idx="121">
                  <c:v>1007.37891977112</c:v>
                </c:pt>
                <c:pt idx="122">
                  <c:v>1007.37891977112</c:v>
                </c:pt>
                <c:pt idx="123">
                  <c:v>1007.10784956168</c:v>
                </c:pt>
                <c:pt idx="124">
                  <c:v>1007.70174726648</c:v>
                </c:pt>
                <c:pt idx="125">
                  <c:v>1008.70111890135</c:v>
                </c:pt>
                <c:pt idx="126">
                  <c:v>1008.77418564283</c:v>
                </c:pt>
                <c:pt idx="127">
                  <c:v>1033.329963266</c:v>
                </c:pt>
                <c:pt idx="128">
                  <c:v>1033.329963266</c:v>
                </c:pt>
                <c:pt idx="129">
                  <c:v>1033.329963266</c:v>
                </c:pt>
                <c:pt idx="130">
                  <c:v>1033.30460354688</c:v>
                </c:pt>
                <c:pt idx="131">
                  <c:v>1033.30460354688</c:v>
                </c:pt>
                <c:pt idx="132">
                  <c:v>1032.53431157705</c:v>
                </c:pt>
                <c:pt idx="133">
                  <c:v>1032.53431157705</c:v>
                </c:pt>
                <c:pt idx="134">
                  <c:v>1032.53431157705</c:v>
                </c:pt>
                <c:pt idx="135">
                  <c:v>1039.87685257366</c:v>
                </c:pt>
                <c:pt idx="136">
                  <c:v>1039.87685257366</c:v>
                </c:pt>
                <c:pt idx="137">
                  <c:v>1040.78980522045</c:v>
                </c:pt>
                <c:pt idx="138">
                  <c:v>1040.78980522045</c:v>
                </c:pt>
                <c:pt idx="139">
                  <c:v>1037.60437680383</c:v>
                </c:pt>
                <c:pt idx="140">
                  <c:v>1036.52732413664</c:v>
                </c:pt>
                <c:pt idx="141">
                  <c:v>1036.87536404462</c:v>
                </c:pt>
                <c:pt idx="142">
                  <c:v>1036.87536404462</c:v>
                </c:pt>
                <c:pt idx="143">
                  <c:v>1036.86397855444</c:v>
                </c:pt>
                <c:pt idx="144">
                  <c:v>1038.6239231362</c:v>
                </c:pt>
                <c:pt idx="145">
                  <c:v>1038.6239231362</c:v>
                </c:pt>
                <c:pt idx="146">
                  <c:v>1038.18626519056</c:v>
                </c:pt>
                <c:pt idx="147">
                  <c:v>1038.26727760115</c:v>
                </c:pt>
                <c:pt idx="148">
                  <c:v>1038.26727760115</c:v>
                </c:pt>
                <c:pt idx="149">
                  <c:v>1038.17997584764</c:v>
                </c:pt>
                <c:pt idx="150">
                  <c:v>1037.6495037064</c:v>
                </c:pt>
                <c:pt idx="151">
                  <c:v>1036.88579512608</c:v>
                </c:pt>
                <c:pt idx="152">
                  <c:v>1036.88579512608</c:v>
                </c:pt>
                <c:pt idx="153">
                  <c:v>1036.88579512608</c:v>
                </c:pt>
                <c:pt idx="154">
                  <c:v>1034.70592620509</c:v>
                </c:pt>
                <c:pt idx="155">
                  <c:v>1034.70592620509</c:v>
                </c:pt>
                <c:pt idx="156">
                  <c:v>1034.70592620509</c:v>
                </c:pt>
                <c:pt idx="157">
                  <c:v>1034.43446504382</c:v>
                </c:pt>
                <c:pt idx="158">
                  <c:v>1034.43446504382</c:v>
                </c:pt>
                <c:pt idx="159">
                  <c:v>1034.43446504382</c:v>
                </c:pt>
                <c:pt idx="160">
                  <c:v>1034.45296190612</c:v>
                </c:pt>
                <c:pt idx="161">
                  <c:v>1034.45296190612</c:v>
                </c:pt>
                <c:pt idx="162">
                  <c:v>1034.45296190612</c:v>
                </c:pt>
                <c:pt idx="163">
                  <c:v>1034.45296190612</c:v>
                </c:pt>
                <c:pt idx="164">
                  <c:v>1034.45296190612</c:v>
                </c:pt>
                <c:pt idx="165">
                  <c:v>1034.45296190612</c:v>
                </c:pt>
                <c:pt idx="166">
                  <c:v>1034.45296190612</c:v>
                </c:pt>
                <c:pt idx="167">
                  <c:v>1034.45296190612</c:v>
                </c:pt>
                <c:pt idx="168">
                  <c:v>1034.45296190612</c:v>
                </c:pt>
                <c:pt idx="169">
                  <c:v>1034.45296190612</c:v>
                </c:pt>
                <c:pt idx="170">
                  <c:v>1034.45296190612</c:v>
                </c:pt>
                <c:pt idx="171">
                  <c:v>1034.45296190612</c:v>
                </c:pt>
                <c:pt idx="172">
                  <c:v>1034.45296190612</c:v>
                </c:pt>
                <c:pt idx="173">
                  <c:v>1034.45296190612</c:v>
                </c:pt>
                <c:pt idx="174">
                  <c:v>1034.64745497593</c:v>
                </c:pt>
                <c:pt idx="175">
                  <c:v>1034.64745497593</c:v>
                </c:pt>
                <c:pt idx="176">
                  <c:v>1034.64745497593</c:v>
                </c:pt>
                <c:pt idx="177">
                  <c:v>1034.64745497593</c:v>
                </c:pt>
                <c:pt idx="178">
                  <c:v>1034.64745497593</c:v>
                </c:pt>
                <c:pt idx="179">
                  <c:v>1034.64745497593</c:v>
                </c:pt>
                <c:pt idx="180">
                  <c:v>1034.64745497593</c:v>
                </c:pt>
                <c:pt idx="181">
                  <c:v>1035.05296320964</c:v>
                </c:pt>
                <c:pt idx="182">
                  <c:v>1035.05296320964</c:v>
                </c:pt>
                <c:pt idx="183">
                  <c:v>1035.05296320964</c:v>
                </c:pt>
                <c:pt idx="184">
                  <c:v>1035.05296320964</c:v>
                </c:pt>
                <c:pt idx="185">
                  <c:v>1034.92983360021</c:v>
                </c:pt>
                <c:pt idx="186">
                  <c:v>1034.92983360021</c:v>
                </c:pt>
                <c:pt idx="187">
                  <c:v>1034.92983360021</c:v>
                </c:pt>
                <c:pt idx="188">
                  <c:v>1034.92983360021</c:v>
                </c:pt>
                <c:pt idx="189">
                  <c:v>1034.92983360021</c:v>
                </c:pt>
                <c:pt idx="190">
                  <c:v>1033.11121465928</c:v>
                </c:pt>
                <c:pt idx="191">
                  <c:v>1034.99591093076</c:v>
                </c:pt>
                <c:pt idx="192">
                  <c:v>1034.99591093076</c:v>
                </c:pt>
                <c:pt idx="193">
                  <c:v>1034.99591093076</c:v>
                </c:pt>
                <c:pt idx="194">
                  <c:v>1034.99591093076</c:v>
                </c:pt>
                <c:pt idx="195">
                  <c:v>1034.99591093076</c:v>
                </c:pt>
                <c:pt idx="196">
                  <c:v>1034.99591093076</c:v>
                </c:pt>
                <c:pt idx="197">
                  <c:v>1034.99591093076</c:v>
                </c:pt>
                <c:pt idx="198">
                  <c:v>1034.99591093076</c:v>
                </c:pt>
                <c:pt idx="199">
                  <c:v>1034.99591093076</c:v>
                </c:pt>
                <c:pt idx="200">
                  <c:v>1034.99591093076</c:v>
                </c:pt>
                <c:pt idx="201">
                  <c:v>1034.99591093076</c:v>
                </c:pt>
                <c:pt idx="202">
                  <c:v>1034.99591093076</c:v>
                </c:pt>
                <c:pt idx="203">
                  <c:v>1034.99591093076</c:v>
                </c:pt>
                <c:pt idx="204">
                  <c:v>1034.99591093076</c:v>
                </c:pt>
                <c:pt idx="205">
                  <c:v>1034.99591093076</c:v>
                </c:pt>
                <c:pt idx="206">
                  <c:v>1034.99591093076</c:v>
                </c:pt>
                <c:pt idx="207">
                  <c:v>1034.96989591586</c:v>
                </c:pt>
                <c:pt idx="208">
                  <c:v>1034.96989591586</c:v>
                </c:pt>
                <c:pt idx="209">
                  <c:v>1034.96989591586</c:v>
                </c:pt>
                <c:pt idx="210">
                  <c:v>1034.96989591586</c:v>
                </c:pt>
                <c:pt idx="211">
                  <c:v>1034.05305258363</c:v>
                </c:pt>
                <c:pt idx="212">
                  <c:v>1034.05305258363</c:v>
                </c:pt>
                <c:pt idx="213">
                  <c:v>1034.05305258363</c:v>
                </c:pt>
                <c:pt idx="214">
                  <c:v>1034.05305258363</c:v>
                </c:pt>
                <c:pt idx="215">
                  <c:v>1034.02126927941</c:v>
                </c:pt>
                <c:pt idx="216">
                  <c:v>1034.02126927941</c:v>
                </c:pt>
                <c:pt idx="217">
                  <c:v>1034.02126927941</c:v>
                </c:pt>
                <c:pt idx="218">
                  <c:v>1034.02126927941</c:v>
                </c:pt>
                <c:pt idx="219">
                  <c:v>1034.02126927941</c:v>
                </c:pt>
                <c:pt idx="220">
                  <c:v>1034.02126927941</c:v>
                </c:pt>
                <c:pt idx="221">
                  <c:v>1034.02005640288</c:v>
                </c:pt>
                <c:pt idx="222">
                  <c:v>1034.02005640288</c:v>
                </c:pt>
                <c:pt idx="223">
                  <c:v>1034.02005640288</c:v>
                </c:pt>
                <c:pt idx="224">
                  <c:v>1034.02005640288</c:v>
                </c:pt>
                <c:pt idx="225">
                  <c:v>1034.02005640288</c:v>
                </c:pt>
                <c:pt idx="226">
                  <c:v>1033.80858184898</c:v>
                </c:pt>
                <c:pt idx="227">
                  <c:v>1033.80858184898</c:v>
                </c:pt>
                <c:pt idx="228">
                  <c:v>1033.80858184898</c:v>
                </c:pt>
                <c:pt idx="229">
                  <c:v>1033.80858184898</c:v>
                </c:pt>
                <c:pt idx="230">
                  <c:v>1033.80858184898</c:v>
                </c:pt>
                <c:pt idx="231">
                  <c:v>1033.80858184898</c:v>
                </c:pt>
                <c:pt idx="232">
                  <c:v>1033.80858184898</c:v>
                </c:pt>
                <c:pt idx="233">
                  <c:v>1033.80858184898</c:v>
                </c:pt>
                <c:pt idx="234">
                  <c:v>1033.80858184898</c:v>
                </c:pt>
                <c:pt idx="235">
                  <c:v>1033.80858184898</c:v>
                </c:pt>
                <c:pt idx="236">
                  <c:v>1033.80858184898</c:v>
                </c:pt>
                <c:pt idx="237">
                  <c:v>1033.80858184898</c:v>
                </c:pt>
                <c:pt idx="238">
                  <c:v>1033.80858184898</c:v>
                </c:pt>
                <c:pt idx="239">
                  <c:v>1033.80858184898</c:v>
                </c:pt>
                <c:pt idx="240">
                  <c:v>1033.80858184898</c:v>
                </c:pt>
                <c:pt idx="241">
                  <c:v>1033.80858184898</c:v>
                </c:pt>
                <c:pt idx="242">
                  <c:v>1033.80858184898</c:v>
                </c:pt>
                <c:pt idx="243">
                  <c:v>1033.80858184898</c:v>
                </c:pt>
                <c:pt idx="244">
                  <c:v>1033.80858184898</c:v>
                </c:pt>
                <c:pt idx="245">
                  <c:v>1033.80858184898</c:v>
                </c:pt>
                <c:pt idx="246">
                  <c:v>1033.80858184898</c:v>
                </c:pt>
                <c:pt idx="247">
                  <c:v>1033.80858184898</c:v>
                </c:pt>
                <c:pt idx="248">
                  <c:v>1033.80858184898</c:v>
                </c:pt>
                <c:pt idx="249">
                  <c:v>1034.18713236422</c:v>
                </c:pt>
                <c:pt idx="250">
                  <c:v>1034.18713236422</c:v>
                </c:pt>
                <c:pt idx="251">
                  <c:v>1034.18713236422</c:v>
                </c:pt>
                <c:pt idx="252">
                  <c:v>1034.18713236422</c:v>
                </c:pt>
                <c:pt idx="253">
                  <c:v>1034.18713236422</c:v>
                </c:pt>
                <c:pt idx="254">
                  <c:v>1034.18713236422</c:v>
                </c:pt>
                <c:pt idx="255">
                  <c:v>1034.18713236422</c:v>
                </c:pt>
                <c:pt idx="256">
                  <c:v>1034.18713236422</c:v>
                </c:pt>
                <c:pt idx="257">
                  <c:v>1034.18713236422</c:v>
                </c:pt>
                <c:pt idx="258">
                  <c:v>1034.18713236422</c:v>
                </c:pt>
                <c:pt idx="259">
                  <c:v>1034.18713236422</c:v>
                </c:pt>
                <c:pt idx="260">
                  <c:v>1034.18713236422</c:v>
                </c:pt>
                <c:pt idx="261">
                  <c:v>1034.18713236422</c:v>
                </c:pt>
                <c:pt idx="262">
                  <c:v>1034.18713236422</c:v>
                </c:pt>
                <c:pt idx="263">
                  <c:v>1033.80594570221</c:v>
                </c:pt>
                <c:pt idx="264">
                  <c:v>1033.80594570221</c:v>
                </c:pt>
                <c:pt idx="265">
                  <c:v>1033.80594570221</c:v>
                </c:pt>
                <c:pt idx="266">
                  <c:v>1033.80594570221</c:v>
                </c:pt>
                <c:pt idx="267">
                  <c:v>1033.80594570221</c:v>
                </c:pt>
                <c:pt idx="268">
                  <c:v>1033.9087569129</c:v>
                </c:pt>
                <c:pt idx="269">
                  <c:v>1033.9087569129</c:v>
                </c:pt>
                <c:pt idx="270">
                  <c:v>1033.9087569129</c:v>
                </c:pt>
                <c:pt idx="271">
                  <c:v>1033.9087569129</c:v>
                </c:pt>
                <c:pt idx="272">
                  <c:v>1033.9087569129</c:v>
                </c:pt>
                <c:pt idx="273">
                  <c:v>1033.9087569129</c:v>
                </c:pt>
                <c:pt idx="274">
                  <c:v>1033.9087569129</c:v>
                </c:pt>
                <c:pt idx="275">
                  <c:v>1033.9087569129</c:v>
                </c:pt>
                <c:pt idx="276">
                  <c:v>1034.16302226201</c:v>
                </c:pt>
                <c:pt idx="277">
                  <c:v>1034.54265504018</c:v>
                </c:pt>
                <c:pt idx="278">
                  <c:v>1034.54265504018</c:v>
                </c:pt>
                <c:pt idx="279">
                  <c:v>1034.54265504018</c:v>
                </c:pt>
                <c:pt idx="280">
                  <c:v>1034.54863642394</c:v>
                </c:pt>
                <c:pt idx="281">
                  <c:v>1034.54863642394</c:v>
                </c:pt>
                <c:pt idx="282">
                  <c:v>1034.56702685391</c:v>
                </c:pt>
                <c:pt idx="283">
                  <c:v>1034.40685072904</c:v>
                </c:pt>
                <c:pt idx="284">
                  <c:v>1034.83769347744</c:v>
                </c:pt>
                <c:pt idx="285">
                  <c:v>1034.83769347744</c:v>
                </c:pt>
                <c:pt idx="286">
                  <c:v>1034.39500670821</c:v>
                </c:pt>
                <c:pt idx="287">
                  <c:v>1034.43226356246</c:v>
                </c:pt>
                <c:pt idx="288">
                  <c:v>1035.07443359588</c:v>
                </c:pt>
                <c:pt idx="289">
                  <c:v>1034.61754411251</c:v>
                </c:pt>
                <c:pt idx="290">
                  <c:v>1036.81177039021</c:v>
                </c:pt>
                <c:pt idx="291">
                  <c:v>1038.0538693836</c:v>
                </c:pt>
                <c:pt idx="292">
                  <c:v>1038.0538693836</c:v>
                </c:pt>
                <c:pt idx="293">
                  <c:v>1037.90309050663</c:v>
                </c:pt>
                <c:pt idx="294">
                  <c:v>1037.90309050663</c:v>
                </c:pt>
                <c:pt idx="295">
                  <c:v>1037.8181913111</c:v>
                </c:pt>
                <c:pt idx="296">
                  <c:v>1037.8181913111</c:v>
                </c:pt>
                <c:pt idx="297">
                  <c:v>1037.8181913111</c:v>
                </c:pt>
                <c:pt idx="298">
                  <c:v>1037.8181913111</c:v>
                </c:pt>
                <c:pt idx="299">
                  <c:v>1037.91314435842</c:v>
                </c:pt>
                <c:pt idx="300">
                  <c:v>1037.93269537928</c:v>
                </c:pt>
                <c:pt idx="301">
                  <c:v>1037.93269537928</c:v>
                </c:pt>
                <c:pt idx="302">
                  <c:v>1037.93269537928</c:v>
                </c:pt>
                <c:pt idx="303">
                  <c:v>1037.93269537928</c:v>
                </c:pt>
                <c:pt idx="304">
                  <c:v>1037.81907789119</c:v>
                </c:pt>
                <c:pt idx="305">
                  <c:v>1037.81907789119</c:v>
                </c:pt>
                <c:pt idx="306">
                  <c:v>1037.81907789119</c:v>
                </c:pt>
                <c:pt idx="307">
                  <c:v>1037.77736019624</c:v>
                </c:pt>
                <c:pt idx="308">
                  <c:v>1037.77736019624</c:v>
                </c:pt>
                <c:pt idx="309">
                  <c:v>1037.77736019624</c:v>
                </c:pt>
                <c:pt idx="310">
                  <c:v>1037.77736019624</c:v>
                </c:pt>
                <c:pt idx="311">
                  <c:v>1037.7534245771</c:v>
                </c:pt>
                <c:pt idx="312">
                  <c:v>1037.7534245771</c:v>
                </c:pt>
                <c:pt idx="313">
                  <c:v>1037.71877727543</c:v>
                </c:pt>
                <c:pt idx="314">
                  <c:v>1037.71877727543</c:v>
                </c:pt>
                <c:pt idx="315">
                  <c:v>1037.71877727543</c:v>
                </c:pt>
                <c:pt idx="316">
                  <c:v>1037.71877727543</c:v>
                </c:pt>
                <c:pt idx="317">
                  <c:v>1037.43951478685</c:v>
                </c:pt>
                <c:pt idx="318">
                  <c:v>1037.43951478685</c:v>
                </c:pt>
                <c:pt idx="319">
                  <c:v>1038.14206619927</c:v>
                </c:pt>
                <c:pt idx="320">
                  <c:v>1038.14206619927</c:v>
                </c:pt>
                <c:pt idx="321">
                  <c:v>1038.14206619927</c:v>
                </c:pt>
                <c:pt idx="322">
                  <c:v>1038.14206619927</c:v>
                </c:pt>
                <c:pt idx="323">
                  <c:v>1038.12876986119</c:v>
                </c:pt>
                <c:pt idx="324">
                  <c:v>1038.12876986119</c:v>
                </c:pt>
                <c:pt idx="325">
                  <c:v>1038.12876986119</c:v>
                </c:pt>
                <c:pt idx="326">
                  <c:v>1038.12876986119</c:v>
                </c:pt>
                <c:pt idx="327">
                  <c:v>1038.12876986119</c:v>
                </c:pt>
                <c:pt idx="328">
                  <c:v>1038.08043116224</c:v>
                </c:pt>
                <c:pt idx="329">
                  <c:v>1038.04414382282</c:v>
                </c:pt>
                <c:pt idx="330">
                  <c:v>1038.04414382282</c:v>
                </c:pt>
                <c:pt idx="331">
                  <c:v>1038.04414382282</c:v>
                </c:pt>
                <c:pt idx="332">
                  <c:v>1038.04414382282</c:v>
                </c:pt>
                <c:pt idx="333">
                  <c:v>1038.04414382282</c:v>
                </c:pt>
                <c:pt idx="334">
                  <c:v>1038.04414382282</c:v>
                </c:pt>
                <c:pt idx="335">
                  <c:v>1038.72759782833</c:v>
                </c:pt>
                <c:pt idx="336">
                  <c:v>1038.52186720307</c:v>
                </c:pt>
                <c:pt idx="337">
                  <c:v>1038.52186720307</c:v>
                </c:pt>
                <c:pt idx="338">
                  <c:v>1038.52186720307</c:v>
                </c:pt>
                <c:pt idx="339">
                  <c:v>1038.52186720307</c:v>
                </c:pt>
                <c:pt idx="340">
                  <c:v>1038.52186720307</c:v>
                </c:pt>
                <c:pt idx="341">
                  <c:v>1038.52186720307</c:v>
                </c:pt>
                <c:pt idx="342">
                  <c:v>1041.3443550271</c:v>
                </c:pt>
                <c:pt idx="343">
                  <c:v>1041.3443550271</c:v>
                </c:pt>
                <c:pt idx="344">
                  <c:v>1041.3443550271</c:v>
                </c:pt>
                <c:pt idx="345">
                  <c:v>1041.3443550271</c:v>
                </c:pt>
                <c:pt idx="346">
                  <c:v>1041.3443550271</c:v>
                </c:pt>
                <c:pt idx="347">
                  <c:v>1041.3443550271</c:v>
                </c:pt>
                <c:pt idx="348">
                  <c:v>1041.3443550271</c:v>
                </c:pt>
                <c:pt idx="349">
                  <c:v>1041.3443550271</c:v>
                </c:pt>
                <c:pt idx="350">
                  <c:v>1041.29523418628</c:v>
                </c:pt>
                <c:pt idx="351">
                  <c:v>1041.29523418628</c:v>
                </c:pt>
                <c:pt idx="352">
                  <c:v>1041.29523418628</c:v>
                </c:pt>
                <c:pt idx="353">
                  <c:v>1041.29523418628</c:v>
                </c:pt>
                <c:pt idx="354">
                  <c:v>1041.29523418628</c:v>
                </c:pt>
                <c:pt idx="355">
                  <c:v>1041.29523418628</c:v>
                </c:pt>
                <c:pt idx="356">
                  <c:v>1041.28293834434</c:v>
                </c:pt>
                <c:pt idx="357">
                  <c:v>1041.28447373738</c:v>
                </c:pt>
                <c:pt idx="358">
                  <c:v>1041.28447373738</c:v>
                </c:pt>
                <c:pt idx="359">
                  <c:v>1041.28447373738</c:v>
                </c:pt>
                <c:pt idx="360">
                  <c:v>1041.28447373738</c:v>
                </c:pt>
                <c:pt idx="361">
                  <c:v>1041.28447373738</c:v>
                </c:pt>
                <c:pt idx="362">
                  <c:v>1041.28447373738</c:v>
                </c:pt>
                <c:pt idx="363">
                  <c:v>1041.28447373738</c:v>
                </c:pt>
                <c:pt idx="364">
                  <c:v>1041.17082864541</c:v>
                </c:pt>
                <c:pt idx="365">
                  <c:v>1041.17082864541</c:v>
                </c:pt>
                <c:pt idx="366">
                  <c:v>1041.17082864541</c:v>
                </c:pt>
                <c:pt idx="367">
                  <c:v>1041.17082864541</c:v>
                </c:pt>
                <c:pt idx="368">
                  <c:v>1041.17082864541</c:v>
                </c:pt>
                <c:pt idx="369">
                  <c:v>1041.36079754632</c:v>
                </c:pt>
                <c:pt idx="370">
                  <c:v>1041.36079754632</c:v>
                </c:pt>
                <c:pt idx="371">
                  <c:v>1041.36079754632</c:v>
                </c:pt>
                <c:pt idx="372">
                  <c:v>1041.36079754632</c:v>
                </c:pt>
                <c:pt idx="373">
                  <c:v>1041.36079754632</c:v>
                </c:pt>
                <c:pt idx="374">
                  <c:v>1041.36079754632</c:v>
                </c:pt>
                <c:pt idx="375">
                  <c:v>1041.1459592612</c:v>
                </c:pt>
                <c:pt idx="376">
                  <c:v>1041.1459592612</c:v>
                </c:pt>
                <c:pt idx="377">
                  <c:v>1041.1459592612</c:v>
                </c:pt>
                <c:pt idx="378">
                  <c:v>1041.1459592612</c:v>
                </c:pt>
                <c:pt idx="379">
                  <c:v>1041.1459592612</c:v>
                </c:pt>
                <c:pt idx="380">
                  <c:v>1041.1459592612</c:v>
                </c:pt>
                <c:pt idx="381">
                  <c:v>1041.1459592612</c:v>
                </c:pt>
                <c:pt idx="382">
                  <c:v>1041.1459592612</c:v>
                </c:pt>
                <c:pt idx="383">
                  <c:v>1041.1459592612</c:v>
                </c:pt>
                <c:pt idx="384">
                  <c:v>1041.1459592612</c:v>
                </c:pt>
                <c:pt idx="385">
                  <c:v>1042.89925281114</c:v>
                </c:pt>
                <c:pt idx="386">
                  <c:v>1042.89925281114</c:v>
                </c:pt>
                <c:pt idx="387">
                  <c:v>1042.65026911927</c:v>
                </c:pt>
                <c:pt idx="388">
                  <c:v>1042.60130692666</c:v>
                </c:pt>
                <c:pt idx="389">
                  <c:v>1042.44607384096</c:v>
                </c:pt>
                <c:pt idx="390">
                  <c:v>1042.69839712258</c:v>
                </c:pt>
                <c:pt idx="391">
                  <c:v>1042.69839712258</c:v>
                </c:pt>
                <c:pt idx="392">
                  <c:v>1042.69839712258</c:v>
                </c:pt>
                <c:pt idx="393">
                  <c:v>1042.69839712258</c:v>
                </c:pt>
                <c:pt idx="394">
                  <c:v>1042.69839712258</c:v>
                </c:pt>
                <c:pt idx="395">
                  <c:v>1042.3132460693</c:v>
                </c:pt>
                <c:pt idx="396">
                  <c:v>1042.3132460693</c:v>
                </c:pt>
                <c:pt idx="397">
                  <c:v>1042.3132460693</c:v>
                </c:pt>
                <c:pt idx="398">
                  <c:v>1042.3132460693</c:v>
                </c:pt>
                <c:pt idx="399">
                  <c:v>1042.3132460693</c:v>
                </c:pt>
                <c:pt idx="400">
                  <c:v>1042.3132460693</c:v>
                </c:pt>
                <c:pt idx="401">
                  <c:v>1042.3132460693</c:v>
                </c:pt>
                <c:pt idx="402">
                  <c:v>1042.3132460693</c:v>
                </c:pt>
                <c:pt idx="403">
                  <c:v>1042.3132460693</c:v>
                </c:pt>
                <c:pt idx="404">
                  <c:v>1041.3234984167</c:v>
                </c:pt>
                <c:pt idx="405">
                  <c:v>1041.29947005738</c:v>
                </c:pt>
                <c:pt idx="406">
                  <c:v>1041.15778815233</c:v>
                </c:pt>
                <c:pt idx="407">
                  <c:v>1041.15778815233</c:v>
                </c:pt>
                <c:pt idx="408">
                  <c:v>1041.15778815233</c:v>
                </c:pt>
                <c:pt idx="409">
                  <c:v>1041.15778815233</c:v>
                </c:pt>
                <c:pt idx="410">
                  <c:v>1041.15778815233</c:v>
                </c:pt>
                <c:pt idx="411">
                  <c:v>1041.15778815233</c:v>
                </c:pt>
                <c:pt idx="412">
                  <c:v>1041.18500066084</c:v>
                </c:pt>
                <c:pt idx="413">
                  <c:v>1041.18500066084</c:v>
                </c:pt>
                <c:pt idx="414">
                  <c:v>1041.18500066084</c:v>
                </c:pt>
                <c:pt idx="415">
                  <c:v>1040.96529090747</c:v>
                </c:pt>
                <c:pt idx="416">
                  <c:v>1040.96529090747</c:v>
                </c:pt>
                <c:pt idx="417">
                  <c:v>1040.96529090747</c:v>
                </c:pt>
                <c:pt idx="418">
                  <c:v>1040.96529090747</c:v>
                </c:pt>
                <c:pt idx="419">
                  <c:v>1040.93659202608</c:v>
                </c:pt>
                <c:pt idx="420">
                  <c:v>1040.93659202608</c:v>
                </c:pt>
                <c:pt idx="421">
                  <c:v>1040.93659202608</c:v>
                </c:pt>
                <c:pt idx="422">
                  <c:v>1040.93659202608</c:v>
                </c:pt>
                <c:pt idx="423">
                  <c:v>1040.93659202608</c:v>
                </c:pt>
                <c:pt idx="424">
                  <c:v>1040.93659202608</c:v>
                </c:pt>
                <c:pt idx="425">
                  <c:v>1040.93659202608</c:v>
                </c:pt>
                <c:pt idx="426">
                  <c:v>1040.93659202608</c:v>
                </c:pt>
                <c:pt idx="427">
                  <c:v>1040.93659202608</c:v>
                </c:pt>
                <c:pt idx="428">
                  <c:v>1040.93659202608</c:v>
                </c:pt>
                <c:pt idx="429">
                  <c:v>1040.93659202608</c:v>
                </c:pt>
                <c:pt idx="430">
                  <c:v>1040.54155037471</c:v>
                </c:pt>
                <c:pt idx="431">
                  <c:v>1040.54155037471</c:v>
                </c:pt>
                <c:pt idx="432">
                  <c:v>1040.6119683258</c:v>
                </c:pt>
                <c:pt idx="433">
                  <c:v>1040.6119683258</c:v>
                </c:pt>
                <c:pt idx="434">
                  <c:v>1040.58644262714</c:v>
                </c:pt>
                <c:pt idx="435">
                  <c:v>1040.53350095924</c:v>
                </c:pt>
                <c:pt idx="436">
                  <c:v>1040.53350095924</c:v>
                </c:pt>
                <c:pt idx="437">
                  <c:v>1040.53350095924</c:v>
                </c:pt>
                <c:pt idx="438">
                  <c:v>1039.89447620896</c:v>
                </c:pt>
                <c:pt idx="439">
                  <c:v>1039.89085288587</c:v>
                </c:pt>
                <c:pt idx="440">
                  <c:v>1039.89085288587</c:v>
                </c:pt>
                <c:pt idx="441">
                  <c:v>1039.89085288587</c:v>
                </c:pt>
                <c:pt idx="442">
                  <c:v>1039.85465399204</c:v>
                </c:pt>
                <c:pt idx="443">
                  <c:v>1039.85465399204</c:v>
                </c:pt>
                <c:pt idx="444">
                  <c:v>1039.85465399204</c:v>
                </c:pt>
                <c:pt idx="445">
                  <c:v>1039.88332349376</c:v>
                </c:pt>
                <c:pt idx="446">
                  <c:v>1039.88332349376</c:v>
                </c:pt>
                <c:pt idx="447">
                  <c:v>1039.88332349376</c:v>
                </c:pt>
                <c:pt idx="448">
                  <c:v>1039.88332349376</c:v>
                </c:pt>
                <c:pt idx="449">
                  <c:v>1039.43622777765</c:v>
                </c:pt>
                <c:pt idx="450">
                  <c:v>1039.43622777765</c:v>
                </c:pt>
                <c:pt idx="451">
                  <c:v>1039.43622777765</c:v>
                </c:pt>
                <c:pt idx="452">
                  <c:v>1039.43622777765</c:v>
                </c:pt>
                <c:pt idx="453">
                  <c:v>1039.43622777765</c:v>
                </c:pt>
                <c:pt idx="454">
                  <c:v>1039.43622777765</c:v>
                </c:pt>
                <c:pt idx="455">
                  <c:v>1038.42743756043</c:v>
                </c:pt>
                <c:pt idx="456">
                  <c:v>1038.89107125021</c:v>
                </c:pt>
                <c:pt idx="457">
                  <c:v>1038.89107125021</c:v>
                </c:pt>
                <c:pt idx="458">
                  <c:v>1038.89107125021</c:v>
                </c:pt>
                <c:pt idx="459">
                  <c:v>1038.89107125021</c:v>
                </c:pt>
                <c:pt idx="460">
                  <c:v>1038.89107125021</c:v>
                </c:pt>
                <c:pt idx="461">
                  <c:v>1038.89107125021</c:v>
                </c:pt>
                <c:pt idx="462">
                  <c:v>1038.89107125021</c:v>
                </c:pt>
                <c:pt idx="463">
                  <c:v>1038.89107125021</c:v>
                </c:pt>
                <c:pt idx="464">
                  <c:v>1038.89107125021</c:v>
                </c:pt>
                <c:pt idx="465">
                  <c:v>1038.89107125021</c:v>
                </c:pt>
                <c:pt idx="466">
                  <c:v>1038.89107125021</c:v>
                </c:pt>
                <c:pt idx="467">
                  <c:v>1038.89107125021</c:v>
                </c:pt>
                <c:pt idx="468">
                  <c:v>1038.89107125021</c:v>
                </c:pt>
                <c:pt idx="469">
                  <c:v>1038.89107125021</c:v>
                </c:pt>
                <c:pt idx="470">
                  <c:v>1038.89107125021</c:v>
                </c:pt>
                <c:pt idx="471">
                  <c:v>1038.89107125021</c:v>
                </c:pt>
                <c:pt idx="472">
                  <c:v>1038.89107125021</c:v>
                </c:pt>
                <c:pt idx="473">
                  <c:v>1038.89107125021</c:v>
                </c:pt>
                <c:pt idx="474">
                  <c:v>1038.89107125021</c:v>
                </c:pt>
                <c:pt idx="475">
                  <c:v>1038.9742587736</c:v>
                </c:pt>
                <c:pt idx="476">
                  <c:v>1038.06164214563</c:v>
                </c:pt>
                <c:pt idx="477">
                  <c:v>1038.06164214563</c:v>
                </c:pt>
                <c:pt idx="478">
                  <c:v>1037.36032510653</c:v>
                </c:pt>
                <c:pt idx="479">
                  <c:v>1037.36032510653</c:v>
                </c:pt>
                <c:pt idx="480">
                  <c:v>1037.36032510653</c:v>
                </c:pt>
                <c:pt idx="481">
                  <c:v>1037.36032510653</c:v>
                </c:pt>
                <c:pt idx="482">
                  <c:v>1037.36032510653</c:v>
                </c:pt>
                <c:pt idx="483">
                  <c:v>1037.36032510653</c:v>
                </c:pt>
                <c:pt idx="484">
                  <c:v>1037.36032510653</c:v>
                </c:pt>
                <c:pt idx="485">
                  <c:v>1037.36032510653</c:v>
                </c:pt>
                <c:pt idx="486">
                  <c:v>1037.36032510653</c:v>
                </c:pt>
                <c:pt idx="487">
                  <c:v>1037.36032510653</c:v>
                </c:pt>
                <c:pt idx="488">
                  <c:v>1037.36032510653</c:v>
                </c:pt>
                <c:pt idx="489">
                  <c:v>1037.36032510653</c:v>
                </c:pt>
                <c:pt idx="490">
                  <c:v>1037.36662380179</c:v>
                </c:pt>
                <c:pt idx="491">
                  <c:v>1037.36662380179</c:v>
                </c:pt>
                <c:pt idx="492">
                  <c:v>1037.36662380179</c:v>
                </c:pt>
                <c:pt idx="493">
                  <c:v>1037.33945499994</c:v>
                </c:pt>
                <c:pt idx="494">
                  <c:v>1037.33068251007</c:v>
                </c:pt>
                <c:pt idx="495">
                  <c:v>1037.30885688164</c:v>
                </c:pt>
                <c:pt idx="496">
                  <c:v>1037.30885688164</c:v>
                </c:pt>
                <c:pt idx="497">
                  <c:v>1037.30885688164</c:v>
                </c:pt>
                <c:pt idx="498">
                  <c:v>1037.30885688164</c:v>
                </c:pt>
                <c:pt idx="499">
                  <c:v>1037.30885688164</c:v>
                </c:pt>
                <c:pt idx="500">
                  <c:v>1037.33442678596</c:v>
                </c:pt>
                <c:pt idx="501">
                  <c:v>1037.33442678596</c:v>
                </c:pt>
                <c:pt idx="502">
                  <c:v>1037.33442678596</c:v>
                </c:pt>
                <c:pt idx="503">
                  <c:v>1037.32634102847</c:v>
                </c:pt>
                <c:pt idx="504">
                  <c:v>1037.32634102847</c:v>
                </c:pt>
                <c:pt idx="505">
                  <c:v>1037.28558290547</c:v>
                </c:pt>
                <c:pt idx="506">
                  <c:v>1037.28558290547</c:v>
                </c:pt>
                <c:pt idx="507">
                  <c:v>1037.28558290547</c:v>
                </c:pt>
                <c:pt idx="508">
                  <c:v>1037.51867639447</c:v>
                </c:pt>
                <c:pt idx="509">
                  <c:v>1037.51867639447</c:v>
                </c:pt>
                <c:pt idx="510">
                  <c:v>1037.72985284416</c:v>
                </c:pt>
                <c:pt idx="511">
                  <c:v>1037.72985284416</c:v>
                </c:pt>
                <c:pt idx="512">
                  <c:v>1037.60044463474</c:v>
                </c:pt>
                <c:pt idx="513">
                  <c:v>1036.76174913676</c:v>
                </c:pt>
                <c:pt idx="514">
                  <c:v>1036.76174913676</c:v>
                </c:pt>
                <c:pt idx="515">
                  <c:v>1036.76174913676</c:v>
                </c:pt>
                <c:pt idx="516">
                  <c:v>1036.76174913676</c:v>
                </c:pt>
                <c:pt idx="517">
                  <c:v>1036.76174913676</c:v>
                </c:pt>
                <c:pt idx="518">
                  <c:v>1036.76174913676</c:v>
                </c:pt>
                <c:pt idx="519">
                  <c:v>1036.76174913676</c:v>
                </c:pt>
                <c:pt idx="520">
                  <c:v>1036.76174913676</c:v>
                </c:pt>
                <c:pt idx="521">
                  <c:v>1036.76174913676</c:v>
                </c:pt>
                <c:pt idx="522">
                  <c:v>1036.76174913676</c:v>
                </c:pt>
                <c:pt idx="523">
                  <c:v>1036.08262279819</c:v>
                </c:pt>
                <c:pt idx="524">
                  <c:v>1036.08262279819</c:v>
                </c:pt>
                <c:pt idx="525">
                  <c:v>1036.01366482272</c:v>
                </c:pt>
                <c:pt idx="526">
                  <c:v>1034.23385690304</c:v>
                </c:pt>
                <c:pt idx="527">
                  <c:v>1034.23385690304</c:v>
                </c:pt>
                <c:pt idx="528">
                  <c:v>1034.23385690304</c:v>
                </c:pt>
                <c:pt idx="529">
                  <c:v>1034.23385690304</c:v>
                </c:pt>
                <c:pt idx="530">
                  <c:v>1034.23385690304</c:v>
                </c:pt>
                <c:pt idx="531">
                  <c:v>1034.23385690304</c:v>
                </c:pt>
                <c:pt idx="532">
                  <c:v>1040.2906299986</c:v>
                </c:pt>
                <c:pt idx="533">
                  <c:v>1040.2906299986</c:v>
                </c:pt>
                <c:pt idx="534">
                  <c:v>1036.76162635359</c:v>
                </c:pt>
                <c:pt idx="535">
                  <c:v>1032.90112707275</c:v>
                </c:pt>
                <c:pt idx="536">
                  <c:v>1026.16281239608</c:v>
                </c:pt>
                <c:pt idx="537">
                  <c:v>1026.98120368648</c:v>
                </c:pt>
                <c:pt idx="538">
                  <c:v>1043.48729242651</c:v>
                </c:pt>
                <c:pt idx="539">
                  <c:v>1044.40930652925</c:v>
                </c:pt>
                <c:pt idx="540">
                  <c:v>1040.9925422224</c:v>
                </c:pt>
                <c:pt idx="541">
                  <c:v>1040.9925422224</c:v>
                </c:pt>
                <c:pt idx="542">
                  <c:v>1040.9925422224</c:v>
                </c:pt>
                <c:pt idx="543">
                  <c:v>1040.9925422224</c:v>
                </c:pt>
                <c:pt idx="544">
                  <c:v>1040.9925422224</c:v>
                </c:pt>
                <c:pt idx="545">
                  <c:v>1040.9925422224</c:v>
                </c:pt>
                <c:pt idx="546">
                  <c:v>1041.04738999403</c:v>
                </c:pt>
                <c:pt idx="547">
                  <c:v>1040.65369074828</c:v>
                </c:pt>
                <c:pt idx="548">
                  <c:v>1040.65369074828</c:v>
                </c:pt>
                <c:pt idx="549">
                  <c:v>1041.64160071362</c:v>
                </c:pt>
                <c:pt idx="550">
                  <c:v>1041.64160071362</c:v>
                </c:pt>
                <c:pt idx="551">
                  <c:v>1041.58614583467</c:v>
                </c:pt>
                <c:pt idx="552">
                  <c:v>1041.58614583467</c:v>
                </c:pt>
                <c:pt idx="553">
                  <c:v>1041.58614583467</c:v>
                </c:pt>
                <c:pt idx="554">
                  <c:v>1041.58614583467</c:v>
                </c:pt>
                <c:pt idx="555">
                  <c:v>1043.23237470203</c:v>
                </c:pt>
                <c:pt idx="556">
                  <c:v>1043.41094692499</c:v>
                </c:pt>
                <c:pt idx="557">
                  <c:v>1043.41094692499</c:v>
                </c:pt>
                <c:pt idx="558">
                  <c:v>1043.41094692499</c:v>
                </c:pt>
                <c:pt idx="559">
                  <c:v>1043.41094692499</c:v>
                </c:pt>
                <c:pt idx="560">
                  <c:v>1043.41094692499</c:v>
                </c:pt>
                <c:pt idx="561">
                  <c:v>1043.41094692499</c:v>
                </c:pt>
                <c:pt idx="562">
                  <c:v>1043.41094692499</c:v>
                </c:pt>
                <c:pt idx="563">
                  <c:v>1043.41094692499</c:v>
                </c:pt>
                <c:pt idx="564">
                  <c:v>1043.41094692499</c:v>
                </c:pt>
                <c:pt idx="565">
                  <c:v>1054.24362846088</c:v>
                </c:pt>
                <c:pt idx="566">
                  <c:v>1054.52921382054</c:v>
                </c:pt>
                <c:pt idx="567">
                  <c:v>1054.83472870734</c:v>
                </c:pt>
                <c:pt idx="568">
                  <c:v>1054.83472870734</c:v>
                </c:pt>
                <c:pt idx="569">
                  <c:v>1055.3351613589</c:v>
                </c:pt>
                <c:pt idx="570">
                  <c:v>1055.3351613589</c:v>
                </c:pt>
                <c:pt idx="571">
                  <c:v>1057.1042378318</c:v>
                </c:pt>
                <c:pt idx="572">
                  <c:v>1057.01295772242</c:v>
                </c:pt>
                <c:pt idx="573">
                  <c:v>1056.7653017549</c:v>
                </c:pt>
                <c:pt idx="574">
                  <c:v>1054.08645800358</c:v>
                </c:pt>
                <c:pt idx="575">
                  <c:v>1054.08645800358</c:v>
                </c:pt>
                <c:pt idx="576">
                  <c:v>1054.08645800358</c:v>
                </c:pt>
                <c:pt idx="577">
                  <c:v>1054.08645800358</c:v>
                </c:pt>
                <c:pt idx="578">
                  <c:v>1054.08645800358</c:v>
                </c:pt>
                <c:pt idx="579">
                  <c:v>1054.08645800358</c:v>
                </c:pt>
                <c:pt idx="580">
                  <c:v>1053.98354861063</c:v>
                </c:pt>
                <c:pt idx="581">
                  <c:v>1055.31593622185</c:v>
                </c:pt>
                <c:pt idx="582">
                  <c:v>1055.31593622185</c:v>
                </c:pt>
                <c:pt idx="583">
                  <c:v>1055.31593622185</c:v>
                </c:pt>
                <c:pt idx="584">
                  <c:v>1055.31593622185</c:v>
                </c:pt>
                <c:pt idx="585">
                  <c:v>1055.31593622185</c:v>
                </c:pt>
                <c:pt idx="586">
                  <c:v>1055.31593622185</c:v>
                </c:pt>
                <c:pt idx="587">
                  <c:v>1055.31593622185</c:v>
                </c:pt>
                <c:pt idx="588">
                  <c:v>1055.55336803864</c:v>
                </c:pt>
                <c:pt idx="589">
                  <c:v>1055.55336803864</c:v>
                </c:pt>
                <c:pt idx="590">
                  <c:v>1055.55336803864</c:v>
                </c:pt>
                <c:pt idx="591">
                  <c:v>1055.71557759226</c:v>
                </c:pt>
                <c:pt idx="592">
                  <c:v>1055.71557759226</c:v>
                </c:pt>
                <c:pt idx="593">
                  <c:v>1055.71557759226</c:v>
                </c:pt>
                <c:pt idx="594">
                  <c:v>1055.71557759226</c:v>
                </c:pt>
                <c:pt idx="595">
                  <c:v>1055.71557759226</c:v>
                </c:pt>
                <c:pt idx="596">
                  <c:v>1055.59564703828</c:v>
                </c:pt>
                <c:pt idx="597">
                  <c:v>1055.59564703828</c:v>
                </c:pt>
                <c:pt idx="598">
                  <c:v>1051.81988773999</c:v>
                </c:pt>
                <c:pt idx="599">
                  <c:v>1051.81988773999</c:v>
                </c:pt>
                <c:pt idx="600">
                  <c:v>1051.81988773999</c:v>
                </c:pt>
                <c:pt idx="601">
                  <c:v>1051.81988773999</c:v>
                </c:pt>
                <c:pt idx="602">
                  <c:v>1051.81988773999</c:v>
                </c:pt>
                <c:pt idx="603">
                  <c:v>1051.81988773999</c:v>
                </c:pt>
                <c:pt idx="604">
                  <c:v>1051.81988773999</c:v>
                </c:pt>
                <c:pt idx="605">
                  <c:v>1051.81988773999</c:v>
                </c:pt>
                <c:pt idx="606">
                  <c:v>1051.34781210611</c:v>
                </c:pt>
                <c:pt idx="607">
                  <c:v>1051.34781210611</c:v>
                </c:pt>
                <c:pt idx="608">
                  <c:v>1051.34781210611</c:v>
                </c:pt>
                <c:pt idx="609">
                  <c:v>1051.14813053162</c:v>
                </c:pt>
                <c:pt idx="610">
                  <c:v>1051.14813053162</c:v>
                </c:pt>
                <c:pt idx="611">
                  <c:v>1051.14813053162</c:v>
                </c:pt>
                <c:pt idx="612">
                  <c:v>1051.14813053162</c:v>
                </c:pt>
                <c:pt idx="613">
                  <c:v>1051.14813053162</c:v>
                </c:pt>
                <c:pt idx="614">
                  <c:v>1051.14813053162</c:v>
                </c:pt>
                <c:pt idx="615">
                  <c:v>1051.14813053162</c:v>
                </c:pt>
                <c:pt idx="616">
                  <c:v>1050.25728405723</c:v>
                </c:pt>
                <c:pt idx="617">
                  <c:v>1050.25728405723</c:v>
                </c:pt>
                <c:pt idx="618">
                  <c:v>1050.25728405723</c:v>
                </c:pt>
                <c:pt idx="619">
                  <c:v>1050.25728405723</c:v>
                </c:pt>
                <c:pt idx="620">
                  <c:v>1050.25728405723</c:v>
                </c:pt>
                <c:pt idx="621">
                  <c:v>1050.25728405723</c:v>
                </c:pt>
                <c:pt idx="622">
                  <c:v>1050.25728405723</c:v>
                </c:pt>
                <c:pt idx="623">
                  <c:v>1050.25728405723</c:v>
                </c:pt>
                <c:pt idx="624">
                  <c:v>1050.25728405723</c:v>
                </c:pt>
                <c:pt idx="625">
                  <c:v>1050.25728405723</c:v>
                </c:pt>
                <c:pt idx="626">
                  <c:v>1050.25728405723</c:v>
                </c:pt>
                <c:pt idx="627">
                  <c:v>1050.25728405723</c:v>
                </c:pt>
                <c:pt idx="628">
                  <c:v>1050.25728405723</c:v>
                </c:pt>
                <c:pt idx="629">
                  <c:v>1050.25728405723</c:v>
                </c:pt>
                <c:pt idx="630">
                  <c:v>1050.25728405723</c:v>
                </c:pt>
                <c:pt idx="631">
                  <c:v>1050.25728405723</c:v>
                </c:pt>
                <c:pt idx="632">
                  <c:v>1049.37153859663</c:v>
                </c:pt>
                <c:pt idx="633">
                  <c:v>1049.37153859663</c:v>
                </c:pt>
                <c:pt idx="634">
                  <c:v>1049.37153859663</c:v>
                </c:pt>
                <c:pt idx="635">
                  <c:v>1049.37153859663</c:v>
                </c:pt>
                <c:pt idx="636">
                  <c:v>1049.37153859663</c:v>
                </c:pt>
                <c:pt idx="637">
                  <c:v>1049.37153859663</c:v>
                </c:pt>
                <c:pt idx="638">
                  <c:v>1049.37153859663</c:v>
                </c:pt>
                <c:pt idx="639">
                  <c:v>1049.56712543889</c:v>
                </c:pt>
                <c:pt idx="640">
                  <c:v>1049.56712543889</c:v>
                </c:pt>
                <c:pt idx="641">
                  <c:v>1049.56712543889</c:v>
                </c:pt>
                <c:pt idx="642">
                  <c:v>1049.56712543889</c:v>
                </c:pt>
                <c:pt idx="643">
                  <c:v>1049.56712543889</c:v>
                </c:pt>
                <c:pt idx="644">
                  <c:v>1049.56712543889</c:v>
                </c:pt>
                <c:pt idx="645">
                  <c:v>1049.56712543889</c:v>
                </c:pt>
                <c:pt idx="646">
                  <c:v>1049.56712543889</c:v>
                </c:pt>
                <c:pt idx="647">
                  <c:v>1049.56712543889</c:v>
                </c:pt>
                <c:pt idx="648">
                  <c:v>1049.56712543889</c:v>
                </c:pt>
                <c:pt idx="649">
                  <c:v>1049.56712543889</c:v>
                </c:pt>
                <c:pt idx="650">
                  <c:v>1049.56712543889</c:v>
                </c:pt>
                <c:pt idx="651">
                  <c:v>1049.56712543889</c:v>
                </c:pt>
                <c:pt idx="652">
                  <c:v>1049.56712543889</c:v>
                </c:pt>
                <c:pt idx="653">
                  <c:v>1049.56712543889</c:v>
                </c:pt>
                <c:pt idx="654">
                  <c:v>1049.56712543889</c:v>
                </c:pt>
                <c:pt idx="655">
                  <c:v>1049.56712543889</c:v>
                </c:pt>
                <c:pt idx="656">
                  <c:v>1049.56712543889</c:v>
                </c:pt>
                <c:pt idx="657">
                  <c:v>1049.56712543889</c:v>
                </c:pt>
                <c:pt idx="658">
                  <c:v>1049.56712543889</c:v>
                </c:pt>
                <c:pt idx="659">
                  <c:v>1049.56712543889</c:v>
                </c:pt>
                <c:pt idx="660">
                  <c:v>1049.62736262221</c:v>
                </c:pt>
                <c:pt idx="661">
                  <c:v>1049.62736262221</c:v>
                </c:pt>
                <c:pt idx="662">
                  <c:v>1049.59420747167</c:v>
                </c:pt>
                <c:pt idx="663">
                  <c:v>1049.59420747167</c:v>
                </c:pt>
                <c:pt idx="664">
                  <c:v>1049.78979336346</c:v>
                </c:pt>
                <c:pt idx="665">
                  <c:v>1049.78979336346</c:v>
                </c:pt>
                <c:pt idx="666">
                  <c:v>1049.78979336346</c:v>
                </c:pt>
                <c:pt idx="667">
                  <c:v>1049.78979336346</c:v>
                </c:pt>
                <c:pt idx="668">
                  <c:v>1049.78857824778</c:v>
                </c:pt>
                <c:pt idx="669">
                  <c:v>1049.78857824778</c:v>
                </c:pt>
                <c:pt idx="670">
                  <c:v>1049.78857824778</c:v>
                </c:pt>
                <c:pt idx="671">
                  <c:v>1049.78857824778</c:v>
                </c:pt>
                <c:pt idx="672">
                  <c:v>1049.79007505075</c:v>
                </c:pt>
                <c:pt idx="673">
                  <c:v>1049.79007505075</c:v>
                </c:pt>
                <c:pt idx="674">
                  <c:v>1049.79007505075</c:v>
                </c:pt>
                <c:pt idx="675">
                  <c:v>1050.4628336199</c:v>
                </c:pt>
                <c:pt idx="676">
                  <c:v>1050.4628336199</c:v>
                </c:pt>
                <c:pt idx="677">
                  <c:v>1048.8068181475</c:v>
                </c:pt>
                <c:pt idx="678">
                  <c:v>1048.8068181475</c:v>
                </c:pt>
                <c:pt idx="679">
                  <c:v>1048.4062849884</c:v>
                </c:pt>
                <c:pt idx="680">
                  <c:v>1048.4062849884</c:v>
                </c:pt>
                <c:pt idx="681">
                  <c:v>1048.4062849884</c:v>
                </c:pt>
                <c:pt idx="682">
                  <c:v>1048.42472530717</c:v>
                </c:pt>
                <c:pt idx="683">
                  <c:v>1048.42472530717</c:v>
                </c:pt>
                <c:pt idx="684">
                  <c:v>1048.42472530717</c:v>
                </c:pt>
                <c:pt idx="685">
                  <c:v>1050.19146857762</c:v>
                </c:pt>
                <c:pt idx="686">
                  <c:v>1050.19146857762</c:v>
                </c:pt>
                <c:pt idx="687">
                  <c:v>1049.33101352899</c:v>
                </c:pt>
                <c:pt idx="688">
                  <c:v>1049.33101352899</c:v>
                </c:pt>
                <c:pt idx="689">
                  <c:v>1050.18736111579</c:v>
                </c:pt>
                <c:pt idx="690">
                  <c:v>1050.18736111579</c:v>
                </c:pt>
                <c:pt idx="691">
                  <c:v>1054.35889571514</c:v>
                </c:pt>
                <c:pt idx="692">
                  <c:v>1053.94505444552</c:v>
                </c:pt>
                <c:pt idx="693">
                  <c:v>1053.94505444552</c:v>
                </c:pt>
                <c:pt idx="694">
                  <c:v>1056.0257158753</c:v>
                </c:pt>
                <c:pt idx="695">
                  <c:v>1056.0257158753</c:v>
                </c:pt>
                <c:pt idx="696">
                  <c:v>1056.0257158753</c:v>
                </c:pt>
                <c:pt idx="697">
                  <c:v>1056.0257158753</c:v>
                </c:pt>
                <c:pt idx="698">
                  <c:v>1055.99896600858</c:v>
                </c:pt>
                <c:pt idx="699">
                  <c:v>1056.60218840888</c:v>
                </c:pt>
                <c:pt idx="700">
                  <c:v>1056.60218840888</c:v>
                </c:pt>
                <c:pt idx="701">
                  <c:v>1056.87219497499</c:v>
                </c:pt>
                <c:pt idx="702">
                  <c:v>1056.87219497499</c:v>
                </c:pt>
                <c:pt idx="703">
                  <c:v>1056.78797631027</c:v>
                </c:pt>
                <c:pt idx="704">
                  <c:v>1056.78797631027</c:v>
                </c:pt>
                <c:pt idx="705">
                  <c:v>1055.64865137523</c:v>
                </c:pt>
                <c:pt idx="706">
                  <c:v>1055.64865137523</c:v>
                </c:pt>
                <c:pt idx="707">
                  <c:v>1055.64865137523</c:v>
                </c:pt>
                <c:pt idx="708">
                  <c:v>1055.64865137523</c:v>
                </c:pt>
                <c:pt idx="709">
                  <c:v>1055.64865137523</c:v>
                </c:pt>
                <c:pt idx="710">
                  <c:v>1052.08552718584</c:v>
                </c:pt>
                <c:pt idx="711">
                  <c:v>1052.92145134244</c:v>
                </c:pt>
                <c:pt idx="712">
                  <c:v>1052.92145134244</c:v>
                </c:pt>
                <c:pt idx="713">
                  <c:v>1051.67702768944</c:v>
                </c:pt>
                <c:pt idx="714">
                  <c:v>1051.67702768944</c:v>
                </c:pt>
                <c:pt idx="715">
                  <c:v>1051.66711650081</c:v>
                </c:pt>
                <c:pt idx="716">
                  <c:v>1051.66711650081</c:v>
                </c:pt>
                <c:pt idx="717">
                  <c:v>1051.66711650081</c:v>
                </c:pt>
                <c:pt idx="718">
                  <c:v>1051.66711650081</c:v>
                </c:pt>
                <c:pt idx="719">
                  <c:v>1051.66711650081</c:v>
                </c:pt>
                <c:pt idx="720">
                  <c:v>1051.66711650081</c:v>
                </c:pt>
                <c:pt idx="721">
                  <c:v>1051.66711650081</c:v>
                </c:pt>
                <c:pt idx="722">
                  <c:v>1051.66711650081</c:v>
                </c:pt>
                <c:pt idx="723">
                  <c:v>1051.66711650081</c:v>
                </c:pt>
                <c:pt idx="724">
                  <c:v>1051.66711650081</c:v>
                </c:pt>
                <c:pt idx="725">
                  <c:v>1051.66711650081</c:v>
                </c:pt>
                <c:pt idx="726">
                  <c:v>1051.43721749702</c:v>
                </c:pt>
                <c:pt idx="727">
                  <c:v>1051.43721749702</c:v>
                </c:pt>
                <c:pt idx="728">
                  <c:v>1051.43721749702</c:v>
                </c:pt>
                <c:pt idx="729">
                  <c:v>1051.43721749702</c:v>
                </c:pt>
                <c:pt idx="730">
                  <c:v>1051.43721749702</c:v>
                </c:pt>
                <c:pt idx="731">
                  <c:v>1051.43721749702</c:v>
                </c:pt>
                <c:pt idx="732">
                  <c:v>1051.43721749702</c:v>
                </c:pt>
                <c:pt idx="733">
                  <c:v>1051.43721749702</c:v>
                </c:pt>
                <c:pt idx="734">
                  <c:v>1051.43721749702</c:v>
                </c:pt>
                <c:pt idx="735">
                  <c:v>1051.43721749702</c:v>
                </c:pt>
                <c:pt idx="736">
                  <c:v>1051.43721749702</c:v>
                </c:pt>
                <c:pt idx="737">
                  <c:v>1051.79061636206</c:v>
                </c:pt>
                <c:pt idx="738">
                  <c:v>1051.79061636206</c:v>
                </c:pt>
                <c:pt idx="739">
                  <c:v>1051.79061636206</c:v>
                </c:pt>
                <c:pt idx="740">
                  <c:v>1051.79061636206</c:v>
                </c:pt>
                <c:pt idx="741">
                  <c:v>1051.79061636206</c:v>
                </c:pt>
                <c:pt idx="742">
                  <c:v>1051.79061636206</c:v>
                </c:pt>
                <c:pt idx="743">
                  <c:v>1051.79061636206</c:v>
                </c:pt>
                <c:pt idx="744">
                  <c:v>1049.97838269499</c:v>
                </c:pt>
                <c:pt idx="745">
                  <c:v>1049.97838269499</c:v>
                </c:pt>
                <c:pt idx="746">
                  <c:v>1049.97838269499</c:v>
                </c:pt>
                <c:pt idx="747">
                  <c:v>1049.97838269499</c:v>
                </c:pt>
                <c:pt idx="748">
                  <c:v>1049.97838269499</c:v>
                </c:pt>
                <c:pt idx="749">
                  <c:v>1049.49241973487</c:v>
                </c:pt>
                <c:pt idx="750">
                  <c:v>1049.49241973487</c:v>
                </c:pt>
                <c:pt idx="751">
                  <c:v>1049.49241973487</c:v>
                </c:pt>
                <c:pt idx="752">
                  <c:v>1049.49241973487</c:v>
                </c:pt>
                <c:pt idx="753">
                  <c:v>1048.71993484496</c:v>
                </c:pt>
                <c:pt idx="754">
                  <c:v>1048.49205586959</c:v>
                </c:pt>
                <c:pt idx="755">
                  <c:v>1048.49205586959</c:v>
                </c:pt>
                <c:pt idx="756">
                  <c:v>1048.49205586959</c:v>
                </c:pt>
                <c:pt idx="757">
                  <c:v>1048.49205586959</c:v>
                </c:pt>
                <c:pt idx="758">
                  <c:v>1048.49205586959</c:v>
                </c:pt>
                <c:pt idx="759">
                  <c:v>1048.49205586959</c:v>
                </c:pt>
                <c:pt idx="760">
                  <c:v>1048.49205586959</c:v>
                </c:pt>
                <c:pt idx="761">
                  <c:v>1048.49205586959</c:v>
                </c:pt>
                <c:pt idx="762">
                  <c:v>1048.49205586959</c:v>
                </c:pt>
                <c:pt idx="763">
                  <c:v>1048.49205586959</c:v>
                </c:pt>
                <c:pt idx="764">
                  <c:v>1048.49205586959</c:v>
                </c:pt>
                <c:pt idx="765">
                  <c:v>1048.49205586959</c:v>
                </c:pt>
                <c:pt idx="766">
                  <c:v>1048.49205586959</c:v>
                </c:pt>
                <c:pt idx="767">
                  <c:v>1048.49205586959</c:v>
                </c:pt>
                <c:pt idx="768">
                  <c:v>1048.49205586959</c:v>
                </c:pt>
                <c:pt idx="769">
                  <c:v>1048.49205586959</c:v>
                </c:pt>
                <c:pt idx="770">
                  <c:v>1048.49205586959</c:v>
                </c:pt>
                <c:pt idx="771">
                  <c:v>1048.53235539243</c:v>
                </c:pt>
                <c:pt idx="772">
                  <c:v>1048.53235539243</c:v>
                </c:pt>
                <c:pt idx="773">
                  <c:v>1048.53235539243</c:v>
                </c:pt>
                <c:pt idx="774">
                  <c:v>1048.53235539243</c:v>
                </c:pt>
                <c:pt idx="775">
                  <c:v>1048.53235539243</c:v>
                </c:pt>
                <c:pt idx="776">
                  <c:v>1048.53235539243</c:v>
                </c:pt>
                <c:pt idx="777">
                  <c:v>1048.53235539243</c:v>
                </c:pt>
                <c:pt idx="778">
                  <c:v>1048.53235539243</c:v>
                </c:pt>
                <c:pt idx="779">
                  <c:v>1048.53235539243</c:v>
                </c:pt>
                <c:pt idx="780">
                  <c:v>1048.53235539243</c:v>
                </c:pt>
                <c:pt idx="781">
                  <c:v>1048.53235539243</c:v>
                </c:pt>
                <c:pt idx="782">
                  <c:v>1048.53235539243</c:v>
                </c:pt>
                <c:pt idx="783">
                  <c:v>1048.53235539243</c:v>
                </c:pt>
                <c:pt idx="784">
                  <c:v>1048.53235539243</c:v>
                </c:pt>
                <c:pt idx="785">
                  <c:v>1048.53235539243</c:v>
                </c:pt>
                <c:pt idx="786">
                  <c:v>1048.53235539243</c:v>
                </c:pt>
                <c:pt idx="787">
                  <c:v>1048.53235539243</c:v>
                </c:pt>
                <c:pt idx="788">
                  <c:v>1048.53235539243</c:v>
                </c:pt>
                <c:pt idx="789">
                  <c:v>1048.53235539243</c:v>
                </c:pt>
                <c:pt idx="790">
                  <c:v>1048.53235539243</c:v>
                </c:pt>
                <c:pt idx="791">
                  <c:v>1048.53235539243</c:v>
                </c:pt>
                <c:pt idx="792">
                  <c:v>1048.53235539243</c:v>
                </c:pt>
                <c:pt idx="793">
                  <c:v>1048.53235539243</c:v>
                </c:pt>
                <c:pt idx="794">
                  <c:v>1048.53235539243</c:v>
                </c:pt>
                <c:pt idx="795">
                  <c:v>1048.53235539243</c:v>
                </c:pt>
                <c:pt idx="796">
                  <c:v>1048.53235539243</c:v>
                </c:pt>
                <c:pt idx="797">
                  <c:v>1048.53235539243</c:v>
                </c:pt>
                <c:pt idx="798">
                  <c:v>1048.53235539243</c:v>
                </c:pt>
                <c:pt idx="799">
                  <c:v>1048.53235539243</c:v>
                </c:pt>
                <c:pt idx="800">
                  <c:v>1048.53235539243</c:v>
                </c:pt>
                <c:pt idx="801">
                  <c:v>1048.53235539243</c:v>
                </c:pt>
                <c:pt idx="802">
                  <c:v>1048.53235539243</c:v>
                </c:pt>
                <c:pt idx="803">
                  <c:v>1048.54440656532</c:v>
                </c:pt>
                <c:pt idx="804">
                  <c:v>1048.54440656532</c:v>
                </c:pt>
                <c:pt idx="805">
                  <c:v>1048.54440656532</c:v>
                </c:pt>
                <c:pt idx="806">
                  <c:v>1048.54440656532</c:v>
                </c:pt>
                <c:pt idx="807">
                  <c:v>1048.54440656532</c:v>
                </c:pt>
                <c:pt idx="808">
                  <c:v>1048.54440656532</c:v>
                </c:pt>
                <c:pt idx="809">
                  <c:v>1048.54440656532</c:v>
                </c:pt>
                <c:pt idx="810">
                  <c:v>1048.54440656532</c:v>
                </c:pt>
                <c:pt idx="811">
                  <c:v>1048.54440656532</c:v>
                </c:pt>
                <c:pt idx="812">
                  <c:v>1048.54440656532</c:v>
                </c:pt>
                <c:pt idx="813">
                  <c:v>1048.54440656532</c:v>
                </c:pt>
                <c:pt idx="814">
                  <c:v>1048.54440656532</c:v>
                </c:pt>
                <c:pt idx="815">
                  <c:v>1048.54440656532</c:v>
                </c:pt>
                <c:pt idx="816">
                  <c:v>1048.54440656532</c:v>
                </c:pt>
                <c:pt idx="817">
                  <c:v>1048.54440656532</c:v>
                </c:pt>
                <c:pt idx="818">
                  <c:v>1048.54440656532</c:v>
                </c:pt>
                <c:pt idx="819">
                  <c:v>1048.54440656532</c:v>
                </c:pt>
                <c:pt idx="820">
                  <c:v>1048.54440656532</c:v>
                </c:pt>
                <c:pt idx="821">
                  <c:v>1048.54440656532</c:v>
                </c:pt>
                <c:pt idx="822">
                  <c:v>1048.54440656532</c:v>
                </c:pt>
                <c:pt idx="823">
                  <c:v>1048.54440656532</c:v>
                </c:pt>
                <c:pt idx="824">
                  <c:v>1048.54440656532</c:v>
                </c:pt>
                <c:pt idx="825">
                  <c:v>1048.54440656532</c:v>
                </c:pt>
                <c:pt idx="826">
                  <c:v>1048.54440656532</c:v>
                </c:pt>
                <c:pt idx="827">
                  <c:v>1048.59316161885</c:v>
                </c:pt>
                <c:pt idx="828">
                  <c:v>1048.59316161885</c:v>
                </c:pt>
                <c:pt idx="829">
                  <c:v>1048.59316161885</c:v>
                </c:pt>
                <c:pt idx="830">
                  <c:v>1048.59316161885</c:v>
                </c:pt>
                <c:pt idx="831">
                  <c:v>1048.3958866823</c:v>
                </c:pt>
                <c:pt idx="832">
                  <c:v>1048.34636276209</c:v>
                </c:pt>
                <c:pt idx="833">
                  <c:v>1048.34636276209</c:v>
                </c:pt>
                <c:pt idx="834">
                  <c:v>1048.38235965617</c:v>
                </c:pt>
                <c:pt idx="835">
                  <c:v>1048.38235965617</c:v>
                </c:pt>
                <c:pt idx="836">
                  <c:v>1048.38235965617</c:v>
                </c:pt>
                <c:pt idx="837">
                  <c:v>1048.38235965617</c:v>
                </c:pt>
                <c:pt idx="838">
                  <c:v>1048.38235965617</c:v>
                </c:pt>
                <c:pt idx="839">
                  <c:v>1048.38235965617</c:v>
                </c:pt>
                <c:pt idx="840">
                  <c:v>1048.38235965617</c:v>
                </c:pt>
                <c:pt idx="841">
                  <c:v>1048.38235965617</c:v>
                </c:pt>
                <c:pt idx="842">
                  <c:v>1048.38235965617</c:v>
                </c:pt>
                <c:pt idx="843">
                  <c:v>1048.39545302127</c:v>
                </c:pt>
                <c:pt idx="844">
                  <c:v>1048.39545302127</c:v>
                </c:pt>
                <c:pt idx="845">
                  <c:v>1048.39545302127</c:v>
                </c:pt>
                <c:pt idx="846">
                  <c:v>1048.39545302127</c:v>
                </c:pt>
                <c:pt idx="847">
                  <c:v>1048.39545302127</c:v>
                </c:pt>
                <c:pt idx="848">
                  <c:v>1048.63190939992</c:v>
                </c:pt>
                <c:pt idx="849">
                  <c:v>1048.63190939992</c:v>
                </c:pt>
                <c:pt idx="850">
                  <c:v>1048.63190939992</c:v>
                </c:pt>
                <c:pt idx="851">
                  <c:v>1048.63190939992</c:v>
                </c:pt>
                <c:pt idx="852">
                  <c:v>1048.63190939992</c:v>
                </c:pt>
                <c:pt idx="853">
                  <c:v>1048.55189609538</c:v>
                </c:pt>
                <c:pt idx="854">
                  <c:v>1048.55189609538</c:v>
                </c:pt>
                <c:pt idx="855">
                  <c:v>1048.55189609538</c:v>
                </c:pt>
                <c:pt idx="856">
                  <c:v>1048.55189609538</c:v>
                </c:pt>
                <c:pt idx="857">
                  <c:v>1048.55189609538</c:v>
                </c:pt>
                <c:pt idx="858">
                  <c:v>1048.55189609538</c:v>
                </c:pt>
                <c:pt idx="859">
                  <c:v>1048.55189609538</c:v>
                </c:pt>
                <c:pt idx="860">
                  <c:v>1048.55189609538</c:v>
                </c:pt>
                <c:pt idx="861">
                  <c:v>1048.84137420652</c:v>
                </c:pt>
                <c:pt idx="862">
                  <c:v>1048.84137420652</c:v>
                </c:pt>
                <c:pt idx="863">
                  <c:v>1048.6659554165</c:v>
                </c:pt>
                <c:pt idx="864">
                  <c:v>1048.6659554165</c:v>
                </c:pt>
                <c:pt idx="865">
                  <c:v>1048.6659554165</c:v>
                </c:pt>
                <c:pt idx="866">
                  <c:v>1048.6659554165</c:v>
                </c:pt>
                <c:pt idx="867">
                  <c:v>1048.6659554165</c:v>
                </c:pt>
                <c:pt idx="868">
                  <c:v>1048.6659554165</c:v>
                </c:pt>
                <c:pt idx="869">
                  <c:v>1050.92686837498</c:v>
                </c:pt>
                <c:pt idx="870">
                  <c:v>1050.92686837498</c:v>
                </c:pt>
                <c:pt idx="871">
                  <c:v>1050.92686837498</c:v>
                </c:pt>
                <c:pt idx="872">
                  <c:v>1051.1872331315</c:v>
                </c:pt>
                <c:pt idx="873">
                  <c:v>1050.8346386478</c:v>
                </c:pt>
                <c:pt idx="874">
                  <c:v>1050.8346386478</c:v>
                </c:pt>
                <c:pt idx="875">
                  <c:v>1050.8346386478</c:v>
                </c:pt>
                <c:pt idx="876">
                  <c:v>1050.8346386478</c:v>
                </c:pt>
                <c:pt idx="877">
                  <c:v>1050.42058420078</c:v>
                </c:pt>
                <c:pt idx="878">
                  <c:v>1050.42058420078</c:v>
                </c:pt>
                <c:pt idx="879">
                  <c:v>1050.42058420078</c:v>
                </c:pt>
                <c:pt idx="880">
                  <c:v>1050.42058420078</c:v>
                </c:pt>
                <c:pt idx="881">
                  <c:v>1050.42058420078</c:v>
                </c:pt>
                <c:pt idx="882">
                  <c:v>1051.79046890382</c:v>
                </c:pt>
                <c:pt idx="883">
                  <c:v>1050.5384843479</c:v>
                </c:pt>
                <c:pt idx="884">
                  <c:v>1050.5384843479</c:v>
                </c:pt>
                <c:pt idx="885">
                  <c:v>1050.5384843479</c:v>
                </c:pt>
                <c:pt idx="886">
                  <c:v>1050.5384843479</c:v>
                </c:pt>
                <c:pt idx="887">
                  <c:v>1050.5384843479</c:v>
                </c:pt>
                <c:pt idx="888">
                  <c:v>1050.81615106583</c:v>
                </c:pt>
                <c:pt idx="889">
                  <c:v>1050.81615106583</c:v>
                </c:pt>
                <c:pt idx="890">
                  <c:v>1050.81615106583</c:v>
                </c:pt>
                <c:pt idx="891">
                  <c:v>1050.80341735865</c:v>
                </c:pt>
                <c:pt idx="892">
                  <c:v>1050.80341735865</c:v>
                </c:pt>
                <c:pt idx="893">
                  <c:v>1040.77746227438</c:v>
                </c:pt>
                <c:pt idx="894">
                  <c:v>1040.28396808632</c:v>
                </c:pt>
                <c:pt idx="895">
                  <c:v>1040.28396808632</c:v>
                </c:pt>
                <c:pt idx="896">
                  <c:v>1040.28396808632</c:v>
                </c:pt>
                <c:pt idx="897">
                  <c:v>1040.28396808632</c:v>
                </c:pt>
                <c:pt idx="898">
                  <c:v>1040.22814353067</c:v>
                </c:pt>
                <c:pt idx="899">
                  <c:v>1040.22814353067</c:v>
                </c:pt>
                <c:pt idx="900">
                  <c:v>1040.22814353067</c:v>
                </c:pt>
                <c:pt idx="901">
                  <c:v>1040.23697705387</c:v>
                </c:pt>
                <c:pt idx="902">
                  <c:v>1040.23697705387</c:v>
                </c:pt>
                <c:pt idx="903">
                  <c:v>1040.15830806209</c:v>
                </c:pt>
                <c:pt idx="904">
                  <c:v>1040.15830806209</c:v>
                </c:pt>
                <c:pt idx="905">
                  <c:v>1040.11958977897</c:v>
                </c:pt>
                <c:pt idx="906">
                  <c:v>1040.11958977897</c:v>
                </c:pt>
                <c:pt idx="907">
                  <c:v>1040.11958977897</c:v>
                </c:pt>
                <c:pt idx="908">
                  <c:v>1040.11958977897</c:v>
                </c:pt>
                <c:pt idx="909">
                  <c:v>1040.11958977897</c:v>
                </c:pt>
                <c:pt idx="910">
                  <c:v>1040.11958977897</c:v>
                </c:pt>
                <c:pt idx="911">
                  <c:v>1040.11958977897</c:v>
                </c:pt>
                <c:pt idx="912">
                  <c:v>1040.11958977897</c:v>
                </c:pt>
                <c:pt idx="913">
                  <c:v>1040.11958977897</c:v>
                </c:pt>
                <c:pt idx="914">
                  <c:v>1040.11958977897</c:v>
                </c:pt>
                <c:pt idx="915">
                  <c:v>1040.11958977897</c:v>
                </c:pt>
                <c:pt idx="916">
                  <c:v>1040.11958977897</c:v>
                </c:pt>
                <c:pt idx="917">
                  <c:v>1040.11958977897</c:v>
                </c:pt>
                <c:pt idx="918">
                  <c:v>1040.11958977897</c:v>
                </c:pt>
                <c:pt idx="919">
                  <c:v>1040.11958977897</c:v>
                </c:pt>
                <c:pt idx="920">
                  <c:v>1040.12120055533</c:v>
                </c:pt>
                <c:pt idx="921">
                  <c:v>1040.07592889509</c:v>
                </c:pt>
                <c:pt idx="922">
                  <c:v>1040.07592889509</c:v>
                </c:pt>
                <c:pt idx="923">
                  <c:v>1040.07592889509</c:v>
                </c:pt>
                <c:pt idx="924">
                  <c:v>1040.07592889509</c:v>
                </c:pt>
                <c:pt idx="925">
                  <c:v>1041.16396109532</c:v>
                </c:pt>
                <c:pt idx="926">
                  <c:v>1041.16396109532</c:v>
                </c:pt>
                <c:pt idx="927">
                  <c:v>1041.16396109532</c:v>
                </c:pt>
                <c:pt idx="928">
                  <c:v>1041.16396109532</c:v>
                </c:pt>
                <c:pt idx="929">
                  <c:v>1040.83720975917</c:v>
                </c:pt>
                <c:pt idx="930">
                  <c:v>1040.83720975917</c:v>
                </c:pt>
                <c:pt idx="931">
                  <c:v>1040.82958717617</c:v>
                </c:pt>
                <c:pt idx="932">
                  <c:v>1040.82958717617</c:v>
                </c:pt>
                <c:pt idx="933">
                  <c:v>1040.82958717617</c:v>
                </c:pt>
                <c:pt idx="934">
                  <c:v>1040.82958717617</c:v>
                </c:pt>
                <c:pt idx="935">
                  <c:v>1040.82958717617</c:v>
                </c:pt>
                <c:pt idx="936">
                  <c:v>1040.82958717617</c:v>
                </c:pt>
                <c:pt idx="937">
                  <c:v>1040.78313422184</c:v>
                </c:pt>
                <c:pt idx="938">
                  <c:v>1040.78313422184</c:v>
                </c:pt>
                <c:pt idx="939">
                  <c:v>1040.78313422184</c:v>
                </c:pt>
                <c:pt idx="940">
                  <c:v>1040.78313422184</c:v>
                </c:pt>
                <c:pt idx="941">
                  <c:v>1040.78313422184</c:v>
                </c:pt>
                <c:pt idx="942">
                  <c:v>1040.78313422184</c:v>
                </c:pt>
                <c:pt idx="943">
                  <c:v>1040.78313422184</c:v>
                </c:pt>
                <c:pt idx="944">
                  <c:v>1040.68042968143</c:v>
                </c:pt>
                <c:pt idx="945">
                  <c:v>1040.68042968143</c:v>
                </c:pt>
                <c:pt idx="946">
                  <c:v>1040.68042968143</c:v>
                </c:pt>
                <c:pt idx="947">
                  <c:v>1040.68042968143</c:v>
                </c:pt>
                <c:pt idx="948">
                  <c:v>1040.47666203822</c:v>
                </c:pt>
                <c:pt idx="949">
                  <c:v>1040.47666203822</c:v>
                </c:pt>
                <c:pt idx="950">
                  <c:v>1040.47666203822</c:v>
                </c:pt>
                <c:pt idx="951">
                  <c:v>1040.47666203822</c:v>
                </c:pt>
                <c:pt idx="952">
                  <c:v>1039.94559643202</c:v>
                </c:pt>
                <c:pt idx="953">
                  <c:v>1039.94559643202</c:v>
                </c:pt>
                <c:pt idx="954">
                  <c:v>1039.94559643202</c:v>
                </c:pt>
                <c:pt idx="955">
                  <c:v>1039.94559643202</c:v>
                </c:pt>
                <c:pt idx="956">
                  <c:v>1039.70856435139</c:v>
                </c:pt>
                <c:pt idx="957">
                  <c:v>1039.70856435139</c:v>
                </c:pt>
                <c:pt idx="958">
                  <c:v>1039.79215103238</c:v>
                </c:pt>
                <c:pt idx="959">
                  <c:v>1039.79215103238</c:v>
                </c:pt>
                <c:pt idx="960">
                  <c:v>1039.78260896913</c:v>
                </c:pt>
                <c:pt idx="961">
                  <c:v>1039.78260896913</c:v>
                </c:pt>
                <c:pt idx="962">
                  <c:v>1036.29598420088</c:v>
                </c:pt>
                <c:pt idx="963">
                  <c:v>1036.29598420088</c:v>
                </c:pt>
                <c:pt idx="964">
                  <c:v>1036.5911396283</c:v>
                </c:pt>
                <c:pt idx="965">
                  <c:v>1036.5911396283</c:v>
                </c:pt>
                <c:pt idx="966">
                  <c:v>1036.5911396283</c:v>
                </c:pt>
                <c:pt idx="967">
                  <c:v>1036.5911396283</c:v>
                </c:pt>
                <c:pt idx="968">
                  <c:v>1036.5911396283</c:v>
                </c:pt>
                <c:pt idx="969">
                  <c:v>1036.5911396283</c:v>
                </c:pt>
                <c:pt idx="970">
                  <c:v>1036.5911396283</c:v>
                </c:pt>
                <c:pt idx="971">
                  <c:v>1036.5911396283</c:v>
                </c:pt>
                <c:pt idx="972">
                  <c:v>1036.5911396283</c:v>
                </c:pt>
                <c:pt idx="973">
                  <c:v>1036.55501619977</c:v>
                </c:pt>
                <c:pt idx="974">
                  <c:v>1036.55501619977</c:v>
                </c:pt>
                <c:pt idx="975">
                  <c:v>1037.64045394686</c:v>
                </c:pt>
                <c:pt idx="976">
                  <c:v>1037.64045394686</c:v>
                </c:pt>
                <c:pt idx="977">
                  <c:v>1037.83744597923</c:v>
                </c:pt>
                <c:pt idx="978">
                  <c:v>1037.83744597923</c:v>
                </c:pt>
                <c:pt idx="979">
                  <c:v>1036.36387162843</c:v>
                </c:pt>
                <c:pt idx="980">
                  <c:v>1036.36387162843</c:v>
                </c:pt>
                <c:pt idx="981">
                  <c:v>1036.664887505</c:v>
                </c:pt>
                <c:pt idx="982">
                  <c:v>1036.664887505</c:v>
                </c:pt>
                <c:pt idx="983">
                  <c:v>1036.664887505</c:v>
                </c:pt>
                <c:pt idx="984">
                  <c:v>1036.64385653797</c:v>
                </c:pt>
                <c:pt idx="985">
                  <c:v>1036.64385653797</c:v>
                </c:pt>
                <c:pt idx="986">
                  <c:v>1036.64385653797</c:v>
                </c:pt>
                <c:pt idx="987">
                  <c:v>1036.64385653797</c:v>
                </c:pt>
                <c:pt idx="988">
                  <c:v>1036.64385653797</c:v>
                </c:pt>
                <c:pt idx="989">
                  <c:v>1028.46076673711</c:v>
                </c:pt>
                <c:pt idx="990">
                  <c:v>1028.63177798985</c:v>
                </c:pt>
                <c:pt idx="991">
                  <c:v>1028.63177798985</c:v>
                </c:pt>
                <c:pt idx="992">
                  <c:v>1028.63177798985</c:v>
                </c:pt>
                <c:pt idx="993">
                  <c:v>1028.63177798985</c:v>
                </c:pt>
                <c:pt idx="994">
                  <c:v>1030.74076769109</c:v>
                </c:pt>
                <c:pt idx="995">
                  <c:v>1030.74076769109</c:v>
                </c:pt>
                <c:pt idx="996">
                  <c:v>1030.74076769109</c:v>
                </c:pt>
                <c:pt idx="997">
                  <c:v>1031.70436276319</c:v>
                </c:pt>
                <c:pt idx="998">
                  <c:v>1031.71270044521</c:v>
                </c:pt>
                <c:pt idx="999">
                  <c:v>1031.72018965345</c:v>
                </c:pt>
                <c:pt idx="1000">
                  <c:v>1031.65306929174</c:v>
                </c:pt>
                <c:pt idx="1001">
                  <c:v>1030.77112216014</c:v>
                </c:pt>
                <c:pt idx="1002">
                  <c:v>1036.25755036761</c:v>
                </c:pt>
                <c:pt idx="1003">
                  <c:v>1035.77069303694</c:v>
                </c:pt>
                <c:pt idx="1004">
                  <c:v>1035.89514969077</c:v>
                </c:pt>
                <c:pt idx="1005">
                  <c:v>1035.89514969077</c:v>
                </c:pt>
                <c:pt idx="1006">
                  <c:v>1035.89514969077</c:v>
                </c:pt>
                <c:pt idx="1007">
                  <c:v>1031.79026055213</c:v>
                </c:pt>
                <c:pt idx="1008">
                  <c:v>1031.79026055213</c:v>
                </c:pt>
                <c:pt idx="1009">
                  <c:v>1031.79026055213</c:v>
                </c:pt>
                <c:pt idx="1010">
                  <c:v>1031.79026055213</c:v>
                </c:pt>
                <c:pt idx="1011">
                  <c:v>1031.79026055213</c:v>
                </c:pt>
                <c:pt idx="1012">
                  <c:v>1031.79026055213</c:v>
                </c:pt>
                <c:pt idx="1013">
                  <c:v>1031.96853311593</c:v>
                </c:pt>
                <c:pt idx="1014">
                  <c:v>1031.97526421927</c:v>
                </c:pt>
                <c:pt idx="1015">
                  <c:v>1031.97526421927</c:v>
                </c:pt>
                <c:pt idx="1016">
                  <c:v>1031.97526421927</c:v>
                </c:pt>
                <c:pt idx="1017">
                  <c:v>1031.97526421927</c:v>
                </c:pt>
                <c:pt idx="1018">
                  <c:v>1031.97526421927</c:v>
                </c:pt>
                <c:pt idx="1019">
                  <c:v>1031.97526421927</c:v>
                </c:pt>
                <c:pt idx="1020">
                  <c:v>1031.97526421927</c:v>
                </c:pt>
                <c:pt idx="1021">
                  <c:v>1031.97526421927</c:v>
                </c:pt>
                <c:pt idx="1022">
                  <c:v>1031.97526421927</c:v>
                </c:pt>
                <c:pt idx="1023">
                  <c:v>1031.97526421927</c:v>
                </c:pt>
                <c:pt idx="1024">
                  <c:v>1031.97526421927</c:v>
                </c:pt>
                <c:pt idx="1025">
                  <c:v>1032.01782262176</c:v>
                </c:pt>
                <c:pt idx="1026">
                  <c:v>1032.01782262176</c:v>
                </c:pt>
                <c:pt idx="1027">
                  <c:v>1032.01782262176</c:v>
                </c:pt>
                <c:pt idx="1028">
                  <c:v>1032.01782262176</c:v>
                </c:pt>
                <c:pt idx="1029">
                  <c:v>1031.47459815169</c:v>
                </c:pt>
                <c:pt idx="1030">
                  <c:v>1031.47459815169</c:v>
                </c:pt>
                <c:pt idx="1031">
                  <c:v>1031.47459815169</c:v>
                </c:pt>
                <c:pt idx="1032">
                  <c:v>1031.47459815169</c:v>
                </c:pt>
                <c:pt idx="1033">
                  <c:v>1031.47459815169</c:v>
                </c:pt>
                <c:pt idx="1034">
                  <c:v>1031.47459815169</c:v>
                </c:pt>
                <c:pt idx="1035">
                  <c:v>1031.30276153321</c:v>
                </c:pt>
                <c:pt idx="1036">
                  <c:v>1031.30276153321</c:v>
                </c:pt>
                <c:pt idx="1037">
                  <c:v>1031.30276153321</c:v>
                </c:pt>
                <c:pt idx="1038">
                  <c:v>1031.30276153321</c:v>
                </c:pt>
                <c:pt idx="1039">
                  <c:v>1031.30276153321</c:v>
                </c:pt>
                <c:pt idx="1040">
                  <c:v>1031.30276153321</c:v>
                </c:pt>
                <c:pt idx="1041">
                  <c:v>1031.30276153321</c:v>
                </c:pt>
                <c:pt idx="1042">
                  <c:v>1031.30276153321</c:v>
                </c:pt>
                <c:pt idx="1043">
                  <c:v>1030.20621128424</c:v>
                </c:pt>
                <c:pt idx="1044">
                  <c:v>1030.20621128424</c:v>
                </c:pt>
                <c:pt idx="1045">
                  <c:v>1030.20621128424</c:v>
                </c:pt>
                <c:pt idx="1046">
                  <c:v>1030.20621128424</c:v>
                </c:pt>
                <c:pt idx="1047">
                  <c:v>1030.12663507133</c:v>
                </c:pt>
                <c:pt idx="1048">
                  <c:v>1030.12663507133</c:v>
                </c:pt>
                <c:pt idx="1049">
                  <c:v>1030.12663507133</c:v>
                </c:pt>
                <c:pt idx="1050">
                  <c:v>1030.12663507133</c:v>
                </c:pt>
                <c:pt idx="1051">
                  <c:v>1030.12663507133</c:v>
                </c:pt>
                <c:pt idx="1052">
                  <c:v>1030.26462649997</c:v>
                </c:pt>
                <c:pt idx="1053">
                  <c:v>1029.68028853777</c:v>
                </c:pt>
                <c:pt idx="1054">
                  <c:v>1029.68028853777</c:v>
                </c:pt>
                <c:pt idx="1055">
                  <c:v>1028.96717859862</c:v>
                </c:pt>
                <c:pt idx="1056">
                  <c:v>1028.96717859862</c:v>
                </c:pt>
                <c:pt idx="1057">
                  <c:v>1028.96717859862</c:v>
                </c:pt>
                <c:pt idx="1058">
                  <c:v>1028.93098921573</c:v>
                </c:pt>
                <c:pt idx="1059">
                  <c:v>1028.93098921573</c:v>
                </c:pt>
                <c:pt idx="1060">
                  <c:v>1028.93098921573</c:v>
                </c:pt>
                <c:pt idx="1061">
                  <c:v>1028.93098921573</c:v>
                </c:pt>
                <c:pt idx="1062">
                  <c:v>1028.93098921573</c:v>
                </c:pt>
                <c:pt idx="1063">
                  <c:v>1028.93098921573</c:v>
                </c:pt>
                <c:pt idx="1064">
                  <c:v>1028.93098921573</c:v>
                </c:pt>
                <c:pt idx="1065">
                  <c:v>1028.89710488517</c:v>
                </c:pt>
                <c:pt idx="1066">
                  <c:v>1028.89710488517</c:v>
                </c:pt>
                <c:pt idx="1067">
                  <c:v>1028.89710488517</c:v>
                </c:pt>
                <c:pt idx="1068">
                  <c:v>1028.86911608965</c:v>
                </c:pt>
                <c:pt idx="1069">
                  <c:v>1028.86911608965</c:v>
                </c:pt>
                <c:pt idx="1070">
                  <c:v>1028.86911608965</c:v>
                </c:pt>
                <c:pt idx="1071">
                  <c:v>1028.86911608965</c:v>
                </c:pt>
                <c:pt idx="1072">
                  <c:v>1028.86911608965</c:v>
                </c:pt>
                <c:pt idx="1073">
                  <c:v>1028.86911608965</c:v>
                </c:pt>
                <c:pt idx="1074">
                  <c:v>1028.86911608965</c:v>
                </c:pt>
                <c:pt idx="1075">
                  <c:v>1028.86911608965</c:v>
                </c:pt>
                <c:pt idx="1076">
                  <c:v>1028.86911608965</c:v>
                </c:pt>
                <c:pt idx="1077">
                  <c:v>1028.86911608965</c:v>
                </c:pt>
                <c:pt idx="1078">
                  <c:v>1028.86911608965</c:v>
                </c:pt>
                <c:pt idx="1079">
                  <c:v>1028.69431286389</c:v>
                </c:pt>
                <c:pt idx="1080">
                  <c:v>1028.62862966957</c:v>
                </c:pt>
                <c:pt idx="1081">
                  <c:v>1028.62862966957</c:v>
                </c:pt>
                <c:pt idx="1082">
                  <c:v>1028.62862966957</c:v>
                </c:pt>
                <c:pt idx="1083">
                  <c:v>1028.62862966957</c:v>
                </c:pt>
                <c:pt idx="1084">
                  <c:v>1028.62862966957</c:v>
                </c:pt>
                <c:pt idx="1085">
                  <c:v>1028.62862966957</c:v>
                </c:pt>
                <c:pt idx="1086">
                  <c:v>1028.62862966957</c:v>
                </c:pt>
                <c:pt idx="1087">
                  <c:v>1028.62862966957</c:v>
                </c:pt>
                <c:pt idx="1088">
                  <c:v>1028.62862966957</c:v>
                </c:pt>
                <c:pt idx="1089">
                  <c:v>1028.62862966957</c:v>
                </c:pt>
                <c:pt idx="1090">
                  <c:v>1028.62862966957</c:v>
                </c:pt>
                <c:pt idx="1091">
                  <c:v>1028.62862966957</c:v>
                </c:pt>
                <c:pt idx="1092">
                  <c:v>1028.62862966957</c:v>
                </c:pt>
                <c:pt idx="1093">
                  <c:v>1028.49741742015</c:v>
                </c:pt>
                <c:pt idx="1094">
                  <c:v>1028.49741742015</c:v>
                </c:pt>
                <c:pt idx="1095">
                  <c:v>1028.49741742015</c:v>
                </c:pt>
                <c:pt idx="1096">
                  <c:v>1028.49741742015</c:v>
                </c:pt>
                <c:pt idx="1097">
                  <c:v>1028.49741742015</c:v>
                </c:pt>
                <c:pt idx="1098">
                  <c:v>1027.7010812025</c:v>
                </c:pt>
                <c:pt idx="1099">
                  <c:v>1027.7010812025</c:v>
                </c:pt>
                <c:pt idx="1100">
                  <c:v>1027.7010812025</c:v>
                </c:pt>
                <c:pt idx="1101">
                  <c:v>1027.7010812025</c:v>
                </c:pt>
                <c:pt idx="1102">
                  <c:v>1027.70424830579</c:v>
                </c:pt>
                <c:pt idx="1103">
                  <c:v>1027.70424830579</c:v>
                </c:pt>
                <c:pt idx="1104">
                  <c:v>1027.70424830579</c:v>
                </c:pt>
                <c:pt idx="1105">
                  <c:v>1027.70424830579</c:v>
                </c:pt>
                <c:pt idx="1106">
                  <c:v>1027.70424830579</c:v>
                </c:pt>
                <c:pt idx="1107">
                  <c:v>1027.70424830579</c:v>
                </c:pt>
                <c:pt idx="1108">
                  <c:v>1027.70424830579</c:v>
                </c:pt>
                <c:pt idx="1109">
                  <c:v>1027.70424830579</c:v>
                </c:pt>
                <c:pt idx="1110">
                  <c:v>1027.70424830579</c:v>
                </c:pt>
                <c:pt idx="1111">
                  <c:v>1027.70732099256</c:v>
                </c:pt>
                <c:pt idx="1112">
                  <c:v>1027.70732099256</c:v>
                </c:pt>
                <c:pt idx="1113">
                  <c:v>1027.70732099256</c:v>
                </c:pt>
                <c:pt idx="1114">
                  <c:v>1027.70732099256</c:v>
                </c:pt>
                <c:pt idx="1115">
                  <c:v>1027.64136974085</c:v>
                </c:pt>
                <c:pt idx="1116">
                  <c:v>1028.82330627484</c:v>
                </c:pt>
                <c:pt idx="1117">
                  <c:v>1028.82330627484</c:v>
                </c:pt>
                <c:pt idx="1118">
                  <c:v>1028.83633251755</c:v>
                </c:pt>
                <c:pt idx="1119">
                  <c:v>1028.83633251755</c:v>
                </c:pt>
                <c:pt idx="1120">
                  <c:v>1028.83633251755</c:v>
                </c:pt>
                <c:pt idx="1121">
                  <c:v>1028.83633251755</c:v>
                </c:pt>
                <c:pt idx="1122">
                  <c:v>1028.83633251755</c:v>
                </c:pt>
                <c:pt idx="1123">
                  <c:v>1028.83633251755</c:v>
                </c:pt>
                <c:pt idx="1124">
                  <c:v>1028.83633251755</c:v>
                </c:pt>
                <c:pt idx="1125">
                  <c:v>1028.83633251755</c:v>
                </c:pt>
                <c:pt idx="1126">
                  <c:v>1028.83633251755</c:v>
                </c:pt>
                <c:pt idx="1127">
                  <c:v>1028.4848395638</c:v>
                </c:pt>
                <c:pt idx="1128">
                  <c:v>1028.4848395638</c:v>
                </c:pt>
                <c:pt idx="1129">
                  <c:v>1028.30649227885</c:v>
                </c:pt>
                <c:pt idx="1130">
                  <c:v>1028.26982840204</c:v>
                </c:pt>
                <c:pt idx="1131">
                  <c:v>1028.26982840204</c:v>
                </c:pt>
                <c:pt idx="1132">
                  <c:v>1028.26982840204</c:v>
                </c:pt>
                <c:pt idx="1133">
                  <c:v>1028.26982840204</c:v>
                </c:pt>
                <c:pt idx="1134">
                  <c:v>1028.26982840204</c:v>
                </c:pt>
                <c:pt idx="1135">
                  <c:v>1028.26982840204</c:v>
                </c:pt>
                <c:pt idx="1136">
                  <c:v>1028.26982840204</c:v>
                </c:pt>
                <c:pt idx="1137">
                  <c:v>1028.26982840204</c:v>
                </c:pt>
                <c:pt idx="1138">
                  <c:v>1025.45931366865</c:v>
                </c:pt>
                <c:pt idx="1139">
                  <c:v>1026.84905767868</c:v>
                </c:pt>
                <c:pt idx="1140">
                  <c:v>1026.84905767868</c:v>
                </c:pt>
                <c:pt idx="1141">
                  <c:v>1026.84905767868</c:v>
                </c:pt>
                <c:pt idx="1142">
                  <c:v>1026.84905767868</c:v>
                </c:pt>
                <c:pt idx="1143">
                  <c:v>1026.84905767868</c:v>
                </c:pt>
                <c:pt idx="1144">
                  <c:v>1026.89414841608</c:v>
                </c:pt>
                <c:pt idx="1145">
                  <c:v>1026.89414841608</c:v>
                </c:pt>
                <c:pt idx="1146">
                  <c:v>1026.89414841608</c:v>
                </c:pt>
                <c:pt idx="1147">
                  <c:v>1026.89414841608</c:v>
                </c:pt>
                <c:pt idx="1148">
                  <c:v>1026.89414841608</c:v>
                </c:pt>
                <c:pt idx="1149">
                  <c:v>1026.89414841608</c:v>
                </c:pt>
                <c:pt idx="1150">
                  <c:v>1026.902481552</c:v>
                </c:pt>
                <c:pt idx="1151">
                  <c:v>1026.902481552</c:v>
                </c:pt>
                <c:pt idx="1152">
                  <c:v>1026.5722109598</c:v>
                </c:pt>
                <c:pt idx="1153">
                  <c:v>1030.28387136536</c:v>
                </c:pt>
                <c:pt idx="1154">
                  <c:v>1022.34358941777</c:v>
                </c:pt>
                <c:pt idx="1155">
                  <c:v>1026.91506688604</c:v>
                </c:pt>
                <c:pt idx="1156">
                  <c:v>1054.4335478959</c:v>
                </c:pt>
                <c:pt idx="1157">
                  <c:v>1090.73644934004</c:v>
                </c:pt>
                <c:pt idx="1158">
                  <c:v>1076.76507626984</c:v>
                </c:pt>
                <c:pt idx="1159">
                  <c:v>1096.33809686987</c:v>
                </c:pt>
                <c:pt idx="1160">
                  <c:v>1095.85891212684</c:v>
                </c:pt>
                <c:pt idx="1161">
                  <c:v>1097.43213900339</c:v>
                </c:pt>
                <c:pt idx="1162">
                  <c:v>1097.37009187008</c:v>
                </c:pt>
                <c:pt idx="1163">
                  <c:v>1097.37009187008</c:v>
                </c:pt>
                <c:pt idx="1164">
                  <c:v>1097.37009187008</c:v>
                </c:pt>
                <c:pt idx="1165">
                  <c:v>1097.37009187008</c:v>
                </c:pt>
                <c:pt idx="1166">
                  <c:v>1100.12026719872</c:v>
                </c:pt>
                <c:pt idx="1167">
                  <c:v>1100.2088448977</c:v>
                </c:pt>
                <c:pt idx="1168">
                  <c:v>1100.2088448977</c:v>
                </c:pt>
                <c:pt idx="1169">
                  <c:v>1100.2088448977</c:v>
                </c:pt>
                <c:pt idx="1170">
                  <c:v>1100.17791287729</c:v>
                </c:pt>
                <c:pt idx="1171">
                  <c:v>1100.17791287729</c:v>
                </c:pt>
                <c:pt idx="1172">
                  <c:v>1100.17791287729</c:v>
                </c:pt>
                <c:pt idx="1173">
                  <c:v>1100.17791287729</c:v>
                </c:pt>
                <c:pt idx="1174">
                  <c:v>1100.0419577195</c:v>
                </c:pt>
                <c:pt idx="1175">
                  <c:v>1100.0419577195</c:v>
                </c:pt>
                <c:pt idx="1176">
                  <c:v>1100.0419577195</c:v>
                </c:pt>
                <c:pt idx="1177">
                  <c:v>1100.0419577195</c:v>
                </c:pt>
                <c:pt idx="1178">
                  <c:v>1100.84383676047</c:v>
                </c:pt>
                <c:pt idx="1179">
                  <c:v>1100.84383676047</c:v>
                </c:pt>
                <c:pt idx="1180">
                  <c:v>1100.84383676047</c:v>
                </c:pt>
                <c:pt idx="1181">
                  <c:v>1100.84383676047</c:v>
                </c:pt>
                <c:pt idx="1182">
                  <c:v>1100.84383676047</c:v>
                </c:pt>
                <c:pt idx="1183">
                  <c:v>1100.84383676047</c:v>
                </c:pt>
                <c:pt idx="1184">
                  <c:v>1100.84383676047</c:v>
                </c:pt>
                <c:pt idx="1185">
                  <c:v>1100.84383676047</c:v>
                </c:pt>
                <c:pt idx="1186">
                  <c:v>1100.84383676047</c:v>
                </c:pt>
                <c:pt idx="1187">
                  <c:v>1100.84383676047</c:v>
                </c:pt>
                <c:pt idx="1188">
                  <c:v>1100.84383676047</c:v>
                </c:pt>
                <c:pt idx="1189">
                  <c:v>1100.84383676047</c:v>
                </c:pt>
                <c:pt idx="119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[CSVC300C_point_all.csv]Sheet1!$D$1</c:f>
              <c:strCache>
                <c:ptCount val="1"/>
                <c:pt idx="0">
                  <c:v>波动率套利+0.5倍日内动量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[CSVC300C_point_all.csv]Sheet1!$A$2:$A$1192</c:f>
              <c:numCache>
                <c:formatCode>yyyy/m/d</c:formatCode>
                <c:ptCount val="119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  <c:pt idx="1171" c:formatCode="yyyy/m/d">
                  <c:v>45590</c:v>
                </c:pt>
                <c:pt idx="1172" c:formatCode="yyyy/m/d">
                  <c:v>45593</c:v>
                </c:pt>
                <c:pt idx="1173" c:formatCode="yyyy/m/d">
                  <c:v>45594</c:v>
                </c:pt>
                <c:pt idx="1174" c:formatCode="yyyy/m/d">
                  <c:v>45595</c:v>
                </c:pt>
                <c:pt idx="1175" c:formatCode="yyyy/m/d">
                  <c:v>45596</c:v>
                </c:pt>
                <c:pt idx="1176" c:formatCode="yyyy/m/d">
                  <c:v>45597</c:v>
                </c:pt>
                <c:pt idx="1177" c:formatCode="yyyy/m/d">
                  <c:v>45600</c:v>
                </c:pt>
                <c:pt idx="1178" c:formatCode="yyyy/m/d">
                  <c:v>45601</c:v>
                </c:pt>
                <c:pt idx="1179" c:formatCode="yyyy/m/d">
                  <c:v>45602</c:v>
                </c:pt>
                <c:pt idx="1180" c:formatCode="yyyy/m/d">
                  <c:v>45603</c:v>
                </c:pt>
                <c:pt idx="1181" c:formatCode="yyyy/m/d">
                  <c:v>45604</c:v>
                </c:pt>
                <c:pt idx="1182" c:formatCode="yyyy/m/d">
                  <c:v>45607</c:v>
                </c:pt>
                <c:pt idx="1183" c:formatCode="yyyy/m/d">
                  <c:v>45608</c:v>
                </c:pt>
                <c:pt idx="1184" c:formatCode="yyyy/m/d">
                  <c:v>45609</c:v>
                </c:pt>
                <c:pt idx="1185" c:formatCode="yyyy/m/d">
                  <c:v>45610</c:v>
                </c:pt>
                <c:pt idx="1186" c:formatCode="yyyy/m/d">
                  <c:v>45611</c:v>
                </c:pt>
                <c:pt idx="1187" c:formatCode="yyyy/m/d">
                  <c:v>45614</c:v>
                </c:pt>
                <c:pt idx="1188" c:formatCode="yyyy/m/d">
                  <c:v>45615</c:v>
                </c:pt>
                <c:pt idx="1189" c:formatCode="yyyy/m/d">
                  <c:v>45616</c:v>
                </c:pt>
              </c:numCache>
            </c:numRef>
          </c:cat>
          <c:val>
            <c:numRef>
              <c:f>[CSVC300C_point_all.csv]Sheet1!$D$2:$D$1192</c:f>
              <c:numCache>
                <c:formatCode>General</c:formatCode>
                <c:ptCount val="1191"/>
                <c:pt idx="0">
                  <c:v>1000</c:v>
                </c:pt>
                <c:pt idx="1">
                  <c:v>999.9154729767</c:v>
                </c:pt>
                <c:pt idx="2">
                  <c:v>999.852808953199</c:v>
                </c:pt>
                <c:pt idx="3">
                  <c:v>1000.07184790229</c:v>
                </c:pt>
                <c:pt idx="4">
                  <c:v>999.600247876899</c:v>
                </c:pt>
                <c:pt idx="5">
                  <c:v>999.022210265848</c:v>
                </c:pt>
                <c:pt idx="6">
                  <c:v>998.245102301148</c:v>
                </c:pt>
                <c:pt idx="7">
                  <c:v>995.96140199293</c:v>
                </c:pt>
                <c:pt idx="8">
                  <c:v>996.72441779783</c:v>
                </c:pt>
                <c:pt idx="9">
                  <c:v>996.12432876593</c:v>
                </c:pt>
                <c:pt idx="10">
                  <c:v>996.60748823843</c:v>
                </c:pt>
                <c:pt idx="11">
                  <c:v>995.84975382513</c:v>
                </c:pt>
                <c:pt idx="12">
                  <c:v>997.47831164083</c:v>
                </c:pt>
                <c:pt idx="13">
                  <c:v>998.98997072493</c:v>
                </c:pt>
                <c:pt idx="14">
                  <c:v>1001.12456482293</c:v>
                </c:pt>
                <c:pt idx="15">
                  <c:v>1001.62369447863</c:v>
                </c:pt>
                <c:pt idx="16">
                  <c:v>1001.41936705423</c:v>
                </c:pt>
                <c:pt idx="17">
                  <c:v>1003.34438333893</c:v>
                </c:pt>
                <c:pt idx="18">
                  <c:v>1005.78224157331</c:v>
                </c:pt>
                <c:pt idx="19">
                  <c:v>1006.90303272471</c:v>
                </c:pt>
                <c:pt idx="20">
                  <c:v>1003.12414882789</c:v>
                </c:pt>
                <c:pt idx="21">
                  <c:v>1001.55264142172</c:v>
                </c:pt>
                <c:pt idx="22">
                  <c:v>994.491835913604</c:v>
                </c:pt>
                <c:pt idx="23">
                  <c:v>991.304554697136</c:v>
                </c:pt>
                <c:pt idx="24">
                  <c:v>996.725392294826</c:v>
                </c:pt>
                <c:pt idx="25">
                  <c:v>1001.01221956193</c:v>
                </c:pt>
                <c:pt idx="26">
                  <c:v>1001.67023320264</c:v>
                </c:pt>
                <c:pt idx="27">
                  <c:v>1000.73595899648</c:v>
                </c:pt>
                <c:pt idx="28">
                  <c:v>1003.15657486071</c:v>
                </c:pt>
                <c:pt idx="29">
                  <c:v>1006.28576819935</c:v>
                </c:pt>
                <c:pt idx="30">
                  <c:v>1009.19149847632</c:v>
                </c:pt>
                <c:pt idx="31">
                  <c:v>1009.08581993973</c:v>
                </c:pt>
                <c:pt idx="32">
                  <c:v>1010.48484023016</c:v>
                </c:pt>
                <c:pt idx="33">
                  <c:v>1008.87708913756</c:v>
                </c:pt>
                <c:pt idx="34">
                  <c:v>1010.60041989116</c:v>
                </c:pt>
                <c:pt idx="35">
                  <c:v>1011.31502229636</c:v>
                </c:pt>
                <c:pt idx="36">
                  <c:v>1012.36950785651</c:v>
                </c:pt>
                <c:pt idx="37">
                  <c:v>1011.92895607456</c:v>
                </c:pt>
                <c:pt idx="38">
                  <c:v>1010.6437286277</c:v>
                </c:pt>
                <c:pt idx="39">
                  <c:v>1010.38321084282</c:v>
                </c:pt>
                <c:pt idx="40">
                  <c:v>1009.91218442375</c:v>
                </c:pt>
                <c:pt idx="41">
                  <c:v>1011.57355386347</c:v>
                </c:pt>
                <c:pt idx="42">
                  <c:v>1008.00359308377</c:v>
                </c:pt>
                <c:pt idx="43">
                  <c:v>1010.84770422564</c:v>
                </c:pt>
                <c:pt idx="44">
                  <c:v>1011.12691108169</c:v>
                </c:pt>
                <c:pt idx="45">
                  <c:v>1011.72947976473</c:v>
                </c:pt>
                <c:pt idx="46">
                  <c:v>1010.51950039626</c:v>
                </c:pt>
                <c:pt idx="47">
                  <c:v>1007.79985154924</c:v>
                </c:pt>
                <c:pt idx="48">
                  <c:v>999.334679729058</c:v>
                </c:pt>
                <c:pt idx="49">
                  <c:v>997.564477540503</c:v>
                </c:pt>
                <c:pt idx="50">
                  <c:v>996.866243387205</c:v>
                </c:pt>
                <c:pt idx="51">
                  <c:v>992.310563925126</c:v>
                </c:pt>
                <c:pt idx="52">
                  <c:v>978.727214184398</c:v>
                </c:pt>
                <c:pt idx="53">
                  <c:v>978.530997021616</c:v>
                </c:pt>
                <c:pt idx="54">
                  <c:v>978.996731117749</c:v>
                </c:pt>
                <c:pt idx="55">
                  <c:v>978.055253148545</c:v>
                </c:pt>
                <c:pt idx="56">
                  <c:v>973.995343281045</c:v>
                </c:pt>
                <c:pt idx="57">
                  <c:v>976.57356119217</c:v>
                </c:pt>
                <c:pt idx="58">
                  <c:v>974.399019240152</c:v>
                </c:pt>
                <c:pt idx="59">
                  <c:v>975.643435546297</c:v>
                </c:pt>
                <c:pt idx="60">
                  <c:v>977.10008614893</c:v>
                </c:pt>
                <c:pt idx="61">
                  <c:v>977.90533915871</c:v>
                </c:pt>
                <c:pt idx="62">
                  <c:v>978.84903905915</c:v>
                </c:pt>
                <c:pt idx="63">
                  <c:v>979.75438284344</c:v>
                </c:pt>
                <c:pt idx="64">
                  <c:v>983.352693696435</c:v>
                </c:pt>
                <c:pt idx="65">
                  <c:v>985.140644936567</c:v>
                </c:pt>
                <c:pt idx="66">
                  <c:v>988.329620617848</c:v>
                </c:pt>
                <c:pt idx="67">
                  <c:v>986.363233143859</c:v>
                </c:pt>
                <c:pt idx="68">
                  <c:v>991.972474490987</c:v>
                </c:pt>
                <c:pt idx="69">
                  <c:v>996.127456296475</c:v>
                </c:pt>
                <c:pt idx="70">
                  <c:v>1001.7138910781</c:v>
                </c:pt>
                <c:pt idx="71">
                  <c:v>1003.13281824363</c:v>
                </c:pt>
                <c:pt idx="72">
                  <c:v>1007.59519297278</c:v>
                </c:pt>
                <c:pt idx="73">
                  <c:v>1010.78923795353</c:v>
                </c:pt>
                <c:pt idx="74">
                  <c:v>1012.57015507999</c:v>
                </c:pt>
                <c:pt idx="75">
                  <c:v>1015.55605021112</c:v>
                </c:pt>
                <c:pt idx="76">
                  <c:v>1017.52489508338</c:v>
                </c:pt>
                <c:pt idx="77">
                  <c:v>1017.69883173651</c:v>
                </c:pt>
                <c:pt idx="78">
                  <c:v>1017.61337397333</c:v>
                </c:pt>
                <c:pt idx="79">
                  <c:v>1018.12190646894</c:v>
                </c:pt>
                <c:pt idx="80">
                  <c:v>1018.53869803493</c:v>
                </c:pt>
                <c:pt idx="81">
                  <c:v>1019.01920225784</c:v>
                </c:pt>
                <c:pt idx="82">
                  <c:v>1020.49125135238</c:v>
                </c:pt>
                <c:pt idx="83">
                  <c:v>1018.09771831295</c:v>
                </c:pt>
                <c:pt idx="84">
                  <c:v>1018.29548337546</c:v>
                </c:pt>
                <c:pt idx="85">
                  <c:v>1010.85175580571</c:v>
                </c:pt>
                <c:pt idx="86">
                  <c:v>1018.57706082059</c:v>
                </c:pt>
                <c:pt idx="87">
                  <c:v>1023.72486910064</c:v>
                </c:pt>
                <c:pt idx="88">
                  <c:v>1025.09597324468</c:v>
                </c:pt>
                <c:pt idx="89">
                  <c:v>1030.51645873631</c:v>
                </c:pt>
                <c:pt idx="90">
                  <c:v>1033.18359431473</c:v>
                </c:pt>
                <c:pt idx="91">
                  <c:v>1032.8720884818</c:v>
                </c:pt>
                <c:pt idx="92">
                  <c:v>1037.12106678585</c:v>
                </c:pt>
                <c:pt idx="93">
                  <c:v>1040.86245227801</c:v>
                </c:pt>
                <c:pt idx="94">
                  <c:v>1041.47163172485</c:v>
                </c:pt>
                <c:pt idx="95">
                  <c:v>1042.20557736172</c:v>
                </c:pt>
                <c:pt idx="96">
                  <c:v>1043.13531845504</c:v>
                </c:pt>
                <c:pt idx="97">
                  <c:v>1042.58637992509</c:v>
                </c:pt>
                <c:pt idx="98">
                  <c:v>1040.66188013189</c:v>
                </c:pt>
                <c:pt idx="99">
                  <c:v>1041.83040577541</c:v>
                </c:pt>
                <c:pt idx="100">
                  <c:v>1043.29748261094</c:v>
                </c:pt>
                <c:pt idx="101">
                  <c:v>1042.33825991798</c:v>
                </c:pt>
                <c:pt idx="102">
                  <c:v>1041.31032166927</c:v>
                </c:pt>
                <c:pt idx="103">
                  <c:v>1040.96749667392</c:v>
                </c:pt>
                <c:pt idx="104">
                  <c:v>1039.11944471055</c:v>
                </c:pt>
                <c:pt idx="105">
                  <c:v>1041.29367925285</c:v>
                </c:pt>
                <c:pt idx="106">
                  <c:v>1040.41876623792</c:v>
                </c:pt>
                <c:pt idx="107">
                  <c:v>1040.87996931599</c:v>
                </c:pt>
                <c:pt idx="108">
                  <c:v>1042.25773663105</c:v>
                </c:pt>
                <c:pt idx="109">
                  <c:v>1043.49010179837</c:v>
                </c:pt>
                <c:pt idx="110">
                  <c:v>1044.33145856012</c:v>
                </c:pt>
                <c:pt idx="111">
                  <c:v>1044.64354845199</c:v>
                </c:pt>
                <c:pt idx="112">
                  <c:v>1044.56661454377</c:v>
                </c:pt>
                <c:pt idx="113">
                  <c:v>1046.09071378204</c:v>
                </c:pt>
                <c:pt idx="114">
                  <c:v>1046.57518186545</c:v>
                </c:pt>
                <c:pt idx="115">
                  <c:v>1048.76794362371</c:v>
                </c:pt>
                <c:pt idx="116">
                  <c:v>1050.03908729932</c:v>
                </c:pt>
                <c:pt idx="117">
                  <c:v>1051.91322472216</c:v>
                </c:pt>
                <c:pt idx="118">
                  <c:v>1053.17713984722</c:v>
                </c:pt>
                <c:pt idx="119">
                  <c:v>1052.85450963953</c:v>
                </c:pt>
                <c:pt idx="120">
                  <c:v>1052.12259019478</c:v>
                </c:pt>
                <c:pt idx="121">
                  <c:v>1051.40785451193</c:v>
                </c:pt>
                <c:pt idx="122">
                  <c:v>1054.84683017999</c:v>
                </c:pt>
                <c:pt idx="123">
                  <c:v>1055.52365428382</c:v>
                </c:pt>
                <c:pt idx="124">
                  <c:v>1056.7136347329</c:v>
                </c:pt>
                <c:pt idx="125">
                  <c:v>1049.12460062582</c:v>
                </c:pt>
                <c:pt idx="126">
                  <c:v>1047.97458848604</c:v>
                </c:pt>
                <c:pt idx="127">
                  <c:v>1046.53280487666</c:v>
                </c:pt>
                <c:pt idx="128">
                  <c:v>1040.46039668993</c:v>
                </c:pt>
                <c:pt idx="129">
                  <c:v>1046.25263582549</c:v>
                </c:pt>
                <c:pt idx="130">
                  <c:v>1042.99604530612</c:v>
                </c:pt>
                <c:pt idx="131">
                  <c:v>1044.81620919814</c:v>
                </c:pt>
                <c:pt idx="132">
                  <c:v>1048.96148844395</c:v>
                </c:pt>
                <c:pt idx="133">
                  <c:v>1051.75891787042</c:v>
                </c:pt>
                <c:pt idx="134">
                  <c:v>1047.37173927337</c:v>
                </c:pt>
                <c:pt idx="135">
                  <c:v>1052.21965644837</c:v>
                </c:pt>
                <c:pt idx="136">
                  <c:v>1059.34803461576</c:v>
                </c:pt>
                <c:pt idx="137">
                  <c:v>1060.91768216423</c:v>
                </c:pt>
                <c:pt idx="138">
                  <c:v>1061.73084661354</c:v>
                </c:pt>
                <c:pt idx="139">
                  <c:v>1059.41879042269</c:v>
                </c:pt>
                <c:pt idx="140">
                  <c:v>1058.68611346024</c:v>
                </c:pt>
                <c:pt idx="141">
                  <c:v>1054.23066611688</c:v>
                </c:pt>
                <c:pt idx="142">
                  <c:v>1056.30519381447</c:v>
                </c:pt>
                <c:pt idx="143">
                  <c:v>1057.29263663063</c:v>
                </c:pt>
                <c:pt idx="144">
                  <c:v>1058.35651889271</c:v>
                </c:pt>
                <c:pt idx="145">
                  <c:v>1058.22137247955</c:v>
                </c:pt>
                <c:pt idx="146">
                  <c:v>1054.05572262113</c:v>
                </c:pt>
                <c:pt idx="147">
                  <c:v>1053.77749427978</c:v>
                </c:pt>
                <c:pt idx="148">
                  <c:v>1058.17100783717</c:v>
                </c:pt>
                <c:pt idx="149">
                  <c:v>1058.21586298061</c:v>
                </c:pt>
                <c:pt idx="150">
                  <c:v>1058.65093197582</c:v>
                </c:pt>
                <c:pt idx="151">
                  <c:v>1057.62200381406</c:v>
                </c:pt>
                <c:pt idx="152">
                  <c:v>1062.46645301251</c:v>
                </c:pt>
                <c:pt idx="153">
                  <c:v>1065.89023089637</c:v>
                </c:pt>
                <c:pt idx="154">
                  <c:v>1059.78326476655</c:v>
                </c:pt>
                <c:pt idx="155">
                  <c:v>1062.65701649133</c:v>
                </c:pt>
                <c:pt idx="156">
                  <c:v>1067.78332381648</c:v>
                </c:pt>
                <c:pt idx="157">
                  <c:v>1058.88185081036</c:v>
                </c:pt>
                <c:pt idx="158">
                  <c:v>1069.78877097553</c:v>
                </c:pt>
                <c:pt idx="159">
                  <c:v>1073.85107071848</c:v>
                </c:pt>
                <c:pt idx="160">
                  <c:v>1072.81372398755</c:v>
                </c:pt>
                <c:pt idx="161">
                  <c:v>1077.44024682789</c:v>
                </c:pt>
                <c:pt idx="162">
                  <c:v>1077.99230430852</c:v>
                </c:pt>
                <c:pt idx="163">
                  <c:v>1079.26563140157</c:v>
                </c:pt>
                <c:pt idx="164">
                  <c:v>1078.30850164139</c:v>
                </c:pt>
                <c:pt idx="165">
                  <c:v>1079.57261710865</c:v>
                </c:pt>
                <c:pt idx="166">
                  <c:v>1079.57164424483</c:v>
                </c:pt>
                <c:pt idx="167">
                  <c:v>1078.34695088432</c:v>
                </c:pt>
                <c:pt idx="168">
                  <c:v>1081.48144521864</c:v>
                </c:pt>
                <c:pt idx="169">
                  <c:v>1078.39306596706</c:v>
                </c:pt>
                <c:pt idx="170">
                  <c:v>1079.67539808328</c:v>
                </c:pt>
                <c:pt idx="171">
                  <c:v>1080.3436429629</c:v>
                </c:pt>
                <c:pt idx="172">
                  <c:v>1080.27782384815</c:v>
                </c:pt>
                <c:pt idx="173">
                  <c:v>1083.01195917575</c:v>
                </c:pt>
                <c:pt idx="174">
                  <c:v>1079.47690903686</c:v>
                </c:pt>
                <c:pt idx="175">
                  <c:v>1082.30278943845</c:v>
                </c:pt>
                <c:pt idx="176">
                  <c:v>1084.33056445962</c:v>
                </c:pt>
                <c:pt idx="177">
                  <c:v>1087.04406031155</c:v>
                </c:pt>
                <c:pt idx="178">
                  <c:v>1088.50196953353</c:v>
                </c:pt>
                <c:pt idx="179">
                  <c:v>1089.46694752819</c:v>
                </c:pt>
                <c:pt idx="180">
                  <c:v>1088.98707106998</c:v>
                </c:pt>
                <c:pt idx="181">
                  <c:v>1090.54137899506</c:v>
                </c:pt>
                <c:pt idx="182">
                  <c:v>1089.70123674131</c:v>
                </c:pt>
                <c:pt idx="183">
                  <c:v>1089.46146230965</c:v>
                </c:pt>
                <c:pt idx="184">
                  <c:v>1091.09112685707</c:v>
                </c:pt>
                <c:pt idx="185">
                  <c:v>1089.07095150436</c:v>
                </c:pt>
                <c:pt idx="186">
                  <c:v>1089.55857036712</c:v>
                </c:pt>
                <c:pt idx="187">
                  <c:v>1089.02462050289</c:v>
                </c:pt>
                <c:pt idx="188">
                  <c:v>1087.96436195334</c:v>
                </c:pt>
                <c:pt idx="189">
                  <c:v>1088.03248150272</c:v>
                </c:pt>
                <c:pt idx="190">
                  <c:v>1102.32991005283</c:v>
                </c:pt>
                <c:pt idx="191">
                  <c:v>1109.14840123433</c:v>
                </c:pt>
                <c:pt idx="192">
                  <c:v>1111.77429291055</c:v>
                </c:pt>
                <c:pt idx="193">
                  <c:v>1115.2554120364</c:v>
                </c:pt>
                <c:pt idx="194">
                  <c:v>1117.86007770618</c:v>
                </c:pt>
                <c:pt idx="195">
                  <c:v>1122.79031707754</c:v>
                </c:pt>
                <c:pt idx="196">
                  <c:v>1123.67284875166</c:v>
                </c:pt>
                <c:pt idx="197">
                  <c:v>1124.31019734624</c:v>
                </c:pt>
                <c:pt idx="198">
                  <c:v>1123.94499688849</c:v>
                </c:pt>
                <c:pt idx="199">
                  <c:v>1123.92559891132</c:v>
                </c:pt>
                <c:pt idx="200">
                  <c:v>1122.74804263937</c:v>
                </c:pt>
                <c:pt idx="201">
                  <c:v>1123.441210117</c:v>
                </c:pt>
                <c:pt idx="202">
                  <c:v>1124.24223601129</c:v>
                </c:pt>
                <c:pt idx="203">
                  <c:v>1124.63442008056</c:v>
                </c:pt>
                <c:pt idx="204">
                  <c:v>1125.08120499618</c:v>
                </c:pt>
                <c:pt idx="205">
                  <c:v>1123.36681161507</c:v>
                </c:pt>
                <c:pt idx="206">
                  <c:v>1124.99362354919</c:v>
                </c:pt>
                <c:pt idx="207">
                  <c:v>1125.13566134128</c:v>
                </c:pt>
                <c:pt idx="208">
                  <c:v>1128.86755672741</c:v>
                </c:pt>
                <c:pt idx="209">
                  <c:v>1130.25490173864</c:v>
                </c:pt>
                <c:pt idx="210">
                  <c:v>1134.61429579794</c:v>
                </c:pt>
                <c:pt idx="211">
                  <c:v>1124.10406188916</c:v>
                </c:pt>
                <c:pt idx="212">
                  <c:v>1129.10863604908</c:v>
                </c:pt>
                <c:pt idx="213">
                  <c:v>1132.21156726372</c:v>
                </c:pt>
                <c:pt idx="214">
                  <c:v>1136.87468489736</c:v>
                </c:pt>
                <c:pt idx="215">
                  <c:v>1135.25974123313</c:v>
                </c:pt>
                <c:pt idx="216">
                  <c:v>1142.15591734766</c:v>
                </c:pt>
                <c:pt idx="217">
                  <c:v>1144.63231637796</c:v>
                </c:pt>
                <c:pt idx="218">
                  <c:v>1145.90772577494</c:v>
                </c:pt>
                <c:pt idx="219">
                  <c:v>1150.03598762935</c:v>
                </c:pt>
                <c:pt idx="220">
                  <c:v>1156.06357745342</c:v>
                </c:pt>
                <c:pt idx="221">
                  <c:v>1155.69900627878</c:v>
                </c:pt>
                <c:pt idx="222">
                  <c:v>1156.00283669026</c:v>
                </c:pt>
                <c:pt idx="223">
                  <c:v>1155.85696967029</c:v>
                </c:pt>
                <c:pt idx="224">
                  <c:v>1157.33418664219</c:v>
                </c:pt>
                <c:pt idx="225">
                  <c:v>1158.42704409518</c:v>
                </c:pt>
                <c:pt idx="226">
                  <c:v>1154.49630987865</c:v>
                </c:pt>
                <c:pt idx="227">
                  <c:v>1152.91487678848</c:v>
                </c:pt>
                <c:pt idx="228">
                  <c:v>1150.88306757234</c:v>
                </c:pt>
                <c:pt idx="229">
                  <c:v>1153.00129044135</c:v>
                </c:pt>
                <c:pt idx="230">
                  <c:v>1156.12927860035</c:v>
                </c:pt>
                <c:pt idx="231">
                  <c:v>1160.17747040851</c:v>
                </c:pt>
                <c:pt idx="232">
                  <c:v>1162.65106857336</c:v>
                </c:pt>
                <c:pt idx="233">
                  <c:v>1163.58409098013</c:v>
                </c:pt>
                <c:pt idx="234">
                  <c:v>1165.40834699319</c:v>
                </c:pt>
                <c:pt idx="235">
                  <c:v>1163.12305813147</c:v>
                </c:pt>
                <c:pt idx="236">
                  <c:v>1167.36212664038</c:v>
                </c:pt>
                <c:pt idx="237">
                  <c:v>1168.17074771059</c:v>
                </c:pt>
                <c:pt idx="238">
                  <c:v>1168.7737647563</c:v>
                </c:pt>
                <c:pt idx="239">
                  <c:v>1170.21464668294</c:v>
                </c:pt>
                <c:pt idx="240">
                  <c:v>1172.33860900097</c:v>
                </c:pt>
                <c:pt idx="241">
                  <c:v>1172.11110893594</c:v>
                </c:pt>
                <c:pt idx="242">
                  <c:v>1172.14376798923</c:v>
                </c:pt>
                <c:pt idx="243">
                  <c:v>1172.55988896432</c:v>
                </c:pt>
                <c:pt idx="244">
                  <c:v>1172.70734219796</c:v>
                </c:pt>
                <c:pt idx="245">
                  <c:v>1173.26008637006</c:v>
                </c:pt>
                <c:pt idx="246">
                  <c:v>1173.7788356672</c:v>
                </c:pt>
                <c:pt idx="247">
                  <c:v>1172.97729784575</c:v>
                </c:pt>
                <c:pt idx="248">
                  <c:v>1174.13851502537</c:v>
                </c:pt>
                <c:pt idx="249">
                  <c:v>1166.65812480831</c:v>
                </c:pt>
                <c:pt idx="250">
                  <c:v>1165.0957200726</c:v>
                </c:pt>
                <c:pt idx="251">
                  <c:v>1165.71019387296</c:v>
                </c:pt>
                <c:pt idx="252">
                  <c:v>1164.63957296724</c:v>
                </c:pt>
                <c:pt idx="253">
                  <c:v>1169.49593498665</c:v>
                </c:pt>
                <c:pt idx="254">
                  <c:v>1161.86905762639</c:v>
                </c:pt>
                <c:pt idx="255">
                  <c:v>1168.19863270166</c:v>
                </c:pt>
                <c:pt idx="256">
                  <c:v>1168.50657413852</c:v>
                </c:pt>
                <c:pt idx="257">
                  <c:v>1170.69225683942</c:v>
                </c:pt>
                <c:pt idx="258">
                  <c:v>1169.40671223861</c:v>
                </c:pt>
                <c:pt idx="259">
                  <c:v>1172.7905751525</c:v>
                </c:pt>
                <c:pt idx="260">
                  <c:v>1173.66298294252</c:v>
                </c:pt>
                <c:pt idx="261">
                  <c:v>1173.11710615457</c:v>
                </c:pt>
                <c:pt idx="262">
                  <c:v>1174.0177876643</c:v>
                </c:pt>
                <c:pt idx="263">
                  <c:v>1173.18899765378</c:v>
                </c:pt>
                <c:pt idx="264">
                  <c:v>1174.75640214623</c:v>
                </c:pt>
                <c:pt idx="265">
                  <c:v>1175.46765214585</c:v>
                </c:pt>
                <c:pt idx="266">
                  <c:v>1175.03253735991</c:v>
                </c:pt>
                <c:pt idx="267">
                  <c:v>1176.01821896127</c:v>
                </c:pt>
                <c:pt idx="268">
                  <c:v>1173.56615563693</c:v>
                </c:pt>
                <c:pt idx="269">
                  <c:v>1171.6054709616</c:v>
                </c:pt>
                <c:pt idx="270">
                  <c:v>1176.10205548701</c:v>
                </c:pt>
                <c:pt idx="271">
                  <c:v>1181.68469000209</c:v>
                </c:pt>
                <c:pt idx="272">
                  <c:v>1184.01161511298</c:v>
                </c:pt>
                <c:pt idx="273">
                  <c:v>1184.71234360629</c:v>
                </c:pt>
                <c:pt idx="274">
                  <c:v>1185.21104012661</c:v>
                </c:pt>
                <c:pt idx="275">
                  <c:v>1190.88350580998</c:v>
                </c:pt>
                <c:pt idx="276">
                  <c:v>1190.44412933625</c:v>
                </c:pt>
                <c:pt idx="277">
                  <c:v>1179.28226938195</c:v>
                </c:pt>
                <c:pt idx="278">
                  <c:v>1195.08594304454</c:v>
                </c:pt>
                <c:pt idx="279">
                  <c:v>1196.76513817108</c:v>
                </c:pt>
                <c:pt idx="280">
                  <c:v>1195.46353722367</c:v>
                </c:pt>
                <c:pt idx="281">
                  <c:v>1195.66308789089</c:v>
                </c:pt>
                <c:pt idx="282">
                  <c:v>1192.5434424879</c:v>
                </c:pt>
                <c:pt idx="283">
                  <c:v>1194.55919518674</c:v>
                </c:pt>
                <c:pt idx="284">
                  <c:v>1192.14274172626</c:v>
                </c:pt>
                <c:pt idx="285">
                  <c:v>1194.12426004686</c:v>
                </c:pt>
                <c:pt idx="286">
                  <c:v>1193.13650657049</c:v>
                </c:pt>
                <c:pt idx="287">
                  <c:v>1195.24664175603</c:v>
                </c:pt>
                <c:pt idx="288">
                  <c:v>1189.89334100393</c:v>
                </c:pt>
                <c:pt idx="289">
                  <c:v>1189.55570842983</c:v>
                </c:pt>
                <c:pt idx="290">
                  <c:v>1186.26341638337</c:v>
                </c:pt>
                <c:pt idx="291">
                  <c:v>1186.3528991853</c:v>
                </c:pt>
                <c:pt idx="292">
                  <c:v>1188.73004801914</c:v>
                </c:pt>
                <c:pt idx="293">
                  <c:v>1192.15526762218</c:v>
                </c:pt>
                <c:pt idx="294">
                  <c:v>1194.25791515331</c:v>
                </c:pt>
                <c:pt idx="295">
                  <c:v>1193.55008679526</c:v>
                </c:pt>
                <c:pt idx="296">
                  <c:v>1195.35170433966</c:v>
                </c:pt>
                <c:pt idx="297">
                  <c:v>1195.74202755323</c:v>
                </c:pt>
                <c:pt idx="298">
                  <c:v>1196.77844517017</c:v>
                </c:pt>
                <c:pt idx="299">
                  <c:v>1194.78033875883</c:v>
                </c:pt>
                <c:pt idx="300">
                  <c:v>1195.96836913108</c:v>
                </c:pt>
                <c:pt idx="301">
                  <c:v>1195.81048056081</c:v>
                </c:pt>
                <c:pt idx="302">
                  <c:v>1194.29822777405</c:v>
                </c:pt>
                <c:pt idx="303">
                  <c:v>1195.59278056</c:v>
                </c:pt>
                <c:pt idx="304">
                  <c:v>1198.71646856671</c:v>
                </c:pt>
                <c:pt idx="305">
                  <c:v>1199.6492661898</c:v>
                </c:pt>
                <c:pt idx="306">
                  <c:v>1201.10858370064</c:v>
                </c:pt>
                <c:pt idx="307">
                  <c:v>1201.40559859086</c:v>
                </c:pt>
                <c:pt idx="308">
                  <c:v>1202.87420437136</c:v>
                </c:pt>
                <c:pt idx="309">
                  <c:v>1200.35637123793</c:v>
                </c:pt>
                <c:pt idx="310">
                  <c:v>1202.72574479575</c:v>
                </c:pt>
                <c:pt idx="311">
                  <c:v>1205.07418470153</c:v>
                </c:pt>
                <c:pt idx="312">
                  <c:v>1209.00243843185</c:v>
                </c:pt>
                <c:pt idx="313">
                  <c:v>1206.34392902053</c:v>
                </c:pt>
                <c:pt idx="314">
                  <c:v>1204.33348326882</c:v>
                </c:pt>
                <c:pt idx="315">
                  <c:v>1204.6303165117</c:v>
                </c:pt>
                <c:pt idx="316">
                  <c:v>1205.16565097432</c:v>
                </c:pt>
                <c:pt idx="317">
                  <c:v>1203.9885255297</c:v>
                </c:pt>
                <c:pt idx="318">
                  <c:v>1204.88225661618</c:v>
                </c:pt>
                <c:pt idx="319">
                  <c:v>1205.20701248144</c:v>
                </c:pt>
                <c:pt idx="320">
                  <c:v>1205.19894611879</c:v>
                </c:pt>
                <c:pt idx="321">
                  <c:v>1204.98036115356</c:v>
                </c:pt>
                <c:pt idx="322">
                  <c:v>1205.2162806276</c:v>
                </c:pt>
                <c:pt idx="323">
                  <c:v>1204.45589285547</c:v>
                </c:pt>
                <c:pt idx="324">
                  <c:v>1202.77189908767</c:v>
                </c:pt>
                <c:pt idx="325">
                  <c:v>1205.20448737818</c:v>
                </c:pt>
                <c:pt idx="326">
                  <c:v>1206.22609360369</c:v>
                </c:pt>
                <c:pt idx="327">
                  <c:v>1202.76424992466</c:v>
                </c:pt>
                <c:pt idx="328">
                  <c:v>1202.86649015163</c:v>
                </c:pt>
                <c:pt idx="329">
                  <c:v>1203.39604284576</c:v>
                </c:pt>
                <c:pt idx="330">
                  <c:v>1203.20820390626</c:v>
                </c:pt>
                <c:pt idx="331">
                  <c:v>1204.51078370283</c:v>
                </c:pt>
                <c:pt idx="332">
                  <c:v>1204.70850755808</c:v>
                </c:pt>
                <c:pt idx="333">
                  <c:v>1205.55729575273</c:v>
                </c:pt>
                <c:pt idx="334">
                  <c:v>1204.23786848067</c:v>
                </c:pt>
                <c:pt idx="335">
                  <c:v>1203.27655497193</c:v>
                </c:pt>
                <c:pt idx="336">
                  <c:v>1198.35307278338</c:v>
                </c:pt>
                <c:pt idx="337">
                  <c:v>1206.34130920236</c:v>
                </c:pt>
                <c:pt idx="338">
                  <c:v>1209.46408471649</c:v>
                </c:pt>
                <c:pt idx="339">
                  <c:v>1214.25806539216</c:v>
                </c:pt>
                <c:pt idx="340">
                  <c:v>1214.37566858194</c:v>
                </c:pt>
                <c:pt idx="341">
                  <c:v>1214.96810649554</c:v>
                </c:pt>
                <c:pt idx="342">
                  <c:v>1213.43018068086</c:v>
                </c:pt>
                <c:pt idx="343">
                  <c:v>1213.42247369412</c:v>
                </c:pt>
                <c:pt idx="344">
                  <c:v>1212.3496361557</c:v>
                </c:pt>
                <c:pt idx="345">
                  <c:v>1212.02461408682</c:v>
                </c:pt>
                <c:pt idx="346">
                  <c:v>1213.40722964904</c:v>
                </c:pt>
                <c:pt idx="347">
                  <c:v>1213.71926552668</c:v>
                </c:pt>
                <c:pt idx="348">
                  <c:v>1217.03545992614</c:v>
                </c:pt>
                <c:pt idx="349">
                  <c:v>1218.75034978959</c:v>
                </c:pt>
                <c:pt idx="350">
                  <c:v>1218.85659354561</c:v>
                </c:pt>
                <c:pt idx="351">
                  <c:v>1219.14310418948</c:v>
                </c:pt>
                <c:pt idx="352">
                  <c:v>1216.43067790347</c:v>
                </c:pt>
                <c:pt idx="353">
                  <c:v>1220.1789966987</c:v>
                </c:pt>
                <c:pt idx="354">
                  <c:v>1224.04162417087</c:v>
                </c:pt>
                <c:pt idx="355">
                  <c:v>1223.88347175032</c:v>
                </c:pt>
                <c:pt idx="356">
                  <c:v>1221.96923441504</c:v>
                </c:pt>
                <c:pt idx="357">
                  <c:v>1221.21339512075</c:v>
                </c:pt>
                <c:pt idx="358">
                  <c:v>1221.90850608696</c:v>
                </c:pt>
                <c:pt idx="359">
                  <c:v>1221.98330894308</c:v>
                </c:pt>
                <c:pt idx="360">
                  <c:v>1222.12109038483</c:v>
                </c:pt>
                <c:pt idx="361">
                  <c:v>1222.67614307162</c:v>
                </c:pt>
                <c:pt idx="362">
                  <c:v>1223.69683047835</c:v>
                </c:pt>
                <c:pt idx="363">
                  <c:v>1224.42291437182</c:v>
                </c:pt>
                <c:pt idx="364">
                  <c:v>1223.75847394091</c:v>
                </c:pt>
                <c:pt idx="365">
                  <c:v>1224.62893812851</c:v>
                </c:pt>
                <c:pt idx="366">
                  <c:v>1224.79312039503</c:v>
                </c:pt>
                <c:pt idx="367">
                  <c:v>1225.92577507353</c:v>
                </c:pt>
                <c:pt idx="368">
                  <c:v>1225.03009885743</c:v>
                </c:pt>
                <c:pt idx="369">
                  <c:v>1221.37943565477</c:v>
                </c:pt>
                <c:pt idx="370">
                  <c:v>1224.63643956552</c:v>
                </c:pt>
                <c:pt idx="371">
                  <c:v>1224.5789298678</c:v>
                </c:pt>
                <c:pt idx="372">
                  <c:v>1225.38397532385</c:v>
                </c:pt>
                <c:pt idx="373">
                  <c:v>1224.47379184495</c:v>
                </c:pt>
                <c:pt idx="374">
                  <c:v>1223.46743690644</c:v>
                </c:pt>
                <c:pt idx="375">
                  <c:v>1221.10699208826</c:v>
                </c:pt>
                <c:pt idx="376">
                  <c:v>1223.79476129707</c:v>
                </c:pt>
                <c:pt idx="377">
                  <c:v>1222.04303664808</c:v>
                </c:pt>
                <c:pt idx="378">
                  <c:v>1224.46292938343</c:v>
                </c:pt>
                <c:pt idx="379">
                  <c:v>1226.60617600882</c:v>
                </c:pt>
                <c:pt idx="380">
                  <c:v>1226.75136819131</c:v>
                </c:pt>
                <c:pt idx="381">
                  <c:v>1226.21314327654</c:v>
                </c:pt>
                <c:pt idx="382">
                  <c:v>1226.22035984481</c:v>
                </c:pt>
                <c:pt idx="383">
                  <c:v>1226.24046285661</c:v>
                </c:pt>
                <c:pt idx="384">
                  <c:v>1226.38132630719</c:v>
                </c:pt>
                <c:pt idx="385">
                  <c:v>1223.35611108504</c:v>
                </c:pt>
                <c:pt idx="386">
                  <c:v>1221.4593449874</c:v>
                </c:pt>
                <c:pt idx="387">
                  <c:v>1219.70167425626</c:v>
                </c:pt>
                <c:pt idx="388">
                  <c:v>1221.41044428214</c:v>
                </c:pt>
                <c:pt idx="389">
                  <c:v>1219.5196046844</c:v>
                </c:pt>
                <c:pt idx="390">
                  <c:v>1219.62713180419</c:v>
                </c:pt>
                <c:pt idx="391">
                  <c:v>1220.29118753158</c:v>
                </c:pt>
                <c:pt idx="392">
                  <c:v>1220.90865990972</c:v>
                </c:pt>
                <c:pt idx="393">
                  <c:v>1221.04008030437</c:v>
                </c:pt>
                <c:pt idx="394">
                  <c:v>1221.61186257807</c:v>
                </c:pt>
                <c:pt idx="395">
                  <c:v>1219.8246184812</c:v>
                </c:pt>
                <c:pt idx="396">
                  <c:v>1218.7072103172</c:v>
                </c:pt>
                <c:pt idx="397">
                  <c:v>1218.28587514586</c:v>
                </c:pt>
                <c:pt idx="398">
                  <c:v>1219.45176885757</c:v>
                </c:pt>
                <c:pt idx="399">
                  <c:v>1221.26599893819</c:v>
                </c:pt>
                <c:pt idx="400">
                  <c:v>1222.80321946512</c:v>
                </c:pt>
                <c:pt idx="401">
                  <c:v>1214.09993176842</c:v>
                </c:pt>
                <c:pt idx="402">
                  <c:v>1217.07763807494</c:v>
                </c:pt>
                <c:pt idx="403">
                  <c:v>1216.3471611101</c:v>
                </c:pt>
                <c:pt idx="404">
                  <c:v>1213.99748404793</c:v>
                </c:pt>
                <c:pt idx="405">
                  <c:v>1214.97898702931</c:v>
                </c:pt>
                <c:pt idx="406">
                  <c:v>1216.04259134148</c:v>
                </c:pt>
                <c:pt idx="407">
                  <c:v>1216.2494324497</c:v>
                </c:pt>
                <c:pt idx="408">
                  <c:v>1214.97030218271</c:v>
                </c:pt>
                <c:pt idx="409">
                  <c:v>1215.18683712323</c:v>
                </c:pt>
                <c:pt idx="410">
                  <c:v>1215.03840867028</c:v>
                </c:pt>
                <c:pt idx="411">
                  <c:v>1214.79759512</c:v>
                </c:pt>
                <c:pt idx="412">
                  <c:v>1213.62401559349</c:v>
                </c:pt>
                <c:pt idx="413">
                  <c:v>1213.83102745623</c:v>
                </c:pt>
                <c:pt idx="414">
                  <c:v>1214.50275139744</c:v>
                </c:pt>
                <c:pt idx="415">
                  <c:v>1216.70011417892</c:v>
                </c:pt>
                <c:pt idx="416">
                  <c:v>1217.94564749077</c:v>
                </c:pt>
                <c:pt idx="417">
                  <c:v>1217.43478871112</c:v>
                </c:pt>
                <c:pt idx="418">
                  <c:v>1219.96077645058</c:v>
                </c:pt>
                <c:pt idx="419">
                  <c:v>1218.03451758472</c:v>
                </c:pt>
                <c:pt idx="420">
                  <c:v>1224.8127653929</c:v>
                </c:pt>
                <c:pt idx="421">
                  <c:v>1224.29383546699</c:v>
                </c:pt>
                <c:pt idx="422">
                  <c:v>1220.49574145484</c:v>
                </c:pt>
                <c:pt idx="423">
                  <c:v>1220.30158680432</c:v>
                </c:pt>
                <c:pt idx="424">
                  <c:v>1223.20063997573</c:v>
                </c:pt>
                <c:pt idx="425">
                  <c:v>1222.25693108702</c:v>
                </c:pt>
                <c:pt idx="426">
                  <c:v>1223.16066223751</c:v>
                </c:pt>
                <c:pt idx="427">
                  <c:v>1224.06671854214</c:v>
                </c:pt>
                <c:pt idx="428">
                  <c:v>1225.63293081094</c:v>
                </c:pt>
                <c:pt idx="429">
                  <c:v>1225.27934961396</c:v>
                </c:pt>
                <c:pt idx="430">
                  <c:v>1222.82602955848</c:v>
                </c:pt>
                <c:pt idx="431">
                  <c:v>1224.66049136865</c:v>
                </c:pt>
                <c:pt idx="432">
                  <c:v>1232.48494600324</c:v>
                </c:pt>
                <c:pt idx="433">
                  <c:v>1234.95498283486</c:v>
                </c:pt>
                <c:pt idx="434">
                  <c:v>1233.22983969164</c:v>
                </c:pt>
                <c:pt idx="435">
                  <c:v>1234.83964036171</c:v>
                </c:pt>
                <c:pt idx="436">
                  <c:v>1235.53249035138</c:v>
                </c:pt>
                <c:pt idx="437">
                  <c:v>1238.59962477637</c:v>
                </c:pt>
                <c:pt idx="438">
                  <c:v>1236.98445027539</c:v>
                </c:pt>
                <c:pt idx="439">
                  <c:v>1237.32735219083</c:v>
                </c:pt>
                <c:pt idx="440">
                  <c:v>1237.05747326261</c:v>
                </c:pt>
                <c:pt idx="441">
                  <c:v>1237.24488003564</c:v>
                </c:pt>
                <c:pt idx="442">
                  <c:v>1235.65644678199</c:v>
                </c:pt>
                <c:pt idx="443">
                  <c:v>1236.57083940326</c:v>
                </c:pt>
                <c:pt idx="444">
                  <c:v>1236.90636389972</c:v>
                </c:pt>
                <c:pt idx="445">
                  <c:v>1236.6597552209</c:v>
                </c:pt>
                <c:pt idx="446">
                  <c:v>1236.79958178969</c:v>
                </c:pt>
                <c:pt idx="447">
                  <c:v>1238.50501315208</c:v>
                </c:pt>
                <c:pt idx="448">
                  <c:v>1239.15203914069</c:v>
                </c:pt>
                <c:pt idx="449">
                  <c:v>1236.34953893715</c:v>
                </c:pt>
                <c:pt idx="450">
                  <c:v>1235.76965758597</c:v>
                </c:pt>
                <c:pt idx="451">
                  <c:v>1238.82519614557</c:v>
                </c:pt>
                <c:pt idx="452">
                  <c:v>1239.80345528687</c:v>
                </c:pt>
                <c:pt idx="453">
                  <c:v>1239.8608826504</c:v>
                </c:pt>
                <c:pt idx="454">
                  <c:v>1240.47737584728</c:v>
                </c:pt>
                <c:pt idx="455">
                  <c:v>1237.1017805724</c:v>
                </c:pt>
                <c:pt idx="456">
                  <c:v>1238.79524651601</c:v>
                </c:pt>
                <c:pt idx="457">
                  <c:v>1240.23893603678</c:v>
                </c:pt>
                <c:pt idx="458">
                  <c:v>1242.120767183</c:v>
                </c:pt>
                <c:pt idx="459">
                  <c:v>1244.46654353146</c:v>
                </c:pt>
                <c:pt idx="460">
                  <c:v>1245.85033646347</c:v>
                </c:pt>
                <c:pt idx="461">
                  <c:v>1245.45697587527</c:v>
                </c:pt>
                <c:pt idx="462">
                  <c:v>1246.63041605398</c:v>
                </c:pt>
                <c:pt idx="463">
                  <c:v>1247.10600721808</c:v>
                </c:pt>
                <c:pt idx="464">
                  <c:v>1247.45427784973</c:v>
                </c:pt>
                <c:pt idx="465">
                  <c:v>1247.8202384518</c:v>
                </c:pt>
                <c:pt idx="466">
                  <c:v>1248.21385170424</c:v>
                </c:pt>
                <c:pt idx="467">
                  <c:v>1248.13741103968</c:v>
                </c:pt>
                <c:pt idx="468">
                  <c:v>1248.27462197132</c:v>
                </c:pt>
                <c:pt idx="469">
                  <c:v>1248.02380411173</c:v>
                </c:pt>
                <c:pt idx="470">
                  <c:v>1249.22299438267</c:v>
                </c:pt>
                <c:pt idx="471">
                  <c:v>1250.68341684221</c:v>
                </c:pt>
                <c:pt idx="472">
                  <c:v>1251.78162692189</c:v>
                </c:pt>
                <c:pt idx="473">
                  <c:v>1251.36529804305</c:v>
                </c:pt>
                <c:pt idx="474">
                  <c:v>1253.82936347598</c:v>
                </c:pt>
                <c:pt idx="475">
                  <c:v>1248.77887866123</c:v>
                </c:pt>
                <c:pt idx="476">
                  <c:v>1234.76494150386</c:v>
                </c:pt>
                <c:pt idx="477">
                  <c:v>1240.73821114727</c:v>
                </c:pt>
                <c:pt idx="478">
                  <c:v>1233.46803639861</c:v>
                </c:pt>
                <c:pt idx="479">
                  <c:v>1236.51763734805</c:v>
                </c:pt>
                <c:pt idx="480">
                  <c:v>1237.99450648081</c:v>
                </c:pt>
                <c:pt idx="481">
                  <c:v>1244.03163182714</c:v>
                </c:pt>
                <c:pt idx="482">
                  <c:v>1245.01269523886</c:v>
                </c:pt>
                <c:pt idx="483">
                  <c:v>1244.59188519594</c:v>
                </c:pt>
                <c:pt idx="484">
                  <c:v>1245.22724496017</c:v>
                </c:pt>
                <c:pt idx="485">
                  <c:v>1245.35389797398</c:v>
                </c:pt>
                <c:pt idx="486">
                  <c:v>1246.05922343004</c:v>
                </c:pt>
                <c:pt idx="487">
                  <c:v>1245.46556178726</c:v>
                </c:pt>
                <c:pt idx="488">
                  <c:v>1245.66521902454</c:v>
                </c:pt>
                <c:pt idx="489">
                  <c:v>1246.203172021</c:v>
                </c:pt>
                <c:pt idx="490">
                  <c:v>1243.4816196319</c:v>
                </c:pt>
                <c:pt idx="491">
                  <c:v>1244.44010468489</c:v>
                </c:pt>
                <c:pt idx="492">
                  <c:v>1244.18266970919</c:v>
                </c:pt>
                <c:pt idx="493">
                  <c:v>1244.57300898829</c:v>
                </c:pt>
                <c:pt idx="494">
                  <c:v>1241.74995517043</c:v>
                </c:pt>
                <c:pt idx="495">
                  <c:v>1240.34406669659</c:v>
                </c:pt>
                <c:pt idx="496">
                  <c:v>1243.22933768253</c:v>
                </c:pt>
                <c:pt idx="497">
                  <c:v>1244.49445732194</c:v>
                </c:pt>
                <c:pt idx="498">
                  <c:v>1243.93633088825</c:v>
                </c:pt>
                <c:pt idx="499">
                  <c:v>1245.79688413724</c:v>
                </c:pt>
                <c:pt idx="500">
                  <c:v>1243.67149747054</c:v>
                </c:pt>
                <c:pt idx="501">
                  <c:v>1244.16698038462</c:v>
                </c:pt>
                <c:pt idx="502">
                  <c:v>1246.80101554502</c:v>
                </c:pt>
                <c:pt idx="503">
                  <c:v>1248.79153886029</c:v>
                </c:pt>
                <c:pt idx="504">
                  <c:v>1248.28472002103</c:v>
                </c:pt>
                <c:pt idx="505">
                  <c:v>1247.34232549897</c:v>
                </c:pt>
                <c:pt idx="506">
                  <c:v>1247.1643813067</c:v>
                </c:pt>
                <c:pt idx="507">
                  <c:v>1246.80553373118</c:v>
                </c:pt>
                <c:pt idx="508">
                  <c:v>1244.65267748552</c:v>
                </c:pt>
                <c:pt idx="509">
                  <c:v>1246.27900834494</c:v>
                </c:pt>
                <c:pt idx="510">
                  <c:v>1245.01934929831</c:v>
                </c:pt>
                <c:pt idx="511">
                  <c:v>1243.33074624592</c:v>
                </c:pt>
                <c:pt idx="512">
                  <c:v>1248.47265861902</c:v>
                </c:pt>
                <c:pt idx="513">
                  <c:v>1245.73258179245</c:v>
                </c:pt>
                <c:pt idx="514">
                  <c:v>1247.33245552267</c:v>
                </c:pt>
                <c:pt idx="515">
                  <c:v>1247.32828443389</c:v>
                </c:pt>
                <c:pt idx="516">
                  <c:v>1245.77617578051</c:v>
                </c:pt>
                <c:pt idx="517">
                  <c:v>1244.7289803304</c:v>
                </c:pt>
                <c:pt idx="518">
                  <c:v>1246.181091307</c:v>
                </c:pt>
                <c:pt idx="519">
                  <c:v>1246.74969940439</c:v>
                </c:pt>
                <c:pt idx="520">
                  <c:v>1247.75194145486</c:v>
                </c:pt>
                <c:pt idx="521">
                  <c:v>1249.405983776</c:v>
                </c:pt>
                <c:pt idx="522">
                  <c:v>1249.41842230853</c:v>
                </c:pt>
                <c:pt idx="523">
                  <c:v>1247.86437065966</c:v>
                </c:pt>
                <c:pt idx="524">
                  <c:v>1248.42306635235</c:v>
                </c:pt>
                <c:pt idx="525">
                  <c:v>1246.00110494322</c:v>
                </c:pt>
                <c:pt idx="526">
                  <c:v>1243.27217783015</c:v>
                </c:pt>
                <c:pt idx="527">
                  <c:v>1242.90716081109</c:v>
                </c:pt>
                <c:pt idx="528">
                  <c:v>1244.30628183806</c:v>
                </c:pt>
                <c:pt idx="529">
                  <c:v>1243.87706778607</c:v>
                </c:pt>
                <c:pt idx="530">
                  <c:v>1243.58804166451</c:v>
                </c:pt>
                <c:pt idx="531">
                  <c:v>1242.69090971736</c:v>
                </c:pt>
                <c:pt idx="532">
                  <c:v>1241.82502929945</c:v>
                </c:pt>
                <c:pt idx="533">
                  <c:v>1240.46051933041</c:v>
                </c:pt>
                <c:pt idx="534">
                  <c:v>1236.13754733775</c:v>
                </c:pt>
                <c:pt idx="535">
                  <c:v>1232.4948271407</c:v>
                </c:pt>
                <c:pt idx="536">
                  <c:v>1224.2809331153</c:v>
                </c:pt>
                <c:pt idx="537">
                  <c:v>1221.65812389736</c:v>
                </c:pt>
                <c:pt idx="538">
                  <c:v>1229.38502402101</c:v>
                </c:pt>
                <c:pt idx="539">
                  <c:v>1231.63801533967</c:v>
                </c:pt>
                <c:pt idx="540">
                  <c:v>1231.92801939508</c:v>
                </c:pt>
                <c:pt idx="541">
                  <c:v>1233.46315544963</c:v>
                </c:pt>
                <c:pt idx="542">
                  <c:v>1233.97193490371</c:v>
                </c:pt>
                <c:pt idx="543">
                  <c:v>1235.39938789917</c:v>
                </c:pt>
                <c:pt idx="544">
                  <c:v>1236.89387136618</c:v>
                </c:pt>
                <c:pt idx="545">
                  <c:v>1237.82967833239</c:v>
                </c:pt>
                <c:pt idx="546">
                  <c:v>1235.75118102662</c:v>
                </c:pt>
                <c:pt idx="547">
                  <c:v>1234.00827079588</c:v>
                </c:pt>
                <c:pt idx="548">
                  <c:v>1234.26183717992</c:v>
                </c:pt>
                <c:pt idx="549">
                  <c:v>1236.44595359501</c:v>
                </c:pt>
                <c:pt idx="550">
                  <c:v>1237.03352968764</c:v>
                </c:pt>
                <c:pt idx="551">
                  <c:v>1237.03073821877</c:v>
                </c:pt>
                <c:pt idx="552">
                  <c:v>1239.69581565335</c:v>
                </c:pt>
                <c:pt idx="553">
                  <c:v>1239.18917067644</c:v>
                </c:pt>
                <c:pt idx="554">
                  <c:v>1242.10070170085</c:v>
                </c:pt>
                <c:pt idx="555">
                  <c:v>1233.20283444733</c:v>
                </c:pt>
                <c:pt idx="556">
                  <c:v>1236.18682636645</c:v>
                </c:pt>
                <c:pt idx="557">
                  <c:v>1237.40402066391</c:v>
                </c:pt>
                <c:pt idx="558">
                  <c:v>1239.9905996248</c:v>
                </c:pt>
                <c:pt idx="559">
                  <c:v>1240.9509964008</c:v>
                </c:pt>
                <c:pt idx="560">
                  <c:v>1240.60420867581</c:v>
                </c:pt>
                <c:pt idx="561">
                  <c:v>1240.11469790479</c:v>
                </c:pt>
                <c:pt idx="562">
                  <c:v>1238.68802938243</c:v>
                </c:pt>
                <c:pt idx="563">
                  <c:v>1237.12923664139</c:v>
                </c:pt>
                <c:pt idx="564">
                  <c:v>1238.68429573773</c:v>
                </c:pt>
                <c:pt idx="565">
                  <c:v>1238.83215656726</c:v>
                </c:pt>
                <c:pt idx="566">
                  <c:v>1239.76077189105</c:v>
                </c:pt>
                <c:pt idx="567">
                  <c:v>1242.40111899573</c:v>
                </c:pt>
                <c:pt idx="568">
                  <c:v>1245.05955845751</c:v>
                </c:pt>
                <c:pt idx="569">
                  <c:v>1245.81490252957</c:v>
                </c:pt>
                <c:pt idx="570">
                  <c:v>1249.35857686054</c:v>
                </c:pt>
                <c:pt idx="571">
                  <c:v>1244.63040712345</c:v>
                </c:pt>
                <c:pt idx="572">
                  <c:v>1244.16894407191</c:v>
                </c:pt>
                <c:pt idx="573">
                  <c:v>1245.01414400697</c:v>
                </c:pt>
                <c:pt idx="574">
                  <c:v>1240.96745412752</c:v>
                </c:pt>
                <c:pt idx="575">
                  <c:v>1242.98252008375</c:v>
                </c:pt>
                <c:pt idx="576">
                  <c:v>1244.20865451431</c:v>
                </c:pt>
                <c:pt idx="577">
                  <c:v>1245.55285395982</c:v>
                </c:pt>
                <c:pt idx="578">
                  <c:v>1250.93147370033</c:v>
                </c:pt>
                <c:pt idx="579">
                  <c:v>1253.23472218272</c:v>
                </c:pt>
                <c:pt idx="580">
                  <c:v>1254.21266615017</c:v>
                </c:pt>
                <c:pt idx="581">
                  <c:v>1251.66149002179</c:v>
                </c:pt>
                <c:pt idx="582">
                  <c:v>1251.67817021828</c:v>
                </c:pt>
                <c:pt idx="583">
                  <c:v>1251.23010554379</c:v>
                </c:pt>
                <c:pt idx="584">
                  <c:v>1251.91669043165</c:v>
                </c:pt>
                <c:pt idx="585">
                  <c:v>1252.0301365475</c:v>
                </c:pt>
                <c:pt idx="586">
                  <c:v>1252.1850980098</c:v>
                </c:pt>
                <c:pt idx="587">
                  <c:v>1252.9676921585</c:v>
                </c:pt>
                <c:pt idx="588">
                  <c:v>1252.84767630464</c:v>
                </c:pt>
                <c:pt idx="589">
                  <c:v>1254.47742450444</c:v>
                </c:pt>
                <c:pt idx="590">
                  <c:v>1254.56830514437</c:v>
                </c:pt>
                <c:pt idx="591">
                  <c:v>1255.15041558142</c:v>
                </c:pt>
                <c:pt idx="592">
                  <c:v>1255.31964857232</c:v>
                </c:pt>
                <c:pt idx="593">
                  <c:v>1255.10326327048</c:v>
                </c:pt>
                <c:pt idx="594">
                  <c:v>1256.65507467562</c:v>
                </c:pt>
                <c:pt idx="595">
                  <c:v>1256.27898819491</c:v>
                </c:pt>
                <c:pt idx="596">
                  <c:v>1260.22851205043</c:v>
                </c:pt>
                <c:pt idx="597">
                  <c:v>1261.60311248258</c:v>
                </c:pt>
                <c:pt idx="598">
                  <c:v>1226.09344989428</c:v>
                </c:pt>
                <c:pt idx="599">
                  <c:v>1237.90674829562</c:v>
                </c:pt>
                <c:pt idx="600">
                  <c:v>1234.30783552259</c:v>
                </c:pt>
                <c:pt idx="601">
                  <c:v>1234.70510084711</c:v>
                </c:pt>
                <c:pt idx="602">
                  <c:v>1235.74212857658</c:v>
                </c:pt>
                <c:pt idx="603">
                  <c:v>1236.15944062494</c:v>
                </c:pt>
                <c:pt idx="604">
                  <c:v>1236.22734628468</c:v>
                </c:pt>
                <c:pt idx="605">
                  <c:v>1237.24373658709</c:v>
                </c:pt>
                <c:pt idx="606">
                  <c:v>1235.19051477077</c:v>
                </c:pt>
                <c:pt idx="607">
                  <c:v>1235.97209302614</c:v>
                </c:pt>
                <c:pt idx="608">
                  <c:v>1234.36256676515</c:v>
                </c:pt>
                <c:pt idx="609">
                  <c:v>1234.26402462061</c:v>
                </c:pt>
                <c:pt idx="610">
                  <c:v>1236.94095046192</c:v>
                </c:pt>
                <c:pt idx="611">
                  <c:v>1240.00511068745</c:v>
                </c:pt>
                <c:pt idx="612">
                  <c:v>1239.43132335873</c:v>
                </c:pt>
                <c:pt idx="613">
                  <c:v>1239.22631757495</c:v>
                </c:pt>
                <c:pt idx="614">
                  <c:v>1241.81305524999</c:v>
                </c:pt>
                <c:pt idx="615">
                  <c:v>1246.79078617945</c:v>
                </c:pt>
                <c:pt idx="616">
                  <c:v>1242.77728428497</c:v>
                </c:pt>
                <c:pt idx="617">
                  <c:v>1243.75847366591</c:v>
                </c:pt>
                <c:pt idx="618">
                  <c:v>1245.41243497421</c:v>
                </c:pt>
                <c:pt idx="619">
                  <c:v>1246.74114079119</c:v>
                </c:pt>
                <c:pt idx="620">
                  <c:v>1246.08974566802</c:v>
                </c:pt>
                <c:pt idx="621">
                  <c:v>1246.32296193284</c:v>
                </c:pt>
                <c:pt idx="622">
                  <c:v>1246.28006768439</c:v>
                </c:pt>
                <c:pt idx="623">
                  <c:v>1246.73046489384</c:v>
                </c:pt>
                <c:pt idx="624">
                  <c:v>1246.29329739473</c:v>
                </c:pt>
                <c:pt idx="625">
                  <c:v>1247.19755650325</c:v>
                </c:pt>
                <c:pt idx="626">
                  <c:v>1247.22060929749</c:v>
                </c:pt>
                <c:pt idx="627">
                  <c:v>1248.26636560909</c:v>
                </c:pt>
                <c:pt idx="628">
                  <c:v>1247.99395394381</c:v>
                </c:pt>
                <c:pt idx="629">
                  <c:v>1247.89058879176</c:v>
                </c:pt>
                <c:pt idx="630">
                  <c:v>1246.16382037358</c:v>
                </c:pt>
                <c:pt idx="631">
                  <c:v>1248.14810899988</c:v>
                </c:pt>
                <c:pt idx="632">
                  <c:v>1242.44634888209</c:v>
                </c:pt>
                <c:pt idx="633">
                  <c:v>1241.8259185805</c:v>
                </c:pt>
                <c:pt idx="634">
                  <c:v>1244.76385581048</c:v>
                </c:pt>
                <c:pt idx="635">
                  <c:v>1246.94919394614</c:v>
                </c:pt>
                <c:pt idx="636">
                  <c:v>1247.98636103289</c:v>
                </c:pt>
                <c:pt idx="637">
                  <c:v>1249.46537127124</c:v>
                </c:pt>
                <c:pt idx="638">
                  <c:v>1248.86421484233</c:v>
                </c:pt>
                <c:pt idx="639">
                  <c:v>1249.11241476697</c:v>
                </c:pt>
                <c:pt idx="640">
                  <c:v>1252.37886199525</c:v>
                </c:pt>
                <c:pt idx="641">
                  <c:v>1254.78080414324</c:v>
                </c:pt>
                <c:pt idx="642">
                  <c:v>1256.81757690571</c:v>
                </c:pt>
                <c:pt idx="643">
                  <c:v>1256.29696830088</c:v>
                </c:pt>
                <c:pt idx="644">
                  <c:v>1256.1462832766</c:v>
                </c:pt>
                <c:pt idx="645">
                  <c:v>1258.60650140366</c:v>
                </c:pt>
                <c:pt idx="646">
                  <c:v>1259.51196758629</c:v>
                </c:pt>
                <c:pt idx="647">
                  <c:v>1259.4287457137</c:v>
                </c:pt>
                <c:pt idx="648">
                  <c:v>1258.58667149579</c:v>
                </c:pt>
                <c:pt idx="649">
                  <c:v>1260.0347453311</c:v>
                </c:pt>
                <c:pt idx="650">
                  <c:v>1259.88204769876</c:v>
                </c:pt>
                <c:pt idx="651">
                  <c:v>1259.5341950502</c:v>
                </c:pt>
                <c:pt idx="652">
                  <c:v>1259.13863740065</c:v>
                </c:pt>
                <c:pt idx="653">
                  <c:v>1258.41441868545</c:v>
                </c:pt>
                <c:pt idx="654">
                  <c:v>1257.7060079844</c:v>
                </c:pt>
                <c:pt idx="655">
                  <c:v>1257.1437369992</c:v>
                </c:pt>
                <c:pt idx="656">
                  <c:v>1257.49181957585</c:v>
                </c:pt>
                <c:pt idx="657">
                  <c:v>1261.00363122915</c:v>
                </c:pt>
                <c:pt idx="658">
                  <c:v>1262.58414161892</c:v>
                </c:pt>
                <c:pt idx="659">
                  <c:v>1263.81812487129</c:v>
                </c:pt>
                <c:pt idx="660">
                  <c:v>1266.73765071736</c:v>
                </c:pt>
                <c:pt idx="661">
                  <c:v>1269.62872982702</c:v>
                </c:pt>
                <c:pt idx="662">
                  <c:v>1267.46585028937</c:v>
                </c:pt>
                <c:pt idx="663">
                  <c:v>1265.29113792533</c:v>
                </c:pt>
                <c:pt idx="664">
                  <c:v>1265.28228478466</c:v>
                </c:pt>
                <c:pt idx="665">
                  <c:v>1265.48590074166</c:v>
                </c:pt>
                <c:pt idx="666">
                  <c:v>1265.8980616016</c:v>
                </c:pt>
                <c:pt idx="667">
                  <c:v>1264.90103711776</c:v>
                </c:pt>
                <c:pt idx="668">
                  <c:v>1263.91166625396</c:v>
                </c:pt>
                <c:pt idx="669">
                  <c:v>1263.94997522912</c:v>
                </c:pt>
                <c:pt idx="670">
                  <c:v>1263.26804210733</c:v>
                </c:pt>
                <c:pt idx="671">
                  <c:v>1264.66483917506</c:v>
                </c:pt>
                <c:pt idx="672">
                  <c:v>1264.00102093658</c:v>
                </c:pt>
                <c:pt idx="673">
                  <c:v>1263.0777674116</c:v>
                </c:pt>
                <c:pt idx="674">
                  <c:v>1263.13720011726</c:v>
                </c:pt>
                <c:pt idx="675">
                  <c:v>1263.30600913238</c:v>
                </c:pt>
                <c:pt idx="676">
                  <c:v>1263.85258143229</c:v>
                </c:pt>
                <c:pt idx="677">
                  <c:v>1261.3272915524</c:v>
                </c:pt>
                <c:pt idx="678">
                  <c:v>1261.3337289089</c:v>
                </c:pt>
                <c:pt idx="679">
                  <c:v>1262.12577781333</c:v>
                </c:pt>
                <c:pt idx="680">
                  <c:v>1262.61676920878</c:v>
                </c:pt>
                <c:pt idx="681">
                  <c:v>1265.18681952264</c:v>
                </c:pt>
                <c:pt idx="682">
                  <c:v>1263.26583847324</c:v>
                </c:pt>
                <c:pt idx="683">
                  <c:v>1261.42336238152</c:v>
                </c:pt>
                <c:pt idx="684">
                  <c:v>1262.32527010332</c:v>
                </c:pt>
                <c:pt idx="685">
                  <c:v>1261.09233180031</c:v>
                </c:pt>
                <c:pt idx="686">
                  <c:v>1261.70399434205</c:v>
                </c:pt>
                <c:pt idx="687">
                  <c:v>1262.38536150369</c:v>
                </c:pt>
                <c:pt idx="688">
                  <c:v>1263.18195281465</c:v>
                </c:pt>
                <c:pt idx="689">
                  <c:v>1261.02172258798</c:v>
                </c:pt>
                <c:pt idx="690">
                  <c:v>1260.15406902578</c:v>
                </c:pt>
                <c:pt idx="691">
                  <c:v>1266.36116690806</c:v>
                </c:pt>
                <c:pt idx="692">
                  <c:v>1267.86893132681</c:v>
                </c:pt>
                <c:pt idx="693">
                  <c:v>1265.91950709961</c:v>
                </c:pt>
                <c:pt idx="694">
                  <c:v>1264.2352627474</c:v>
                </c:pt>
                <c:pt idx="695">
                  <c:v>1264.85478357774</c:v>
                </c:pt>
                <c:pt idx="696">
                  <c:v>1268.9292118376</c:v>
                </c:pt>
                <c:pt idx="697">
                  <c:v>1267.2539776673</c:v>
                </c:pt>
                <c:pt idx="698">
                  <c:v>1266.95458260964</c:v>
                </c:pt>
                <c:pt idx="699">
                  <c:v>1263.89432417152</c:v>
                </c:pt>
                <c:pt idx="700">
                  <c:v>1265.27679143972</c:v>
                </c:pt>
                <c:pt idx="701">
                  <c:v>1264.78987424942</c:v>
                </c:pt>
                <c:pt idx="702">
                  <c:v>1269.00025617631</c:v>
                </c:pt>
                <c:pt idx="703">
                  <c:v>1271.32937512423</c:v>
                </c:pt>
                <c:pt idx="704">
                  <c:v>1273.19847398974</c:v>
                </c:pt>
                <c:pt idx="705">
                  <c:v>1271.32577382704</c:v>
                </c:pt>
                <c:pt idx="706">
                  <c:v>1271.3770215316</c:v>
                </c:pt>
                <c:pt idx="707">
                  <c:v>1271.60883160142</c:v>
                </c:pt>
                <c:pt idx="708">
                  <c:v>1271.1966315404</c:v>
                </c:pt>
                <c:pt idx="709">
                  <c:v>1272.57436205667</c:v>
                </c:pt>
                <c:pt idx="710">
                  <c:v>1267.0806609985</c:v>
                </c:pt>
                <c:pt idx="711">
                  <c:v>1264.53685552516</c:v>
                </c:pt>
                <c:pt idx="712">
                  <c:v>1266.58161684705</c:v>
                </c:pt>
                <c:pt idx="713">
                  <c:v>1263.22907385357</c:v>
                </c:pt>
                <c:pt idx="714">
                  <c:v>1265.19475155003</c:v>
                </c:pt>
                <c:pt idx="715">
                  <c:v>1268.55706993351</c:v>
                </c:pt>
                <c:pt idx="716">
                  <c:v>1270.38518300152</c:v>
                </c:pt>
                <c:pt idx="717">
                  <c:v>1270.75307244543</c:v>
                </c:pt>
                <c:pt idx="718">
                  <c:v>1273.46917761694</c:v>
                </c:pt>
                <c:pt idx="719">
                  <c:v>1275.54321458831</c:v>
                </c:pt>
                <c:pt idx="720">
                  <c:v>1279.98889659</c:v>
                </c:pt>
                <c:pt idx="721">
                  <c:v>1283.32428472628</c:v>
                </c:pt>
                <c:pt idx="722">
                  <c:v>1286.41624742906</c:v>
                </c:pt>
                <c:pt idx="723">
                  <c:v>1290.67496472423</c:v>
                </c:pt>
                <c:pt idx="724">
                  <c:v>1292.89206771251</c:v>
                </c:pt>
                <c:pt idx="725">
                  <c:v>1292.43687917415</c:v>
                </c:pt>
                <c:pt idx="726">
                  <c:v>1291.12090089667</c:v>
                </c:pt>
                <c:pt idx="727">
                  <c:v>1291.73618647196</c:v>
                </c:pt>
                <c:pt idx="728">
                  <c:v>1291.89711996358</c:v>
                </c:pt>
                <c:pt idx="729">
                  <c:v>1291.72936386936</c:v>
                </c:pt>
                <c:pt idx="730">
                  <c:v>1292.00243955017</c:v>
                </c:pt>
                <c:pt idx="731">
                  <c:v>1293.52891112028</c:v>
                </c:pt>
                <c:pt idx="732">
                  <c:v>1293.91839583247</c:v>
                </c:pt>
                <c:pt idx="733">
                  <c:v>1293.21654135316</c:v>
                </c:pt>
                <c:pt idx="734">
                  <c:v>1294.32631046986</c:v>
                </c:pt>
                <c:pt idx="735">
                  <c:v>1293.76081688509</c:v>
                </c:pt>
                <c:pt idx="736">
                  <c:v>1294.9168100398</c:v>
                </c:pt>
                <c:pt idx="737">
                  <c:v>1294.23588405705</c:v>
                </c:pt>
                <c:pt idx="738">
                  <c:v>1295.94448897544</c:v>
                </c:pt>
                <c:pt idx="739">
                  <c:v>1293.94331386241</c:v>
                </c:pt>
                <c:pt idx="740">
                  <c:v>1296.37160392966</c:v>
                </c:pt>
                <c:pt idx="741">
                  <c:v>1301.15038217596</c:v>
                </c:pt>
                <c:pt idx="742">
                  <c:v>1303.17227756885</c:v>
                </c:pt>
                <c:pt idx="743">
                  <c:v>1310.90614940084</c:v>
                </c:pt>
                <c:pt idx="744">
                  <c:v>1278.26824571217</c:v>
                </c:pt>
                <c:pt idx="745">
                  <c:v>1286.96679873596</c:v>
                </c:pt>
                <c:pt idx="746">
                  <c:v>1286.88563180929</c:v>
                </c:pt>
                <c:pt idx="747">
                  <c:v>1288.58731480526</c:v>
                </c:pt>
                <c:pt idx="748">
                  <c:v>1287.77399216953</c:v>
                </c:pt>
                <c:pt idx="749">
                  <c:v>1289.63911382781</c:v>
                </c:pt>
                <c:pt idx="750">
                  <c:v>1289.96520723684</c:v>
                </c:pt>
                <c:pt idx="751">
                  <c:v>1289.98227967091</c:v>
                </c:pt>
                <c:pt idx="752">
                  <c:v>1289.84137836794</c:v>
                </c:pt>
                <c:pt idx="753">
                  <c:v>1288.29073206831</c:v>
                </c:pt>
                <c:pt idx="754">
                  <c:v>1287.85914984866</c:v>
                </c:pt>
                <c:pt idx="755">
                  <c:v>1289.03668871156</c:v>
                </c:pt>
                <c:pt idx="756">
                  <c:v>1289.54149724481</c:v>
                </c:pt>
                <c:pt idx="757">
                  <c:v>1290.09143760902</c:v>
                </c:pt>
                <c:pt idx="758">
                  <c:v>1290.51080869854</c:v>
                </c:pt>
                <c:pt idx="759">
                  <c:v>1292.87182153134</c:v>
                </c:pt>
                <c:pt idx="760">
                  <c:v>1294.14367392147</c:v>
                </c:pt>
                <c:pt idx="761">
                  <c:v>1295.98635291597</c:v>
                </c:pt>
                <c:pt idx="762">
                  <c:v>1289.36411471902</c:v>
                </c:pt>
                <c:pt idx="763">
                  <c:v>1287.48613538008</c:v>
                </c:pt>
                <c:pt idx="764">
                  <c:v>1287.70529112375</c:v>
                </c:pt>
                <c:pt idx="765">
                  <c:v>1287.51035375637</c:v>
                </c:pt>
                <c:pt idx="766">
                  <c:v>1287.49640783759</c:v>
                </c:pt>
                <c:pt idx="767">
                  <c:v>1288.08324768403</c:v>
                </c:pt>
                <c:pt idx="768">
                  <c:v>1287.23721580539</c:v>
                </c:pt>
                <c:pt idx="769">
                  <c:v>1287.40147232308</c:v>
                </c:pt>
                <c:pt idx="770">
                  <c:v>1288.33719206849</c:v>
                </c:pt>
                <c:pt idx="771">
                  <c:v>1287.50394011321</c:v>
                </c:pt>
                <c:pt idx="772">
                  <c:v>1288.17969390243</c:v>
                </c:pt>
                <c:pt idx="773">
                  <c:v>1288.76511281741</c:v>
                </c:pt>
                <c:pt idx="774">
                  <c:v>1288.64604170228</c:v>
                </c:pt>
                <c:pt idx="775">
                  <c:v>1287.68364084807</c:v>
                </c:pt>
                <c:pt idx="776">
                  <c:v>1287.66632898764</c:v>
                </c:pt>
                <c:pt idx="777">
                  <c:v>1287.54565859353</c:v>
                </c:pt>
                <c:pt idx="778">
                  <c:v>1286.04109262207</c:v>
                </c:pt>
                <c:pt idx="779">
                  <c:v>1289.21578611059</c:v>
                </c:pt>
                <c:pt idx="780">
                  <c:v>1288.19403202177</c:v>
                </c:pt>
                <c:pt idx="781">
                  <c:v>1288.28172647733</c:v>
                </c:pt>
                <c:pt idx="782">
                  <c:v>1287.78087082974</c:v>
                </c:pt>
                <c:pt idx="783">
                  <c:v>1288.49074165434</c:v>
                </c:pt>
                <c:pt idx="784">
                  <c:v>1288.41222232972</c:v>
                </c:pt>
                <c:pt idx="785">
                  <c:v>1289.02636800418</c:v>
                </c:pt>
                <c:pt idx="786">
                  <c:v>1289.00420915089</c:v>
                </c:pt>
                <c:pt idx="787">
                  <c:v>1290.53717834159</c:v>
                </c:pt>
                <c:pt idx="788">
                  <c:v>1290.93839528258</c:v>
                </c:pt>
                <c:pt idx="789">
                  <c:v>1291.01137011147</c:v>
                </c:pt>
                <c:pt idx="790">
                  <c:v>1291.26479110919</c:v>
                </c:pt>
                <c:pt idx="791">
                  <c:v>1291.62470388916</c:v>
                </c:pt>
                <c:pt idx="792">
                  <c:v>1292.05947531022</c:v>
                </c:pt>
                <c:pt idx="793">
                  <c:v>1291.86668945759</c:v>
                </c:pt>
                <c:pt idx="794">
                  <c:v>1293.27605799957</c:v>
                </c:pt>
                <c:pt idx="795">
                  <c:v>1294.41561158568</c:v>
                </c:pt>
                <c:pt idx="796">
                  <c:v>1294.86759528369</c:v>
                </c:pt>
                <c:pt idx="797">
                  <c:v>1296.13258220632</c:v>
                </c:pt>
                <c:pt idx="798">
                  <c:v>1299.53627573357</c:v>
                </c:pt>
                <c:pt idx="799">
                  <c:v>1302.3768803121</c:v>
                </c:pt>
                <c:pt idx="800">
                  <c:v>1305.07765675786</c:v>
                </c:pt>
                <c:pt idx="801">
                  <c:v>1307.22040939769</c:v>
                </c:pt>
                <c:pt idx="802">
                  <c:v>1307.92060194047</c:v>
                </c:pt>
                <c:pt idx="803">
                  <c:v>1308.05198891435</c:v>
                </c:pt>
                <c:pt idx="804">
                  <c:v>1310.10947295799</c:v>
                </c:pt>
                <c:pt idx="805">
                  <c:v>1312.19298061435</c:v>
                </c:pt>
                <c:pt idx="806">
                  <c:v>1312.15283307725</c:v>
                </c:pt>
                <c:pt idx="807">
                  <c:v>1310.82969666559</c:v>
                </c:pt>
                <c:pt idx="808">
                  <c:v>1310.03958360234</c:v>
                </c:pt>
                <c:pt idx="809">
                  <c:v>1309.35099933871</c:v>
                </c:pt>
                <c:pt idx="810">
                  <c:v>1309.95642362436</c:v>
                </c:pt>
                <c:pt idx="811">
                  <c:v>1311.14491716902</c:v>
                </c:pt>
                <c:pt idx="812">
                  <c:v>1312.95176791813</c:v>
                </c:pt>
                <c:pt idx="813">
                  <c:v>1314.40680857381</c:v>
                </c:pt>
                <c:pt idx="814">
                  <c:v>1315.29718248497</c:v>
                </c:pt>
                <c:pt idx="815">
                  <c:v>1314.52302328693</c:v>
                </c:pt>
                <c:pt idx="816">
                  <c:v>1311.87550786323</c:v>
                </c:pt>
                <c:pt idx="817">
                  <c:v>1309.75473875231</c:v>
                </c:pt>
                <c:pt idx="818">
                  <c:v>1310.53748938097</c:v>
                </c:pt>
                <c:pt idx="819">
                  <c:v>1308.72768540803</c:v>
                </c:pt>
                <c:pt idx="820">
                  <c:v>1310.15053792792</c:v>
                </c:pt>
                <c:pt idx="821">
                  <c:v>1311.51348178651</c:v>
                </c:pt>
                <c:pt idx="822">
                  <c:v>1310.87390807791</c:v>
                </c:pt>
                <c:pt idx="823">
                  <c:v>1310.72454093349</c:v>
                </c:pt>
                <c:pt idx="824">
                  <c:v>1311.34919502558</c:v>
                </c:pt>
                <c:pt idx="825">
                  <c:v>1312.13786067898</c:v>
                </c:pt>
                <c:pt idx="826">
                  <c:v>1310.8662758412</c:v>
                </c:pt>
                <c:pt idx="827">
                  <c:v>1309.65895346561</c:v>
                </c:pt>
                <c:pt idx="828">
                  <c:v>1309.15375435812</c:v>
                </c:pt>
                <c:pt idx="829">
                  <c:v>1309.89899598684</c:v>
                </c:pt>
                <c:pt idx="830">
                  <c:v>1309.68465409169</c:v>
                </c:pt>
                <c:pt idx="831">
                  <c:v>1308.82356290754</c:v>
                </c:pt>
                <c:pt idx="832">
                  <c:v>1307.96814174434</c:v>
                </c:pt>
                <c:pt idx="833">
                  <c:v>1308.39826436331</c:v>
                </c:pt>
                <c:pt idx="834">
                  <c:v>1311.57042475644</c:v>
                </c:pt>
                <c:pt idx="835">
                  <c:v>1312.03504271803</c:v>
                </c:pt>
                <c:pt idx="836">
                  <c:v>1311.13164460074</c:v>
                </c:pt>
                <c:pt idx="837">
                  <c:v>1310.04067047905</c:v>
                </c:pt>
                <c:pt idx="838">
                  <c:v>1310.60164354771</c:v>
                </c:pt>
                <c:pt idx="839">
                  <c:v>1313.37015985847</c:v>
                </c:pt>
                <c:pt idx="840">
                  <c:v>1315.19907060377</c:v>
                </c:pt>
                <c:pt idx="841">
                  <c:v>1318.82693257489</c:v>
                </c:pt>
                <c:pt idx="842">
                  <c:v>1317.86647193538</c:v>
                </c:pt>
                <c:pt idx="843">
                  <c:v>1319.7327715889</c:v>
                </c:pt>
                <c:pt idx="844">
                  <c:v>1321.0170994514</c:v>
                </c:pt>
                <c:pt idx="845">
                  <c:v>1320.25188006075</c:v>
                </c:pt>
                <c:pt idx="846">
                  <c:v>1320.45503103708</c:v>
                </c:pt>
                <c:pt idx="847">
                  <c:v>1319.58448725641</c:v>
                </c:pt>
                <c:pt idx="848">
                  <c:v>1317.69680187546</c:v>
                </c:pt>
                <c:pt idx="849">
                  <c:v>1319.22193126635</c:v>
                </c:pt>
                <c:pt idx="850">
                  <c:v>1318.87456416709</c:v>
                </c:pt>
                <c:pt idx="851">
                  <c:v>1318.99982204612</c:v>
                </c:pt>
                <c:pt idx="852">
                  <c:v>1319.40656293518</c:v>
                </c:pt>
                <c:pt idx="853">
                  <c:v>1321.36861334477</c:v>
                </c:pt>
                <c:pt idx="854">
                  <c:v>1322.69574751734</c:v>
                </c:pt>
                <c:pt idx="855">
                  <c:v>1321.80083113036</c:v>
                </c:pt>
                <c:pt idx="856">
                  <c:v>1321.33434613703</c:v>
                </c:pt>
                <c:pt idx="857">
                  <c:v>1320.68343602628</c:v>
                </c:pt>
                <c:pt idx="858">
                  <c:v>1321.52475419138</c:v>
                </c:pt>
                <c:pt idx="859">
                  <c:v>1323.66620710139</c:v>
                </c:pt>
                <c:pt idx="860">
                  <c:v>1323.46900193049</c:v>
                </c:pt>
                <c:pt idx="861">
                  <c:v>1326.4134555639</c:v>
                </c:pt>
                <c:pt idx="862">
                  <c:v>1327.33065454915</c:v>
                </c:pt>
                <c:pt idx="863">
                  <c:v>1327.06708811258</c:v>
                </c:pt>
                <c:pt idx="864">
                  <c:v>1328.07896430677</c:v>
                </c:pt>
                <c:pt idx="865">
                  <c:v>1328.80645535898</c:v>
                </c:pt>
                <c:pt idx="866">
                  <c:v>1327.74220676016</c:v>
                </c:pt>
                <c:pt idx="867">
                  <c:v>1328.77997380736</c:v>
                </c:pt>
                <c:pt idx="868">
                  <c:v>1328.56764232185</c:v>
                </c:pt>
                <c:pt idx="869">
                  <c:v>1329.4489464877</c:v>
                </c:pt>
                <c:pt idx="870">
                  <c:v>1329.34166375644</c:v>
                </c:pt>
                <c:pt idx="871">
                  <c:v>1329.60670754135</c:v>
                </c:pt>
                <c:pt idx="872">
                  <c:v>1325.34728884104</c:v>
                </c:pt>
                <c:pt idx="873">
                  <c:v>1321.08048049366</c:v>
                </c:pt>
                <c:pt idx="874">
                  <c:v>1322.4059069102</c:v>
                </c:pt>
                <c:pt idx="875">
                  <c:v>1321.00952660356</c:v>
                </c:pt>
                <c:pt idx="876">
                  <c:v>1322.71310710924</c:v>
                </c:pt>
                <c:pt idx="877">
                  <c:v>1321.97603890166</c:v>
                </c:pt>
                <c:pt idx="878">
                  <c:v>1321.51596601161</c:v>
                </c:pt>
                <c:pt idx="879">
                  <c:v>1320.98139107677</c:v>
                </c:pt>
                <c:pt idx="880">
                  <c:v>1320.89362888671</c:v>
                </c:pt>
                <c:pt idx="881">
                  <c:v>1323.74561833014</c:v>
                </c:pt>
                <c:pt idx="882">
                  <c:v>1320.95484938651</c:v>
                </c:pt>
                <c:pt idx="883">
                  <c:v>1319.36687246057</c:v>
                </c:pt>
                <c:pt idx="884">
                  <c:v>1319.29098838289</c:v>
                </c:pt>
                <c:pt idx="885">
                  <c:v>1319.11960019149</c:v>
                </c:pt>
                <c:pt idx="886">
                  <c:v>1319.23578451916</c:v>
                </c:pt>
                <c:pt idx="887">
                  <c:v>1318.66645227542</c:v>
                </c:pt>
                <c:pt idx="888">
                  <c:v>1317.92693060544</c:v>
                </c:pt>
                <c:pt idx="889">
                  <c:v>1318.11622239348</c:v>
                </c:pt>
                <c:pt idx="890">
                  <c:v>1317.33460591056</c:v>
                </c:pt>
                <c:pt idx="891">
                  <c:v>1318.29711064878</c:v>
                </c:pt>
                <c:pt idx="892">
                  <c:v>1317.94285491427</c:v>
                </c:pt>
                <c:pt idx="893">
                  <c:v>1307.34705676119</c:v>
                </c:pt>
                <c:pt idx="894">
                  <c:v>1310.3282778768</c:v>
                </c:pt>
                <c:pt idx="895">
                  <c:v>1313.23981342754</c:v>
                </c:pt>
                <c:pt idx="896">
                  <c:v>1315.23962981105</c:v>
                </c:pt>
                <c:pt idx="897">
                  <c:v>1317.4404679503</c:v>
                </c:pt>
                <c:pt idx="898">
                  <c:v>1320.30778176762</c:v>
                </c:pt>
                <c:pt idx="899">
                  <c:v>1319.9076556425</c:v>
                </c:pt>
                <c:pt idx="900">
                  <c:v>1320.06841405177</c:v>
                </c:pt>
                <c:pt idx="901">
                  <c:v>1318.46672035976</c:v>
                </c:pt>
                <c:pt idx="902">
                  <c:v>1319.19340474312</c:v>
                </c:pt>
                <c:pt idx="903">
                  <c:v>1322.14071698094</c:v>
                </c:pt>
                <c:pt idx="904">
                  <c:v>1323.29088568008</c:v>
                </c:pt>
                <c:pt idx="905">
                  <c:v>1322.57981958773</c:v>
                </c:pt>
                <c:pt idx="906">
                  <c:v>1322.97293528787</c:v>
                </c:pt>
                <c:pt idx="907">
                  <c:v>1322.42821341912</c:v>
                </c:pt>
                <c:pt idx="908">
                  <c:v>1323.02460136289</c:v>
                </c:pt>
                <c:pt idx="909">
                  <c:v>1322.97280276398</c:v>
                </c:pt>
                <c:pt idx="910">
                  <c:v>1322.61692500396</c:v>
                </c:pt>
                <c:pt idx="911">
                  <c:v>1321.794689092</c:v>
                </c:pt>
                <c:pt idx="912">
                  <c:v>1322.7509735722</c:v>
                </c:pt>
                <c:pt idx="913">
                  <c:v>1322.76793242149</c:v>
                </c:pt>
                <c:pt idx="914">
                  <c:v>1322.58321947695</c:v>
                </c:pt>
                <c:pt idx="915">
                  <c:v>1322.37718766455</c:v>
                </c:pt>
                <c:pt idx="916">
                  <c:v>1322.42053588945</c:v>
                </c:pt>
                <c:pt idx="917">
                  <c:v>1327.83746348121</c:v>
                </c:pt>
                <c:pt idx="918">
                  <c:v>1328.57541555614</c:v>
                </c:pt>
                <c:pt idx="919">
                  <c:v>1329.75502610553</c:v>
                </c:pt>
                <c:pt idx="920">
                  <c:v>1331.91745231836</c:v>
                </c:pt>
                <c:pt idx="921">
                  <c:v>1331.00985523889</c:v>
                </c:pt>
                <c:pt idx="922">
                  <c:v>1330.44678396182</c:v>
                </c:pt>
                <c:pt idx="923">
                  <c:v>1331.42972914903</c:v>
                </c:pt>
                <c:pt idx="924">
                  <c:v>1331.29811823666</c:v>
                </c:pt>
                <c:pt idx="925">
                  <c:v>1330.50012928461</c:v>
                </c:pt>
                <c:pt idx="926">
                  <c:v>1330.47512491739</c:v>
                </c:pt>
                <c:pt idx="927">
                  <c:v>1329.76202481815</c:v>
                </c:pt>
                <c:pt idx="928">
                  <c:v>1330.98068274696</c:v>
                </c:pt>
                <c:pt idx="929">
                  <c:v>1332.57128591211</c:v>
                </c:pt>
                <c:pt idx="930">
                  <c:v>1333.34143217683</c:v>
                </c:pt>
                <c:pt idx="931">
                  <c:v>1334.04132615561</c:v>
                </c:pt>
                <c:pt idx="932">
                  <c:v>1334.99408881033</c:v>
                </c:pt>
                <c:pt idx="933">
                  <c:v>1335.48256443939</c:v>
                </c:pt>
                <c:pt idx="934">
                  <c:v>1335.74616209366</c:v>
                </c:pt>
                <c:pt idx="935">
                  <c:v>1336.46920914364</c:v>
                </c:pt>
                <c:pt idx="936">
                  <c:v>1337.96285577029</c:v>
                </c:pt>
                <c:pt idx="937">
                  <c:v>1339.09575421507</c:v>
                </c:pt>
                <c:pt idx="938">
                  <c:v>1339.30115858436</c:v>
                </c:pt>
                <c:pt idx="939">
                  <c:v>1339.89577139952</c:v>
                </c:pt>
                <c:pt idx="940">
                  <c:v>1341.31221541429</c:v>
                </c:pt>
                <c:pt idx="941">
                  <c:v>1339.62505663096</c:v>
                </c:pt>
                <c:pt idx="942">
                  <c:v>1341.76421224985</c:v>
                </c:pt>
                <c:pt idx="943">
                  <c:v>1342.44705623599</c:v>
                </c:pt>
                <c:pt idx="944">
                  <c:v>1343.23377621385</c:v>
                </c:pt>
                <c:pt idx="945">
                  <c:v>1343.52371948675</c:v>
                </c:pt>
                <c:pt idx="946">
                  <c:v>1343.48034417373</c:v>
                </c:pt>
                <c:pt idx="947">
                  <c:v>1343.82458178308</c:v>
                </c:pt>
                <c:pt idx="948">
                  <c:v>1343.86043120119</c:v>
                </c:pt>
                <c:pt idx="949">
                  <c:v>1343.04302734731</c:v>
                </c:pt>
                <c:pt idx="950">
                  <c:v>1342.9502531016</c:v>
                </c:pt>
                <c:pt idx="951">
                  <c:v>1342.56487415701</c:v>
                </c:pt>
                <c:pt idx="952">
                  <c:v>1341.61227315069</c:v>
                </c:pt>
                <c:pt idx="953">
                  <c:v>1342.03301225849</c:v>
                </c:pt>
                <c:pt idx="954">
                  <c:v>1341.93899205869</c:v>
                </c:pt>
                <c:pt idx="955">
                  <c:v>1342.68671521997</c:v>
                </c:pt>
                <c:pt idx="956">
                  <c:v>1341.34322502935</c:v>
                </c:pt>
                <c:pt idx="957">
                  <c:v>1340.76465289474</c:v>
                </c:pt>
                <c:pt idx="958">
                  <c:v>1338.38508404281</c:v>
                </c:pt>
                <c:pt idx="959">
                  <c:v>1339.77692789525</c:v>
                </c:pt>
                <c:pt idx="960">
                  <c:v>1338.25322506922</c:v>
                </c:pt>
                <c:pt idx="961">
                  <c:v>1339.16866443736</c:v>
                </c:pt>
                <c:pt idx="962">
                  <c:v>1334.88272323789</c:v>
                </c:pt>
                <c:pt idx="963">
                  <c:v>1336.21890747921</c:v>
                </c:pt>
                <c:pt idx="964">
                  <c:v>1335.89466379345</c:v>
                </c:pt>
                <c:pt idx="965">
                  <c:v>1336.15674049783</c:v>
                </c:pt>
                <c:pt idx="966">
                  <c:v>1335.87443463919</c:v>
                </c:pt>
                <c:pt idx="967">
                  <c:v>1335.93735497669</c:v>
                </c:pt>
                <c:pt idx="968">
                  <c:v>1335.83698072224</c:v>
                </c:pt>
                <c:pt idx="969">
                  <c:v>1334.80430569774</c:v>
                </c:pt>
                <c:pt idx="970">
                  <c:v>1336.9280416621</c:v>
                </c:pt>
                <c:pt idx="971">
                  <c:v>1337.04727811102</c:v>
                </c:pt>
                <c:pt idx="972">
                  <c:v>1338.37797332193</c:v>
                </c:pt>
                <c:pt idx="973">
                  <c:v>1337.46022318969</c:v>
                </c:pt>
                <c:pt idx="974">
                  <c:v>1337.85116474778</c:v>
                </c:pt>
                <c:pt idx="975">
                  <c:v>1337.87753790944</c:v>
                </c:pt>
                <c:pt idx="976">
                  <c:v>1340.0701791424</c:v>
                </c:pt>
                <c:pt idx="977">
                  <c:v>1339.79482408728</c:v>
                </c:pt>
                <c:pt idx="978">
                  <c:v>1340.76176464644</c:v>
                </c:pt>
                <c:pt idx="979">
                  <c:v>1337.89196168906</c:v>
                </c:pt>
                <c:pt idx="980">
                  <c:v>1337.41259423953</c:v>
                </c:pt>
                <c:pt idx="981">
                  <c:v>1331.97995316121</c:v>
                </c:pt>
                <c:pt idx="982">
                  <c:v>1337.30279625015</c:v>
                </c:pt>
                <c:pt idx="983">
                  <c:v>1338.1611826252</c:v>
                </c:pt>
                <c:pt idx="984">
                  <c:v>1338.14482190736</c:v>
                </c:pt>
                <c:pt idx="985">
                  <c:v>1340.46177183191</c:v>
                </c:pt>
                <c:pt idx="986">
                  <c:v>1342.51451170606</c:v>
                </c:pt>
                <c:pt idx="987">
                  <c:v>1342.53371511389</c:v>
                </c:pt>
                <c:pt idx="988">
                  <c:v>1341.52467509522</c:v>
                </c:pt>
                <c:pt idx="989">
                  <c:v>1333.90111016782</c:v>
                </c:pt>
                <c:pt idx="990">
                  <c:v>1336.50977720034</c:v>
                </c:pt>
                <c:pt idx="991">
                  <c:v>1333.92846614946</c:v>
                </c:pt>
                <c:pt idx="992">
                  <c:v>1336.34850927736</c:v>
                </c:pt>
                <c:pt idx="993">
                  <c:v>1336.93103898801</c:v>
                </c:pt>
                <c:pt idx="994">
                  <c:v>1340.37027499122</c:v>
                </c:pt>
                <c:pt idx="995">
                  <c:v>1341.84115976634</c:v>
                </c:pt>
                <c:pt idx="996">
                  <c:v>1340.05683671404</c:v>
                </c:pt>
                <c:pt idx="997">
                  <c:v>1339.57365826177</c:v>
                </c:pt>
                <c:pt idx="998">
                  <c:v>1335.15255322153</c:v>
                </c:pt>
                <c:pt idx="999">
                  <c:v>1334.92049736503</c:v>
                </c:pt>
                <c:pt idx="1000">
                  <c:v>1328.72589227194</c:v>
                </c:pt>
                <c:pt idx="1001">
                  <c:v>1330.09552483814</c:v>
                </c:pt>
                <c:pt idx="1002">
                  <c:v>1348.50153136534</c:v>
                </c:pt>
                <c:pt idx="1003">
                  <c:v>1354.25714841331</c:v>
                </c:pt>
                <c:pt idx="1004">
                  <c:v>1354.56805294077</c:v>
                </c:pt>
                <c:pt idx="1005">
                  <c:v>1370.51104889951</c:v>
                </c:pt>
                <c:pt idx="1006">
                  <c:v>1372.17814358386</c:v>
                </c:pt>
                <c:pt idx="1007">
                  <c:v>1366.21681995131</c:v>
                </c:pt>
                <c:pt idx="1008">
                  <c:v>1366.56778435095</c:v>
                </c:pt>
                <c:pt idx="1009">
                  <c:v>1366.06236550263</c:v>
                </c:pt>
                <c:pt idx="1010">
                  <c:v>1366.56437334891</c:v>
                </c:pt>
                <c:pt idx="1011">
                  <c:v>1368.61516668825</c:v>
                </c:pt>
                <c:pt idx="1012">
                  <c:v>1366.05716507097</c:v>
                </c:pt>
                <c:pt idx="1013">
                  <c:v>1369.41830471619</c:v>
                </c:pt>
                <c:pt idx="1014">
                  <c:v>1370.1844300314</c:v>
                </c:pt>
                <c:pt idx="1015">
                  <c:v>1372.62488963493</c:v>
                </c:pt>
                <c:pt idx="1016">
                  <c:v>1376.50440497668</c:v>
                </c:pt>
                <c:pt idx="1017">
                  <c:v>1378.24783570963</c:v>
                </c:pt>
                <c:pt idx="1018">
                  <c:v>1380.80380272161</c:v>
                </c:pt>
                <c:pt idx="1019">
                  <c:v>1384.43570509722</c:v>
                </c:pt>
                <c:pt idx="1020">
                  <c:v>1387.20961523775</c:v>
                </c:pt>
                <c:pt idx="1021">
                  <c:v>1385.93199148085</c:v>
                </c:pt>
                <c:pt idx="1022">
                  <c:v>1385.8672317012</c:v>
                </c:pt>
                <c:pt idx="1023">
                  <c:v>1389.7119413719</c:v>
                </c:pt>
                <c:pt idx="1024">
                  <c:v>1392.31288930929</c:v>
                </c:pt>
                <c:pt idx="1025">
                  <c:v>1392.79681332145</c:v>
                </c:pt>
                <c:pt idx="1026">
                  <c:v>1392.79704867376</c:v>
                </c:pt>
                <c:pt idx="1027">
                  <c:v>1393.19403029546</c:v>
                </c:pt>
                <c:pt idx="1028">
                  <c:v>1392.86165037115</c:v>
                </c:pt>
                <c:pt idx="1029">
                  <c:v>1390.49562627286</c:v>
                </c:pt>
                <c:pt idx="1030">
                  <c:v>1391.79567482598</c:v>
                </c:pt>
                <c:pt idx="1031">
                  <c:v>1392.89921121818</c:v>
                </c:pt>
                <c:pt idx="1032">
                  <c:v>1391.91352123405</c:v>
                </c:pt>
                <c:pt idx="1033">
                  <c:v>1391.35637790469</c:v>
                </c:pt>
                <c:pt idx="1034">
                  <c:v>1393.47609133995</c:v>
                </c:pt>
                <c:pt idx="1035">
                  <c:v>1392.04829888888</c:v>
                </c:pt>
                <c:pt idx="1036">
                  <c:v>1392.2375180815</c:v>
                </c:pt>
                <c:pt idx="1037">
                  <c:v>1393.15142425132</c:v>
                </c:pt>
                <c:pt idx="1038">
                  <c:v>1393.48649396305</c:v>
                </c:pt>
                <c:pt idx="1039">
                  <c:v>1393.82291740483</c:v>
                </c:pt>
                <c:pt idx="1040">
                  <c:v>1393.99464434582</c:v>
                </c:pt>
                <c:pt idx="1041">
                  <c:v>1394.34110935494</c:v>
                </c:pt>
                <c:pt idx="1042">
                  <c:v>1393.91746084389</c:v>
                </c:pt>
                <c:pt idx="1043">
                  <c:v>1392.82756415871</c:v>
                </c:pt>
                <c:pt idx="1044">
                  <c:v>1389.2373301154</c:v>
                </c:pt>
                <c:pt idx="1045">
                  <c:v>1392.97360707407</c:v>
                </c:pt>
                <c:pt idx="1046">
                  <c:v>1390.97187694225</c:v>
                </c:pt>
                <c:pt idx="1047">
                  <c:v>1390.78695386122</c:v>
                </c:pt>
                <c:pt idx="1048">
                  <c:v>1391.08718868826</c:v>
                </c:pt>
                <c:pt idx="1049">
                  <c:v>1390.86604308973</c:v>
                </c:pt>
                <c:pt idx="1050">
                  <c:v>1391.17269491207</c:v>
                </c:pt>
                <c:pt idx="1051">
                  <c:v>1392.29560045734</c:v>
                </c:pt>
                <c:pt idx="1052">
                  <c:v>1392.59297664992</c:v>
                </c:pt>
                <c:pt idx="1053">
                  <c:v>1387.43676612342</c:v>
                </c:pt>
                <c:pt idx="1054">
                  <c:v>1389.99093420258</c:v>
                </c:pt>
                <c:pt idx="1055">
                  <c:v>1390.82980086666</c:v>
                </c:pt>
                <c:pt idx="1056">
                  <c:v>1393.3092891894</c:v>
                </c:pt>
                <c:pt idx="1057">
                  <c:v>1394.23751845005</c:v>
                </c:pt>
                <c:pt idx="1058">
                  <c:v>1397.13663056048</c:v>
                </c:pt>
                <c:pt idx="1059">
                  <c:v>1397.19173676669</c:v>
                </c:pt>
                <c:pt idx="1060">
                  <c:v>1397.8832962704</c:v>
                </c:pt>
                <c:pt idx="1061">
                  <c:v>1398.60073213555</c:v>
                </c:pt>
                <c:pt idx="1062">
                  <c:v>1399.51869058629</c:v>
                </c:pt>
                <c:pt idx="1063">
                  <c:v>1402.03819451208</c:v>
                </c:pt>
                <c:pt idx="1064">
                  <c:v>1405.60750144886</c:v>
                </c:pt>
                <c:pt idx="1065">
                  <c:v>1404.73841767661</c:v>
                </c:pt>
                <c:pt idx="1066">
                  <c:v>1404.84288628412</c:v>
                </c:pt>
                <c:pt idx="1067">
                  <c:v>1405.07202221602</c:v>
                </c:pt>
                <c:pt idx="1068">
                  <c:v>1404.4136923076</c:v>
                </c:pt>
                <c:pt idx="1069">
                  <c:v>1403.09779198863</c:v>
                </c:pt>
                <c:pt idx="1070">
                  <c:v>1405.01832254874</c:v>
                </c:pt>
                <c:pt idx="1071">
                  <c:v>1405.73648000215</c:v>
                </c:pt>
                <c:pt idx="1072">
                  <c:v>1406.39106434854</c:v>
                </c:pt>
                <c:pt idx="1073">
                  <c:v>1405.69730065252</c:v>
                </c:pt>
                <c:pt idx="1074">
                  <c:v>1405.23496663266</c:v>
                </c:pt>
                <c:pt idx="1075">
                  <c:v>1406.84154573243</c:v>
                </c:pt>
                <c:pt idx="1076">
                  <c:v>1408.53245234377</c:v>
                </c:pt>
                <c:pt idx="1077">
                  <c:v>1408.01954869425</c:v>
                </c:pt>
                <c:pt idx="1078">
                  <c:v>1406.76616015393</c:v>
                </c:pt>
                <c:pt idx="1079">
                  <c:v>1404.89709322139</c:v>
                </c:pt>
                <c:pt idx="1080">
                  <c:v>1405.86399330236</c:v>
                </c:pt>
                <c:pt idx="1081">
                  <c:v>1407.30938553731</c:v>
                </c:pt>
                <c:pt idx="1082">
                  <c:v>1407.82225163998</c:v>
                </c:pt>
                <c:pt idx="1083">
                  <c:v>1408.14782235328</c:v>
                </c:pt>
                <c:pt idx="1084">
                  <c:v>1409.48746761664</c:v>
                </c:pt>
                <c:pt idx="1085">
                  <c:v>1410.97752531391</c:v>
                </c:pt>
                <c:pt idx="1086">
                  <c:v>1411.79851738149</c:v>
                </c:pt>
                <c:pt idx="1087">
                  <c:v>1411.36722831478</c:v>
                </c:pt>
                <c:pt idx="1088">
                  <c:v>1411.55261966945</c:v>
                </c:pt>
                <c:pt idx="1089">
                  <c:v>1411.68409591087</c:v>
                </c:pt>
                <c:pt idx="1090">
                  <c:v>1411.01287129645</c:v>
                </c:pt>
                <c:pt idx="1091">
                  <c:v>1411.31251351946</c:v>
                </c:pt>
                <c:pt idx="1092">
                  <c:v>1411.3142957091</c:v>
                </c:pt>
                <c:pt idx="1093">
                  <c:v>1412.00641876108</c:v>
                </c:pt>
                <c:pt idx="1094">
                  <c:v>1412.91998607016</c:v>
                </c:pt>
                <c:pt idx="1095">
                  <c:v>1414.16558945125</c:v>
                </c:pt>
                <c:pt idx="1096">
                  <c:v>1414.5407625142</c:v>
                </c:pt>
                <c:pt idx="1097">
                  <c:v>1414.10607329912</c:v>
                </c:pt>
                <c:pt idx="1098">
                  <c:v>1410.99461960244</c:v>
                </c:pt>
                <c:pt idx="1099">
                  <c:v>1410.71176816553</c:v>
                </c:pt>
                <c:pt idx="1100">
                  <c:v>1410.84099569068</c:v>
                </c:pt>
                <c:pt idx="1101">
                  <c:v>1411.23472080077</c:v>
                </c:pt>
                <c:pt idx="1102">
                  <c:v>1411.31267969072</c:v>
                </c:pt>
                <c:pt idx="1103">
                  <c:v>1414.02964715175</c:v>
                </c:pt>
                <c:pt idx="1104">
                  <c:v>1417.56898692742</c:v>
                </c:pt>
                <c:pt idx="1105">
                  <c:v>1421.18628116577</c:v>
                </c:pt>
                <c:pt idx="1106">
                  <c:v>1422.10720241598</c:v>
                </c:pt>
                <c:pt idx="1107">
                  <c:v>1419.11172774617</c:v>
                </c:pt>
                <c:pt idx="1108">
                  <c:v>1420.58649379154</c:v>
                </c:pt>
                <c:pt idx="1109">
                  <c:v>1420.52062902652</c:v>
                </c:pt>
                <c:pt idx="1110">
                  <c:v>1419.10103360603</c:v>
                </c:pt>
                <c:pt idx="1111">
                  <c:v>1417.91507727646</c:v>
                </c:pt>
                <c:pt idx="1112">
                  <c:v>1417.75311013941</c:v>
                </c:pt>
                <c:pt idx="1113">
                  <c:v>1418.24236889302</c:v>
                </c:pt>
                <c:pt idx="1114">
                  <c:v>1418.73861809699</c:v>
                </c:pt>
                <c:pt idx="1115">
                  <c:v>1417.33681234278</c:v>
                </c:pt>
                <c:pt idx="1116">
                  <c:v>1419.86836872847</c:v>
                </c:pt>
                <c:pt idx="1117">
                  <c:v>1419.13483907611</c:v>
                </c:pt>
                <c:pt idx="1118">
                  <c:v>1417.72022783418</c:v>
                </c:pt>
                <c:pt idx="1119">
                  <c:v>1414.47236188414</c:v>
                </c:pt>
                <c:pt idx="1120">
                  <c:v>1415.85259121437</c:v>
                </c:pt>
                <c:pt idx="1121">
                  <c:v>1417.65139277864</c:v>
                </c:pt>
                <c:pt idx="1122">
                  <c:v>1417.79633083976</c:v>
                </c:pt>
                <c:pt idx="1123">
                  <c:v>1418.65377882648</c:v>
                </c:pt>
                <c:pt idx="1124">
                  <c:v>1419.27894144021</c:v>
                </c:pt>
                <c:pt idx="1125">
                  <c:v>1420.18412649661</c:v>
                </c:pt>
                <c:pt idx="1126">
                  <c:v>1420.00637733508</c:v>
                </c:pt>
                <c:pt idx="1127">
                  <c:v>1420.94663689513</c:v>
                </c:pt>
                <c:pt idx="1128">
                  <c:v>1421.59255425519</c:v>
                </c:pt>
                <c:pt idx="1129">
                  <c:v>1421.93642218609</c:v>
                </c:pt>
                <c:pt idx="1130">
                  <c:v>1421.33704072567</c:v>
                </c:pt>
                <c:pt idx="1131">
                  <c:v>1421.46022177029</c:v>
                </c:pt>
                <c:pt idx="1132">
                  <c:v>1421.37810083694</c:v>
                </c:pt>
                <c:pt idx="1133">
                  <c:v>1422.19159804331</c:v>
                </c:pt>
                <c:pt idx="1134">
                  <c:v>1422.22850313901</c:v>
                </c:pt>
                <c:pt idx="1135">
                  <c:v>1422.07431350306</c:v>
                </c:pt>
                <c:pt idx="1136">
                  <c:v>1421.75880865773</c:v>
                </c:pt>
                <c:pt idx="1137">
                  <c:v>1420.77749071417</c:v>
                </c:pt>
                <c:pt idx="1138">
                  <c:v>1419.48146489537</c:v>
                </c:pt>
                <c:pt idx="1139">
                  <c:v>1412.15342750045</c:v>
                </c:pt>
                <c:pt idx="1140">
                  <c:v>1413.46890598014</c:v>
                </c:pt>
                <c:pt idx="1141">
                  <c:v>1412.08572764235</c:v>
                </c:pt>
                <c:pt idx="1142">
                  <c:v>1412.664510266</c:v>
                </c:pt>
                <c:pt idx="1143">
                  <c:v>1411.7211919457</c:v>
                </c:pt>
                <c:pt idx="1144">
                  <c:v>1409.26871318653</c:v>
                </c:pt>
                <c:pt idx="1145">
                  <c:v>1409.44055551551</c:v>
                </c:pt>
                <c:pt idx="1146">
                  <c:v>1410.22906200928</c:v>
                </c:pt>
                <c:pt idx="1147">
                  <c:v>1411.77223613109</c:v>
                </c:pt>
                <c:pt idx="1148">
                  <c:v>1413.09019601402</c:v>
                </c:pt>
                <c:pt idx="1149">
                  <c:v>1413.69849511099</c:v>
                </c:pt>
                <c:pt idx="1150">
                  <c:v>1415.41872320529</c:v>
                </c:pt>
                <c:pt idx="1151">
                  <c:v>1416.0049945897</c:v>
                </c:pt>
                <c:pt idx="1152">
                  <c:v>1416.54795815611</c:v>
                </c:pt>
                <c:pt idx="1153">
                  <c:v>1410.24354345344</c:v>
                </c:pt>
                <c:pt idx="1154">
                  <c:v>1396.90366707454</c:v>
                </c:pt>
                <c:pt idx="1155">
                  <c:v>1397.56778613577</c:v>
                </c:pt>
                <c:pt idx="1156">
                  <c:v>1413.40936429472</c:v>
                </c:pt>
                <c:pt idx="1157">
                  <c:v>1424.10171278321</c:v>
                </c:pt>
                <c:pt idx="1158">
                  <c:v>1416.17313282921</c:v>
                </c:pt>
                <c:pt idx="1159">
                  <c:v>1420.25227137277</c:v>
                </c:pt>
                <c:pt idx="1160">
                  <c:v>1431.96767881154</c:v>
                </c:pt>
                <c:pt idx="1161">
                  <c:v>1434.17886032133</c:v>
                </c:pt>
                <c:pt idx="1162">
                  <c:v>1444.70078516319</c:v>
                </c:pt>
                <c:pt idx="1163">
                  <c:v>1444.46699336523</c:v>
                </c:pt>
                <c:pt idx="1164">
                  <c:v>1446.52460670312</c:v>
                </c:pt>
                <c:pt idx="1165">
                  <c:v>1443.16696900586</c:v>
                </c:pt>
                <c:pt idx="1166">
                  <c:v>1436.58767523203</c:v>
                </c:pt>
                <c:pt idx="1167">
                  <c:v>1440.83969957626</c:v>
                </c:pt>
                <c:pt idx="1168">
                  <c:v>1446.39258188216</c:v>
                </c:pt>
                <c:pt idx="1169">
                  <c:v>1449.69135322564</c:v>
                </c:pt>
                <c:pt idx="1170">
                  <c:v>1449.89729059215</c:v>
                </c:pt>
                <c:pt idx="1171">
                  <c:v>1448.86451457157</c:v>
                </c:pt>
                <c:pt idx="1172">
                  <c:v>1448.87657149224</c:v>
                </c:pt>
                <c:pt idx="1173">
                  <c:v>1450.28957853254</c:v>
                </c:pt>
                <c:pt idx="1174">
                  <c:v>1448.54064835689</c:v>
                </c:pt>
                <c:pt idx="1175">
                  <c:v>1445.71514545126</c:v>
                </c:pt>
                <c:pt idx="1176">
                  <c:v>1447.04347254376</c:v>
                </c:pt>
                <c:pt idx="1177">
                  <c:v>1451.29473236726</c:v>
                </c:pt>
                <c:pt idx="1178">
                  <c:v>1454.51851488206</c:v>
                </c:pt>
                <c:pt idx="1179">
                  <c:v>1460.8337458917</c:v>
                </c:pt>
                <c:pt idx="1180">
                  <c:v>1471.93062095858</c:v>
                </c:pt>
                <c:pt idx="1181">
                  <c:v>1466.80026853699</c:v>
                </c:pt>
                <c:pt idx="1182">
                  <c:v>1493.80017761605</c:v>
                </c:pt>
                <c:pt idx="1183">
                  <c:v>1497.20099509325</c:v>
                </c:pt>
                <c:pt idx="1184">
                  <c:v>1504.14461074663</c:v>
                </c:pt>
                <c:pt idx="1185">
                  <c:v>1504.5031528637</c:v>
                </c:pt>
                <c:pt idx="1186">
                  <c:v>1507.97923884341</c:v>
                </c:pt>
                <c:pt idx="1187">
                  <c:v>1507.58373469419</c:v>
                </c:pt>
                <c:pt idx="1188">
                  <c:v>1507.04306333805</c:v>
                </c:pt>
                <c:pt idx="1189">
                  <c:v>1507.04306333805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[CSVC300C_point_all.csv]Sheet1!$E$1</c:f>
              <c:strCache>
                <c:ptCount val="1"/>
                <c:pt idx="0">
                  <c:v>波动率套利+1倍日内动量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[CSVC300C_point_all.csv]Sheet1!$A$2:$A$1192</c:f>
              <c:numCache>
                <c:formatCode>yyyy/m/d</c:formatCode>
                <c:ptCount val="1191"/>
                <c:pt idx="0" c:formatCode="yyyy/m/d">
                  <c:v>43822</c:v>
                </c:pt>
                <c:pt idx="1" c:formatCode="yyyy/m/d">
                  <c:v>43823</c:v>
                </c:pt>
                <c:pt idx="2" c:formatCode="yyyy/m/d">
                  <c:v>43824</c:v>
                </c:pt>
                <c:pt idx="3" c:formatCode="yyyy/m/d">
                  <c:v>43825</c:v>
                </c:pt>
                <c:pt idx="4" c:formatCode="yyyy/m/d">
                  <c:v>43826</c:v>
                </c:pt>
                <c:pt idx="5" c:formatCode="yyyy/m/d">
                  <c:v>43829</c:v>
                </c:pt>
                <c:pt idx="6" c:formatCode="yyyy/m/d">
                  <c:v>43830</c:v>
                </c:pt>
                <c:pt idx="7" c:formatCode="yyyy/m/d">
                  <c:v>43832</c:v>
                </c:pt>
                <c:pt idx="8" c:formatCode="yyyy/m/d">
                  <c:v>43833</c:v>
                </c:pt>
                <c:pt idx="9" c:formatCode="yyyy/m/d">
                  <c:v>43836</c:v>
                </c:pt>
                <c:pt idx="10" c:formatCode="yyyy/m/d">
                  <c:v>43837</c:v>
                </c:pt>
                <c:pt idx="11" c:formatCode="yyyy/m/d">
                  <c:v>43838</c:v>
                </c:pt>
                <c:pt idx="12" c:formatCode="yyyy/m/d">
                  <c:v>43839</c:v>
                </c:pt>
                <c:pt idx="13" c:formatCode="yyyy/m/d">
                  <c:v>43840</c:v>
                </c:pt>
                <c:pt idx="14" c:formatCode="yyyy/m/d">
                  <c:v>43843</c:v>
                </c:pt>
                <c:pt idx="15" c:formatCode="yyyy/m/d">
                  <c:v>43844</c:v>
                </c:pt>
                <c:pt idx="16" c:formatCode="yyyy/m/d">
                  <c:v>43845</c:v>
                </c:pt>
                <c:pt idx="17" c:formatCode="yyyy/m/d">
                  <c:v>43846</c:v>
                </c:pt>
                <c:pt idx="18" c:formatCode="yyyy/m/d">
                  <c:v>43847</c:v>
                </c:pt>
                <c:pt idx="19" c:formatCode="yyyy/m/d">
                  <c:v>43850</c:v>
                </c:pt>
                <c:pt idx="20" c:formatCode="yyyy/m/d">
                  <c:v>43851</c:v>
                </c:pt>
                <c:pt idx="21" c:formatCode="yyyy/m/d">
                  <c:v>43852</c:v>
                </c:pt>
                <c:pt idx="22" c:formatCode="yyyy/m/d">
                  <c:v>43853</c:v>
                </c:pt>
                <c:pt idx="23" c:formatCode="yyyy/m/d">
                  <c:v>43864</c:v>
                </c:pt>
                <c:pt idx="24" c:formatCode="yyyy/m/d">
                  <c:v>43865</c:v>
                </c:pt>
                <c:pt idx="25" c:formatCode="yyyy/m/d">
                  <c:v>43866</c:v>
                </c:pt>
                <c:pt idx="26" c:formatCode="yyyy/m/d">
                  <c:v>43867</c:v>
                </c:pt>
                <c:pt idx="27" c:formatCode="yyyy/m/d">
                  <c:v>43868</c:v>
                </c:pt>
                <c:pt idx="28" c:formatCode="yyyy/m/d">
                  <c:v>43871</c:v>
                </c:pt>
                <c:pt idx="29" c:formatCode="yyyy/m/d">
                  <c:v>43872</c:v>
                </c:pt>
                <c:pt idx="30" c:formatCode="yyyy/m/d">
                  <c:v>43873</c:v>
                </c:pt>
                <c:pt idx="31" c:formatCode="yyyy/m/d">
                  <c:v>43874</c:v>
                </c:pt>
                <c:pt idx="32" c:formatCode="yyyy/m/d">
                  <c:v>43875</c:v>
                </c:pt>
                <c:pt idx="33" c:formatCode="yyyy/m/d">
                  <c:v>43878</c:v>
                </c:pt>
                <c:pt idx="34" c:formatCode="yyyy/m/d">
                  <c:v>43879</c:v>
                </c:pt>
                <c:pt idx="35" c:formatCode="yyyy/m/d">
                  <c:v>43880</c:v>
                </c:pt>
                <c:pt idx="36" c:formatCode="yyyy/m/d">
                  <c:v>43881</c:v>
                </c:pt>
                <c:pt idx="37" c:formatCode="yyyy/m/d">
                  <c:v>43882</c:v>
                </c:pt>
                <c:pt idx="38" c:formatCode="yyyy/m/d">
                  <c:v>43885</c:v>
                </c:pt>
                <c:pt idx="39" c:formatCode="yyyy/m/d">
                  <c:v>43886</c:v>
                </c:pt>
                <c:pt idx="40" c:formatCode="yyyy/m/d">
                  <c:v>43887</c:v>
                </c:pt>
                <c:pt idx="41" c:formatCode="yyyy/m/d">
                  <c:v>43888</c:v>
                </c:pt>
                <c:pt idx="42" c:formatCode="yyyy/m/d">
                  <c:v>43889</c:v>
                </c:pt>
                <c:pt idx="43" c:formatCode="yyyy/m/d">
                  <c:v>43892</c:v>
                </c:pt>
                <c:pt idx="44" c:formatCode="yyyy/m/d">
                  <c:v>43893</c:v>
                </c:pt>
                <c:pt idx="45" c:formatCode="yyyy/m/d">
                  <c:v>43894</c:v>
                </c:pt>
                <c:pt idx="46" c:formatCode="yyyy/m/d">
                  <c:v>43895</c:v>
                </c:pt>
                <c:pt idx="47" c:formatCode="yyyy/m/d">
                  <c:v>43896</c:v>
                </c:pt>
                <c:pt idx="48" c:formatCode="yyyy/m/d">
                  <c:v>43899</c:v>
                </c:pt>
                <c:pt idx="49" c:formatCode="yyyy/m/d">
                  <c:v>43900</c:v>
                </c:pt>
                <c:pt idx="50" c:formatCode="yyyy/m/d">
                  <c:v>43901</c:v>
                </c:pt>
                <c:pt idx="51" c:formatCode="yyyy/m/d">
                  <c:v>43902</c:v>
                </c:pt>
                <c:pt idx="52" c:formatCode="yyyy/m/d">
                  <c:v>43903</c:v>
                </c:pt>
                <c:pt idx="53" c:formatCode="yyyy/m/d">
                  <c:v>43906</c:v>
                </c:pt>
                <c:pt idx="54" c:formatCode="yyyy/m/d">
                  <c:v>43907</c:v>
                </c:pt>
                <c:pt idx="55" c:formatCode="yyyy/m/d">
                  <c:v>43908</c:v>
                </c:pt>
                <c:pt idx="56" c:formatCode="yyyy/m/d">
                  <c:v>43909</c:v>
                </c:pt>
                <c:pt idx="57" c:formatCode="yyyy/m/d">
                  <c:v>43910</c:v>
                </c:pt>
                <c:pt idx="58" c:formatCode="yyyy/m/d">
                  <c:v>43913</c:v>
                </c:pt>
                <c:pt idx="59" c:formatCode="yyyy/m/d">
                  <c:v>43914</c:v>
                </c:pt>
                <c:pt idx="60" c:formatCode="yyyy/m/d">
                  <c:v>43915</c:v>
                </c:pt>
                <c:pt idx="61" c:formatCode="yyyy/m/d">
                  <c:v>43916</c:v>
                </c:pt>
                <c:pt idx="62" c:formatCode="yyyy/m/d">
                  <c:v>43917</c:v>
                </c:pt>
                <c:pt idx="63" c:formatCode="yyyy/m/d">
                  <c:v>43920</c:v>
                </c:pt>
                <c:pt idx="64" c:formatCode="yyyy/m/d">
                  <c:v>43921</c:v>
                </c:pt>
                <c:pt idx="65" c:formatCode="yyyy/m/d">
                  <c:v>43922</c:v>
                </c:pt>
                <c:pt idx="66" c:formatCode="yyyy/m/d">
                  <c:v>43923</c:v>
                </c:pt>
                <c:pt idx="67" c:formatCode="yyyy/m/d">
                  <c:v>43924</c:v>
                </c:pt>
                <c:pt idx="68" c:formatCode="yyyy/m/d">
                  <c:v>43928</c:v>
                </c:pt>
                <c:pt idx="69" c:formatCode="yyyy/m/d">
                  <c:v>43929</c:v>
                </c:pt>
                <c:pt idx="70" c:formatCode="yyyy/m/d">
                  <c:v>43930</c:v>
                </c:pt>
                <c:pt idx="71" c:formatCode="yyyy/m/d">
                  <c:v>43931</c:v>
                </c:pt>
                <c:pt idx="72" c:formatCode="yyyy/m/d">
                  <c:v>43934</c:v>
                </c:pt>
                <c:pt idx="73" c:formatCode="yyyy/m/d">
                  <c:v>43935</c:v>
                </c:pt>
                <c:pt idx="74" c:formatCode="yyyy/m/d">
                  <c:v>43936</c:v>
                </c:pt>
                <c:pt idx="75" c:formatCode="yyyy/m/d">
                  <c:v>43937</c:v>
                </c:pt>
                <c:pt idx="76" c:formatCode="yyyy/m/d">
                  <c:v>43938</c:v>
                </c:pt>
                <c:pt idx="77" c:formatCode="yyyy/m/d">
                  <c:v>43941</c:v>
                </c:pt>
                <c:pt idx="78" c:formatCode="yyyy/m/d">
                  <c:v>43942</c:v>
                </c:pt>
                <c:pt idx="79" c:formatCode="yyyy/m/d">
                  <c:v>43943</c:v>
                </c:pt>
                <c:pt idx="80" c:formatCode="yyyy/m/d">
                  <c:v>43944</c:v>
                </c:pt>
                <c:pt idx="81" c:formatCode="yyyy/m/d">
                  <c:v>43945</c:v>
                </c:pt>
                <c:pt idx="82" c:formatCode="yyyy/m/d">
                  <c:v>43948</c:v>
                </c:pt>
                <c:pt idx="83" c:formatCode="yyyy/m/d">
                  <c:v>43949</c:v>
                </c:pt>
                <c:pt idx="84" c:formatCode="yyyy/m/d">
                  <c:v>43950</c:v>
                </c:pt>
                <c:pt idx="85" c:formatCode="yyyy/m/d">
                  <c:v>43951</c:v>
                </c:pt>
                <c:pt idx="86" c:formatCode="yyyy/m/d">
                  <c:v>43957</c:v>
                </c:pt>
                <c:pt idx="87" c:formatCode="yyyy/m/d">
                  <c:v>43958</c:v>
                </c:pt>
                <c:pt idx="88" c:formatCode="yyyy/m/d">
                  <c:v>43959</c:v>
                </c:pt>
                <c:pt idx="89" c:formatCode="yyyy/m/d">
                  <c:v>43962</c:v>
                </c:pt>
                <c:pt idx="90" c:formatCode="yyyy/m/d">
                  <c:v>43963</c:v>
                </c:pt>
                <c:pt idx="91" c:formatCode="yyyy/m/d">
                  <c:v>43964</c:v>
                </c:pt>
                <c:pt idx="92" c:formatCode="yyyy/m/d">
                  <c:v>43965</c:v>
                </c:pt>
                <c:pt idx="93" c:formatCode="yyyy/m/d">
                  <c:v>43966</c:v>
                </c:pt>
                <c:pt idx="94" c:formatCode="yyyy/m/d">
                  <c:v>43969</c:v>
                </c:pt>
                <c:pt idx="95" c:formatCode="yyyy/m/d">
                  <c:v>43970</c:v>
                </c:pt>
                <c:pt idx="96" c:formatCode="yyyy/m/d">
                  <c:v>43971</c:v>
                </c:pt>
                <c:pt idx="97" c:formatCode="yyyy/m/d">
                  <c:v>43972</c:v>
                </c:pt>
                <c:pt idx="98" c:formatCode="yyyy/m/d">
                  <c:v>43973</c:v>
                </c:pt>
                <c:pt idx="99" c:formatCode="yyyy/m/d">
                  <c:v>43976</c:v>
                </c:pt>
                <c:pt idx="100" c:formatCode="yyyy/m/d">
                  <c:v>43977</c:v>
                </c:pt>
                <c:pt idx="101" c:formatCode="yyyy/m/d">
                  <c:v>43978</c:v>
                </c:pt>
                <c:pt idx="102" c:formatCode="yyyy/m/d">
                  <c:v>43979</c:v>
                </c:pt>
                <c:pt idx="103" c:formatCode="yyyy/m/d">
                  <c:v>43980</c:v>
                </c:pt>
                <c:pt idx="104" c:formatCode="yyyy/m/d">
                  <c:v>43983</c:v>
                </c:pt>
                <c:pt idx="105" c:formatCode="yyyy/m/d">
                  <c:v>43984</c:v>
                </c:pt>
                <c:pt idx="106" c:formatCode="yyyy/m/d">
                  <c:v>43985</c:v>
                </c:pt>
                <c:pt idx="107" c:formatCode="yyyy/m/d">
                  <c:v>43986</c:v>
                </c:pt>
                <c:pt idx="108" c:formatCode="yyyy/m/d">
                  <c:v>43987</c:v>
                </c:pt>
                <c:pt idx="109" c:formatCode="yyyy/m/d">
                  <c:v>43990</c:v>
                </c:pt>
                <c:pt idx="110" c:formatCode="yyyy/m/d">
                  <c:v>43991</c:v>
                </c:pt>
                <c:pt idx="111" c:formatCode="yyyy/m/d">
                  <c:v>43992</c:v>
                </c:pt>
                <c:pt idx="112" c:formatCode="yyyy/m/d">
                  <c:v>43993</c:v>
                </c:pt>
                <c:pt idx="113" c:formatCode="yyyy/m/d">
                  <c:v>43994</c:v>
                </c:pt>
                <c:pt idx="114" c:formatCode="yyyy/m/d">
                  <c:v>43997</c:v>
                </c:pt>
                <c:pt idx="115" c:formatCode="yyyy/m/d">
                  <c:v>43998</c:v>
                </c:pt>
                <c:pt idx="116" c:formatCode="yyyy/m/d">
                  <c:v>43999</c:v>
                </c:pt>
                <c:pt idx="117" c:formatCode="yyyy/m/d">
                  <c:v>44000</c:v>
                </c:pt>
                <c:pt idx="118" c:formatCode="yyyy/m/d">
                  <c:v>44001</c:v>
                </c:pt>
                <c:pt idx="119" c:formatCode="yyyy/m/d">
                  <c:v>44004</c:v>
                </c:pt>
                <c:pt idx="120" c:formatCode="yyyy/m/d">
                  <c:v>44005</c:v>
                </c:pt>
                <c:pt idx="121" c:formatCode="yyyy/m/d">
                  <c:v>44006</c:v>
                </c:pt>
                <c:pt idx="122" c:formatCode="yyyy/m/d">
                  <c:v>44011</c:v>
                </c:pt>
                <c:pt idx="123" c:formatCode="yyyy/m/d">
                  <c:v>44012</c:v>
                </c:pt>
                <c:pt idx="124" c:formatCode="yyyy/m/d">
                  <c:v>44013</c:v>
                </c:pt>
                <c:pt idx="125" c:formatCode="yyyy/m/d">
                  <c:v>44014</c:v>
                </c:pt>
                <c:pt idx="126" c:formatCode="yyyy/m/d">
                  <c:v>44015</c:v>
                </c:pt>
                <c:pt idx="127" c:formatCode="yyyy/m/d">
                  <c:v>44018</c:v>
                </c:pt>
                <c:pt idx="128" c:formatCode="yyyy/m/d">
                  <c:v>44019</c:v>
                </c:pt>
                <c:pt idx="129" c:formatCode="yyyy/m/d">
                  <c:v>44020</c:v>
                </c:pt>
                <c:pt idx="130" c:formatCode="yyyy/m/d">
                  <c:v>44021</c:v>
                </c:pt>
                <c:pt idx="131" c:formatCode="yyyy/m/d">
                  <c:v>44022</c:v>
                </c:pt>
                <c:pt idx="132" c:formatCode="yyyy/m/d">
                  <c:v>44025</c:v>
                </c:pt>
                <c:pt idx="133" c:formatCode="yyyy/m/d">
                  <c:v>44026</c:v>
                </c:pt>
                <c:pt idx="134" c:formatCode="yyyy/m/d">
                  <c:v>44027</c:v>
                </c:pt>
                <c:pt idx="135" c:formatCode="yyyy/m/d">
                  <c:v>44028</c:v>
                </c:pt>
                <c:pt idx="136" c:formatCode="yyyy/m/d">
                  <c:v>44029</c:v>
                </c:pt>
                <c:pt idx="137" c:formatCode="yyyy/m/d">
                  <c:v>44032</c:v>
                </c:pt>
                <c:pt idx="138" c:formatCode="yyyy/m/d">
                  <c:v>44033</c:v>
                </c:pt>
                <c:pt idx="139" c:formatCode="yyyy/m/d">
                  <c:v>44034</c:v>
                </c:pt>
                <c:pt idx="140" c:formatCode="yyyy/m/d">
                  <c:v>44035</c:v>
                </c:pt>
                <c:pt idx="141" c:formatCode="yyyy/m/d">
                  <c:v>44036</c:v>
                </c:pt>
                <c:pt idx="142" c:formatCode="yyyy/m/d">
                  <c:v>44039</c:v>
                </c:pt>
                <c:pt idx="143" c:formatCode="yyyy/m/d">
                  <c:v>44040</c:v>
                </c:pt>
                <c:pt idx="144" c:formatCode="yyyy/m/d">
                  <c:v>44041</c:v>
                </c:pt>
                <c:pt idx="145" c:formatCode="yyyy/m/d">
                  <c:v>44042</c:v>
                </c:pt>
                <c:pt idx="146" c:formatCode="yyyy/m/d">
                  <c:v>44043</c:v>
                </c:pt>
                <c:pt idx="147" c:formatCode="yyyy/m/d">
                  <c:v>44046</c:v>
                </c:pt>
                <c:pt idx="148" c:formatCode="yyyy/m/d">
                  <c:v>44047</c:v>
                </c:pt>
                <c:pt idx="149" c:formatCode="yyyy/m/d">
                  <c:v>44048</c:v>
                </c:pt>
                <c:pt idx="150" c:formatCode="yyyy/m/d">
                  <c:v>44049</c:v>
                </c:pt>
                <c:pt idx="151" c:formatCode="yyyy/m/d">
                  <c:v>44050</c:v>
                </c:pt>
                <c:pt idx="152" c:formatCode="yyyy/m/d">
                  <c:v>44053</c:v>
                </c:pt>
                <c:pt idx="153" c:formatCode="yyyy/m/d">
                  <c:v>44054</c:v>
                </c:pt>
                <c:pt idx="154" c:formatCode="yyyy/m/d">
                  <c:v>44055</c:v>
                </c:pt>
                <c:pt idx="155" c:formatCode="yyyy/m/d">
                  <c:v>44056</c:v>
                </c:pt>
                <c:pt idx="156" c:formatCode="yyyy/m/d">
                  <c:v>44057</c:v>
                </c:pt>
                <c:pt idx="157" c:formatCode="yyyy/m/d">
                  <c:v>44060</c:v>
                </c:pt>
                <c:pt idx="158" c:formatCode="yyyy/m/d">
                  <c:v>44061</c:v>
                </c:pt>
                <c:pt idx="159" c:formatCode="yyyy/m/d">
                  <c:v>44062</c:v>
                </c:pt>
                <c:pt idx="160" c:formatCode="yyyy/m/d">
                  <c:v>44063</c:v>
                </c:pt>
                <c:pt idx="161" c:formatCode="yyyy/m/d">
                  <c:v>44064</c:v>
                </c:pt>
                <c:pt idx="162" c:formatCode="yyyy/m/d">
                  <c:v>44067</c:v>
                </c:pt>
                <c:pt idx="163" c:formatCode="yyyy/m/d">
                  <c:v>44068</c:v>
                </c:pt>
                <c:pt idx="164" c:formatCode="yyyy/m/d">
                  <c:v>44069</c:v>
                </c:pt>
                <c:pt idx="165" c:formatCode="yyyy/m/d">
                  <c:v>44070</c:v>
                </c:pt>
                <c:pt idx="166" c:formatCode="yyyy/m/d">
                  <c:v>44071</c:v>
                </c:pt>
                <c:pt idx="167" c:formatCode="yyyy/m/d">
                  <c:v>44074</c:v>
                </c:pt>
                <c:pt idx="168" c:formatCode="yyyy/m/d">
                  <c:v>44075</c:v>
                </c:pt>
                <c:pt idx="169" c:formatCode="yyyy/m/d">
                  <c:v>44076</c:v>
                </c:pt>
                <c:pt idx="170" c:formatCode="yyyy/m/d">
                  <c:v>44077</c:v>
                </c:pt>
                <c:pt idx="171" c:formatCode="yyyy/m/d">
                  <c:v>44078</c:v>
                </c:pt>
                <c:pt idx="172" c:formatCode="yyyy/m/d">
                  <c:v>44081</c:v>
                </c:pt>
                <c:pt idx="173" c:formatCode="yyyy/m/d">
                  <c:v>44082</c:v>
                </c:pt>
                <c:pt idx="174" c:formatCode="yyyy/m/d">
                  <c:v>44083</c:v>
                </c:pt>
                <c:pt idx="175" c:formatCode="yyyy/m/d">
                  <c:v>44084</c:v>
                </c:pt>
                <c:pt idx="176" c:formatCode="yyyy/m/d">
                  <c:v>44085</c:v>
                </c:pt>
                <c:pt idx="177" c:formatCode="yyyy/m/d">
                  <c:v>44088</c:v>
                </c:pt>
                <c:pt idx="178" c:formatCode="yyyy/m/d">
                  <c:v>44089</c:v>
                </c:pt>
                <c:pt idx="179" c:formatCode="yyyy/m/d">
                  <c:v>44090</c:v>
                </c:pt>
                <c:pt idx="180" c:formatCode="yyyy/m/d">
                  <c:v>44091</c:v>
                </c:pt>
                <c:pt idx="181" c:formatCode="yyyy/m/d">
                  <c:v>44092</c:v>
                </c:pt>
                <c:pt idx="182" c:formatCode="yyyy/m/d">
                  <c:v>44095</c:v>
                </c:pt>
                <c:pt idx="183" c:formatCode="yyyy/m/d">
                  <c:v>44096</c:v>
                </c:pt>
                <c:pt idx="184" c:formatCode="yyyy/m/d">
                  <c:v>44097</c:v>
                </c:pt>
                <c:pt idx="185" c:formatCode="yyyy/m/d">
                  <c:v>44098</c:v>
                </c:pt>
                <c:pt idx="186" c:formatCode="yyyy/m/d">
                  <c:v>44099</c:v>
                </c:pt>
                <c:pt idx="187" c:formatCode="yyyy/m/d">
                  <c:v>44102</c:v>
                </c:pt>
                <c:pt idx="188" c:formatCode="yyyy/m/d">
                  <c:v>44103</c:v>
                </c:pt>
                <c:pt idx="189" c:formatCode="yyyy/m/d">
                  <c:v>44104</c:v>
                </c:pt>
                <c:pt idx="190" c:formatCode="yyyy/m/d">
                  <c:v>44113</c:v>
                </c:pt>
                <c:pt idx="191" c:formatCode="yyyy/m/d">
                  <c:v>44116</c:v>
                </c:pt>
                <c:pt idx="192" c:formatCode="yyyy/m/d">
                  <c:v>44117</c:v>
                </c:pt>
                <c:pt idx="193" c:formatCode="yyyy/m/d">
                  <c:v>44118</c:v>
                </c:pt>
                <c:pt idx="194" c:formatCode="yyyy/m/d">
                  <c:v>44119</c:v>
                </c:pt>
                <c:pt idx="195" c:formatCode="yyyy/m/d">
                  <c:v>44120</c:v>
                </c:pt>
                <c:pt idx="196" c:formatCode="yyyy/m/d">
                  <c:v>44123</c:v>
                </c:pt>
                <c:pt idx="197" c:formatCode="yyyy/m/d">
                  <c:v>44124</c:v>
                </c:pt>
                <c:pt idx="198" c:formatCode="yyyy/m/d">
                  <c:v>44125</c:v>
                </c:pt>
                <c:pt idx="199" c:formatCode="yyyy/m/d">
                  <c:v>44126</c:v>
                </c:pt>
                <c:pt idx="200" c:formatCode="yyyy/m/d">
                  <c:v>44127</c:v>
                </c:pt>
                <c:pt idx="201" c:formatCode="yyyy/m/d">
                  <c:v>44130</c:v>
                </c:pt>
                <c:pt idx="202" c:formatCode="yyyy/m/d">
                  <c:v>44131</c:v>
                </c:pt>
                <c:pt idx="203" c:formatCode="yyyy/m/d">
                  <c:v>44132</c:v>
                </c:pt>
                <c:pt idx="204" c:formatCode="yyyy/m/d">
                  <c:v>44133</c:v>
                </c:pt>
                <c:pt idx="205" c:formatCode="yyyy/m/d">
                  <c:v>44134</c:v>
                </c:pt>
                <c:pt idx="206" c:formatCode="yyyy/m/d">
                  <c:v>44137</c:v>
                </c:pt>
                <c:pt idx="207" c:formatCode="yyyy/m/d">
                  <c:v>44138</c:v>
                </c:pt>
                <c:pt idx="208" c:formatCode="yyyy/m/d">
                  <c:v>44139</c:v>
                </c:pt>
                <c:pt idx="209" c:formatCode="yyyy/m/d">
                  <c:v>44140</c:v>
                </c:pt>
                <c:pt idx="210" c:formatCode="yyyy/m/d">
                  <c:v>44141</c:v>
                </c:pt>
                <c:pt idx="211" c:formatCode="yyyy/m/d">
                  <c:v>44144</c:v>
                </c:pt>
                <c:pt idx="212" c:formatCode="yyyy/m/d">
                  <c:v>44145</c:v>
                </c:pt>
                <c:pt idx="213" c:formatCode="yyyy/m/d">
                  <c:v>44146</c:v>
                </c:pt>
                <c:pt idx="214" c:formatCode="yyyy/m/d">
                  <c:v>44147</c:v>
                </c:pt>
                <c:pt idx="215" c:formatCode="yyyy/m/d">
                  <c:v>44148</c:v>
                </c:pt>
                <c:pt idx="216" c:formatCode="yyyy/m/d">
                  <c:v>44151</c:v>
                </c:pt>
                <c:pt idx="217" c:formatCode="yyyy/m/d">
                  <c:v>44152</c:v>
                </c:pt>
                <c:pt idx="218" c:formatCode="yyyy/m/d">
                  <c:v>44153</c:v>
                </c:pt>
                <c:pt idx="219" c:formatCode="yyyy/m/d">
                  <c:v>44154</c:v>
                </c:pt>
                <c:pt idx="220" c:formatCode="yyyy/m/d">
                  <c:v>44155</c:v>
                </c:pt>
                <c:pt idx="221" c:formatCode="yyyy/m/d">
                  <c:v>44158</c:v>
                </c:pt>
                <c:pt idx="222" c:formatCode="yyyy/m/d">
                  <c:v>44159</c:v>
                </c:pt>
                <c:pt idx="223" c:formatCode="yyyy/m/d">
                  <c:v>44160</c:v>
                </c:pt>
                <c:pt idx="224" c:formatCode="yyyy/m/d">
                  <c:v>44161</c:v>
                </c:pt>
                <c:pt idx="225" c:formatCode="yyyy/m/d">
                  <c:v>44162</c:v>
                </c:pt>
                <c:pt idx="226" c:formatCode="yyyy/m/d">
                  <c:v>44165</c:v>
                </c:pt>
                <c:pt idx="227" c:formatCode="yyyy/m/d">
                  <c:v>44166</c:v>
                </c:pt>
                <c:pt idx="228" c:formatCode="yyyy/m/d">
                  <c:v>44167</c:v>
                </c:pt>
                <c:pt idx="229" c:formatCode="yyyy/m/d">
                  <c:v>44168</c:v>
                </c:pt>
                <c:pt idx="230" c:formatCode="yyyy/m/d">
                  <c:v>44169</c:v>
                </c:pt>
                <c:pt idx="231" c:formatCode="yyyy/m/d">
                  <c:v>44172</c:v>
                </c:pt>
                <c:pt idx="232" c:formatCode="yyyy/m/d">
                  <c:v>44173</c:v>
                </c:pt>
                <c:pt idx="233" c:formatCode="yyyy/m/d">
                  <c:v>44174</c:v>
                </c:pt>
                <c:pt idx="234" c:formatCode="yyyy/m/d">
                  <c:v>44175</c:v>
                </c:pt>
                <c:pt idx="235" c:formatCode="yyyy/m/d">
                  <c:v>44176</c:v>
                </c:pt>
                <c:pt idx="236" c:formatCode="yyyy/m/d">
                  <c:v>44179</c:v>
                </c:pt>
                <c:pt idx="237" c:formatCode="yyyy/m/d">
                  <c:v>44180</c:v>
                </c:pt>
                <c:pt idx="238" c:formatCode="yyyy/m/d">
                  <c:v>44181</c:v>
                </c:pt>
                <c:pt idx="239" c:formatCode="yyyy/m/d">
                  <c:v>44182</c:v>
                </c:pt>
                <c:pt idx="240" c:formatCode="yyyy/m/d">
                  <c:v>44183</c:v>
                </c:pt>
                <c:pt idx="241" c:formatCode="yyyy/m/d">
                  <c:v>44186</c:v>
                </c:pt>
                <c:pt idx="242" c:formatCode="yyyy/m/d">
                  <c:v>44187</c:v>
                </c:pt>
                <c:pt idx="243" c:formatCode="yyyy/m/d">
                  <c:v>44188</c:v>
                </c:pt>
                <c:pt idx="244" c:formatCode="yyyy/m/d">
                  <c:v>44189</c:v>
                </c:pt>
                <c:pt idx="245" c:formatCode="yyyy/m/d">
                  <c:v>44190</c:v>
                </c:pt>
                <c:pt idx="246" c:formatCode="yyyy/m/d">
                  <c:v>44193</c:v>
                </c:pt>
                <c:pt idx="247" c:formatCode="yyyy/m/d">
                  <c:v>44194</c:v>
                </c:pt>
                <c:pt idx="248" c:formatCode="yyyy/m/d">
                  <c:v>44195</c:v>
                </c:pt>
                <c:pt idx="249" c:formatCode="yyyy/m/d">
                  <c:v>44196</c:v>
                </c:pt>
                <c:pt idx="250" c:formatCode="yyyy/m/d">
                  <c:v>44200</c:v>
                </c:pt>
                <c:pt idx="251" c:formatCode="yyyy/m/d">
                  <c:v>44201</c:v>
                </c:pt>
                <c:pt idx="252" c:formatCode="yyyy/m/d">
                  <c:v>44202</c:v>
                </c:pt>
                <c:pt idx="253" c:formatCode="yyyy/m/d">
                  <c:v>44203</c:v>
                </c:pt>
                <c:pt idx="254" c:formatCode="yyyy/m/d">
                  <c:v>44204</c:v>
                </c:pt>
                <c:pt idx="255" c:formatCode="yyyy/m/d">
                  <c:v>44207</c:v>
                </c:pt>
                <c:pt idx="256" c:formatCode="yyyy/m/d">
                  <c:v>44208</c:v>
                </c:pt>
                <c:pt idx="257" c:formatCode="yyyy/m/d">
                  <c:v>44209</c:v>
                </c:pt>
                <c:pt idx="258" c:formatCode="yyyy/m/d">
                  <c:v>44210</c:v>
                </c:pt>
                <c:pt idx="259" c:formatCode="yyyy/m/d">
                  <c:v>44211</c:v>
                </c:pt>
                <c:pt idx="260" c:formatCode="yyyy/m/d">
                  <c:v>44214</c:v>
                </c:pt>
                <c:pt idx="261" c:formatCode="yyyy/m/d">
                  <c:v>44215</c:v>
                </c:pt>
                <c:pt idx="262" c:formatCode="yyyy/m/d">
                  <c:v>44216</c:v>
                </c:pt>
                <c:pt idx="263" c:formatCode="yyyy/m/d">
                  <c:v>44217</c:v>
                </c:pt>
                <c:pt idx="264" c:formatCode="yyyy/m/d">
                  <c:v>44218</c:v>
                </c:pt>
                <c:pt idx="265" c:formatCode="yyyy/m/d">
                  <c:v>44221</c:v>
                </c:pt>
                <c:pt idx="266" c:formatCode="yyyy/m/d">
                  <c:v>44222</c:v>
                </c:pt>
                <c:pt idx="267" c:formatCode="yyyy/m/d">
                  <c:v>44223</c:v>
                </c:pt>
                <c:pt idx="268" c:formatCode="yyyy/m/d">
                  <c:v>44224</c:v>
                </c:pt>
                <c:pt idx="269" c:formatCode="yyyy/m/d">
                  <c:v>44225</c:v>
                </c:pt>
                <c:pt idx="270" c:formatCode="yyyy/m/d">
                  <c:v>44228</c:v>
                </c:pt>
                <c:pt idx="271" c:formatCode="yyyy/m/d">
                  <c:v>44229</c:v>
                </c:pt>
                <c:pt idx="272" c:formatCode="yyyy/m/d">
                  <c:v>44230</c:v>
                </c:pt>
                <c:pt idx="273" c:formatCode="yyyy/m/d">
                  <c:v>44231</c:v>
                </c:pt>
                <c:pt idx="274" c:formatCode="yyyy/m/d">
                  <c:v>44232</c:v>
                </c:pt>
                <c:pt idx="275" c:formatCode="yyyy/m/d">
                  <c:v>44235</c:v>
                </c:pt>
                <c:pt idx="276" c:formatCode="yyyy/m/d">
                  <c:v>44236</c:v>
                </c:pt>
                <c:pt idx="277" c:formatCode="yyyy/m/d">
                  <c:v>44237</c:v>
                </c:pt>
                <c:pt idx="278" c:formatCode="yyyy/m/d">
                  <c:v>44245</c:v>
                </c:pt>
                <c:pt idx="279" c:formatCode="yyyy/m/d">
                  <c:v>44246</c:v>
                </c:pt>
                <c:pt idx="280" c:formatCode="yyyy/m/d">
                  <c:v>44249</c:v>
                </c:pt>
                <c:pt idx="281" c:formatCode="yyyy/m/d">
                  <c:v>44250</c:v>
                </c:pt>
                <c:pt idx="282" c:formatCode="yyyy/m/d">
                  <c:v>44251</c:v>
                </c:pt>
                <c:pt idx="283" c:formatCode="yyyy/m/d">
                  <c:v>44252</c:v>
                </c:pt>
                <c:pt idx="284" c:formatCode="yyyy/m/d">
                  <c:v>44253</c:v>
                </c:pt>
                <c:pt idx="285" c:formatCode="yyyy/m/d">
                  <c:v>44256</c:v>
                </c:pt>
                <c:pt idx="286" c:formatCode="yyyy/m/d">
                  <c:v>44257</c:v>
                </c:pt>
                <c:pt idx="287" c:formatCode="yyyy/m/d">
                  <c:v>44258</c:v>
                </c:pt>
                <c:pt idx="288" c:formatCode="yyyy/m/d">
                  <c:v>44259</c:v>
                </c:pt>
                <c:pt idx="289" c:formatCode="yyyy/m/d">
                  <c:v>44260</c:v>
                </c:pt>
                <c:pt idx="290" c:formatCode="yyyy/m/d">
                  <c:v>44263</c:v>
                </c:pt>
                <c:pt idx="291" c:formatCode="yyyy/m/d">
                  <c:v>44264</c:v>
                </c:pt>
                <c:pt idx="292" c:formatCode="yyyy/m/d">
                  <c:v>44265</c:v>
                </c:pt>
                <c:pt idx="293" c:formatCode="yyyy/m/d">
                  <c:v>44266</c:v>
                </c:pt>
                <c:pt idx="294" c:formatCode="yyyy/m/d">
                  <c:v>44267</c:v>
                </c:pt>
                <c:pt idx="295" c:formatCode="yyyy/m/d">
                  <c:v>44270</c:v>
                </c:pt>
                <c:pt idx="296" c:formatCode="yyyy/m/d">
                  <c:v>44271</c:v>
                </c:pt>
                <c:pt idx="297" c:formatCode="yyyy/m/d">
                  <c:v>44272</c:v>
                </c:pt>
                <c:pt idx="298" c:formatCode="yyyy/m/d">
                  <c:v>44273</c:v>
                </c:pt>
                <c:pt idx="299" c:formatCode="yyyy/m/d">
                  <c:v>44274</c:v>
                </c:pt>
                <c:pt idx="300" c:formatCode="yyyy/m/d">
                  <c:v>44277</c:v>
                </c:pt>
                <c:pt idx="301" c:formatCode="yyyy/m/d">
                  <c:v>44278</c:v>
                </c:pt>
                <c:pt idx="302" c:formatCode="yyyy/m/d">
                  <c:v>44279</c:v>
                </c:pt>
                <c:pt idx="303" c:formatCode="yyyy/m/d">
                  <c:v>44280</c:v>
                </c:pt>
                <c:pt idx="304" c:formatCode="yyyy/m/d">
                  <c:v>44281</c:v>
                </c:pt>
                <c:pt idx="305" c:formatCode="yyyy/m/d">
                  <c:v>44284</c:v>
                </c:pt>
                <c:pt idx="306" c:formatCode="yyyy/m/d">
                  <c:v>44285</c:v>
                </c:pt>
                <c:pt idx="307" c:formatCode="yyyy/m/d">
                  <c:v>44286</c:v>
                </c:pt>
                <c:pt idx="308" c:formatCode="yyyy/m/d">
                  <c:v>44287</c:v>
                </c:pt>
                <c:pt idx="309" c:formatCode="yyyy/m/d">
                  <c:v>44288</c:v>
                </c:pt>
                <c:pt idx="310" c:formatCode="yyyy/m/d">
                  <c:v>44292</c:v>
                </c:pt>
                <c:pt idx="311" c:formatCode="yyyy/m/d">
                  <c:v>44293</c:v>
                </c:pt>
                <c:pt idx="312" c:formatCode="yyyy/m/d">
                  <c:v>44294</c:v>
                </c:pt>
                <c:pt idx="313" c:formatCode="yyyy/m/d">
                  <c:v>44295</c:v>
                </c:pt>
                <c:pt idx="314" c:formatCode="yyyy/m/d">
                  <c:v>44298</c:v>
                </c:pt>
                <c:pt idx="315" c:formatCode="yyyy/m/d">
                  <c:v>44299</c:v>
                </c:pt>
                <c:pt idx="316" c:formatCode="yyyy/m/d">
                  <c:v>44300</c:v>
                </c:pt>
                <c:pt idx="317" c:formatCode="yyyy/m/d">
                  <c:v>44301</c:v>
                </c:pt>
                <c:pt idx="318" c:formatCode="yyyy/m/d">
                  <c:v>44302</c:v>
                </c:pt>
                <c:pt idx="319" c:formatCode="yyyy/m/d">
                  <c:v>44305</c:v>
                </c:pt>
                <c:pt idx="320" c:formatCode="yyyy/m/d">
                  <c:v>44306</c:v>
                </c:pt>
                <c:pt idx="321" c:formatCode="yyyy/m/d">
                  <c:v>44307</c:v>
                </c:pt>
                <c:pt idx="322" c:formatCode="yyyy/m/d">
                  <c:v>44308</c:v>
                </c:pt>
                <c:pt idx="323" c:formatCode="yyyy/m/d">
                  <c:v>44309</c:v>
                </c:pt>
                <c:pt idx="324" c:formatCode="yyyy/m/d">
                  <c:v>44312</c:v>
                </c:pt>
                <c:pt idx="325" c:formatCode="yyyy/m/d">
                  <c:v>44313</c:v>
                </c:pt>
                <c:pt idx="326" c:formatCode="yyyy/m/d">
                  <c:v>44314</c:v>
                </c:pt>
                <c:pt idx="327" c:formatCode="yyyy/m/d">
                  <c:v>44315</c:v>
                </c:pt>
                <c:pt idx="328" c:formatCode="yyyy/m/d">
                  <c:v>44316</c:v>
                </c:pt>
                <c:pt idx="329" c:formatCode="yyyy/m/d">
                  <c:v>44322</c:v>
                </c:pt>
                <c:pt idx="330" c:formatCode="yyyy/m/d">
                  <c:v>44323</c:v>
                </c:pt>
                <c:pt idx="331" c:formatCode="yyyy/m/d">
                  <c:v>44326</c:v>
                </c:pt>
                <c:pt idx="332" c:formatCode="yyyy/m/d">
                  <c:v>44327</c:v>
                </c:pt>
                <c:pt idx="333" c:formatCode="yyyy/m/d">
                  <c:v>44328</c:v>
                </c:pt>
                <c:pt idx="334" c:formatCode="yyyy/m/d">
                  <c:v>44329</c:v>
                </c:pt>
                <c:pt idx="335" c:formatCode="yyyy/m/d">
                  <c:v>44330</c:v>
                </c:pt>
                <c:pt idx="336" c:formatCode="yyyy/m/d">
                  <c:v>44333</c:v>
                </c:pt>
                <c:pt idx="337" c:formatCode="yyyy/m/d">
                  <c:v>44334</c:v>
                </c:pt>
                <c:pt idx="338" c:formatCode="yyyy/m/d">
                  <c:v>44335</c:v>
                </c:pt>
                <c:pt idx="339" c:formatCode="yyyy/m/d">
                  <c:v>44336</c:v>
                </c:pt>
                <c:pt idx="340" c:formatCode="yyyy/m/d">
                  <c:v>44337</c:v>
                </c:pt>
                <c:pt idx="341" c:formatCode="yyyy/m/d">
                  <c:v>44340</c:v>
                </c:pt>
                <c:pt idx="342" c:formatCode="yyyy/m/d">
                  <c:v>44341</c:v>
                </c:pt>
                <c:pt idx="343" c:formatCode="yyyy/m/d">
                  <c:v>44342</c:v>
                </c:pt>
                <c:pt idx="344" c:formatCode="yyyy/m/d">
                  <c:v>44343</c:v>
                </c:pt>
                <c:pt idx="345" c:formatCode="yyyy/m/d">
                  <c:v>44344</c:v>
                </c:pt>
                <c:pt idx="346" c:formatCode="yyyy/m/d">
                  <c:v>44347</c:v>
                </c:pt>
                <c:pt idx="347" c:formatCode="yyyy/m/d">
                  <c:v>44348</c:v>
                </c:pt>
                <c:pt idx="348" c:formatCode="yyyy/m/d">
                  <c:v>44349</c:v>
                </c:pt>
                <c:pt idx="349" c:formatCode="yyyy/m/d">
                  <c:v>44350</c:v>
                </c:pt>
                <c:pt idx="350" c:formatCode="yyyy/m/d">
                  <c:v>44351</c:v>
                </c:pt>
                <c:pt idx="351" c:formatCode="yyyy/m/d">
                  <c:v>44354</c:v>
                </c:pt>
                <c:pt idx="352" c:formatCode="yyyy/m/d">
                  <c:v>44355</c:v>
                </c:pt>
                <c:pt idx="353" c:formatCode="yyyy/m/d">
                  <c:v>44356</c:v>
                </c:pt>
                <c:pt idx="354" c:formatCode="yyyy/m/d">
                  <c:v>44357</c:v>
                </c:pt>
                <c:pt idx="355" c:formatCode="yyyy/m/d">
                  <c:v>44358</c:v>
                </c:pt>
                <c:pt idx="356" c:formatCode="yyyy/m/d">
                  <c:v>44362</c:v>
                </c:pt>
                <c:pt idx="357" c:formatCode="yyyy/m/d">
                  <c:v>44363</c:v>
                </c:pt>
                <c:pt idx="358" c:formatCode="yyyy/m/d">
                  <c:v>44364</c:v>
                </c:pt>
                <c:pt idx="359" c:formatCode="yyyy/m/d">
                  <c:v>44365</c:v>
                </c:pt>
                <c:pt idx="360" c:formatCode="yyyy/m/d">
                  <c:v>44368</c:v>
                </c:pt>
                <c:pt idx="361" c:formatCode="yyyy/m/d">
                  <c:v>44369</c:v>
                </c:pt>
                <c:pt idx="362" c:formatCode="yyyy/m/d">
                  <c:v>44370</c:v>
                </c:pt>
                <c:pt idx="363" c:formatCode="yyyy/m/d">
                  <c:v>44371</c:v>
                </c:pt>
                <c:pt idx="364" c:formatCode="yyyy/m/d">
                  <c:v>44372</c:v>
                </c:pt>
                <c:pt idx="365" c:formatCode="yyyy/m/d">
                  <c:v>44375</c:v>
                </c:pt>
                <c:pt idx="366" c:formatCode="yyyy/m/d">
                  <c:v>44376</c:v>
                </c:pt>
                <c:pt idx="367" c:formatCode="yyyy/m/d">
                  <c:v>44377</c:v>
                </c:pt>
                <c:pt idx="368" c:formatCode="yyyy/m/d">
                  <c:v>44378</c:v>
                </c:pt>
                <c:pt idx="369" c:formatCode="yyyy/m/d">
                  <c:v>44379</c:v>
                </c:pt>
                <c:pt idx="370" c:formatCode="yyyy/m/d">
                  <c:v>44382</c:v>
                </c:pt>
                <c:pt idx="371" c:formatCode="yyyy/m/d">
                  <c:v>44383</c:v>
                </c:pt>
                <c:pt idx="372" c:formatCode="yyyy/m/d">
                  <c:v>44384</c:v>
                </c:pt>
                <c:pt idx="373" c:formatCode="yyyy/m/d">
                  <c:v>44385</c:v>
                </c:pt>
                <c:pt idx="374" c:formatCode="yyyy/m/d">
                  <c:v>44386</c:v>
                </c:pt>
                <c:pt idx="375" c:formatCode="yyyy/m/d">
                  <c:v>44389</c:v>
                </c:pt>
                <c:pt idx="376" c:formatCode="yyyy/m/d">
                  <c:v>44390</c:v>
                </c:pt>
                <c:pt idx="377" c:formatCode="yyyy/m/d">
                  <c:v>44391</c:v>
                </c:pt>
                <c:pt idx="378" c:formatCode="yyyy/m/d">
                  <c:v>44392</c:v>
                </c:pt>
                <c:pt idx="379" c:formatCode="yyyy/m/d">
                  <c:v>44393</c:v>
                </c:pt>
                <c:pt idx="380" c:formatCode="yyyy/m/d">
                  <c:v>44396</c:v>
                </c:pt>
                <c:pt idx="381" c:formatCode="yyyy/m/d">
                  <c:v>44397</c:v>
                </c:pt>
                <c:pt idx="382" c:formatCode="yyyy/m/d">
                  <c:v>44398</c:v>
                </c:pt>
                <c:pt idx="383" c:formatCode="yyyy/m/d">
                  <c:v>44399</c:v>
                </c:pt>
                <c:pt idx="384" c:formatCode="yyyy/m/d">
                  <c:v>44400</c:v>
                </c:pt>
                <c:pt idx="385" c:formatCode="yyyy/m/d">
                  <c:v>44403</c:v>
                </c:pt>
                <c:pt idx="386" c:formatCode="yyyy/m/d">
                  <c:v>44404</c:v>
                </c:pt>
                <c:pt idx="387" c:formatCode="yyyy/m/d">
                  <c:v>44405</c:v>
                </c:pt>
                <c:pt idx="388" c:formatCode="yyyy/m/d">
                  <c:v>44406</c:v>
                </c:pt>
                <c:pt idx="389" c:formatCode="yyyy/m/d">
                  <c:v>44407</c:v>
                </c:pt>
                <c:pt idx="390" c:formatCode="yyyy/m/d">
                  <c:v>44410</c:v>
                </c:pt>
                <c:pt idx="391" c:formatCode="yyyy/m/d">
                  <c:v>44411</c:v>
                </c:pt>
                <c:pt idx="392" c:formatCode="yyyy/m/d">
                  <c:v>44412</c:v>
                </c:pt>
                <c:pt idx="393" c:formatCode="yyyy/m/d">
                  <c:v>44413</c:v>
                </c:pt>
                <c:pt idx="394" c:formatCode="yyyy/m/d">
                  <c:v>44414</c:v>
                </c:pt>
                <c:pt idx="395" c:formatCode="yyyy/m/d">
                  <c:v>44417</c:v>
                </c:pt>
                <c:pt idx="396" c:formatCode="yyyy/m/d">
                  <c:v>44418</c:v>
                </c:pt>
                <c:pt idx="397" c:formatCode="yyyy/m/d">
                  <c:v>44419</c:v>
                </c:pt>
                <c:pt idx="398" c:formatCode="yyyy/m/d">
                  <c:v>44420</c:v>
                </c:pt>
                <c:pt idx="399" c:formatCode="yyyy/m/d">
                  <c:v>44421</c:v>
                </c:pt>
                <c:pt idx="400" c:formatCode="yyyy/m/d">
                  <c:v>44424</c:v>
                </c:pt>
                <c:pt idx="401" c:formatCode="yyyy/m/d">
                  <c:v>44425</c:v>
                </c:pt>
                <c:pt idx="402" c:formatCode="yyyy/m/d">
                  <c:v>44426</c:v>
                </c:pt>
                <c:pt idx="403" c:formatCode="yyyy/m/d">
                  <c:v>44427</c:v>
                </c:pt>
                <c:pt idx="404" c:formatCode="yyyy/m/d">
                  <c:v>44428</c:v>
                </c:pt>
                <c:pt idx="405" c:formatCode="yyyy/m/d">
                  <c:v>44431</c:v>
                </c:pt>
                <c:pt idx="406" c:formatCode="yyyy/m/d">
                  <c:v>44432</c:v>
                </c:pt>
                <c:pt idx="407" c:formatCode="yyyy/m/d">
                  <c:v>44433</c:v>
                </c:pt>
                <c:pt idx="408" c:formatCode="yyyy/m/d">
                  <c:v>44434</c:v>
                </c:pt>
                <c:pt idx="409" c:formatCode="yyyy/m/d">
                  <c:v>44435</c:v>
                </c:pt>
                <c:pt idx="410" c:formatCode="yyyy/m/d">
                  <c:v>44438</c:v>
                </c:pt>
                <c:pt idx="411" c:formatCode="yyyy/m/d">
                  <c:v>44439</c:v>
                </c:pt>
                <c:pt idx="412" c:formatCode="yyyy/m/d">
                  <c:v>44440</c:v>
                </c:pt>
                <c:pt idx="413" c:formatCode="yyyy/m/d">
                  <c:v>44441</c:v>
                </c:pt>
                <c:pt idx="414" c:formatCode="yyyy/m/d">
                  <c:v>44442</c:v>
                </c:pt>
                <c:pt idx="415" c:formatCode="yyyy/m/d">
                  <c:v>44445</c:v>
                </c:pt>
                <c:pt idx="416" c:formatCode="yyyy/m/d">
                  <c:v>44446</c:v>
                </c:pt>
                <c:pt idx="417" c:formatCode="yyyy/m/d">
                  <c:v>44447</c:v>
                </c:pt>
                <c:pt idx="418" c:formatCode="yyyy/m/d">
                  <c:v>44448</c:v>
                </c:pt>
                <c:pt idx="419" c:formatCode="yyyy/m/d">
                  <c:v>44449</c:v>
                </c:pt>
                <c:pt idx="420" c:formatCode="yyyy/m/d">
                  <c:v>44452</c:v>
                </c:pt>
                <c:pt idx="421" c:formatCode="yyyy/m/d">
                  <c:v>44453</c:v>
                </c:pt>
                <c:pt idx="422" c:formatCode="yyyy/m/d">
                  <c:v>44454</c:v>
                </c:pt>
                <c:pt idx="423" c:formatCode="yyyy/m/d">
                  <c:v>44455</c:v>
                </c:pt>
                <c:pt idx="424" c:formatCode="yyyy/m/d">
                  <c:v>44456</c:v>
                </c:pt>
                <c:pt idx="425" c:formatCode="yyyy/m/d">
                  <c:v>44461</c:v>
                </c:pt>
                <c:pt idx="426" c:formatCode="yyyy/m/d">
                  <c:v>44462</c:v>
                </c:pt>
                <c:pt idx="427" c:formatCode="yyyy/m/d">
                  <c:v>44463</c:v>
                </c:pt>
                <c:pt idx="428" c:formatCode="yyyy/m/d">
                  <c:v>44466</c:v>
                </c:pt>
                <c:pt idx="429" c:formatCode="yyyy/m/d">
                  <c:v>44467</c:v>
                </c:pt>
                <c:pt idx="430" c:formatCode="yyyy/m/d">
                  <c:v>44468</c:v>
                </c:pt>
                <c:pt idx="431" c:formatCode="yyyy/m/d">
                  <c:v>44469</c:v>
                </c:pt>
                <c:pt idx="432" c:formatCode="yyyy/m/d">
                  <c:v>44477</c:v>
                </c:pt>
                <c:pt idx="433" c:formatCode="yyyy/m/d">
                  <c:v>44480</c:v>
                </c:pt>
                <c:pt idx="434" c:formatCode="yyyy/m/d">
                  <c:v>44481</c:v>
                </c:pt>
                <c:pt idx="435" c:formatCode="yyyy/m/d">
                  <c:v>44482</c:v>
                </c:pt>
                <c:pt idx="436" c:formatCode="yyyy/m/d">
                  <c:v>44483</c:v>
                </c:pt>
                <c:pt idx="437" c:formatCode="yyyy/m/d">
                  <c:v>44484</c:v>
                </c:pt>
                <c:pt idx="438" c:formatCode="yyyy/m/d">
                  <c:v>44487</c:v>
                </c:pt>
                <c:pt idx="439" c:formatCode="yyyy/m/d">
                  <c:v>44488</c:v>
                </c:pt>
                <c:pt idx="440" c:formatCode="yyyy/m/d">
                  <c:v>44489</c:v>
                </c:pt>
                <c:pt idx="441" c:formatCode="yyyy/m/d">
                  <c:v>44490</c:v>
                </c:pt>
                <c:pt idx="442" c:formatCode="yyyy/m/d">
                  <c:v>44491</c:v>
                </c:pt>
                <c:pt idx="443" c:formatCode="yyyy/m/d">
                  <c:v>44494</c:v>
                </c:pt>
                <c:pt idx="444" c:formatCode="yyyy/m/d">
                  <c:v>44495</c:v>
                </c:pt>
                <c:pt idx="445" c:formatCode="yyyy/m/d">
                  <c:v>44496</c:v>
                </c:pt>
                <c:pt idx="446" c:formatCode="yyyy/m/d">
                  <c:v>44497</c:v>
                </c:pt>
                <c:pt idx="447" c:formatCode="yyyy/m/d">
                  <c:v>44498</c:v>
                </c:pt>
                <c:pt idx="448" c:formatCode="yyyy/m/d">
                  <c:v>44501</c:v>
                </c:pt>
                <c:pt idx="449" c:formatCode="yyyy/m/d">
                  <c:v>44502</c:v>
                </c:pt>
                <c:pt idx="450" c:formatCode="yyyy/m/d">
                  <c:v>44503</c:v>
                </c:pt>
                <c:pt idx="451" c:formatCode="yyyy/m/d">
                  <c:v>44504</c:v>
                </c:pt>
                <c:pt idx="452" c:formatCode="yyyy/m/d">
                  <c:v>44505</c:v>
                </c:pt>
                <c:pt idx="453" c:formatCode="yyyy/m/d">
                  <c:v>44508</c:v>
                </c:pt>
                <c:pt idx="454" c:formatCode="yyyy/m/d">
                  <c:v>44509</c:v>
                </c:pt>
                <c:pt idx="455" c:formatCode="yyyy/m/d">
                  <c:v>44510</c:v>
                </c:pt>
                <c:pt idx="456" c:formatCode="yyyy/m/d">
                  <c:v>44511</c:v>
                </c:pt>
                <c:pt idx="457" c:formatCode="yyyy/m/d">
                  <c:v>44512</c:v>
                </c:pt>
                <c:pt idx="458" c:formatCode="yyyy/m/d">
                  <c:v>44515</c:v>
                </c:pt>
                <c:pt idx="459" c:formatCode="yyyy/m/d">
                  <c:v>44516</c:v>
                </c:pt>
                <c:pt idx="460" c:formatCode="yyyy/m/d">
                  <c:v>44517</c:v>
                </c:pt>
                <c:pt idx="461" c:formatCode="yyyy/m/d">
                  <c:v>44518</c:v>
                </c:pt>
                <c:pt idx="462" c:formatCode="yyyy/m/d">
                  <c:v>44519</c:v>
                </c:pt>
                <c:pt idx="463" c:formatCode="yyyy/m/d">
                  <c:v>44522</c:v>
                </c:pt>
                <c:pt idx="464" c:formatCode="yyyy/m/d">
                  <c:v>44523</c:v>
                </c:pt>
                <c:pt idx="465" c:formatCode="yyyy/m/d">
                  <c:v>44524</c:v>
                </c:pt>
                <c:pt idx="466" c:formatCode="yyyy/m/d">
                  <c:v>44525</c:v>
                </c:pt>
                <c:pt idx="467" c:formatCode="yyyy/m/d">
                  <c:v>44526</c:v>
                </c:pt>
                <c:pt idx="468" c:formatCode="yyyy/m/d">
                  <c:v>44529</c:v>
                </c:pt>
                <c:pt idx="469" c:formatCode="yyyy/m/d">
                  <c:v>44530</c:v>
                </c:pt>
                <c:pt idx="470" c:formatCode="yyyy/m/d">
                  <c:v>44531</c:v>
                </c:pt>
                <c:pt idx="471" c:formatCode="yyyy/m/d">
                  <c:v>44532</c:v>
                </c:pt>
                <c:pt idx="472" c:formatCode="yyyy/m/d">
                  <c:v>44533</c:v>
                </c:pt>
                <c:pt idx="473" c:formatCode="yyyy/m/d">
                  <c:v>44536</c:v>
                </c:pt>
                <c:pt idx="474" c:formatCode="yyyy/m/d">
                  <c:v>44537</c:v>
                </c:pt>
                <c:pt idx="475" c:formatCode="yyyy/m/d">
                  <c:v>44538</c:v>
                </c:pt>
                <c:pt idx="476" c:formatCode="yyyy/m/d">
                  <c:v>44539</c:v>
                </c:pt>
                <c:pt idx="477" c:formatCode="yyyy/m/d">
                  <c:v>44540</c:v>
                </c:pt>
                <c:pt idx="478" c:formatCode="yyyy/m/d">
                  <c:v>44543</c:v>
                </c:pt>
                <c:pt idx="479" c:formatCode="yyyy/m/d">
                  <c:v>44544</c:v>
                </c:pt>
                <c:pt idx="480" c:formatCode="yyyy/m/d">
                  <c:v>44545</c:v>
                </c:pt>
                <c:pt idx="481" c:formatCode="yyyy/m/d">
                  <c:v>44546</c:v>
                </c:pt>
                <c:pt idx="482" c:formatCode="yyyy/m/d">
                  <c:v>44547</c:v>
                </c:pt>
                <c:pt idx="483" c:formatCode="yyyy/m/d">
                  <c:v>44550</c:v>
                </c:pt>
                <c:pt idx="484" c:formatCode="yyyy/m/d">
                  <c:v>44551</c:v>
                </c:pt>
                <c:pt idx="485" c:formatCode="yyyy/m/d">
                  <c:v>44552</c:v>
                </c:pt>
                <c:pt idx="486" c:formatCode="yyyy/m/d">
                  <c:v>44553</c:v>
                </c:pt>
                <c:pt idx="487" c:formatCode="yyyy/m/d">
                  <c:v>44554</c:v>
                </c:pt>
                <c:pt idx="488" c:formatCode="yyyy/m/d">
                  <c:v>44557</c:v>
                </c:pt>
                <c:pt idx="489" c:formatCode="yyyy/m/d">
                  <c:v>44558</c:v>
                </c:pt>
                <c:pt idx="490" c:formatCode="yyyy/m/d">
                  <c:v>44559</c:v>
                </c:pt>
                <c:pt idx="491" c:formatCode="yyyy/m/d">
                  <c:v>44560</c:v>
                </c:pt>
                <c:pt idx="492" c:formatCode="yyyy/m/d">
                  <c:v>44561</c:v>
                </c:pt>
                <c:pt idx="493" c:formatCode="yyyy/m/d">
                  <c:v>44565</c:v>
                </c:pt>
                <c:pt idx="494" c:formatCode="yyyy/m/d">
                  <c:v>44566</c:v>
                </c:pt>
                <c:pt idx="495" c:formatCode="yyyy/m/d">
                  <c:v>44567</c:v>
                </c:pt>
                <c:pt idx="496" c:formatCode="yyyy/m/d">
                  <c:v>44568</c:v>
                </c:pt>
                <c:pt idx="497" c:formatCode="yyyy/m/d">
                  <c:v>44571</c:v>
                </c:pt>
                <c:pt idx="498" c:formatCode="yyyy/m/d">
                  <c:v>44572</c:v>
                </c:pt>
                <c:pt idx="499" c:formatCode="yyyy/m/d">
                  <c:v>44573</c:v>
                </c:pt>
                <c:pt idx="500" c:formatCode="yyyy/m/d">
                  <c:v>44574</c:v>
                </c:pt>
                <c:pt idx="501" c:formatCode="yyyy/m/d">
                  <c:v>44575</c:v>
                </c:pt>
                <c:pt idx="502" c:formatCode="yyyy/m/d">
                  <c:v>44578</c:v>
                </c:pt>
                <c:pt idx="503" c:formatCode="yyyy/m/d">
                  <c:v>44579</c:v>
                </c:pt>
                <c:pt idx="504" c:formatCode="yyyy/m/d">
                  <c:v>44580</c:v>
                </c:pt>
                <c:pt idx="505" c:formatCode="yyyy/m/d">
                  <c:v>44581</c:v>
                </c:pt>
                <c:pt idx="506" c:formatCode="yyyy/m/d">
                  <c:v>44582</c:v>
                </c:pt>
                <c:pt idx="507" c:formatCode="yyyy/m/d">
                  <c:v>44585</c:v>
                </c:pt>
                <c:pt idx="508" c:formatCode="yyyy/m/d">
                  <c:v>44586</c:v>
                </c:pt>
                <c:pt idx="509" c:formatCode="yyyy/m/d">
                  <c:v>44587</c:v>
                </c:pt>
                <c:pt idx="510" c:formatCode="yyyy/m/d">
                  <c:v>44588</c:v>
                </c:pt>
                <c:pt idx="511" c:formatCode="yyyy/m/d">
                  <c:v>44589</c:v>
                </c:pt>
                <c:pt idx="512" c:formatCode="yyyy/m/d">
                  <c:v>44599</c:v>
                </c:pt>
                <c:pt idx="513" c:formatCode="yyyy/m/d">
                  <c:v>44600</c:v>
                </c:pt>
                <c:pt idx="514" c:formatCode="yyyy/m/d">
                  <c:v>44601</c:v>
                </c:pt>
                <c:pt idx="515" c:formatCode="yyyy/m/d">
                  <c:v>44602</c:v>
                </c:pt>
                <c:pt idx="516" c:formatCode="yyyy/m/d">
                  <c:v>44603</c:v>
                </c:pt>
                <c:pt idx="517" c:formatCode="yyyy/m/d">
                  <c:v>44606</c:v>
                </c:pt>
                <c:pt idx="518" c:formatCode="yyyy/m/d">
                  <c:v>44607</c:v>
                </c:pt>
                <c:pt idx="519" c:formatCode="yyyy/m/d">
                  <c:v>44608</c:v>
                </c:pt>
                <c:pt idx="520" c:formatCode="yyyy/m/d">
                  <c:v>44609</c:v>
                </c:pt>
                <c:pt idx="521" c:formatCode="yyyy/m/d">
                  <c:v>44610</c:v>
                </c:pt>
                <c:pt idx="522" c:formatCode="yyyy/m/d">
                  <c:v>44613</c:v>
                </c:pt>
                <c:pt idx="523" c:formatCode="yyyy/m/d">
                  <c:v>44614</c:v>
                </c:pt>
                <c:pt idx="524" c:formatCode="yyyy/m/d">
                  <c:v>44615</c:v>
                </c:pt>
                <c:pt idx="525" c:formatCode="yyyy/m/d">
                  <c:v>44616</c:v>
                </c:pt>
                <c:pt idx="526" c:formatCode="yyyy/m/d">
                  <c:v>44617</c:v>
                </c:pt>
                <c:pt idx="527" c:formatCode="yyyy/m/d">
                  <c:v>44620</c:v>
                </c:pt>
                <c:pt idx="528" c:formatCode="yyyy/m/d">
                  <c:v>44621</c:v>
                </c:pt>
                <c:pt idx="529" c:formatCode="yyyy/m/d">
                  <c:v>44622</c:v>
                </c:pt>
                <c:pt idx="530" c:formatCode="yyyy/m/d">
                  <c:v>44623</c:v>
                </c:pt>
                <c:pt idx="531" c:formatCode="yyyy/m/d">
                  <c:v>44624</c:v>
                </c:pt>
                <c:pt idx="532" c:formatCode="yyyy/m/d">
                  <c:v>44627</c:v>
                </c:pt>
                <c:pt idx="533" c:formatCode="yyyy/m/d">
                  <c:v>44628</c:v>
                </c:pt>
                <c:pt idx="534" c:formatCode="yyyy/m/d">
                  <c:v>44629</c:v>
                </c:pt>
                <c:pt idx="535" c:formatCode="yyyy/m/d">
                  <c:v>44630</c:v>
                </c:pt>
                <c:pt idx="536" c:formatCode="yyyy/m/d">
                  <c:v>44631</c:v>
                </c:pt>
                <c:pt idx="537" c:formatCode="yyyy/m/d">
                  <c:v>44634</c:v>
                </c:pt>
                <c:pt idx="538" c:formatCode="yyyy/m/d">
                  <c:v>44635</c:v>
                </c:pt>
                <c:pt idx="539" c:formatCode="yyyy/m/d">
                  <c:v>44636</c:v>
                </c:pt>
                <c:pt idx="540" c:formatCode="yyyy/m/d">
                  <c:v>44637</c:v>
                </c:pt>
                <c:pt idx="541" c:formatCode="yyyy/m/d">
                  <c:v>44638</c:v>
                </c:pt>
                <c:pt idx="542" c:formatCode="yyyy/m/d">
                  <c:v>44641</c:v>
                </c:pt>
                <c:pt idx="543" c:formatCode="yyyy/m/d">
                  <c:v>44642</c:v>
                </c:pt>
                <c:pt idx="544" c:formatCode="yyyy/m/d">
                  <c:v>44643</c:v>
                </c:pt>
                <c:pt idx="545" c:formatCode="yyyy/m/d">
                  <c:v>44644</c:v>
                </c:pt>
                <c:pt idx="546" c:formatCode="yyyy/m/d">
                  <c:v>44645</c:v>
                </c:pt>
                <c:pt idx="547" c:formatCode="yyyy/m/d">
                  <c:v>44648</c:v>
                </c:pt>
                <c:pt idx="548" c:formatCode="yyyy/m/d">
                  <c:v>44649</c:v>
                </c:pt>
                <c:pt idx="549" c:formatCode="yyyy/m/d">
                  <c:v>44650</c:v>
                </c:pt>
                <c:pt idx="550" c:formatCode="yyyy/m/d">
                  <c:v>44651</c:v>
                </c:pt>
                <c:pt idx="551" c:formatCode="yyyy/m/d">
                  <c:v>44652</c:v>
                </c:pt>
                <c:pt idx="552" c:formatCode="yyyy/m/d">
                  <c:v>44657</c:v>
                </c:pt>
                <c:pt idx="553" c:formatCode="yyyy/m/d">
                  <c:v>44658</c:v>
                </c:pt>
                <c:pt idx="554" c:formatCode="yyyy/m/d">
                  <c:v>44659</c:v>
                </c:pt>
                <c:pt idx="555" c:formatCode="yyyy/m/d">
                  <c:v>44662</c:v>
                </c:pt>
                <c:pt idx="556" c:formatCode="yyyy/m/d">
                  <c:v>44663</c:v>
                </c:pt>
                <c:pt idx="557" c:formatCode="yyyy/m/d">
                  <c:v>44664</c:v>
                </c:pt>
                <c:pt idx="558" c:formatCode="yyyy/m/d">
                  <c:v>44665</c:v>
                </c:pt>
                <c:pt idx="559" c:formatCode="yyyy/m/d">
                  <c:v>44666</c:v>
                </c:pt>
                <c:pt idx="560" c:formatCode="yyyy/m/d">
                  <c:v>44669</c:v>
                </c:pt>
                <c:pt idx="561" c:formatCode="yyyy/m/d">
                  <c:v>44670</c:v>
                </c:pt>
                <c:pt idx="562" c:formatCode="yyyy/m/d">
                  <c:v>44671</c:v>
                </c:pt>
                <c:pt idx="563" c:formatCode="yyyy/m/d">
                  <c:v>44672</c:v>
                </c:pt>
                <c:pt idx="564" c:formatCode="yyyy/m/d">
                  <c:v>44673</c:v>
                </c:pt>
                <c:pt idx="565" c:formatCode="yyyy/m/d">
                  <c:v>44676</c:v>
                </c:pt>
                <c:pt idx="566" c:formatCode="yyyy/m/d">
                  <c:v>44677</c:v>
                </c:pt>
                <c:pt idx="567" c:formatCode="yyyy/m/d">
                  <c:v>44678</c:v>
                </c:pt>
                <c:pt idx="568" c:formatCode="yyyy/m/d">
                  <c:v>44679</c:v>
                </c:pt>
                <c:pt idx="569" c:formatCode="yyyy/m/d">
                  <c:v>44680</c:v>
                </c:pt>
                <c:pt idx="570" c:formatCode="yyyy/m/d">
                  <c:v>44686</c:v>
                </c:pt>
                <c:pt idx="571" c:formatCode="yyyy/m/d">
                  <c:v>44687</c:v>
                </c:pt>
                <c:pt idx="572" c:formatCode="yyyy/m/d">
                  <c:v>44690</c:v>
                </c:pt>
                <c:pt idx="573" c:formatCode="yyyy/m/d">
                  <c:v>44691</c:v>
                </c:pt>
                <c:pt idx="574" c:formatCode="yyyy/m/d">
                  <c:v>44692</c:v>
                </c:pt>
                <c:pt idx="575" c:formatCode="yyyy/m/d">
                  <c:v>44693</c:v>
                </c:pt>
                <c:pt idx="576" c:formatCode="yyyy/m/d">
                  <c:v>44694</c:v>
                </c:pt>
                <c:pt idx="577" c:formatCode="yyyy/m/d">
                  <c:v>44697</c:v>
                </c:pt>
                <c:pt idx="578" c:formatCode="yyyy/m/d">
                  <c:v>44698</c:v>
                </c:pt>
                <c:pt idx="579" c:formatCode="yyyy/m/d">
                  <c:v>44699</c:v>
                </c:pt>
                <c:pt idx="580" c:formatCode="yyyy/m/d">
                  <c:v>44700</c:v>
                </c:pt>
                <c:pt idx="581" c:formatCode="yyyy/m/d">
                  <c:v>44701</c:v>
                </c:pt>
                <c:pt idx="582" c:formatCode="yyyy/m/d">
                  <c:v>44704</c:v>
                </c:pt>
                <c:pt idx="583" c:formatCode="yyyy/m/d">
                  <c:v>44705</c:v>
                </c:pt>
                <c:pt idx="584" c:formatCode="yyyy/m/d">
                  <c:v>44706</c:v>
                </c:pt>
                <c:pt idx="585" c:formatCode="yyyy/m/d">
                  <c:v>44707</c:v>
                </c:pt>
                <c:pt idx="586" c:formatCode="yyyy/m/d">
                  <c:v>44708</c:v>
                </c:pt>
                <c:pt idx="587" c:formatCode="yyyy/m/d">
                  <c:v>44711</c:v>
                </c:pt>
                <c:pt idx="588" c:formatCode="yyyy/m/d">
                  <c:v>44712</c:v>
                </c:pt>
                <c:pt idx="589" c:formatCode="yyyy/m/d">
                  <c:v>44713</c:v>
                </c:pt>
                <c:pt idx="590" c:formatCode="yyyy/m/d">
                  <c:v>44714</c:v>
                </c:pt>
                <c:pt idx="591" c:formatCode="yyyy/m/d">
                  <c:v>44718</c:v>
                </c:pt>
                <c:pt idx="592" c:formatCode="yyyy/m/d">
                  <c:v>44719</c:v>
                </c:pt>
                <c:pt idx="593" c:formatCode="yyyy/m/d">
                  <c:v>44720</c:v>
                </c:pt>
                <c:pt idx="594" c:formatCode="yyyy/m/d">
                  <c:v>44721</c:v>
                </c:pt>
                <c:pt idx="595" c:formatCode="yyyy/m/d">
                  <c:v>44722</c:v>
                </c:pt>
                <c:pt idx="596" c:formatCode="yyyy/m/d">
                  <c:v>44725</c:v>
                </c:pt>
                <c:pt idx="597" c:formatCode="yyyy/m/d">
                  <c:v>44726</c:v>
                </c:pt>
                <c:pt idx="598" c:formatCode="yyyy/m/d">
                  <c:v>44727</c:v>
                </c:pt>
                <c:pt idx="599" c:formatCode="yyyy/m/d">
                  <c:v>44728</c:v>
                </c:pt>
                <c:pt idx="600" c:formatCode="yyyy/m/d">
                  <c:v>44729</c:v>
                </c:pt>
                <c:pt idx="601" c:formatCode="yyyy/m/d">
                  <c:v>44732</c:v>
                </c:pt>
                <c:pt idx="602" c:formatCode="yyyy/m/d">
                  <c:v>44733</c:v>
                </c:pt>
                <c:pt idx="603" c:formatCode="yyyy/m/d">
                  <c:v>44734</c:v>
                </c:pt>
                <c:pt idx="604" c:formatCode="yyyy/m/d">
                  <c:v>44735</c:v>
                </c:pt>
                <c:pt idx="605" c:formatCode="yyyy/m/d">
                  <c:v>44736</c:v>
                </c:pt>
                <c:pt idx="606" c:formatCode="yyyy/m/d">
                  <c:v>44739</c:v>
                </c:pt>
                <c:pt idx="607" c:formatCode="yyyy/m/d">
                  <c:v>44740</c:v>
                </c:pt>
                <c:pt idx="608" c:formatCode="yyyy/m/d">
                  <c:v>44741</c:v>
                </c:pt>
                <c:pt idx="609" c:formatCode="yyyy/m/d">
                  <c:v>44742</c:v>
                </c:pt>
                <c:pt idx="610" c:formatCode="yyyy/m/d">
                  <c:v>44743</c:v>
                </c:pt>
                <c:pt idx="611" c:formatCode="yyyy/m/d">
                  <c:v>44746</c:v>
                </c:pt>
                <c:pt idx="612" c:formatCode="yyyy/m/d">
                  <c:v>44747</c:v>
                </c:pt>
                <c:pt idx="613" c:formatCode="yyyy/m/d">
                  <c:v>44748</c:v>
                </c:pt>
                <c:pt idx="614" c:formatCode="yyyy/m/d">
                  <c:v>44749</c:v>
                </c:pt>
                <c:pt idx="615" c:formatCode="yyyy/m/d">
                  <c:v>44750</c:v>
                </c:pt>
                <c:pt idx="616" c:formatCode="yyyy/m/d">
                  <c:v>44753</c:v>
                </c:pt>
                <c:pt idx="617" c:formatCode="yyyy/m/d">
                  <c:v>44754</c:v>
                </c:pt>
                <c:pt idx="618" c:formatCode="yyyy/m/d">
                  <c:v>44755</c:v>
                </c:pt>
                <c:pt idx="619" c:formatCode="yyyy/m/d">
                  <c:v>44756</c:v>
                </c:pt>
                <c:pt idx="620" c:formatCode="yyyy/m/d">
                  <c:v>44757</c:v>
                </c:pt>
                <c:pt idx="621" c:formatCode="yyyy/m/d">
                  <c:v>44760</c:v>
                </c:pt>
                <c:pt idx="622" c:formatCode="yyyy/m/d">
                  <c:v>44761</c:v>
                </c:pt>
                <c:pt idx="623" c:formatCode="yyyy/m/d">
                  <c:v>44762</c:v>
                </c:pt>
                <c:pt idx="624" c:formatCode="yyyy/m/d">
                  <c:v>44763</c:v>
                </c:pt>
                <c:pt idx="625" c:formatCode="yyyy/m/d">
                  <c:v>44764</c:v>
                </c:pt>
                <c:pt idx="626" c:formatCode="yyyy/m/d">
                  <c:v>44767</c:v>
                </c:pt>
                <c:pt idx="627" c:formatCode="yyyy/m/d">
                  <c:v>44768</c:v>
                </c:pt>
                <c:pt idx="628" c:formatCode="yyyy/m/d">
                  <c:v>44769</c:v>
                </c:pt>
                <c:pt idx="629" c:formatCode="yyyy/m/d">
                  <c:v>44770</c:v>
                </c:pt>
                <c:pt idx="630" c:formatCode="yyyy/m/d">
                  <c:v>44771</c:v>
                </c:pt>
                <c:pt idx="631" c:formatCode="yyyy/m/d">
                  <c:v>44774</c:v>
                </c:pt>
                <c:pt idx="632" c:formatCode="yyyy/m/d">
                  <c:v>44775</c:v>
                </c:pt>
                <c:pt idx="633" c:formatCode="yyyy/m/d">
                  <c:v>44776</c:v>
                </c:pt>
                <c:pt idx="634" c:formatCode="yyyy/m/d">
                  <c:v>44777</c:v>
                </c:pt>
                <c:pt idx="635" c:formatCode="yyyy/m/d">
                  <c:v>44778</c:v>
                </c:pt>
                <c:pt idx="636" c:formatCode="yyyy/m/d">
                  <c:v>44781</c:v>
                </c:pt>
                <c:pt idx="637" c:formatCode="yyyy/m/d">
                  <c:v>44782</c:v>
                </c:pt>
                <c:pt idx="638" c:formatCode="yyyy/m/d">
                  <c:v>44783</c:v>
                </c:pt>
                <c:pt idx="639" c:formatCode="yyyy/m/d">
                  <c:v>44784</c:v>
                </c:pt>
                <c:pt idx="640" c:formatCode="yyyy/m/d">
                  <c:v>44785</c:v>
                </c:pt>
                <c:pt idx="641" c:formatCode="yyyy/m/d">
                  <c:v>44788</c:v>
                </c:pt>
                <c:pt idx="642" c:formatCode="yyyy/m/d">
                  <c:v>44789</c:v>
                </c:pt>
                <c:pt idx="643" c:formatCode="yyyy/m/d">
                  <c:v>44790</c:v>
                </c:pt>
                <c:pt idx="644" c:formatCode="yyyy/m/d">
                  <c:v>44791</c:v>
                </c:pt>
                <c:pt idx="645" c:formatCode="yyyy/m/d">
                  <c:v>44792</c:v>
                </c:pt>
                <c:pt idx="646" c:formatCode="yyyy/m/d">
                  <c:v>44795</c:v>
                </c:pt>
                <c:pt idx="647" c:formatCode="yyyy/m/d">
                  <c:v>44796</c:v>
                </c:pt>
                <c:pt idx="648" c:formatCode="yyyy/m/d">
                  <c:v>44797</c:v>
                </c:pt>
                <c:pt idx="649" c:formatCode="yyyy/m/d">
                  <c:v>44798</c:v>
                </c:pt>
                <c:pt idx="650" c:formatCode="yyyy/m/d">
                  <c:v>44799</c:v>
                </c:pt>
                <c:pt idx="651" c:formatCode="yyyy/m/d">
                  <c:v>44802</c:v>
                </c:pt>
                <c:pt idx="652" c:formatCode="yyyy/m/d">
                  <c:v>44803</c:v>
                </c:pt>
                <c:pt idx="653" c:formatCode="yyyy/m/d">
                  <c:v>44804</c:v>
                </c:pt>
                <c:pt idx="654" c:formatCode="yyyy/m/d">
                  <c:v>44805</c:v>
                </c:pt>
                <c:pt idx="655" c:formatCode="yyyy/m/d">
                  <c:v>44806</c:v>
                </c:pt>
                <c:pt idx="656" c:formatCode="yyyy/m/d">
                  <c:v>44809</c:v>
                </c:pt>
                <c:pt idx="657" c:formatCode="yyyy/m/d">
                  <c:v>44810</c:v>
                </c:pt>
                <c:pt idx="658" c:formatCode="yyyy/m/d">
                  <c:v>44811</c:v>
                </c:pt>
                <c:pt idx="659" c:formatCode="yyyy/m/d">
                  <c:v>44812</c:v>
                </c:pt>
                <c:pt idx="660" c:formatCode="yyyy/m/d">
                  <c:v>44813</c:v>
                </c:pt>
                <c:pt idx="661" c:formatCode="yyyy/m/d">
                  <c:v>44817</c:v>
                </c:pt>
                <c:pt idx="662" c:formatCode="yyyy/m/d">
                  <c:v>44818</c:v>
                </c:pt>
                <c:pt idx="663" c:formatCode="yyyy/m/d">
                  <c:v>44819</c:v>
                </c:pt>
                <c:pt idx="664" c:formatCode="yyyy/m/d">
                  <c:v>44820</c:v>
                </c:pt>
                <c:pt idx="665" c:formatCode="yyyy/m/d">
                  <c:v>44823</c:v>
                </c:pt>
                <c:pt idx="666" c:formatCode="yyyy/m/d">
                  <c:v>44824</c:v>
                </c:pt>
                <c:pt idx="667" c:formatCode="yyyy/m/d">
                  <c:v>44825</c:v>
                </c:pt>
                <c:pt idx="668" c:formatCode="yyyy/m/d">
                  <c:v>44826</c:v>
                </c:pt>
                <c:pt idx="669" c:formatCode="yyyy/m/d">
                  <c:v>44827</c:v>
                </c:pt>
                <c:pt idx="670" c:formatCode="yyyy/m/d">
                  <c:v>44830</c:v>
                </c:pt>
                <c:pt idx="671" c:formatCode="yyyy/m/d">
                  <c:v>44831</c:v>
                </c:pt>
                <c:pt idx="672" c:formatCode="yyyy/m/d">
                  <c:v>44832</c:v>
                </c:pt>
                <c:pt idx="673" c:formatCode="yyyy/m/d">
                  <c:v>44833</c:v>
                </c:pt>
                <c:pt idx="674" c:formatCode="yyyy/m/d">
                  <c:v>44834</c:v>
                </c:pt>
                <c:pt idx="675" c:formatCode="yyyy/m/d">
                  <c:v>44844</c:v>
                </c:pt>
                <c:pt idx="676" c:formatCode="yyyy/m/d">
                  <c:v>44845</c:v>
                </c:pt>
                <c:pt idx="677" c:formatCode="yyyy/m/d">
                  <c:v>44846</c:v>
                </c:pt>
                <c:pt idx="678" c:formatCode="yyyy/m/d">
                  <c:v>44847</c:v>
                </c:pt>
                <c:pt idx="679" c:formatCode="yyyy/m/d">
                  <c:v>44848</c:v>
                </c:pt>
                <c:pt idx="680" c:formatCode="yyyy/m/d">
                  <c:v>44851</c:v>
                </c:pt>
                <c:pt idx="681" c:formatCode="yyyy/m/d">
                  <c:v>44852</c:v>
                </c:pt>
                <c:pt idx="682" c:formatCode="yyyy/m/d">
                  <c:v>44853</c:v>
                </c:pt>
                <c:pt idx="683" c:formatCode="yyyy/m/d">
                  <c:v>44854</c:v>
                </c:pt>
                <c:pt idx="684" c:formatCode="yyyy/m/d">
                  <c:v>44855</c:v>
                </c:pt>
                <c:pt idx="685" c:formatCode="yyyy/m/d">
                  <c:v>44858</c:v>
                </c:pt>
                <c:pt idx="686" c:formatCode="yyyy/m/d">
                  <c:v>44859</c:v>
                </c:pt>
                <c:pt idx="687" c:formatCode="yyyy/m/d">
                  <c:v>44860</c:v>
                </c:pt>
                <c:pt idx="688" c:formatCode="yyyy/m/d">
                  <c:v>44861</c:v>
                </c:pt>
                <c:pt idx="689" c:formatCode="yyyy/m/d">
                  <c:v>44862</c:v>
                </c:pt>
                <c:pt idx="690" c:formatCode="yyyy/m/d">
                  <c:v>44865</c:v>
                </c:pt>
                <c:pt idx="691" c:formatCode="yyyy/m/d">
                  <c:v>44866</c:v>
                </c:pt>
                <c:pt idx="692" c:formatCode="yyyy/m/d">
                  <c:v>44867</c:v>
                </c:pt>
                <c:pt idx="693" c:formatCode="yyyy/m/d">
                  <c:v>44868</c:v>
                </c:pt>
                <c:pt idx="694" c:formatCode="yyyy/m/d">
                  <c:v>44869</c:v>
                </c:pt>
                <c:pt idx="695" c:formatCode="yyyy/m/d">
                  <c:v>44872</c:v>
                </c:pt>
                <c:pt idx="696" c:formatCode="yyyy/m/d">
                  <c:v>44873</c:v>
                </c:pt>
                <c:pt idx="697" c:formatCode="yyyy/m/d">
                  <c:v>44874</c:v>
                </c:pt>
                <c:pt idx="698" c:formatCode="yyyy/m/d">
                  <c:v>44875</c:v>
                </c:pt>
                <c:pt idx="699" c:formatCode="yyyy/m/d">
                  <c:v>44876</c:v>
                </c:pt>
                <c:pt idx="700" c:formatCode="yyyy/m/d">
                  <c:v>44879</c:v>
                </c:pt>
                <c:pt idx="701" c:formatCode="yyyy/m/d">
                  <c:v>44880</c:v>
                </c:pt>
                <c:pt idx="702" c:formatCode="yyyy/m/d">
                  <c:v>44881</c:v>
                </c:pt>
                <c:pt idx="703" c:formatCode="yyyy/m/d">
                  <c:v>44882</c:v>
                </c:pt>
                <c:pt idx="704" c:formatCode="yyyy/m/d">
                  <c:v>44883</c:v>
                </c:pt>
                <c:pt idx="705" c:formatCode="yyyy/m/d">
                  <c:v>44886</c:v>
                </c:pt>
                <c:pt idx="706" c:formatCode="yyyy/m/d">
                  <c:v>44887</c:v>
                </c:pt>
                <c:pt idx="707" c:formatCode="yyyy/m/d">
                  <c:v>44888</c:v>
                </c:pt>
                <c:pt idx="708" c:formatCode="yyyy/m/d">
                  <c:v>44889</c:v>
                </c:pt>
                <c:pt idx="709" c:formatCode="yyyy/m/d">
                  <c:v>44890</c:v>
                </c:pt>
                <c:pt idx="710" c:formatCode="yyyy/m/d">
                  <c:v>44893</c:v>
                </c:pt>
                <c:pt idx="711" c:formatCode="yyyy/m/d">
                  <c:v>44894</c:v>
                </c:pt>
                <c:pt idx="712" c:formatCode="yyyy/m/d">
                  <c:v>44895</c:v>
                </c:pt>
                <c:pt idx="713" c:formatCode="yyyy/m/d">
                  <c:v>44896</c:v>
                </c:pt>
                <c:pt idx="714" c:formatCode="yyyy/m/d">
                  <c:v>44897</c:v>
                </c:pt>
                <c:pt idx="715" c:formatCode="yyyy/m/d">
                  <c:v>44900</c:v>
                </c:pt>
                <c:pt idx="716" c:formatCode="yyyy/m/d">
                  <c:v>44901</c:v>
                </c:pt>
                <c:pt idx="717" c:formatCode="yyyy/m/d">
                  <c:v>44902</c:v>
                </c:pt>
                <c:pt idx="718" c:formatCode="yyyy/m/d">
                  <c:v>44903</c:v>
                </c:pt>
                <c:pt idx="719" c:formatCode="yyyy/m/d">
                  <c:v>44904</c:v>
                </c:pt>
                <c:pt idx="720" c:formatCode="yyyy/m/d">
                  <c:v>44907</c:v>
                </c:pt>
                <c:pt idx="721" c:formatCode="yyyy/m/d">
                  <c:v>44908</c:v>
                </c:pt>
                <c:pt idx="722" c:formatCode="yyyy/m/d">
                  <c:v>44909</c:v>
                </c:pt>
                <c:pt idx="723" c:formatCode="yyyy/m/d">
                  <c:v>44910</c:v>
                </c:pt>
                <c:pt idx="724" c:formatCode="yyyy/m/d">
                  <c:v>44911</c:v>
                </c:pt>
                <c:pt idx="725" c:formatCode="yyyy/m/d">
                  <c:v>44914</c:v>
                </c:pt>
                <c:pt idx="726" c:formatCode="yyyy/m/d">
                  <c:v>44915</c:v>
                </c:pt>
                <c:pt idx="727" c:formatCode="yyyy/m/d">
                  <c:v>44916</c:v>
                </c:pt>
                <c:pt idx="728" c:formatCode="yyyy/m/d">
                  <c:v>44917</c:v>
                </c:pt>
                <c:pt idx="729" c:formatCode="yyyy/m/d">
                  <c:v>44918</c:v>
                </c:pt>
                <c:pt idx="730" c:formatCode="yyyy/m/d">
                  <c:v>44921</c:v>
                </c:pt>
                <c:pt idx="731" c:formatCode="yyyy/m/d">
                  <c:v>44922</c:v>
                </c:pt>
                <c:pt idx="732" c:formatCode="yyyy/m/d">
                  <c:v>44923</c:v>
                </c:pt>
                <c:pt idx="733" c:formatCode="yyyy/m/d">
                  <c:v>44924</c:v>
                </c:pt>
                <c:pt idx="734" c:formatCode="yyyy/m/d">
                  <c:v>44925</c:v>
                </c:pt>
                <c:pt idx="735" c:formatCode="yyyy/m/d">
                  <c:v>44929</c:v>
                </c:pt>
                <c:pt idx="736" c:formatCode="yyyy/m/d">
                  <c:v>44930</c:v>
                </c:pt>
                <c:pt idx="737" c:formatCode="yyyy/m/d">
                  <c:v>44931</c:v>
                </c:pt>
                <c:pt idx="738" c:formatCode="yyyy/m/d">
                  <c:v>44932</c:v>
                </c:pt>
                <c:pt idx="739" c:formatCode="yyyy/m/d">
                  <c:v>44935</c:v>
                </c:pt>
                <c:pt idx="740" c:formatCode="yyyy/m/d">
                  <c:v>44936</c:v>
                </c:pt>
                <c:pt idx="741" c:formatCode="yyyy/m/d">
                  <c:v>44937</c:v>
                </c:pt>
                <c:pt idx="742" c:formatCode="yyyy/m/d">
                  <c:v>44938</c:v>
                </c:pt>
                <c:pt idx="743" c:formatCode="yyyy/m/d">
                  <c:v>44939</c:v>
                </c:pt>
                <c:pt idx="744" c:formatCode="yyyy/m/d">
                  <c:v>44942</c:v>
                </c:pt>
                <c:pt idx="745" c:formatCode="yyyy/m/d">
                  <c:v>44943</c:v>
                </c:pt>
                <c:pt idx="746" c:formatCode="yyyy/m/d">
                  <c:v>44944</c:v>
                </c:pt>
                <c:pt idx="747" c:formatCode="yyyy/m/d">
                  <c:v>44945</c:v>
                </c:pt>
                <c:pt idx="748" c:formatCode="yyyy/m/d">
                  <c:v>44946</c:v>
                </c:pt>
                <c:pt idx="749" c:formatCode="yyyy/m/d">
                  <c:v>44956</c:v>
                </c:pt>
                <c:pt idx="750" c:formatCode="yyyy/m/d">
                  <c:v>44957</c:v>
                </c:pt>
                <c:pt idx="751" c:formatCode="yyyy/m/d">
                  <c:v>44958</c:v>
                </c:pt>
                <c:pt idx="752" c:formatCode="yyyy/m/d">
                  <c:v>44959</c:v>
                </c:pt>
                <c:pt idx="753" c:formatCode="yyyy/m/d">
                  <c:v>44960</c:v>
                </c:pt>
                <c:pt idx="754" c:formatCode="yyyy/m/d">
                  <c:v>44963</c:v>
                </c:pt>
                <c:pt idx="755" c:formatCode="yyyy/m/d">
                  <c:v>44964</c:v>
                </c:pt>
                <c:pt idx="756" c:formatCode="yyyy/m/d">
                  <c:v>44965</c:v>
                </c:pt>
                <c:pt idx="757" c:formatCode="yyyy/m/d">
                  <c:v>44966</c:v>
                </c:pt>
                <c:pt idx="758" c:formatCode="yyyy/m/d">
                  <c:v>44967</c:v>
                </c:pt>
                <c:pt idx="759" c:formatCode="yyyy/m/d">
                  <c:v>44970</c:v>
                </c:pt>
                <c:pt idx="760" c:formatCode="yyyy/m/d">
                  <c:v>44971</c:v>
                </c:pt>
                <c:pt idx="761" c:formatCode="yyyy/m/d">
                  <c:v>44972</c:v>
                </c:pt>
                <c:pt idx="762" c:formatCode="yyyy/m/d">
                  <c:v>44973</c:v>
                </c:pt>
                <c:pt idx="763" c:formatCode="yyyy/m/d">
                  <c:v>44974</c:v>
                </c:pt>
                <c:pt idx="764" c:formatCode="yyyy/m/d">
                  <c:v>44977</c:v>
                </c:pt>
                <c:pt idx="765" c:formatCode="yyyy/m/d">
                  <c:v>44978</c:v>
                </c:pt>
                <c:pt idx="766" c:formatCode="yyyy/m/d">
                  <c:v>44979</c:v>
                </c:pt>
                <c:pt idx="767" c:formatCode="yyyy/m/d">
                  <c:v>44980</c:v>
                </c:pt>
                <c:pt idx="768" c:formatCode="yyyy/m/d">
                  <c:v>44981</c:v>
                </c:pt>
                <c:pt idx="769" c:formatCode="yyyy/m/d">
                  <c:v>44984</c:v>
                </c:pt>
                <c:pt idx="770" c:formatCode="yyyy/m/d">
                  <c:v>44985</c:v>
                </c:pt>
                <c:pt idx="771" c:formatCode="yyyy/m/d">
                  <c:v>44986</c:v>
                </c:pt>
                <c:pt idx="772" c:formatCode="yyyy/m/d">
                  <c:v>44987</c:v>
                </c:pt>
                <c:pt idx="773" c:formatCode="yyyy/m/d">
                  <c:v>44988</c:v>
                </c:pt>
                <c:pt idx="774" c:formatCode="yyyy/m/d">
                  <c:v>44991</c:v>
                </c:pt>
                <c:pt idx="775" c:formatCode="yyyy/m/d">
                  <c:v>44992</c:v>
                </c:pt>
                <c:pt idx="776" c:formatCode="yyyy/m/d">
                  <c:v>44993</c:v>
                </c:pt>
                <c:pt idx="777" c:formatCode="yyyy/m/d">
                  <c:v>44994</c:v>
                </c:pt>
                <c:pt idx="778" c:formatCode="yyyy/m/d">
                  <c:v>44995</c:v>
                </c:pt>
                <c:pt idx="779" c:formatCode="yyyy/m/d">
                  <c:v>44998</c:v>
                </c:pt>
                <c:pt idx="780" c:formatCode="yyyy/m/d">
                  <c:v>44999</c:v>
                </c:pt>
                <c:pt idx="781" c:formatCode="yyyy/m/d">
                  <c:v>45000</c:v>
                </c:pt>
                <c:pt idx="782" c:formatCode="yyyy/m/d">
                  <c:v>45001</c:v>
                </c:pt>
                <c:pt idx="783" c:formatCode="yyyy/m/d">
                  <c:v>45002</c:v>
                </c:pt>
                <c:pt idx="784" c:formatCode="yyyy/m/d">
                  <c:v>45005</c:v>
                </c:pt>
                <c:pt idx="785" c:formatCode="yyyy/m/d">
                  <c:v>45006</c:v>
                </c:pt>
                <c:pt idx="786" c:formatCode="yyyy/m/d">
                  <c:v>45007</c:v>
                </c:pt>
                <c:pt idx="787" c:formatCode="yyyy/m/d">
                  <c:v>45008</c:v>
                </c:pt>
                <c:pt idx="788" c:formatCode="yyyy/m/d">
                  <c:v>45009</c:v>
                </c:pt>
                <c:pt idx="789" c:formatCode="yyyy/m/d">
                  <c:v>45012</c:v>
                </c:pt>
                <c:pt idx="790" c:formatCode="yyyy/m/d">
                  <c:v>45013</c:v>
                </c:pt>
                <c:pt idx="791" c:formatCode="yyyy/m/d">
                  <c:v>45014</c:v>
                </c:pt>
                <c:pt idx="792" c:formatCode="yyyy/m/d">
                  <c:v>45015</c:v>
                </c:pt>
                <c:pt idx="793" c:formatCode="yyyy/m/d">
                  <c:v>45016</c:v>
                </c:pt>
                <c:pt idx="794" c:formatCode="yyyy/m/d">
                  <c:v>45019</c:v>
                </c:pt>
                <c:pt idx="795" c:formatCode="yyyy/m/d">
                  <c:v>45020</c:v>
                </c:pt>
                <c:pt idx="796" c:formatCode="yyyy/m/d">
                  <c:v>45022</c:v>
                </c:pt>
                <c:pt idx="797" c:formatCode="yyyy/m/d">
                  <c:v>45023</c:v>
                </c:pt>
                <c:pt idx="798" c:formatCode="yyyy/m/d">
                  <c:v>45026</c:v>
                </c:pt>
                <c:pt idx="799" c:formatCode="yyyy/m/d">
                  <c:v>45027</c:v>
                </c:pt>
                <c:pt idx="800" c:formatCode="yyyy/m/d">
                  <c:v>45028</c:v>
                </c:pt>
                <c:pt idx="801" c:formatCode="yyyy/m/d">
                  <c:v>45029</c:v>
                </c:pt>
                <c:pt idx="802" c:formatCode="yyyy/m/d">
                  <c:v>45030</c:v>
                </c:pt>
                <c:pt idx="803" c:formatCode="yyyy/m/d">
                  <c:v>45033</c:v>
                </c:pt>
                <c:pt idx="804" c:formatCode="yyyy/m/d">
                  <c:v>45034</c:v>
                </c:pt>
                <c:pt idx="805" c:formatCode="yyyy/m/d">
                  <c:v>45035</c:v>
                </c:pt>
                <c:pt idx="806" c:formatCode="yyyy/m/d">
                  <c:v>45036</c:v>
                </c:pt>
                <c:pt idx="807" c:formatCode="yyyy/m/d">
                  <c:v>45037</c:v>
                </c:pt>
                <c:pt idx="808" c:formatCode="yyyy/m/d">
                  <c:v>45040</c:v>
                </c:pt>
                <c:pt idx="809" c:formatCode="yyyy/m/d">
                  <c:v>45041</c:v>
                </c:pt>
                <c:pt idx="810" c:formatCode="yyyy/m/d">
                  <c:v>45042</c:v>
                </c:pt>
                <c:pt idx="811" c:formatCode="yyyy/m/d">
                  <c:v>45043</c:v>
                </c:pt>
                <c:pt idx="812" c:formatCode="yyyy/m/d">
                  <c:v>45044</c:v>
                </c:pt>
                <c:pt idx="813" c:formatCode="yyyy/m/d">
                  <c:v>45050</c:v>
                </c:pt>
                <c:pt idx="814" c:formatCode="yyyy/m/d">
                  <c:v>45051</c:v>
                </c:pt>
                <c:pt idx="815" c:formatCode="yyyy/m/d">
                  <c:v>45054</c:v>
                </c:pt>
                <c:pt idx="816" c:formatCode="yyyy/m/d">
                  <c:v>45055</c:v>
                </c:pt>
                <c:pt idx="817" c:formatCode="yyyy/m/d">
                  <c:v>45056</c:v>
                </c:pt>
                <c:pt idx="818" c:formatCode="yyyy/m/d">
                  <c:v>45057</c:v>
                </c:pt>
                <c:pt idx="819" c:formatCode="yyyy/m/d">
                  <c:v>45058</c:v>
                </c:pt>
                <c:pt idx="820" c:formatCode="yyyy/m/d">
                  <c:v>45061</c:v>
                </c:pt>
                <c:pt idx="821" c:formatCode="yyyy/m/d">
                  <c:v>45062</c:v>
                </c:pt>
                <c:pt idx="822" c:formatCode="yyyy/m/d">
                  <c:v>45063</c:v>
                </c:pt>
                <c:pt idx="823" c:formatCode="yyyy/m/d">
                  <c:v>45064</c:v>
                </c:pt>
                <c:pt idx="824" c:formatCode="yyyy/m/d">
                  <c:v>45065</c:v>
                </c:pt>
                <c:pt idx="825" c:formatCode="yyyy/m/d">
                  <c:v>45068</c:v>
                </c:pt>
                <c:pt idx="826" c:formatCode="yyyy/m/d">
                  <c:v>45069</c:v>
                </c:pt>
                <c:pt idx="827" c:formatCode="yyyy/m/d">
                  <c:v>45070</c:v>
                </c:pt>
                <c:pt idx="828" c:formatCode="yyyy/m/d">
                  <c:v>45071</c:v>
                </c:pt>
                <c:pt idx="829" c:formatCode="yyyy/m/d">
                  <c:v>45072</c:v>
                </c:pt>
                <c:pt idx="830" c:formatCode="yyyy/m/d">
                  <c:v>45075</c:v>
                </c:pt>
                <c:pt idx="831" c:formatCode="yyyy/m/d">
                  <c:v>45076</c:v>
                </c:pt>
                <c:pt idx="832" c:formatCode="yyyy/m/d">
                  <c:v>45077</c:v>
                </c:pt>
                <c:pt idx="833" c:formatCode="yyyy/m/d">
                  <c:v>45078</c:v>
                </c:pt>
                <c:pt idx="834" c:formatCode="yyyy/m/d">
                  <c:v>45079</c:v>
                </c:pt>
                <c:pt idx="835" c:formatCode="yyyy/m/d">
                  <c:v>45082</c:v>
                </c:pt>
                <c:pt idx="836" c:formatCode="yyyy/m/d">
                  <c:v>45083</c:v>
                </c:pt>
                <c:pt idx="837" c:formatCode="yyyy/m/d">
                  <c:v>45084</c:v>
                </c:pt>
                <c:pt idx="838" c:formatCode="yyyy/m/d">
                  <c:v>45085</c:v>
                </c:pt>
                <c:pt idx="839" c:formatCode="yyyy/m/d">
                  <c:v>45086</c:v>
                </c:pt>
                <c:pt idx="840" c:formatCode="yyyy/m/d">
                  <c:v>45089</c:v>
                </c:pt>
                <c:pt idx="841" c:formatCode="yyyy/m/d">
                  <c:v>45090</c:v>
                </c:pt>
                <c:pt idx="842" c:formatCode="yyyy/m/d">
                  <c:v>45091</c:v>
                </c:pt>
                <c:pt idx="843" c:formatCode="yyyy/m/d">
                  <c:v>45092</c:v>
                </c:pt>
                <c:pt idx="844" c:formatCode="yyyy/m/d">
                  <c:v>45093</c:v>
                </c:pt>
                <c:pt idx="845" c:formatCode="yyyy/m/d">
                  <c:v>45096</c:v>
                </c:pt>
                <c:pt idx="846" c:formatCode="yyyy/m/d">
                  <c:v>45097</c:v>
                </c:pt>
                <c:pt idx="847" c:formatCode="yyyy/m/d">
                  <c:v>45098</c:v>
                </c:pt>
                <c:pt idx="848" c:formatCode="yyyy/m/d">
                  <c:v>45103</c:v>
                </c:pt>
                <c:pt idx="849" c:formatCode="yyyy/m/d">
                  <c:v>45104</c:v>
                </c:pt>
                <c:pt idx="850" c:formatCode="yyyy/m/d">
                  <c:v>45105</c:v>
                </c:pt>
                <c:pt idx="851" c:formatCode="yyyy/m/d">
                  <c:v>45106</c:v>
                </c:pt>
                <c:pt idx="852" c:formatCode="yyyy/m/d">
                  <c:v>45107</c:v>
                </c:pt>
                <c:pt idx="853" c:formatCode="yyyy/m/d">
                  <c:v>45110</c:v>
                </c:pt>
                <c:pt idx="854" c:formatCode="yyyy/m/d">
                  <c:v>45111</c:v>
                </c:pt>
                <c:pt idx="855" c:formatCode="yyyy/m/d">
                  <c:v>45112</c:v>
                </c:pt>
                <c:pt idx="856" c:formatCode="yyyy/m/d">
                  <c:v>45113</c:v>
                </c:pt>
                <c:pt idx="857" c:formatCode="yyyy/m/d">
                  <c:v>45114</c:v>
                </c:pt>
                <c:pt idx="858" c:formatCode="yyyy/m/d">
                  <c:v>45117</c:v>
                </c:pt>
                <c:pt idx="859" c:formatCode="yyyy/m/d">
                  <c:v>45118</c:v>
                </c:pt>
                <c:pt idx="860" c:formatCode="yyyy/m/d">
                  <c:v>45119</c:v>
                </c:pt>
                <c:pt idx="861" c:formatCode="yyyy/m/d">
                  <c:v>45120</c:v>
                </c:pt>
                <c:pt idx="862" c:formatCode="yyyy/m/d">
                  <c:v>45121</c:v>
                </c:pt>
                <c:pt idx="863" c:formatCode="yyyy/m/d">
                  <c:v>45124</c:v>
                </c:pt>
                <c:pt idx="864" c:formatCode="yyyy/m/d">
                  <c:v>45125</c:v>
                </c:pt>
                <c:pt idx="865" c:formatCode="yyyy/m/d">
                  <c:v>45126</c:v>
                </c:pt>
                <c:pt idx="866" c:formatCode="yyyy/m/d">
                  <c:v>45127</c:v>
                </c:pt>
                <c:pt idx="867" c:formatCode="yyyy/m/d">
                  <c:v>45128</c:v>
                </c:pt>
                <c:pt idx="868" c:formatCode="yyyy/m/d">
                  <c:v>45131</c:v>
                </c:pt>
                <c:pt idx="869" c:formatCode="yyyy/m/d">
                  <c:v>45132</c:v>
                </c:pt>
                <c:pt idx="870" c:formatCode="yyyy/m/d">
                  <c:v>45133</c:v>
                </c:pt>
                <c:pt idx="871" c:formatCode="yyyy/m/d">
                  <c:v>45134</c:v>
                </c:pt>
                <c:pt idx="872" c:formatCode="yyyy/m/d">
                  <c:v>45135</c:v>
                </c:pt>
                <c:pt idx="873" c:formatCode="yyyy/m/d">
                  <c:v>45138</c:v>
                </c:pt>
                <c:pt idx="874" c:formatCode="yyyy/m/d">
                  <c:v>45139</c:v>
                </c:pt>
                <c:pt idx="875" c:formatCode="yyyy/m/d">
                  <c:v>45140</c:v>
                </c:pt>
                <c:pt idx="876" c:formatCode="yyyy/m/d">
                  <c:v>45141</c:v>
                </c:pt>
                <c:pt idx="877" c:formatCode="yyyy/m/d">
                  <c:v>45142</c:v>
                </c:pt>
                <c:pt idx="878" c:formatCode="yyyy/m/d">
                  <c:v>45145</c:v>
                </c:pt>
                <c:pt idx="879" c:formatCode="yyyy/m/d">
                  <c:v>45146</c:v>
                </c:pt>
                <c:pt idx="880" c:formatCode="yyyy/m/d">
                  <c:v>45147</c:v>
                </c:pt>
                <c:pt idx="881" c:formatCode="yyyy/m/d">
                  <c:v>45148</c:v>
                </c:pt>
                <c:pt idx="882" c:formatCode="yyyy/m/d">
                  <c:v>45149</c:v>
                </c:pt>
                <c:pt idx="883" c:formatCode="yyyy/m/d">
                  <c:v>45152</c:v>
                </c:pt>
                <c:pt idx="884" c:formatCode="yyyy/m/d">
                  <c:v>45153</c:v>
                </c:pt>
                <c:pt idx="885" c:formatCode="yyyy/m/d">
                  <c:v>45154</c:v>
                </c:pt>
                <c:pt idx="886" c:formatCode="yyyy/m/d">
                  <c:v>45155</c:v>
                </c:pt>
                <c:pt idx="887" c:formatCode="yyyy/m/d">
                  <c:v>45156</c:v>
                </c:pt>
                <c:pt idx="888" c:formatCode="yyyy/m/d">
                  <c:v>45159</c:v>
                </c:pt>
                <c:pt idx="889" c:formatCode="yyyy/m/d">
                  <c:v>45160</c:v>
                </c:pt>
                <c:pt idx="890" c:formatCode="yyyy/m/d">
                  <c:v>45161</c:v>
                </c:pt>
                <c:pt idx="891" c:formatCode="yyyy/m/d">
                  <c:v>45162</c:v>
                </c:pt>
                <c:pt idx="892" c:formatCode="yyyy/m/d">
                  <c:v>45163</c:v>
                </c:pt>
                <c:pt idx="893" c:formatCode="yyyy/m/d">
                  <c:v>45166</c:v>
                </c:pt>
                <c:pt idx="894" c:formatCode="yyyy/m/d">
                  <c:v>45167</c:v>
                </c:pt>
                <c:pt idx="895" c:formatCode="yyyy/m/d">
                  <c:v>45168</c:v>
                </c:pt>
                <c:pt idx="896" c:formatCode="yyyy/m/d">
                  <c:v>45169</c:v>
                </c:pt>
                <c:pt idx="897" c:formatCode="yyyy/m/d">
                  <c:v>45170</c:v>
                </c:pt>
                <c:pt idx="898" c:formatCode="yyyy/m/d">
                  <c:v>45173</c:v>
                </c:pt>
                <c:pt idx="899" c:formatCode="yyyy/m/d">
                  <c:v>45174</c:v>
                </c:pt>
                <c:pt idx="900" c:formatCode="yyyy/m/d">
                  <c:v>45175</c:v>
                </c:pt>
                <c:pt idx="901" c:formatCode="yyyy/m/d">
                  <c:v>45176</c:v>
                </c:pt>
                <c:pt idx="902" c:formatCode="yyyy/m/d">
                  <c:v>45177</c:v>
                </c:pt>
                <c:pt idx="903" c:formatCode="yyyy/m/d">
                  <c:v>45180</c:v>
                </c:pt>
                <c:pt idx="904" c:formatCode="yyyy/m/d">
                  <c:v>45181</c:v>
                </c:pt>
                <c:pt idx="905" c:formatCode="yyyy/m/d">
                  <c:v>45182</c:v>
                </c:pt>
                <c:pt idx="906" c:formatCode="yyyy/m/d">
                  <c:v>45183</c:v>
                </c:pt>
                <c:pt idx="907" c:formatCode="yyyy/m/d">
                  <c:v>45184</c:v>
                </c:pt>
                <c:pt idx="908" c:formatCode="yyyy/m/d">
                  <c:v>45187</c:v>
                </c:pt>
                <c:pt idx="909" c:formatCode="yyyy/m/d">
                  <c:v>45188</c:v>
                </c:pt>
                <c:pt idx="910" c:formatCode="yyyy/m/d">
                  <c:v>45189</c:v>
                </c:pt>
                <c:pt idx="911" c:formatCode="yyyy/m/d">
                  <c:v>45190</c:v>
                </c:pt>
                <c:pt idx="912" c:formatCode="yyyy/m/d">
                  <c:v>45191</c:v>
                </c:pt>
                <c:pt idx="913" c:formatCode="yyyy/m/d">
                  <c:v>45194</c:v>
                </c:pt>
                <c:pt idx="914" c:formatCode="yyyy/m/d">
                  <c:v>45195</c:v>
                </c:pt>
                <c:pt idx="915" c:formatCode="yyyy/m/d">
                  <c:v>45196</c:v>
                </c:pt>
                <c:pt idx="916" c:formatCode="yyyy/m/d">
                  <c:v>45197</c:v>
                </c:pt>
                <c:pt idx="917" c:formatCode="yyyy/m/d">
                  <c:v>45208</c:v>
                </c:pt>
                <c:pt idx="918" c:formatCode="yyyy/m/d">
                  <c:v>45209</c:v>
                </c:pt>
                <c:pt idx="919" c:formatCode="yyyy/m/d">
                  <c:v>45210</c:v>
                </c:pt>
                <c:pt idx="920" c:formatCode="yyyy/m/d">
                  <c:v>45211</c:v>
                </c:pt>
                <c:pt idx="921" c:formatCode="yyyy/m/d">
                  <c:v>45212</c:v>
                </c:pt>
                <c:pt idx="922" c:formatCode="yyyy/m/d">
                  <c:v>45215</c:v>
                </c:pt>
                <c:pt idx="923" c:formatCode="yyyy/m/d">
                  <c:v>45216</c:v>
                </c:pt>
                <c:pt idx="924" c:formatCode="yyyy/m/d">
                  <c:v>45217</c:v>
                </c:pt>
                <c:pt idx="925" c:formatCode="yyyy/m/d">
                  <c:v>45218</c:v>
                </c:pt>
                <c:pt idx="926" c:formatCode="yyyy/m/d">
                  <c:v>45219</c:v>
                </c:pt>
                <c:pt idx="927" c:formatCode="yyyy/m/d">
                  <c:v>45222</c:v>
                </c:pt>
                <c:pt idx="928" c:formatCode="yyyy/m/d">
                  <c:v>45223</c:v>
                </c:pt>
                <c:pt idx="929" c:formatCode="yyyy/m/d">
                  <c:v>45224</c:v>
                </c:pt>
                <c:pt idx="930" c:formatCode="yyyy/m/d">
                  <c:v>45225</c:v>
                </c:pt>
                <c:pt idx="931" c:formatCode="yyyy/m/d">
                  <c:v>45226</c:v>
                </c:pt>
                <c:pt idx="932" c:formatCode="yyyy/m/d">
                  <c:v>45229</c:v>
                </c:pt>
                <c:pt idx="933" c:formatCode="yyyy/m/d">
                  <c:v>45230</c:v>
                </c:pt>
                <c:pt idx="934" c:formatCode="yyyy/m/d">
                  <c:v>45231</c:v>
                </c:pt>
                <c:pt idx="935" c:formatCode="yyyy/m/d">
                  <c:v>45232</c:v>
                </c:pt>
                <c:pt idx="936" c:formatCode="yyyy/m/d">
                  <c:v>45233</c:v>
                </c:pt>
                <c:pt idx="937" c:formatCode="yyyy/m/d">
                  <c:v>45236</c:v>
                </c:pt>
                <c:pt idx="938" c:formatCode="yyyy/m/d">
                  <c:v>45237</c:v>
                </c:pt>
                <c:pt idx="939" c:formatCode="yyyy/m/d">
                  <c:v>45238</c:v>
                </c:pt>
                <c:pt idx="940" c:formatCode="yyyy/m/d">
                  <c:v>45239</c:v>
                </c:pt>
                <c:pt idx="941" c:formatCode="yyyy/m/d">
                  <c:v>45240</c:v>
                </c:pt>
                <c:pt idx="942" c:formatCode="yyyy/m/d">
                  <c:v>45243</c:v>
                </c:pt>
                <c:pt idx="943" c:formatCode="yyyy/m/d">
                  <c:v>45244</c:v>
                </c:pt>
                <c:pt idx="944" c:formatCode="yyyy/m/d">
                  <c:v>45245</c:v>
                </c:pt>
                <c:pt idx="945" c:formatCode="yyyy/m/d">
                  <c:v>45246</c:v>
                </c:pt>
                <c:pt idx="946" c:formatCode="yyyy/m/d">
                  <c:v>45247</c:v>
                </c:pt>
                <c:pt idx="947" c:formatCode="yyyy/m/d">
                  <c:v>45250</c:v>
                </c:pt>
                <c:pt idx="948" c:formatCode="yyyy/m/d">
                  <c:v>45251</c:v>
                </c:pt>
                <c:pt idx="949" c:formatCode="yyyy/m/d">
                  <c:v>45252</c:v>
                </c:pt>
                <c:pt idx="950" c:formatCode="yyyy/m/d">
                  <c:v>45253</c:v>
                </c:pt>
                <c:pt idx="951" c:formatCode="yyyy/m/d">
                  <c:v>45254</c:v>
                </c:pt>
                <c:pt idx="952" c:formatCode="yyyy/m/d">
                  <c:v>45257</c:v>
                </c:pt>
                <c:pt idx="953" c:formatCode="yyyy/m/d">
                  <c:v>45258</c:v>
                </c:pt>
                <c:pt idx="954" c:formatCode="yyyy/m/d">
                  <c:v>45259</c:v>
                </c:pt>
                <c:pt idx="955" c:formatCode="yyyy/m/d">
                  <c:v>45260</c:v>
                </c:pt>
                <c:pt idx="956" c:formatCode="yyyy/m/d">
                  <c:v>45261</c:v>
                </c:pt>
                <c:pt idx="957" c:formatCode="yyyy/m/d">
                  <c:v>45264</c:v>
                </c:pt>
                <c:pt idx="958" c:formatCode="yyyy/m/d">
                  <c:v>45265</c:v>
                </c:pt>
                <c:pt idx="959" c:formatCode="yyyy/m/d">
                  <c:v>45266</c:v>
                </c:pt>
                <c:pt idx="960" c:formatCode="yyyy/m/d">
                  <c:v>45267</c:v>
                </c:pt>
                <c:pt idx="961" c:formatCode="yyyy/m/d">
                  <c:v>45268</c:v>
                </c:pt>
                <c:pt idx="962" c:formatCode="yyyy/m/d">
                  <c:v>45271</c:v>
                </c:pt>
                <c:pt idx="963" c:formatCode="yyyy/m/d">
                  <c:v>45272</c:v>
                </c:pt>
                <c:pt idx="964" c:formatCode="yyyy/m/d">
                  <c:v>45273</c:v>
                </c:pt>
                <c:pt idx="965" c:formatCode="yyyy/m/d">
                  <c:v>45274</c:v>
                </c:pt>
                <c:pt idx="966" c:formatCode="yyyy/m/d">
                  <c:v>45275</c:v>
                </c:pt>
                <c:pt idx="967" c:formatCode="yyyy/m/d">
                  <c:v>45278</c:v>
                </c:pt>
                <c:pt idx="968" c:formatCode="yyyy/m/d">
                  <c:v>45279</c:v>
                </c:pt>
                <c:pt idx="969" c:formatCode="yyyy/m/d">
                  <c:v>45280</c:v>
                </c:pt>
                <c:pt idx="970" c:formatCode="yyyy/m/d">
                  <c:v>45281</c:v>
                </c:pt>
                <c:pt idx="971" c:formatCode="yyyy/m/d">
                  <c:v>45282</c:v>
                </c:pt>
                <c:pt idx="972" c:formatCode="yyyy/m/d">
                  <c:v>45285</c:v>
                </c:pt>
                <c:pt idx="973" c:formatCode="yyyy/m/d">
                  <c:v>45286</c:v>
                </c:pt>
                <c:pt idx="974" c:formatCode="yyyy/m/d">
                  <c:v>45287</c:v>
                </c:pt>
                <c:pt idx="975" c:formatCode="yyyy/m/d">
                  <c:v>45288</c:v>
                </c:pt>
                <c:pt idx="976" c:formatCode="yyyy/m/d">
                  <c:v>45289</c:v>
                </c:pt>
                <c:pt idx="977" c:formatCode="yyyy/m/d">
                  <c:v>45293</c:v>
                </c:pt>
                <c:pt idx="978" c:formatCode="yyyy/m/d">
                  <c:v>45294</c:v>
                </c:pt>
                <c:pt idx="979" c:formatCode="yyyy/m/d">
                  <c:v>45295</c:v>
                </c:pt>
                <c:pt idx="980" c:formatCode="yyyy/m/d">
                  <c:v>45296</c:v>
                </c:pt>
                <c:pt idx="981" c:formatCode="yyyy/m/d">
                  <c:v>45299</c:v>
                </c:pt>
                <c:pt idx="982" c:formatCode="yyyy/m/d">
                  <c:v>45300</c:v>
                </c:pt>
                <c:pt idx="983" c:formatCode="yyyy/m/d">
                  <c:v>45301</c:v>
                </c:pt>
                <c:pt idx="984" c:formatCode="yyyy/m/d">
                  <c:v>45302</c:v>
                </c:pt>
                <c:pt idx="985" c:formatCode="yyyy/m/d">
                  <c:v>45303</c:v>
                </c:pt>
                <c:pt idx="986" c:formatCode="yyyy/m/d">
                  <c:v>45306</c:v>
                </c:pt>
                <c:pt idx="987" c:formatCode="yyyy/m/d">
                  <c:v>45307</c:v>
                </c:pt>
                <c:pt idx="988" c:formatCode="yyyy/m/d">
                  <c:v>45308</c:v>
                </c:pt>
                <c:pt idx="989" c:formatCode="yyyy/m/d">
                  <c:v>45309</c:v>
                </c:pt>
                <c:pt idx="990" c:formatCode="yyyy/m/d">
                  <c:v>45310</c:v>
                </c:pt>
                <c:pt idx="991" c:formatCode="yyyy/m/d">
                  <c:v>45313</c:v>
                </c:pt>
                <c:pt idx="992" c:formatCode="yyyy/m/d">
                  <c:v>45314</c:v>
                </c:pt>
                <c:pt idx="993" c:formatCode="yyyy/m/d">
                  <c:v>45315</c:v>
                </c:pt>
                <c:pt idx="994" c:formatCode="yyyy/m/d">
                  <c:v>45316</c:v>
                </c:pt>
                <c:pt idx="995" c:formatCode="yyyy/m/d">
                  <c:v>45317</c:v>
                </c:pt>
                <c:pt idx="996" c:formatCode="yyyy/m/d">
                  <c:v>45320</c:v>
                </c:pt>
                <c:pt idx="997" c:formatCode="yyyy/m/d">
                  <c:v>45321</c:v>
                </c:pt>
                <c:pt idx="998" c:formatCode="yyyy/m/d">
                  <c:v>45322</c:v>
                </c:pt>
                <c:pt idx="999" c:formatCode="yyyy/m/d">
                  <c:v>45323</c:v>
                </c:pt>
                <c:pt idx="1000" c:formatCode="yyyy/m/d">
                  <c:v>45324</c:v>
                </c:pt>
                <c:pt idx="1001" c:formatCode="yyyy/m/d">
                  <c:v>45327</c:v>
                </c:pt>
                <c:pt idx="1002" c:formatCode="yyyy/m/d">
                  <c:v>45328</c:v>
                </c:pt>
                <c:pt idx="1003" c:formatCode="yyyy/m/d">
                  <c:v>45329</c:v>
                </c:pt>
                <c:pt idx="1004" c:formatCode="yyyy/m/d">
                  <c:v>45330</c:v>
                </c:pt>
                <c:pt idx="1005" c:formatCode="yyyy/m/d">
                  <c:v>45341</c:v>
                </c:pt>
                <c:pt idx="1006" c:formatCode="yyyy/m/d">
                  <c:v>45342</c:v>
                </c:pt>
                <c:pt idx="1007" c:formatCode="yyyy/m/d">
                  <c:v>45343</c:v>
                </c:pt>
                <c:pt idx="1008" c:formatCode="yyyy/m/d">
                  <c:v>45344</c:v>
                </c:pt>
                <c:pt idx="1009" c:formatCode="yyyy/m/d">
                  <c:v>45345</c:v>
                </c:pt>
                <c:pt idx="1010" c:formatCode="yyyy/m/d">
                  <c:v>45348</c:v>
                </c:pt>
                <c:pt idx="1011" c:formatCode="yyyy/m/d">
                  <c:v>45349</c:v>
                </c:pt>
                <c:pt idx="1012" c:formatCode="yyyy/m/d">
                  <c:v>45350</c:v>
                </c:pt>
                <c:pt idx="1013" c:formatCode="yyyy/m/d">
                  <c:v>45351</c:v>
                </c:pt>
                <c:pt idx="1014" c:formatCode="yyyy/m/d">
                  <c:v>45352</c:v>
                </c:pt>
                <c:pt idx="1015" c:formatCode="yyyy/m/d">
                  <c:v>45355</c:v>
                </c:pt>
                <c:pt idx="1016" c:formatCode="yyyy/m/d">
                  <c:v>45356</c:v>
                </c:pt>
                <c:pt idx="1017" c:formatCode="yyyy/m/d">
                  <c:v>45357</c:v>
                </c:pt>
                <c:pt idx="1018" c:formatCode="yyyy/m/d">
                  <c:v>45358</c:v>
                </c:pt>
                <c:pt idx="1019" c:formatCode="yyyy/m/d">
                  <c:v>45359</c:v>
                </c:pt>
                <c:pt idx="1020" c:formatCode="yyyy/m/d">
                  <c:v>45362</c:v>
                </c:pt>
                <c:pt idx="1021" c:formatCode="yyyy/m/d">
                  <c:v>45363</c:v>
                </c:pt>
                <c:pt idx="1022" c:formatCode="yyyy/m/d">
                  <c:v>45364</c:v>
                </c:pt>
                <c:pt idx="1023" c:formatCode="yyyy/m/d">
                  <c:v>45365</c:v>
                </c:pt>
                <c:pt idx="1024" c:formatCode="yyyy/m/d">
                  <c:v>45366</c:v>
                </c:pt>
                <c:pt idx="1025" c:formatCode="yyyy/m/d">
                  <c:v>45369</c:v>
                </c:pt>
                <c:pt idx="1026" c:formatCode="yyyy/m/d">
                  <c:v>45370</c:v>
                </c:pt>
                <c:pt idx="1027" c:formatCode="yyyy/m/d">
                  <c:v>45371</c:v>
                </c:pt>
                <c:pt idx="1028" c:formatCode="yyyy/m/d">
                  <c:v>45372</c:v>
                </c:pt>
                <c:pt idx="1029" c:formatCode="yyyy/m/d">
                  <c:v>45373</c:v>
                </c:pt>
                <c:pt idx="1030" c:formatCode="yyyy/m/d">
                  <c:v>45376</c:v>
                </c:pt>
                <c:pt idx="1031" c:formatCode="yyyy/m/d">
                  <c:v>45377</c:v>
                </c:pt>
                <c:pt idx="1032" c:formatCode="yyyy/m/d">
                  <c:v>45378</c:v>
                </c:pt>
                <c:pt idx="1033" c:formatCode="yyyy/m/d">
                  <c:v>45379</c:v>
                </c:pt>
                <c:pt idx="1034" c:formatCode="yyyy/m/d">
                  <c:v>45380</c:v>
                </c:pt>
                <c:pt idx="1035" c:formatCode="yyyy/m/d">
                  <c:v>45383</c:v>
                </c:pt>
                <c:pt idx="1036" c:formatCode="yyyy/m/d">
                  <c:v>45384</c:v>
                </c:pt>
                <c:pt idx="1037" c:formatCode="yyyy/m/d">
                  <c:v>45385</c:v>
                </c:pt>
                <c:pt idx="1038" c:formatCode="yyyy/m/d">
                  <c:v>45390</c:v>
                </c:pt>
                <c:pt idx="1039" c:formatCode="yyyy/m/d">
                  <c:v>45391</c:v>
                </c:pt>
                <c:pt idx="1040" c:formatCode="yyyy/m/d">
                  <c:v>45392</c:v>
                </c:pt>
                <c:pt idx="1041" c:formatCode="yyyy/m/d">
                  <c:v>45393</c:v>
                </c:pt>
                <c:pt idx="1042" c:formatCode="yyyy/m/d">
                  <c:v>45394</c:v>
                </c:pt>
                <c:pt idx="1043" c:formatCode="yyyy/m/d">
                  <c:v>45397</c:v>
                </c:pt>
                <c:pt idx="1044" c:formatCode="yyyy/m/d">
                  <c:v>45398</c:v>
                </c:pt>
                <c:pt idx="1045" c:formatCode="yyyy/m/d">
                  <c:v>45399</c:v>
                </c:pt>
                <c:pt idx="1046" c:formatCode="yyyy/m/d">
                  <c:v>45400</c:v>
                </c:pt>
                <c:pt idx="1047" c:formatCode="yyyy/m/d">
                  <c:v>45401</c:v>
                </c:pt>
                <c:pt idx="1048" c:formatCode="yyyy/m/d">
                  <c:v>45404</c:v>
                </c:pt>
                <c:pt idx="1049" c:formatCode="yyyy/m/d">
                  <c:v>45405</c:v>
                </c:pt>
                <c:pt idx="1050" c:formatCode="yyyy/m/d">
                  <c:v>45406</c:v>
                </c:pt>
                <c:pt idx="1051" c:formatCode="yyyy/m/d">
                  <c:v>45407</c:v>
                </c:pt>
                <c:pt idx="1052" c:formatCode="yyyy/m/d">
                  <c:v>45408</c:v>
                </c:pt>
                <c:pt idx="1053" c:formatCode="yyyy/m/d">
                  <c:v>45411</c:v>
                </c:pt>
                <c:pt idx="1054" c:formatCode="yyyy/m/d">
                  <c:v>45412</c:v>
                </c:pt>
                <c:pt idx="1055" c:formatCode="yyyy/m/d">
                  <c:v>45418</c:v>
                </c:pt>
                <c:pt idx="1056" c:formatCode="yyyy/m/d">
                  <c:v>45419</c:v>
                </c:pt>
                <c:pt idx="1057" c:formatCode="yyyy/m/d">
                  <c:v>45420</c:v>
                </c:pt>
                <c:pt idx="1058" c:formatCode="yyyy/m/d">
                  <c:v>45421</c:v>
                </c:pt>
                <c:pt idx="1059" c:formatCode="yyyy/m/d">
                  <c:v>45422</c:v>
                </c:pt>
                <c:pt idx="1060" c:formatCode="yyyy/m/d">
                  <c:v>45425</c:v>
                </c:pt>
                <c:pt idx="1061" c:formatCode="yyyy/m/d">
                  <c:v>45426</c:v>
                </c:pt>
                <c:pt idx="1062" c:formatCode="yyyy/m/d">
                  <c:v>45427</c:v>
                </c:pt>
                <c:pt idx="1063" c:formatCode="yyyy/m/d">
                  <c:v>45428</c:v>
                </c:pt>
                <c:pt idx="1064" c:formatCode="yyyy/m/d">
                  <c:v>45429</c:v>
                </c:pt>
                <c:pt idx="1065" c:formatCode="yyyy/m/d">
                  <c:v>45432</c:v>
                </c:pt>
                <c:pt idx="1066" c:formatCode="yyyy/m/d">
                  <c:v>45433</c:v>
                </c:pt>
                <c:pt idx="1067" c:formatCode="yyyy/m/d">
                  <c:v>45434</c:v>
                </c:pt>
                <c:pt idx="1068" c:formatCode="yyyy/m/d">
                  <c:v>45435</c:v>
                </c:pt>
                <c:pt idx="1069" c:formatCode="yyyy/m/d">
                  <c:v>45436</c:v>
                </c:pt>
                <c:pt idx="1070" c:formatCode="yyyy/m/d">
                  <c:v>45439</c:v>
                </c:pt>
                <c:pt idx="1071" c:formatCode="yyyy/m/d">
                  <c:v>45440</c:v>
                </c:pt>
                <c:pt idx="1072" c:formatCode="yyyy/m/d">
                  <c:v>45441</c:v>
                </c:pt>
                <c:pt idx="1073" c:formatCode="yyyy/m/d">
                  <c:v>45442</c:v>
                </c:pt>
                <c:pt idx="1074" c:formatCode="yyyy/m/d">
                  <c:v>45443</c:v>
                </c:pt>
                <c:pt idx="1075" c:formatCode="yyyy/m/d">
                  <c:v>45446</c:v>
                </c:pt>
                <c:pt idx="1076" c:formatCode="yyyy/m/d">
                  <c:v>45447</c:v>
                </c:pt>
                <c:pt idx="1077" c:formatCode="yyyy/m/d">
                  <c:v>45448</c:v>
                </c:pt>
                <c:pt idx="1078" c:formatCode="yyyy/m/d">
                  <c:v>45449</c:v>
                </c:pt>
                <c:pt idx="1079" c:formatCode="yyyy/m/d">
                  <c:v>45450</c:v>
                </c:pt>
                <c:pt idx="1080" c:formatCode="yyyy/m/d">
                  <c:v>45454</c:v>
                </c:pt>
                <c:pt idx="1081" c:formatCode="yyyy/m/d">
                  <c:v>45455</c:v>
                </c:pt>
                <c:pt idx="1082" c:formatCode="yyyy/m/d">
                  <c:v>45456</c:v>
                </c:pt>
                <c:pt idx="1083" c:formatCode="yyyy/m/d">
                  <c:v>45457</c:v>
                </c:pt>
                <c:pt idx="1084" c:formatCode="yyyy/m/d">
                  <c:v>45460</c:v>
                </c:pt>
                <c:pt idx="1085" c:formatCode="yyyy/m/d">
                  <c:v>45461</c:v>
                </c:pt>
                <c:pt idx="1086" c:formatCode="yyyy/m/d">
                  <c:v>45462</c:v>
                </c:pt>
                <c:pt idx="1087" c:formatCode="yyyy/m/d">
                  <c:v>45463</c:v>
                </c:pt>
                <c:pt idx="1088" c:formatCode="yyyy/m/d">
                  <c:v>45464</c:v>
                </c:pt>
                <c:pt idx="1089" c:formatCode="yyyy/m/d">
                  <c:v>45467</c:v>
                </c:pt>
                <c:pt idx="1090" c:formatCode="yyyy/m/d">
                  <c:v>45468</c:v>
                </c:pt>
                <c:pt idx="1091" c:formatCode="yyyy/m/d">
                  <c:v>45469</c:v>
                </c:pt>
                <c:pt idx="1092" c:formatCode="yyyy/m/d">
                  <c:v>45470</c:v>
                </c:pt>
                <c:pt idx="1093" c:formatCode="yyyy/m/d">
                  <c:v>45471</c:v>
                </c:pt>
                <c:pt idx="1094" c:formatCode="yyyy/m/d">
                  <c:v>45474</c:v>
                </c:pt>
                <c:pt idx="1095" c:formatCode="yyyy/m/d">
                  <c:v>45475</c:v>
                </c:pt>
                <c:pt idx="1096" c:formatCode="yyyy/m/d">
                  <c:v>45476</c:v>
                </c:pt>
                <c:pt idx="1097" c:formatCode="yyyy/m/d">
                  <c:v>45477</c:v>
                </c:pt>
                <c:pt idx="1098" c:formatCode="yyyy/m/d">
                  <c:v>45478</c:v>
                </c:pt>
                <c:pt idx="1099" c:formatCode="yyyy/m/d">
                  <c:v>45481</c:v>
                </c:pt>
                <c:pt idx="1100" c:formatCode="yyyy/m/d">
                  <c:v>45482</c:v>
                </c:pt>
                <c:pt idx="1101" c:formatCode="yyyy/m/d">
                  <c:v>45483</c:v>
                </c:pt>
                <c:pt idx="1102" c:formatCode="yyyy/m/d">
                  <c:v>45484</c:v>
                </c:pt>
                <c:pt idx="1103" c:formatCode="yyyy/m/d">
                  <c:v>45485</c:v>
                </c:pt>
                <c:pt idx="1104" c:formatCode="yyyy/m/d">
                  <c:v>45488</c:v>
                </c:pt>
                <c:pt idx="1105" c:formatCode="yyyy/m/d">
                  <c:v>45489</c:v>
                </c:pt>
                <c:pt idx="1106" c:formatCode="yyyy/m/d">
                  <c:v>45490</c:v>
                </c:pt>
                <c:pt idx="1107" c:formatCode="yyyy/m/d">
                  <c:v>45491</c:v>
                </c:pt>
                <c:pt idx="1108" c:formatCode="yyyy/m/d">
                  <c:v>45492</c:v>
                </c:pt>
                <c:pt idx="1109" c:formatCode="yyyy/m/d">
                  <c:v>45495</c:v>
                </c:pt>
                <c:pt idx="1110" c:formatCode="yyyy/m/d">
                  <c:v>45496</c:v>
                </c:pt>
                <c:pt idx="1111" c:formatCode="yyyy/m/d">
                  <c:v>45497</c:v>
                </c:pt>
                <c:pt idx="1112" c:formatCode="yyyy/m/d">
                  <c:v>45498</c:v>
                </c:pt>
                <c:pt idx="1113" c:formatCode="yyyy/m/d">
                  <c:v>45499</c:v>
                </c:pt>
                <c:pt idx="1114" c:formatCode="yyyy/m/d">
                  <c:v>45502</c:v>
                </c:pt>
                <c:pt idx="1115" c:formatCode="yyyy/m/d">
                  <c:v>45503</c:v>
                </c:pt>
                <c:pt idx="1116" c:formatCode="yyyy/m/d">
                  <c:v>45504</c:v>
                </c:pt>
                <c:pt idx="1117" c:formatCode="yyyy/m/d">
                  <c:v>45505</c:v>
                </c:pt>
                <c:pt idx="1118" c:formatCode="yyyy/m/d">
                  <c:v>45506</c:v>
                </c:pt>
                <c:pt idx="1119" c:formatCode="yyyy/m/d">
                  <c:v>45509</c:v>
                </c:pt>
                <c:pt idx="1120" c:formatCode="yyyy/m/d">
                  <c:v>45510</c:v>
                </c:pt>
                <c:pt idx="1121" c:formatCode="yyyy/m/d">
                  <c:v>45511</c:v>
                </c:pt>
                <c:pt idx="1122" c:formatCode="yyyy/m/d">
                  <c:v>45512</c:v>
                </c:pt>
                <c:pt idx="1123" c:formatCode="yyyy/m/d">
                  <c:v>45513</c:v>
                </c:pt>
                <c:pt idx="1124" c:formatCode="yyyy/m/d">
                  <c:v>45516</c:v>
                </c:pt>
                <c:pt idx="1125" c:formatCode="yyyy/m/d">
                  <c:v>45517</c:v>
                </c:pt>
                <c:pt idx="1126" c:formatCode="yyyy/m/d">
                  <c:v>45518</c:v>
                </c:pt>
                <c:pt idx="1127" c:formatCode="yyyy/m/d">
                  <c:v>45519</c:v>
                </c:pt>
                <c:pt idx="1128" c:formatCode="yyyy/m/d">
                  <c:v>45520</c:v>
                </c:pt>
                <c:pt idx="1129" c:formatCode="yyyy/m/d">
                  <c:v>45523</c:v>
                </c:pt>
                <c:pt idx="1130" c:formatCode="yyyy/m/d">
                  <c:v>45524</c:v>
                </c:pt>
                <c:pt idx="1131" c:formatCode="yyyy/m/d">
                  <c:v>45525</c:v>
                </c:pt>
                <c:pt idx="1132" c:formatCode="yyyy/m/d">
                  <c:v>45526</c:v>
                </c:pt>
                <c:pt idx="1133" c:formatCode="yyyy/m/d">
                  <c:v>45527</c:v>
                </c:pt>
                <c:pt idx="1134" c:formatCode="yyyy/m/d">
                  <c:v>45530</c:v>
                </c:pt>
                <c:pt idx="1135" c:formatCode="yyyy/m/d">
                  <c:v>45531</c:v>
                </c:pt>
                <c:pt idx="1136" c:formatCode="yyyy/m/d">
                  <c:v>45532</c:v>
                </c:pt>
                <c:pt idx="1137" c:formatCode="yyyy/m/d">
                  <c:v>45533</c:v>
                </c:pt>
                <c:pt idx="1138" c:formatCode="yyyy/m/d">
                  <c:v>45534</c:v>
                </c:pt>
                <c:pt idx="1139" c:formatCode="yyyy/m/d">
                  <c:v>45537</c:v>
                </c:pt>
                <c:pt idx="1140" c:formatCode="yyyy/m/d">
                  <c:v>45538</c:v>
                </c:pt>
                <c:pt idx="1141" c:formatCode="yyyy/m/d">
                  <c:v>45539</c:v>
                </c:pt>
                <c:pt idx="1142" c:formatCode="yyyy/m/d">
                  <c:v>45540</c:v>
                </c:pt>
                <c:pt idx="1143" c:formatCode="yyyy/m/d">
                  <c:v>45541</c:v>
                </c:pt>
                <c:pt idx="1144" c:formatCode="yyyy/m/d">
                  <c:v>45544</c:v>
                </c:pt>
                <c:pt idx="1145" c:formatCode="yyyy/m/d">
                  <c:v>45545</c:v>
                </c:pt>
                <c:pt idx="1146" c:formatCode="yyyy/m/d">
                  <c:v>45546</c:v>
                </c:pt>
                <c:pt idx="1147" c:formatCode="yyyy/m/d">
                  <c:v>45547</c:v>
                </c:pt>
                <c:pt idx="1148" c:formatCode="yyyy/m/d">
                  <c:v>45548</c:v>
                </c:pt>
                <c:pt idx="1149" c:formatCode="yyyy/m/d">
                  <c:v>45553</c:v>
                </c:pt>
                <c:pt idx="1150" c:formatCode="yyyy/m/d">
                  <c:v>45554</c:v>
                </c:pt>
                <c:pt idx="1151" c:formatCode="yyyy/m/d">
                  <c:v>45555</c:v>
                </c:pt>
                <c:pt idx="1152" c:formatCode="yyyy/m/d">
                  <c:v>45558</c:v>
                </c:pt>
                <c:pt idx="1153" c:formatCode="yyyy/m/d">
                  <c:v>45559</c:v>
                </c:pt>
                <c:pt idx="1154" c:formatCode="yyyy/m/d">
                  <c:v>45560</c:v>
                </c:pt>
                <c:pt idx="1155" c:formatCode="yyyy/m/d">
                  <c:v>45561</c:v>
                </c:pt>
                <c:pt idx="1156" c:formatCode="yyyy/m/d">
                  <c:v>45562</c:v>
                </c:pt>
                <c:pt idx="1157" c:formatCode="yyyy/m/d">
                  <c:v>45565</c:v>
                </c:pt>
                <c:pt idx="1158" c:formatCode="yyyy/m/d">
                  <c:v>45573</c:v>
                </c:pt>
                <c:pt idx="1159" c:formatCode="yyyy/m/d">
                  <c:v>45574</c:v>
                </c:pt>
                <c:pt idx="1160" c:formatCode="yyyy/m/d">
                  <c:v>45575</c:v>
                </c:pt>
                <c:pt idx="1161" c:formatCode="yyyy/m/d">
                  <c:v>45576</c:v>
                </c:pt>
                <c:pt idx="1162" c:formatCode="yyyy/m/d">
                  <c:v>45579</c:v>
                </c:pt>
                <c:pt idx="1163" c:formatCode="yyyy/m/d">
                  <c:v>45580</c:v>
                </c:pt>
                <c:pt idx="1164" c:formatCode="yyyy/m/d">
                  <c:v>45581</c:v>
                </c:pt>
                <c:pt idx="1165" c:formatCode="yyyy/m/d">
                  <c:v>45582</c:v>
                </c:pt>
                <c:pt idx="1166" c:formatCode="yyyy/m/d">
                  <c:v>45583</c:v>
                </c:pt>
                <c:pt idx="1167" c:formatCode="yyyy/m/d">
                  <c:v>45586</c:v>
                </c:pt>
                <c:pt idx="1168" c:formatCode="yyyy/m/d">
                  <c:v>45587</c:v>
                </c:pt>
                <c:pt idx="1169" c:formatCode="yyyy/m/d">
                  <c:v>45588</c:v>
                </c:pt>
                <c:pt idx="1170" c:formatCode="yyyy/m/d">
                  <c:v>45589</c:v>
                </c:pt>
                <c:pt idx="1171" c:formatCode="yyyy/m/d">
                  <c:v>45590</c:v>
                </c:pt>
                <c:pt idx="1172" c:formatCode="yyyy/m/d">
                  <c:v>45593</c:v>
                </c:pt>
                <c:pt idx="1173" c:formatCode="yyyy/m/d">
                  <c:v>45594</c:v>
                </c:pt>
                <c:pt idx="1174" c:formatCode="yyyy/m/d">
                  <c:v>45595</c:v>
                </c:pt>
                <c:pt idx="1175" c:formatCode="yyyy/m/d">
                  <c:v>45596</c:v>
                </c:pt>
                <c:pt idx="1176" c:formatCode="yyyy/m/d">
                  <c:v>45597</c:v>
                </c:pt>
                <c:pt idx="1177" c:formatCode="yyyy/m/d">
                  <c:v>45600</c:v>
                </c:pt>
                <c:pt idx="1178" c:formatCode="yyyy/m/d">
                  <c:v>45601</c:v>
                </c:pt>
                <c:pt idx="1179" c:formatCode="yyyy/m/d">
                  <c:v>45602</c:v>
                </c:pt>
                <c:pt idx="1180" c:formatCode="yyyy/m/d">
                  <c:v>45603</c:v>
                </c:pt>
                <c:pt idx="1181" c:formatCode="yyyy/m/d">
                  <c:v>45604</c:v>
                </c:pt>
                <c:pt idx="1182" c:formatCode="yyyy/m/d">
                  <c:v>45607</c:v>
                </c:pt>
                <c:pt idx="1183" c:formatCode="yyyy/m/d">
                  <c:v>45608</c:v>
                </c:pt>
                <c:pt idx="1184" c:formatCode="yyyy/m/d">
                  <c:v>45609</c:v>
                </c:pt>
                <c:pt idx="1185" c:formatCode="yyyy/m/d">
                  <c:v>45610</c:v>
                </c:pt>
                <c:pt idx="1186" c:formatCode="yyyy/m/d">
                  <c:v>45611</c:v>
                </c:pt>
                <c:pt idx="1187" c:formatCode="yyyy/m/d">
                  <c:v>45614</c:v>
                </c:pt>
                <c:pt idx="1188" c:formatCode="yyyy/m/d">
                  <c:v>45615</c:v>
                </c:pt>
                <c:pt idx="1189" c:formatCode="yyyy/m/d">
                  <c:v>45616</c:v>
                </c:pt>
              </c:numCache>
            </c:numRef>
          </c:cat>
          <c:val>
            <c:numRef>
              <c:f>[CSVC300C_point_all.csv]Sheet1!$E$2:$E$1192</c:f>
              <c:numCache>
                <c:formatCode>General</c:formatCode>
                <c:ptCount val="1191"/>
                <c:pt idx="0">
                  <c:v>1000</c:v>
                </c:pt>
                <c:pt idx="1">
                  <c:v>999.9154729767</c:v>
                </c:pt>
                <c:pt idx="2">
                  <c:v>999.852808953199</c:v>
                </c:pt>
                <c:pt idx="3">
                  <c:v>1000.07184790229</c:v>
                </c:pt>
                <c:pt idx="4">
                  <c:v>999.600247876899</c:v>
                </c:pt>
                <c:pt idx="5">
                  <c:v>999.021837137797</c:v>
                </c:pt>
                <c:pt idx="6">
                  <c:v>998.244729173097</c:v>
                </c:pt>
                <c:pt idx="7">
                  <c:v>995.789988206361</c:v>
                </c:pt>
                <c:pt idx="8">
                  <c:v>996.553004011261</c:v>
                </c:pt>
                <c:pt idx="9">
                  <c:v>995.952914979361</c:v>
                </c:pt>
                <c:pt idx="10">
                  <c:v>996.436074451861</c:v>
                </c:pt>
                <c:pt idx="11">
                  <c:v>995.678340038561</c:v>
                </c:pt>
                <c:pt idx="12">
                  <c:v>997.303770205361</c:v>
                </c:pt>
                <c:pt idx="13">
                  <c:v>998.815429289461</c:v>
                </c:pt>
                <c:pt idx="14">
                  <c:v>1000.95002338746</c:v>
                </c:pt>
                <c:pt idx="15">
                  <c:v>1001.44915304316</c:v>
                </c:pt>
                <c:pt idx="16">
                  <c:v>1001.24482561876</c:v>
                </c:pt>
                <c:pt idx="17">
                  <c:v>1003.16984190346</c:v>
                </c:pt>
                <c:pt idx="18">
                  <c:v>1005.60761286712</c:v>
                </c:pt>
                <c:pt idx="19">
                  <c:v>1006.72820942142</c:v>
                </c:pt>
                <c:pt idx="20">
                  <c:v>1002.94031418038</c:v>
                </c:pt>
                <c:pt idx="21">
                  <c:v>1000.7614770234</c:v>
                </c:pt>
                <c:pt idx="22">
                  <c:v>995.051026855158</c:v>
                </c:pt>
                <c:pt idx="23">
                  <c:v>998.890552654047</c:v>
                </c:pt>
                <c:pt idx="24">
                  <c:v>1005.8751024854</c:v>
                </c:pt>
                <c:pt idx="25">
                  <c:v>1010.12727069116</c:v>
                </c:pt>
                <c:pt idx="26">
                  <c:v>1010.76668876291</c:v>
                </c:pt>
                <c:pt idx="27">
                  <c:v>1009.83257676989</c:v>
                </c:pt>
                <c:pt idx="28">
                  <c:v>1012.25277235526</c:v>
                </c:pt>
                <c:pt idx="29">
                  <c:v>1015.38142238844</c:v>
                </c:pt>
                <c:pt idx="30">
                  <c:v>1018.28664815866</c:v>
                </c:pt>
                <c:pt idx="31">
                  <c:v>1018.18098797049</c:v>
                </c:pt>
                <c:pt idx="32">
                  <c:v>1019.57976535635</c:v>
                </c:pt>
                <c:pt idx="33">
                  <c:v>1018.17172078586</c:v>
                </c:pt>
                <c:pt idx="34">
                  <c:v>1019.89475232656</c:v>
                </c:pt>
                <c:pt idx="35">
                  <c:v>1020.60449576024</c:v>
                </c:pt>
                <c:pt idx="36">
                  <c:v>1021.66866733851</c:v>
                </c:pt>
                <c:pt idx="37">
                  <c:v>1021.22406885104</c:v>
                </c:pt>
                <c:pt idx="38">
                  <c:v>1019.92703589748</c:v>
                </c:pt>
                <c:pt idx="39">
                  <c:v>1019.58762030565</c:v>
                </c:pt>
                <c:pt idx="40">
                  <c:v>1019.11226725509</c:v>
                </c:pt>
                <c:pt idx="41">
                  <c:v>1020.78889726841</c:v>
                </c:pt>
                <c:pt idx="42">
                  <c:v>1017.69566593043</c:v>
                </c:pt>
                <c:pt idx="43">
                  <c:v>1020.98432600538</c:v>
                </c:pt>
                <c:pt idx="44">
                  <c:v>1021.22378344752</c:v>
                </c:pt>
                <c:pt idx="45">
                  <c:v>1021.83188704863</c:v>
                </c:pt>
                <c:pt idx="46">
                  <c:v>1020.72750305065</c:v>
                </c:pt>
                <c:pt idx="47">
                  <c:v>1017.98365880207</c:v>
                </c:pt>
                <c:pt idx="48">
                  <c:v>1010.49239305076</c:v>
                </c:pt>
                <c:pt idx="49">
                  <c:v>1008.57667909591</c:v>
                </c:pt>
                <c:pt idx="50">
                  <c:v>1007.87203128565</c:v>
                </c:pt>
                <c:pt idx="51">
                  <c:v>1002.7936361323</c:v>
                </c:pt>
                <c:pt idx="52">
                  <c:v>984.376748450424</c:v>
                </c:pt>
                <c:pt idx="53">
                  <c:v>984.793712129061</c:v>
                </c:pt>
                <c:pt idx="54">
                  <c:v>985.263724243845</c:v>
                </c:pt>
                <c:pt idx="55">
                  <c:v>982.539612788701</c:v>
                </c:pt>
                <c:pt idx="56">
                  <c:v>976.240279437438</c:v>
                </c:pt>
                <c:pt idx="57">
                  <c:v>978.838828801471</c:v>
                </c:pt>
                <c:pt idx="58">
                  <c:v>976.884082531407</c:v>
                </c:pt>
                <c:pt idx="59">
                  <c:v>978.702187332202</c:v>
                </c:pt>
                <c:pt idx="60">
                  <c:v>980.650316634004</c:v>
                </c:pt>
                <c:pt idx="61">
                  <c:v>981.457437514913</c:v>
                </c:pt>
                <c:pt idx="62">
                  <c:v>982.403326428963</c:v>
                </c:pt>
                <c:pt idx="63">
                  <c:v>983.090409701536</c:v>
                </c:pt>
                <c:pt idx="64">
                  <c:v>986.697067224303</c:v>
                </c:pt>
                <c:pt idx="65">
                  <c:v>988.375247911165</c:v>
                </c:pt>
                <c:pt idx="66">
                  <c:v>991.571620765178</c:v>
                </c:pt>
                <c:pt idx="67">
                  <c:v>989.600672043548</c:v>
                </c:pt>
                <c:pt idx="68">
                  <c:v>995.207006837433</c:v>
                </c:pt>
                <c:pt idx="69">
                  <c:v>999.371626570953</c:v>
                </c:pt>
                <c:pt idx="70">
                  <c:v>1004.97101969004</c:v>
                </c:pt>
                <c:pt idx="71">
                  <c:v>1006.39323821003</c:v>
                </c:pt>
                <c:pt idx="72">
                  <c:v>1010.86596389822</c:v>
                </c:pt>
                <c:pt idx="73">
                  <c:v>1014.06741781049</c:v>
                </c:pt>
                <c:pt idx="74">
                  <c:v>1015.85246596614</c:v>
                </c:pt>
                <c:pt idx="75">
                  <c:v>1018.84528720278</c:v>
                </c:pt>
                <c:pt idx="76">
                  <c:v>1020.72521983639</c:v>
                </c:pt>
                <c:pt idx="77">
                  <c:v>1020.899703556</c:v>
                </c:pt>
                <c:pt idx="78">
                  <c:v>1020.65029798381</c:v>
                </c:pt>
                <c:pt idx="79">
                  <c:v>1021.16042991854</c:v>
                </c:pt>
                <c:pt idx="80">
                  <c:v>1021.5785323796</c:v>
                </c:pt>
                <c:pt idx="81">
                  <c:v>1022.06054788697</c:v>
                </c:pt>
                <c:pt idx="82">
                  <c:v>1023.53722687821</c:v>
                </c:pt>
                <c:pt idx="83">
                  <c:v>1021.13616568584</c:v>
                </c:pt>
                <c:pt idx="84">
                  <c:v>1021.33455276008</c:v>
                </c:pt>
                <c:pt idx="85">
                  <c:v>1013.83294422038</c:v>
                </c:pt>
                <c:pt idx="86">
                  <c:v>1021.582546906</c:v>
                </c:pt>
                <c:pt idx="87">
                  <c:v>1026.74654610023</c:v>
                </c:pt>
                <c:pt idx="88">
                  <c:v>1028.1128465791</c:v>
                </c:pt>
                <c:pt idx="89">
                  <c:v>1033.55038061075</c:v>
                </c:pt>
                <c:pt idx="90">
                  <c:v>1036.22590487828</c:v>
                </c:pt>
                <c:pt idx="91">
                  <c:v>1035.91341929554</c:v>
                </c:pt>
                <c:pt idx="92">
                  <c:v>1040.17576150892</c:v>
                </c:pt>
                <c:pt idx="93">
                  <c:v>1043.92881079478</c:v>
                </c:pt>
                <c:pt idx="94">
                  <c:v>1044.53978487123</c:v>
                </c:pt>
                <c:pt idx="95">
                  <c:v>1045.27589269625</c:v>
                </c:pt>
                <c:pt idx="96">
                  <c:v>1046.20837278694</c:v>
                </c:pt>
                <c:pt idx="97">
                  <c:v>1045.65781709582</c:v>
                </c:pt>
                <c:pt idx="98">
                  <c:v>1043.87966573138</c:v>
                </c:pt>
                <c:pt idx="99">
                  <c:v>1045.05163382645</c:v>
                </c:pt>
                <c:pt idx="100">
                  <c:v>1046.52303263895</c:v>
                </c:pt>
                <c:pt idx="101">
                  <c:v>1045.56098409646</c:v>
                </c:pt>
                <c:pt idx="102">
                  <c:v>1044.53001756366</c:v>
                </c:pt>
                <c:pt idx="103">
                  <c:v>1044.18618261321</c:v>
                </c:pt>
                <c:pt idx="104">
                  <c:v>1042.61794070725</c:v>
                </c:pt>
                <c:pt idx="105">
                  <c:v>1044.798580498</c:v>
                </c:pt>
                <c:pt idx="106">
                  <c:v>1043.92109000804</c:v>
                </c:pt>
                <c:pt idx="107">
                  <c:v>1044.38365178051</c:v>
                </c:pt>
                <c:pt idx="108">
                  <c:v>1045.76547796861</c:v>
                </c:pt>
                <c:pt idx="109">
                  <c:v>1046.98072505323</c:v>
                </c:pt>
                <c:pt idx="110">
                  <c:v>1047.824560434</c:v>
                </c:pt>
                <c:pt idx="111">
                  <c:v>1048.13756973602</c:v>
                </c:pt>
                <c:pt idx="112">
                  <c:v>1048.06040918215</c:v>
                </c:pt>
                <c:pt idx="113">
                  <c:v>1049.58899838417</c:v>
                </c:pt>
                <c:pt idx="114">
                  <c:v>1050.07489370018</c:v>
                </c:pt>
                <c:pt idx="115">
                  <c:v>1052.30663200881</c:v>
                </c:pt>
                <c:pt idx="116">
                  <c:v>1053.58152044649</c:v>
                </c:pt>
                <c:pt idx="117">
                  <c:v>1055.46117903809</c:v>
                </c:pt>
                <c:pt idx="118">
                  <c:v>1056.7726313454</c:v>
                </c:pt>
                <c:pt idx="119">
                  <c:v>1056.44889969511</c:v>
                </c:pt>
                <c:pt idx="120">
                  <c:v>1055.71448151578</c:v>
                </c:pt>
                <c:pt idx="121">
                  <c:v>1054.9973057628</c:v>
                </c:pt>
                <c:pt idx="122">
                  <c:v>1058.44802191336</c:v>
                </c:pt>
                <c:pt idx="123">
                  <c:v>1058.98497600953</c:v>
                </c:pt>
                <c:pt idx="124">
                  <c:v>1060.49052781095</c:v>
                </c:pt>
                <c:pt idx="125">
                  <c:v>1053.39977150659</c:v>
                </c:pt>
                <c:pt idx="126">
                  <c:v>1052.28415795736</c:v>
                </c:pt>
                <c:pt idx="127">
                  <c:v>1063.71734931351</c:v>
                </c:pt>
                <c:pt idx="128">
                  <c:v>1057.62421024384</c:v>
                </c:pt>
                <c:pt idx="129">
                  <c:v>1063.43622377991</c:v>
                </c:pt>
                <c:pt idx="130">
                  <c:v>1060.15521385409</c:v>
                </c:pt>
                <c:pt idx="131">
                  <c:v>1061.98159169014</c:v>
                </c:pt>
                <c:pt idx="132">
                  <c:v>1065.73699227398</c:v>
                </c:pt>
                <c:pt idx="133">
                  <c:v>1068.54397197774</c:v>
                </c:pt>
                <c:pt idx="134">
                  <c:v>1064.14181578314</c:v>
                </c:pt>
                <c:pt idx="135">
                  <c:v>1072.85756339249</c:v>
                </c:pt>
                <c:pt idx="136">
                  <c:v>1080.00175462682</c:v>
                </c:pt>
                <c:pt idx="137">
                  <c:v>1082.0760950304</c:v>
                </c:pt>
                <c:pt idx="138">
                  <c:v>1082.90511344867</c:v>
                </c:pt>
                <c:pt idx="139">
                  <c:v>1078.89380894018</c:v>
                </c:pt>
                <c:pt idx="140">
                  <c:v>1077.58754122235</c:v>
                </c:pt>
                <c:pt idx="141">
                  <c:v>1073.22596238032</c:v>
                </c:pt>
                <c:pt idx="142">
                  <c:v>1075.3409363834</c:v>
                </c:pt>
                <c:pt idx="143">
                  <c:v>1076.34171860338</c:v>
                </c:pt>
                <c:pt idx="144">
                  <c:v>1078.34027007027</c:v>
                </c:pt>
                <c:pt idx="145">
                  <c:v>1078.20248875708</c:v>
                </c:pt>
                <c:pt idx="146">
                  <c:v>1073.72834999897</c:v>
                </c:pt>
                <c:pt idx="147">
                  <c:v>1073.48676632777</c:v>
                </c:pt>
                <c:pt idx="148">
                  <c:v>1077.96593860724</c:v>
                </c:pt>
                <c:pt idx="149">
                  <c:v>1077.9663330765</c:v>
                </c:pt>
                <c:pt idx="150">
                  <c:v>1078.13441392812</c:v>
                </c:pt>
                <c:pt idx="151">
                  <c:v>1076.68883653314</c:v>
                </c:pt>
                <c:pt idx="152">
                  <c:v>1081.62773618044</c:v>
                </c:pt>
                <c:pt idx="153">
                  <c:v>1085.11826620569</c:v>
                </c:pt>
                <c:pt idx="154">
                  <c:v>1077.76024390186</c:v>
                </c:pt>
                <c:pt idx="155">
                  <c:v>1080.69002410979</c:v>
                </c:pt>
                <c:pt idx="156">
                  <c:v>1085.91627716828</c:v>
                </c:pt>
                <c:pt idx="157">
                  <c:v>1076.70028749973</c:v>
                </c:pt>
                <c:pt idx="158">
                  <c:v>1087.81985588617</c:v>
                </c:pt>
                <c:pt idx="159">
                  <c:v>1091.96135679696</c:v>
                </c:pt>
                <c:pt idx="160">
                  <c:v>1090.91339059038</c:v>
                </c:pt>
                <c:pt idx="161">
                  <c:v>1095.6287067548</c:v>
                </c:pt>
                <c:pt idx="162">
                  <c:v>1096.19008361568</c:v>
                </c:pt>
                <c:pt idx="163">
                  <c:v>1097.48490596926</c:v>
                </c:pt>
                <c:pt idx="164">
                  <c:v>1096.51161873182</c:v>
                </c:pt>
                <c:pt idx="165">
                  <c:v>1097.79707395652</c:v>
                </c:pt>
                <c:pt idx="166">
                  <c:v>1097.79608466962</c:v>
                </c:pt>
                <c:pt idx="167">
                  <c:v>1096.55071704324</c:v>
                </c:pt>
                <c:pt idx="168">
                  <c:v>1099.73812533243</c:v>
                </c:pt>
                <c:pt idx="169">
                  <c:v>1096.59761060287</c:v>
                </c:pt>
                <c:pt idx="170">
                  <c:v>1097.90158999501</c:v>
                </c:pt>
                <c:pt idx="171">
                  <c:v>1098.58111563498</c:v>
                </c:pt>
                <c:pt idx="172">
                  <c:v>1098.51418541608</c:v>
                </c:pt>
                <c:pt idx="173">
                  <c:v>1101.29447616713</c:v>
                </c:pt>
                <c:pt idx="174">
                  <c:v>1097.80274774524</c:v>
                </c:pt>
                <c:pt idx="175">
                  <c:v>1100.67633233516</c:v>
                </c:pt>
                <c:pt idx="176">
                  <c:v>1102.73833858615</c:v>
                </c:pt>
                <c:pt idx="177">
                  <c:v>1105.49764144289</c:v>
                </c:pt>
                <c:pt idx="178">
                  <c:v>1106.98016188906</c:v>
                </c:pt>
                <c:pt idx="179">
                  <c:v>1107.96142984842</c:v>
                </c:pt>
                <c:pt idx="180">
                  <c:v>1107.4734525106</c:v>
                </c:pt>
                <c:pt idx="181">
                  <c:v>1109.26869212658</c:v>
                </c:pt>
                <c:pt idx="182">
                  <c:v>1108.41412253668</c:v>
                </c:pt>
                <c:pt idx="183">
                  <c:v>1108.17023058051</c:v>
                </c:pt>
                <c:pt idx="184">
                  <c:v>1109.82788052936</c:v>
                </c:pt>
                <c:pt idx="185">
                  <c:v>1107.70703458569</c:v>
                </c:pt>
                <c:pt idx="186">
                  <c:v>1108.20302707947</c:v>
                </c:pt>
                <c:pt idx="187">
                  <c:v>1107.65990796547</c:v>
                </c:pt>
                <c:pt idx="188">
                  <c:v>1106.58144213443</c:v>
                </c:pt>
                <c:pt idx="189">
                  <c:v>1106.65073146623</c:v>
                </c:pt>
                <c:pt idx="190">
                  <c:v>1120.2191733985</c:v>
                </c:pt>
                <c:pt idx="191">
                  <c:v>1128.16467177618</c:v>
                </c:pt>
                <c:pt idx="192">
                  <c:v>1130.83565655626</c:v>
                </c:pt>
                <c:pt idx="193">
                  <c:v>1134.37655517252</c:v>
                </c:pt>
                <c:pt idx="194">
                  <c:v>1137.02594944275</c:v>
                </c:pt>
                <c:pt idx="195">
                  <c:v>1142.04083802462</c:v>
                </c:pt>
                <c:pt idx="196">
                  <c:v>1142.93850092512</c:v>
                </c:pt>
                <c:pt idx="197">
                  <c:v>1143.58677702085</c:v>
                </c:pt>
                <c:pt idx="198">
                  <c:v>1143.21531510987</c:v>
                </c:pt>
                <c:pt idx="199">
                  <c:v>1143.19558454953</c:v>
                </c:pt>
                <c:pt idx="200">
                  <c:v>1141.99783878063</c:v>
                </c:pt>
                <c:pt idx="201">
                  <c:v>1142.70289078812</c:v>
                </c:pt>
                <c:pt idx="202">
                  <c:v>1143.5176504718</c:v>
                </c:pt>
                <c:pt idx="203">
                  <c:v>1143.91655863508</c:v>
                </c:pt>
                <c:pt idx="204">
                  <c:v>1144.37100378988</c:v>
                </c:pt>
                <c:pt idx="205">
                  <c:v>1142.62721670525</c:v>
                </c:pt>
                <c:pt idx="206">
                  <c:v>1144.28192073707</c:v>
                </c:pt>
                <c:pt idx="207">
                  <c:v>1144.41204098776</c:v>
                </c:pt>
                <c:pt idx="208">
                  <c:v>1148.20792065413</c:v>
                </c:pt>
                <c:pt idx="209">
                  <c:v>1149.61905204274</c:v>
                </c:pt>
                <c:pt idx="210">
                  <c:v>1154.05318900406</c:v>
                </c:pt>
                <c:pt idx="211">
                  <c:v>1142.85692036756</c:v>
                </c:pt>
                <c:pt idx="212">
                  <c:v>1147.94729920377</c:v>
                </c:pt>
                <c:pt idx="213">
                  <c:v>1151.10343095056</c:v>
                </c:pt>
                <c:pt idx="214">
                  <c:v>1155.84649890289</c:v>
                </c:pt>
                <c:pt idx="215">
                  <c:v>1154.1863313719</c:v>
                </c:pt>
                <c:pt idx="216">
                  <c:v>1161.20074415157</c:v>
                </c:pt>
                <c:pt idx="217">
                  <c:v>1163.71960166293</c:v>
                </c:pt>
                <c:pt idx="218">
                  <c:v>1165.01687827317</c:v>
                </c:pt>
                <c:pt idx="219">
                  <c:v>1169.21592021011</c:v>
                </c:pt>
                <c:pt idx="220">
                  <c:v>1175.34658570892</c:v>
                </c:pt>
                <c:pt idx="221">
                  <c:v>1174.97524420531</c:v>
                </c:pt>
                <c:pt idx="222">
                  <c:v>1175.2841424733</c:v>
                </c:pt>
                <c:pt idx="223">
                  <c:v>1175.13584240812</c:v>
                </c:pt>
                <c:pt idx="224">
                  <c:v>1176.63769919017</c:v>
                </c:pt>
                <c:pt idx="225">
                  <c:v>1177.74878538048</c:v>
                </c:pt>
                <c:pt idx="226">
                  <c:v>1173.63229800051</c:v>
                </c:pt>
                <c:pt idx="227">
                  <c:v>1172.02448678726</c:v>
                </c:pt>
                <c:pt idx="228">
                  <c:v>1169.95878722577</c:v>
                </c:pt>
                <c:pt idx="229">
                  <c:v>1172.11234180998</c:v>
                </c:pt>
                <c:pt idx="230">
                  <c:v>1175.29250445372</c:v>
                </c:pt>
                <c:pt idx="231">
                  <c:v>1179.40821963827</c:v>
                </c:pt>
                <c:pt idx="232">
                  <c:v>1181.92307713761</c:v>
                </c:pt>
                <c:pt idx="233">
                  <c:v>1182.87166225141</c:v>
                </c:pt>
                <c:pt idx="234">
                  <c:v>1184.72634664613</c:v>
                </c:pt>
                <c:pt idx="235">
                  <c:v>1182.40293942756</c:v>
                </c:pt>
                <c:pt idx="236">
                  <c:v>1186.71271511439</c:v>
                </c:pt>
                <c:pt idx="237">
                  <c:v>1187.53482389157</c:v>
                </c:pt>
                <c:pt idx="238">
                  <c:v>1188.14789919264</c:v>
                </c:pt>
                <c:pt idx="239">
                  <c:v>1189.61281486502</c:v>
                </c:pt>
                <c:pt idx="240">
                  <c:v>1191.77214419246</c:v>
                </c:pt>
                <c:pt idx="241">
                  <c:v>1191.54087292132</c:v>
                </c:pt>
                <c:pt idx="242">
                  <c:v>1191.57407335477</c:v>
                </c:pt>
                <c:pt idx="243">
                  <c:v>1191.99709225299</c:v>
                </c:pt>
                <c:pt idx="244">
                  <c:v>1192.1469897784</c:v>
                </c:pt>
                <c:pt idx="245">
                  <c:v>1192.70889663885</c:v>
                </c:pt>
                <c:pt idx="246">
                  <c:v>1193.23624510064</c:v>
                </c:pt>
                <c:pt idx="247">
                  <c:v>1192.42142040683</c:v>
                </c:pt>
                <c:pt idx="248">
                  <c:v>1193.60188676476</c:v>
                </c:pt>
                <c:pt idx="249">
                  <c:v>1186.21569225282</c:v>
                </c:pt>
                <c:pt idx="250">
                  <c:v>1184.62738796286</c:v>
                </c:pt>
                <c:pt idx="251">
                  <c:v>1185.25204772666</c:v>
                </c:pt>
                <c:pt idx="252">
                  <c:v>1184.16367943219</c:v>
                </c:pt>
                <c:pt idx="253">
                  <c:v>1189.10054403121</c:v>
                </c:pt>
                <c:pt idx="254">
                  <c:v>1181.34723801933</c:v>
                </c:pt>
                <c:pt idx="255">
                  <c:v>1187.78173672249</c:v>
                </c:pt>
                <c:pt idx="256">
                  <c:v>1188.09478281999</c:v>
                </c:pt>
                <c:pt idx="257">
                  <c:v>1190.31669698282</c:v>
                </c:pt>
                <c:pt idx="258">
                  <c:v>1189.00984226218</c:v>
                </c:pt>
                <c:pt idx="259">
                  <c:v>1192.44968944434</c:v>
                </c:pt>
                <c:pt idx="260">
                  <c:v>1193.33672112784</c:v>
                </c:pt>
                <c:pt idx="261">
                  <c:v>1192.78169398143</c:v>
                </c:pt>
                <c:pt idx="262">
                  <c:v>1193.69747332799</c:v>
                </c:pt>
                <c:pt idx="263">
                  <c:v>1192.63503058055</c:v>
                </c:pt>
                <c:pt idx="264">
                  <c:v>1194.2287089745</c:v>
                </c:pt>
                <c:pt idx="265">
                  <c:v>1194.95188143098</c:v>
                </c:pt>
                <c:pt idx="266">
                  <c:v>1194.50947295469</c:v>
                </c:pt>
                <c:pt idx="267">
                  <c:v>1195.5116772223</c:v>
                </c:pt>
                <c:pt idx="268">
                  <c:v>1193.07778299254</c:v>
                </c:pt>
                <c:pt idx="269">
                  <c:v>1191.08423198545</c:v>
                </c:pt>
                <c:pt idx="270">
                  <c:v>1195.65619132285</c:v>
                </c:pt>
                <c:pt idx="271">
                  <c:v>1201.33240575946</c:v>
                </c:pt>
                <c:pt idx="272">
                  <c:v>1203.69833637369</c:v>
                </c:pt>
                <c:pt idx="273">
                  <c:v>1204.4108109552</c:v>
                </c:pt>
                <c:pt idx="274">
                  <c:v>1204.91786696621</c:v>
                </c:pt>
                <c:pt idx="275">
                  <c:v>1210.68541838231</c:v>
                </c:pt>
                <c:pt idx="276">
                  <c:v>1210.38526467932</c:v>
                </c:pt>
                <c:pt idx="277">
                  <c:v>1199.25516618357</c:v>
                </c:pt>
                <c:pt idx="278">
                  <c:v>1215.3237517864</c:v>
                </c:pt>
                <c:pt idx="279">
                  <c:v>1217.03099224303</c:v>
                </c:pt>
                <c:pt idx="280">
                  <c:v>1215.71086840207</c:v>
                </c:pt>
                <c:pt idx="281">
                  <c:v>1215.91379823248</c:v>
                </c:pt>
                <c:pt idx="282">
                  <c:v>1212.75214239557</c:v>
                </c:pt>
                <c:pt idx="283">
                  <c:v>1214.70781435913</c:v>
                </c:pt>
                <c:pt idx="284">
                  <c:v>1212.50386167865</c:v>
                </c:pt>
                <c:pt idx="285">
                  <c:v>1214.51893475434</c:v>
                </c:pt>
                <c:pt idx="286">
                  <c:v>1213.25406750761</c:v>
                </c:pt>
                <c:pt idx="287">
                  <c:v>1215.42184982019</c:v>
                </c:pt>
                <c:pt idx="288">
                  <c:v>1210.355619885</c:v>
                </c:pt>
                <c:pt idx="289">
                  <c:v>1209.74352859507</c:v>
                </c:pt>
                <c:pt idx="290">
                  <c:v>1207.68612394166</c:v>
                </c:pt>
                <c:pt idx="291">
                  <c:v>1208.50772166696</c:v>
                </c:pt>
                <c:pt idx="292">
                  <c:v>1210.92512480788</c:v>
                </c:pt>
                <c:pt idx="293">
                  <c:v>1214.31965883033</c:v>
                </c:pt>
                <c:pt idx="294">
                  <c:v>1216.45791230173</c:v>
                </c:pt>
                <c:pt idx="295">
                  <c:v>1215.68816017473</c:v>
                </c:pt>
                <c:pt idx="296">
                  <c:v>1217.52028605956</c:v>
                </c:pt>
                <c:pt idx="297">
                  <c:v>1217.91721895204</c:v>
                </c:pt>
                <c:pt idx="298">
                  <c:v>1218.97118712047</c:v>
                </c:pt>
                <c:pt idx="299">
                  <c:v>1216.99413287592</c:v>
                </c:pt>
                <c:pt idx="300">
                  <c:v>1218.21571371629</c:v>
                </c:pt>
                <c:pt idx="301">
                  <c:v>1218.05488962384</c:v>
                </c:pt>
                <c:pt idx="302">
                  <c:v>1216.5145204788</c:v>
                </c:pt>
                <c:pt idx="303">
                  <c:v>1217.83314206479</c:v>
                </c:pt>
                <c:pt idx="304">
                  <c:v>1220.94829632931</c:v>
                </c:pt>
                <c:pt idx="305">
                  <c:v>1221.89843686781</c:v>
                </c:pt>
                <c:pt idx="306">
                  <c:v>1223.38488654486</c:v>
                </c:pt>
                <c:pt idx="307">
                  <c:v>1223.66296582276</c:v>
                </c:pt>
                <c:pt idx="308">
                  <c:v>1225.15887646039</c:v>
                </c:pt>
                <c:pt idx="309">
                  <c:v>1222.5942308502</c:v>
                </c:pt>
                <c:pt idx="310">
                  <c:v>1225.00765666992</c:v>
                </c:pt>
                <c:pt idx="311">
                  <c:v>1227.38572690233</c:v>
                </c:pt>
                <c:pt idx="312">
                  <c:v>1231.38701616627</c:v>
                </c:pt>
                <c:pt idx="313">
                  <c:v>1228.6587661088</c:v>
                </c:pt>
                <c:pt idx="314">
                  <c:v>1226.61094141256</c:v>
                </c:pt>
                <c:pt idx="315">
                  <c:v>1226.91329348792</c:v>
                </c:pt>
                <c:pt idx="316">
                  <c:v>1227.45858108514</c:v>
                </c:pt>
                <c:pt idx="317">
                  <c:v>1226.09584694687</c:v>
                </c:pt>
                <c:pt idx="318">
                  <c:v>1227.00605577205</c:v>
                </c:pt>
                <c:pt idx="319">
                  <c:v>1227.75223743441</c:v>
                </c:pt>
                <c:pt idx="320">
                  <c:v>1227.74402295887</c:v>
                </c:pt>
                <c:pt idx="321">
                  <c:v>1227.52142438166</c:v>
                </c:pt>
                <c:pt idx="322">
                  <c:v>1227.76167576036</c:v>
                </c:pt>
                <c:pt idx="323">
                  <c:v>1226.97946294667</c:v>
                </c:pt>
                <c:pt idx="324">
                  <c:v>1225.26454803309</c:v>
                </c:pt>
                <c:pt idx="325">
                  <c:v>1227.7418030074</c:v>
                </c:pt>
                <c:pt idx="326">
                  <c:v>1228.78216775544</c:v>
                </c:pt>
                <c:pt idx="327">
                  <c:v>1225.25675841773</c:v>
                </c:pt>
                <c:pt idx="328">
                  <c:v>1225.33229025533</c:v>
                </c:pt>
                <c:pt idx="329">
                  <c:v>1225.85010750781</c:v>
                </c:pt>
                <c:pt idx="330">
                  <c:v>1225.6588195085</c:v>
                </c:pt>
                <c:pt idx="331">
                  <c:v>1226.98531700628</c:v>
                </c:pt>
                <c:pt idx="332">
                  <c:v>1227.18667142612</c:v>
                </c:pt>
                <c:pt idx="333">
                  <c:v>1228.0510448943</c:v>
                </c:pt>
                <c:pt idx="334">
                  <c:v>1226.70739057117</c:v>
                </c:pt>
                <c:pt idx="335">
                  <c:v>1226.13259482527</c:v>
                </c:pt>
                <c:pt idx="336">
                  <c:v>1220.9970472565</c:v>
                </c:pt>
                <c:pt idx="337">
                  <c:v>1229.13196202283</c:v>
                </c:pt>
                <c:pt idx="338">
                  <c:v>1232.31207729601</c:v>
                </c:pt>
                <c:pt idx="339">
                  <c:v>1237.19408405476</c:v>
                </c:pt>
                <c:pt idx="340">
                  <c:v>1237.3135266186</c:v>
                </c:pt>
                <c:pt idx="341">
                  <c:v>1237.91715485585</c:v>
                </c:pt>
                <c:pt idx="342">
                  <c:v>1238.03156101034</c:v>
                </c:pt>
                <c:pt idx="343">
                  <c:v>1238.0237084494</c:v>
                </c:pt>
                <c:pt idx="344">
                  <c:v>1236.93060651027</c:v>
                </c:pt>
                <c:pt idx="345">
                  <c:v>1236.59944522906</c:v>
                </c:pt>
                <c:pt idx="346">
                  <c:v>1238.00817646562</c:v>
                </c:pt>
                <c:pt idx="347">
                  <c:v>1238.3261062646</c:v>
                </c:pt>
                <c:pt idx="348">
                  <c:v>1241.70493893847</c:v>
                </c:pt>
                <c:pt idx="349">
                  <c:v>1243.4522206731</c:v>
                </c:pt>
                <c:pt idx="350">
                  <c:v>1243.53120950095</c:v>
                </c:pt>
                <c:pt idx="351">
                  <c:v>1243.82313193019</c:v>
                </c:pt>
                <c:pt idx="352">
                  <c:v>1241.05947170505</c:v>
                </c:pt>
                <c:pt idx="353">
                  <c:v>1244.87859100017</c:v>
                </c:pt>
                <c:pt idx="354">
                  <c:v>1248.81417810329</c:v>
                </c:pt>
                <c:pt idx="355">
                  <c:v>1248.65303840469</c:v>
                </c:pt>
                <c:pt idx="356">
                  <c:v>1246.69531906028</c:v>
                </c:pt>
                <c:pt idx="357">
                  <c:v>1245.92611766614</c:v>
                </c:pt>
                <c:pt idx="358">
                  <c:v>1246.63435830637</c:v>
                </c:pt>
                <c:pt idx="359">
                  <c:v>1246.70975122912</c:v>
                </c:pt>
                <c:pt idx="360">
                  <c:v>1246.85032063437</c:v>
                </c:pt>
                <c:pt idx="361">
                  <c:v>1247.41660463515</c:v>
                </c:pt>
                <c:pt idx="362">
                  <c:v>1248.45794532582</c:v>
                </c:pt>
                <c:pt idx="363">
                  <c:v>1249.19872129516</c:v>
                </c:pt>
                <c:pt idx="364">
                  <c:v>1248.4528035894</c:v>
                </c:pt>
                <c:pt idx="365">
                  <c:v>1249.34088134204</c:v>
                </c:pt>
                <c:pt idx="366">
                  <c:v>1249.50838578433</c:v>
                </c:pt>
                <c:pt idx="367">
                  <c:v>1250.66395936879</c:v>
                </c:pt>
                <c:pt idx="368">
                  <c:v>1249.75015943029</c:v>
                </c:pt>
                <c:pt idx="369">
                  <c:v>1246.13934926731</c:v>
                </c:pt>
                <c:pt idx="370">
                  <c:v>1249.46225761279</c:v>
                </c:pt>
                <c:pt idx="371">
                  <c:v>1249.40358422469</c:v>
                </c:pt>
                <c:pt idx="372">
                  <c:v>1250.22491951863</c:v>
                </c:pt>
                <c:pt idx="373">
                  <c:v>1249.2963187675</c:v>
                </c:pt>
                <c:pt idx="374">
                  <c:v>1248.26960055797</c:v>
                </c:pt>
                <c:pt idx="375">
                  <c:v>1245.73278203138</c:v>
                </c:pt>
                <c:pt idx="376">
                  <c:v>1248.47493739239</c:v>
                </c:pt>
                <c:pt idx="377">
                  <c:v>1246.68776715416</c:v>
                </c:pt>
                <c:pt idx="378">
                  <c:v>1249.15662564674</c:v>
                </c:pt>
                <c:pt idx="379">
                  <c:v>1251.34319872346</c:v>
                </c:pt>
                <c:pt idx="380">
                  <c:v>1251.49131900331</c:v>
                </c:pt>
                <c:pt idx="381">
                  <c:v>1250.94223968213</c:v>
                </c:pt>
                <c:pt idx="382">
                  <c:v>1250.94960178726</c:v>
                </c:pt>
                <c:pt idx="383">
                  <c:v>1250.97011021742</c:v>
                </c:pt>
                <c:pt idx="384">
                  <c:v>1251.11381446763</c:v>
                </c:pt>
                <c:pt idx="385">
                  <c:v>1249.08122282167</c:v>
                </c:pt>
                <c:pt idx="386">
                  <c:v>1247.14620455561</c:v>
                </c:pt>
                <c:pt idx="387">
                  <c:v>1245.20346126023</c:v>
                </c:pt>
                <c:pt idx="388">
                  <c:v>1246.91726853772</c:v>
                </c:pt>
                <c:pt idx="389">
                  <c:v>1244.89500972386</c:v>
                </c:pt>
                <c:pt idx="390">
                  <c:v>1245.1563377966</c:v>
                </c:pt>
                <c:pt idx="391">
                  <c:v>1245.83378556614</c:v>
                </c:pt>
                <c:pt idx="392">
                  <c:v>1246.46371053789</c:v>
                </c:pt>
                <c:pt idx="393">
                  <c:v>1246.59778129364</c:v>
                </c:pt>
                <c:pt idx="394">
                  <c:v>1247.18109472654</c:v>
                </c:pt>
                <c:pt idx="395">
                  <c:v>1245.12635254461</c:v>
                </c:pt>
                <c:pt idx="396">
                  <c:v>1243.98640955918</c:v>
                </c:pt>
                <c:pt idx="397">
                  <c:v>1243.55657730222</c:v>
                </c:pt>
                <c:pt idx="398">
                  <c:v>1244.7459836456</c:v>
                </c:pt>
                <c:pt idx="399">
                  <c:v>1246.59680138704</c:v>
                </c:pt>
                <c:pt idx="400">
                  <c:v>1248.16502311047</c:v>
                </c:pt>
                <c:pt idx="401">
                  <c:v>1239.2862158137</c:v>
                </c:pt>
                <c:pt idx="402">
                  <c:v>1242.32397365916</c:v>
                </c:pt>
                <c:pt idx="403">
                  <c:v>1241.57876513205</c:v>
                </c:pt>
                <c:pt idx="404">
                  <c:v>1238.58656725068</c:v>
                </c:pt>
                <c:pt idx="405">
                  <c:v>1239.57366013735</c:v>
                </c:pt>
                <c:pt idx="406">
                  <c:v>1240.57454666793</c:v>
                </c:pt>
                <c:pt idx="407">
                  <c:v>1240.78557726853</c:v>
                </c:pt>
                <c:pt idx="408">
                  <c:v>1239.48053867721</c:v>
                </c:pt>
                <c:pt idx="409">
                  <c:v>1239.70145945521</c:v>
                </c:pt>
                <c:pt idx="410">
                  <c:v>1239.55002463723</c:v>
                </c:pt>
                <c:pt idx="411">
                  <c:v>1239.30433349494</c:v>
                </c:pt>
                <c:pt idx="412">
                  <c:v>1238.12316729085</c:v>
                </c:pt>
                <c:pt idx="413">
                  <c:v>1238.33437210456</c:v>
                </c:pt>
                <c:pt idx="414">
                  <c:v>1239.01970157303</c:v>
                </c:pt>
                <c:pt idx="415">
                  <c:v>1241.13090591861</c:v>
                </c:pt>
                <c:pt idx="416">
                  <c:v>1242.40166706054</c:v>
                </c:pt>
                <c:pt idx="417">
                  <c:v>1241.8804610197</c:v>
                </c:pt>
                <c:pt idx="418">
                  <c:v>1244.45761173397</c:v>
                </c:pt>
                <c:pt idx="419">
                  <c:v>1242.47526945999</c:v>
                </c:pt>
                <c:pt idx="420">
                  <c:v>1249.39080824408</c:v>
                </c:pt>
                <c:pt idx="421">
                  <c:v>1248.86136757882</c:v>
                </c:pt>
                <c:pt idx="422">
                  <c:v>1244.986344536</c:v>
                </c:pt>
                <c:pt idx="423">
                  <c:v>1244.78825735274</c:v>
                </c:pt>
                <c:pt idx="424">
                  <c:v>1247.74591475536</c:v>
                </c:pt>
                <c:pt idx="425">
                  <c:v>1246.78326899461</c:v>
                </c:pt>
                <c:pt idx="426">
                  <c:v>1247.70513480649</c:v>
                </c:pt>
                <c:pt idx="427">
                  <c:v>1248.62937243006</c:v>
                </c:pt>
                <c:pt idx="428">
                  <c:v>1250.22701299382</c:v>
                </c:pt>
                <c:pt idx="429">
                  <c:v>1249.86633668312</c:v>
                </c:pt>
                <c:pt idx="430">
                  <c:v>1247.1270237309</c:v>
                </c:pt>
                <c:pt idx="431">
                  <c:v>1248.99829664772</c:v>
                </c:pt>
                <c:pt idx="432">
                  <c:v>1257.02196434486</c:v>
                </c:pt>
                <c:pt idx="433">
                  <c:v>1259.54156600727</c:v>
                </c:pt>
                <c:pt idx="434">
                  <c:v>1257.76650686953</c:v>
                </c:pt>
                <c:pt idx="435">
                  <c:v>1259.37688053977</c:v>
                </c:pt>
                <c:pt idx="436">
                  <c:v>1260.08363355796</c:v>
                </c:pt>
                <c:pt idx="437">
                  <c:v>1263.21219363921</c:v>
                </c:pt>
                <c:pt idx="438">
                  <c:v>1261.17703412942</c:v>
                </c:pt>
                <c:pt idx="439">
                  <c:v>1261.52455058231</c:v>
                </c:pt>
                <c:pt idx="440">
                  <c:v>1261.2493088124</c:v>
                </c:pt>
                <c:pt idx="441">
                  <c:v>1261.44043959924</c:v>
                </c:pt>
                <c:pt idx="442">
                  <c:v>1259.79846932498</c:v>
                </c:pt>
                <c:pt idx="443">
                  <c:v>1260.73103210464</c:v>
                </c:pt>
                <c:pt idx="444">
                  <c:v>1261.07322390472</c:v>
                </c:pt>
                <c:pt idx="445">
                  <c:v>1260.83911724388</c:v>
                </c:pt>
                <c:pt idx="446">
                  <c:v>1260.98172234658</c:v>
                </c:pt>
                <c:pt idx="447">
                  <c:v>1262.72104282536</c:v>
                </c:pt>
                <c:pt idx="448">
                  <c:v>1263.38092605322</c:v>
                </c:pt>
                <c:pt idx="449">
                  <c:v>1260.25134849177</c:v>
                </c:pt>
                <c:pt idx="450">
                  <c:v>1259.65994415172</c:v>
                </c:pt>
                <c:pt idx="451">
                  <c:v>1262.77620019557</c:v>
                </c:pt>
                <c:pt idx="452">
                  <c:v>1263.77389860522</c:v>
                </c:pt>
                <c:pt idx="453">
                  <c:v>1263.83246712439</c:v>
                </c:pt>
                <c:pt idx="454">
                  <c:v>1264.46121083464</c:v>
                </c:pt>
                <c:pt idx="455">
                  <c:v>1260.406200282</c:v>
                </c:pt>
                <c:pt idx="456">
                  <c:v>1262.41474423119</c:v>
                </c:pt>
                <c:pt idx="457">
                  <c:v>1263.88712172106</c:v>
                </c:pt>
                <c:pt idx="458">
                  <c:v>1265.80634727443</c:v>
                </c:pt>
                <c:pt idx="459">
                  <c:v>1268.1987372184</c:v>
                </c:pt>
                <c:pt idx="460">
                  <c:v>1269.61002789718</c:v>
                </c:pt>
                <c:pt idx="461">
                  <c:v>1269.20885072777</c:v>
                </c:pt>
                <c:pt idx="462">
                  <c:v>1270.40511019407</c:v>
                </c:pt>
                <c:pt idx="463">
                  <c:v>1270.88977143565</c:v>
                </c:pt>
                <c:pt idx="464">
                  <c:v>1271.24468399392</c:v>
                </c:pt>
                <c:pt idx="465">
                  <c:v>1271.61762389095</c:v>
                </c:pt>
                <c:pt idx="466">
                  <c:v>1272.0187438066</c:v>
                </c:pt>
                <c:pt idx="467">
                  <c:v>1271.94084532953</c:v>
                </c:pt>
                <c:pt idx="468">
                  <c:v>1272.08067303347</c:v>
                </c:pt>
                <c:pt idx="469">
                  <c:v>1271.82507178514</c:v>
                </c:pt>
                <c:pt idx="470">
                  <c:v>1273.04713201139</c:v>
                </c:pt>
                <c:pt idx="471">
                  <c:v>1274.53540642837</c:v>
                </c:pt>
                <c:pt idx="472">
                  <c:v>1275.65456065349</c:v>
                </c:pt>
                <c:pt idx="473">
                  <c:v>1275.23029189798</c:v>
                </c:pt>
                <c:pt idx="474">
                  <c:v>1277.74134992892</c:v>
                </c:pt>
                <c:pt idx="475">
                  <c:v>1272.64540930376</c:v>
                </c:pt>
                <c:pt idx="476">
                  <c:v>1257.80621466503</c:v>
                </c:pt>
                <c:pt idx="477">
                  <c:v>1263.89340151835</c:v>
                </c:pt>
                <c:pt idx="478">
                  <c:v>1256.05577425546</c:v>
                </c:pt>
                <c:pt idx="479">
                  <c:v>1259.16353464725</c:v>
                </c:pt>
                <c:pt idx="480">
                  <c:v>1260.66856939467</c:v>
                </c:pt>
                <c:pt idx="481">
                  <c:v>1266.82082975355</c:v>
                </c:pt>
                <c:pt idx="482">
                  <c:v>1267.82013522011</c:v>
                </c:pt>
                <c:pt idx="483">
                  <c:v>1267.39161634029</c:v>
                </c:pt>
                <c:pt idx="484">
                  <c:v>1268.03861528679</c:v>
                </c:pt>
                <c:pt idx="485">
                  <c:v>1268.1675884625</c:v>
                </c:pt>
                <c:pt idx="486">
                  <c:v>1268.88583480528</c:v>
                </c:pt>
                <c:pt idx="487">
                  <c:v>1268.28129784988</c:v>
                </c:pt>
                <c:pt idx="488">
                  <c:v>1268.48461261649</c:v>
                </c:pt>
                <c:pt idx="489">
                  <c:v>1269.03242039654</c:v>
                </c:pt>
                <c:pt idx="490">
                  <c:v>1266.26486078086</c:v>
                </c:pt>
                <c:pt idx="491">
                  <c:v>1267.24090436189</c:v>
                </c:pt>
                <c:pt idx="492">
                  <c:v>1266.97875342404</c:v>
                </c:pt>
                <c:pt idx="493">
                  <c:v>1267.35964103548</c:v>
                </c:pt>
                <c:pt idx="494">
                  <c:v>1264.47951088344</c:v>
                </c:pt>
                <c:pt idx="495">
                  <c:v>1263.03453067612</c:v>
                </c:pt>
                <c:pt idx="496">
                  <c:v>1265.97265706272</c:v>
                </c:pt>
                <c:pt idx="497">
                  <c:v>1267.26095248207</c:v>
                </c:pt>
                <c:pt idx="498">
                  <c:v>1266.69260170675</c:v>
                </c:pt>
                <c:pt idx="499">
                  <c:v>1268.58723850903</c:v>
                </c:pt>
                <c:pt idx="500">
                  <c:v>1266.43854204967</c:v>
                </c:pt>
                <c:pt idx="501">
                  <c:v>1266.94310173611</c:v>
                </c:pt>
                <c:pt idx="502">
                  <c:v>1269.62538989752</c:v>
                </c:pt>
                <c:pt idx="503">
                  <c:v>1271.64743664914</c:v>
                </c:pt>
                <c:pt idx="504">
                  <c:v>1271.13133337422</c:v>
                </c:pt>
                <c:pt idx="505">
                  <c:v>1270.14676861657</c:v>
                </c:pt>
                <c:pt idx="506">
                  <c:v>1269.96554182042</c:v>
                </c:pt>
                <c:pt idx="507">
                  <c:v>1269.60013364929</c:v>
                </c:pt>
                <c:pt idx="508">
                  <c:v>1267.5506080876</c:v>
                </c:pt>
                <c:pt idx="509">
                  <c:v>1269.2066721815</c:v>
                </c:pt>
                <c:pt idx="510">
                  <c:v>1268.05325691593</c:v>
                </c:pt>
                <c:pt idx="511">
                  <c:v>1266.3337821438</c:v>
                </c:pt>
                <c:pt idx="512">
                  <c:v>1271.49048274217</c:v>
                </c:pt>
                <c:pt idx="513">
                  <c:v>1268.18689648772</c:v>
                </c:pt>
                <c:pt idx="514">
                  <c:v>1269.81601975253</c:v>
                </c:pt>
                <c:pt idx="515">
                  <c:v>1269.81177240623</c:v>
                </c:pt>
                <c:pt idx="516">
                  <c:v>1268.23128747859</c:v>
                </c:pt>
                <c:pt idx="517">
                  <c:v>1267.16494678034</c:v>
                </c:pt>
                <c:pt idx="518">
                  <c:v>1268.64360583349</c:v>
                </c:pt>
                <c:pt idx="519">
                  <c:v>1269.22260945267</c:v>
                </c:pt>
                <c:pt idx="520">
                  <c:v>1270.24317489515</c:v>
                </c:pt>
                <c:pt idx="521">
                  <c:v>1271.9272967483</c:v>
                </c:pt>
                <c:pt idx="522">
                  <c:v>1271.93995949304</c:v>
                </c:pt>
                <c:pt idx="523">
                  <c:v>1269.94130984419</c:v>
                </c:pt>
                <c:pt idx="524">
                  <c:v>1270.51007637111</c:v>
                </c:pt>
                <c:pt idx="525">
                  <c:v>1268.00215786196</c:v>
                </c:pt>
                <c:pt idx="526">
                  <c:v>1264.13228195856</c:v>
                </c:pt>
                <c:pt idx="527">
                  <c:v>1263.76068528274</c:v>
                </c:pt>
                <c:pt idx="528">
                  <c:v>1265.18502632862</c:v>
                </c:pt>
                <c:pt idx="529">
                  <c:v>1264.74807542878</c:v>
                </c:pt>
                <c:pt idx="530">
                  <c:v>1264.45383943323</c:v>
                </c:pt>
                <c:pt idx="531">
                  <c:v>1263.54053612976</c:v>
                </c:pt>
                <c:pt idx="532">
                  <c:v>1266.37435403863</c:v>
                </c:pt>
                <c:pt idx="533">
                  <c:v>1264.98524793634</c:v>
                </c:pt>
                <c:pt idx="534">
                  <c:v>1258.41961324794</c:v>
                </c:pt>
                <c:pt idx="535">
                  <c:v>1252.34314841639</c:v>
                </c:pt>
                <c:pt idx="536">
                  <c:v>1239.84782072975</c:v>
                </c:pt>
                <c:pt idx="537">
                  <c:v>1237.67974602099</c:v>
                </c:pt>
                <c:pt idx="538">
                  <c:v>1255.67098587055</c:v>
                </c:pt>
                <c:pt idx="539">
                  <c:v>1258.53016463995</c:v>
                </c:pt>
                <c:pt idx="540">
                  <c:v>1256.72950686099</c:v>
                </c:pt>
                <c:pt idx="541">
                  <c:v>1258.29101707637</c:v>
                </c:pt>
                <c:pt idx="542">
                  <c:v>1258.81003753833</c:v>
                </c:pt>
                <c:pt idx="543">
                  <c:v>1260.2662231354</c:v>
                </c:pt>
                <c:pt idx="544">
                  <c:v>1261.79078843222</c:v>
                </c:pt>
                <c:pt idx="545">
                  <c:v>1262.74543186368</c:v>
                </c:pt>
                <c:pt idx="546">
                  <c:v>1260.65824575122</c:v>
                </c:pt>
                <c:pt idx="547">
                  <c:v>1258.64231287968</c:v>
                </c:pt>
                <c:pt idx="548">
                  <c:v>1258.90098319493</c:v>
                </c:pt>
                <c:pt idx="549">
                  <c:v>1261.72612672012</c:v>
                </c:pt>
                <c:pt idx="550">
                  <c:v>1262.32552988505</c:v>
                </c:pt>
                <c:pt idx="551">
                  <c:v>1262.28916691762</c:v>
                </c:pt>
                <c:pt idx="552">
                  <c:v>1265.00788857618</c:v>
                </c:pt>
                <c:pt idx="553">
                  <c:v>1264.49104555539</c:v>
                </c:pt>
                <c:pt idx="554">
                  <c:v>1267.46118156453</c:v>
                </c:pt>
                <c:pt idx="555">
                  <c:v>1259.37914555755</c:v>
                </c:pt>
                <c:pt idx="556">
                  <c:v>1262.53112483579</c:v>
                </c:pt>
                <c:pt idx="557">
                  <c:v>1263.77281952586</c:v>
                </c:pt>
                <c:pt idx="558">
                  <c:v>1266.41146264792</c:v>
                </c:pt>
                <c:pt idx="559">
                  <c:v>1267.39046004052</c:v>
                </c:pt>
                <c:pt idx="560">
                  <c:v>1267.03628372285</c:v>
                </c:pt>
                <c:pt idx="561">
                  <c:v>1266.53634352935</c:v>
                </c:pt>
                <c:pt idx="562">
                  <c:v>1265.0792786814</c:v>
                </c:pt>
                <c:pt idx="563">
                  <c:v>1263.48727460154</c:v>
                </c:pt>
                <c:pt idx="564">
                  <c:v>1265.07546548838</c:v>
                </c:pt>
                <c:pt idx="565">
                  <c:v>1271.80549386136</c:v>
                </c:pt>
                <c:pt idx="566">
                  <c:v>1272.9273387672</c:v>
                </c:pt>
                <c:pt idx="567">
                  <c:v>1275.80948909107</c:v>
                </c:pt>
                <c:pt idx="568">
                  <c:v>1278.52456875355</c:v>
                </c:pt>
                <c:pt idx="569">
                  <c:v>1279.59993402407</c:v>
                </c:pt>
                <c:pt idx="570">
                  <c:v>1283.21910919987</c:v>
                </c:pt>
                <c:pt idx="571">
                  <c:v>1279.46461597985</c:v>
                </c:pt>
                <c:pt idx="572">
                  <c:v>1278.9378838961</c:v>
                </c:pt>
                <c:pt idx="573">
                  <c:v>1279.65068249084</c:v>
                </c:pt>
                <c:pt idx="574">
                  <c:v>1273.89083125835</c:v>
                </c:pt>
                <c:pt idx="575">
                  <c:v>1275.9488298229</c:v>
                </c:pt>
                <c:pt idx="576">
                  <c:v>1277.2010880382</c:v>
                </c:pt>
                <c:pt idx="577">
                  <c:v>1278.57392673898</c:v>
                </c:pt>
                <c:pt idx="578">
                  <c:v>1284.06714231886</c:v>
                </c:pt>
                <c:pt idx="579">
                  <c:v>1286.41946337115</c:v>
                </c:pt>
                <c:pt idx="580">
                  <c:v>1287.35574321804</c:v>
                </c:pt>
                <c:pt idx="581">
                  <c:v>1285.55620124436</c:v>
                </c:pt>
                <c:pt idx="582">
                  <c:v>1285.57333313682</c:v>
                </c:pt>
                <c:pt idx="583">
                  <c:v>1285.11313497186</c:v>
                </c:pt>
                <c:pt idx="584">
                  <c:v>1285.81831242384</c:v>
                </c:pt>
                <c:pt idx="585">
                  <c:v>1285.93483063495</c:v>
                </c:pt>
                <c:pt idx="586">
                  <c:v>1286.09398841874</c:v>
                </c:pt>
                <c:pt idx="587">
                  <c:v>1286.89777504072</c:v>
                </c:pt>
                <c:pt idx="588">
                  <c:v>1286.91912556625</c:v>
                </c:pt>
                <c:pt idx="589">
                  <c:v>1288.59300698021</c:v>
                </c:pt>
                <c:pt idx="590">
                  <c:v>1288.6863486474</c:v>
                </c:pt>
                <c:pt idx="591">
                  <c:v>1289.38302206266</c:v>
                </c:pt>
                <c:pt idx="592">
                  <c:v>1289.55683784483</c:v>
                </c:pt>
                <c:pt idx="593">
                  <c:v>1289.33459287776</c:v>
                </c:pt>
                <c:pt idx="594">
                  <c:v>1290.92842698622</c:v>
                </c:pt>
                <c:pt idx="595">
                  <c:v>1290.54215616832</c:v>
                </c:pt>
                <c:pt idx="596">
                  <c:v>1294.52558422586</c:v>
                </c:pt>
                <c:pt idx="597">
                  <c:v>1295.9374085281</c:v>
                </c:pt>
                <c:pt idx="598">
                  <c:v>1257.166390368</c:v>
                </c:pt>
                <c:pt idx="599">
                  <c:v>1269.2995902292</c:v>
                </c:pt>
                <c:pt idx="600">
                  <c:v>1265.60215501192</c:v>
                </c:pt>
                <c:pt idx="601">
                  <c:v>1266.00949249804</c:v>
                </c:pt>
                <c:pt idx="602">
                  <c:v>1267.07281275855</c:v>
                </c:pt>
                <c:pt idx="603">
                  <c:v>1267.50070522794</c:v>
                </c:pt>
                <c:pt idx="604">
                  <c:v>1267.57033255009</c:v>
                </c:pt>
                <c:pt idx="605">
                  <c:v>1268.61249214759</c:v>
                </c:pt>
                <c:pt idx="606">
                  <c:v>1266.22320100473</c:v>
                </c:pt>
                <c:pt idx="607">
                  <c:v>1267.02459519169</c:v>
                </c:pt>
                <c:pt idx="608">
                  <c:v>1265.37426142094</c:v>
                </c:pt>
                <c:pt idx="609">
                  <c:v>1265.15308744913</c:v>
                </c:pt>
                <c:pt idx="610">
                  <c:v>1267.89788337124</c:v>
                </c:pt>
                <c:pt idx="611">
                  <c:v>1271.03973151732</c:v>
                </c:pt>
                <c:pt idx="612">
                  <c:v>1270.45139653407</c:v>
                </c:pt>
                <c:pt idx="613">
                  <c:v>1270.24119308703</c:v>
                </c:pt>
                <c:pt idx="614">
                  <c:v>1272.89351423558</c:v>
                </c:pt>
                <c:pt idx="615">
                  <c:v>1277.99744925899</c:v>
                </c:pt>
                <c:pt idx="616">
                  <c:v>1273.3462346252</c:v>
                </c:pt>
                <c:pt idx="617">
                  <c:v>1274.35230082623</c:v>
                </c:pt>
                <c:pt idx="618">
                  <c:v>1276.04819623891</c:v>
                </c:pt>
                <c:pt idx="619">
                  <c:v>1277.41058971722</c:v>
                </c:pt>
                <c:pt idx="620">
                  <c:v>1276.74220924102</c:v>
                </c:pt>
                <c:pt idx="621">
                  <c:v>1276.98116237439</c:v>
                </c:pt>
                <c:pt idx="622">
                  <c:v>1276.93721297369</c:v>
                </c:pt>
                <c:pt idx="623">
                  <c:v>1277.39868946865</c:v>
                </c:pt>
                <c:pt idx="624">
                  <c:v>1276.95076812064</c:v>
                </c:pt>
                <c:pt idx="625">
                  <c:v>1277.8772710278</c:v>
                </c:pt>
                <c:pt idx="626">
                  <c:v>1277.9008908959</c:v>
                </c:pt>
                <c:pt idx="627">
                  <c:v>1278.9723716847</c:v>
                </c:pt>
                <c:pt idx="628">
                  <c:v>1278.69325898631</c:v>
                </c:pt>
                <c:pt idx="629">
                  <c:v>1278.58735116302</c:v>
                </c:pt>
                <c:pt idx="630">
                  <c:v>1276.81810610444</c:v>
                </c:pt>
                <c:pt idx="631">
                  <c:v>1278.85120609047</c:v>
                </c:pt>
                <c:pt idx="632">
                  <c:v>1272.47081187929</c:v>
                </c:pt>
                <c:pt idx="633">
                  <c:v>1271.83511966155</c:v>
                </c:pt>
                <c:pt idx="634">
                  <c:v>1274.8453269782</c:v>
                </c:pt>
                <c:pt idx="635">
                  <c:v>1277.08442207466</c:v>
                </c:pt>
                <c:pt idx="636">
                  <c:v>1278.14710235294</c:v>
                </c:pt>
                <c:pt idx="637">
                  <c:v>1279.66249464772</c:v>
                </c:pt>
                <c:pt idx="638">
                  <c:v>1279.04655041913</c:v>
                </c:pt>
                <c:pt idx="639">
                  <c:v>1279.41973808183</c:v>
                </c:pt>
                <c:pt idx="640">
                  <c:v>1282.76653638837</c:v>
                </c:pt>
                <c:pt idx="641">
                  <c:v>1285.2275637222</c:v>
                </c:pt>
                <c:pt idx="642">
                  <c:v>1287.31443889754</c:v>
                </c:pt>
                <c:pt idx="643">
                  <c:v>1286.78102388262</c:v>
                </c:pt>
                <c:pt idx="644">
                  <c:v>1286.62663216929</c:v>
                </c:pt>
                <c:pt idx="645">
                  <c:v>1289.14715926108</c:v>
                </c:pt>
                <c:pt idx="646">
                  <c:v>1290.07459699149</c:v>
                </c:pt>
                <c:pt idx="647">
                  <c:v>1289.9893557024</c:v>
                </c:pt>
                <c:pt idx="648">
                  <c:v>1289.1268481715</c:v>
                </c:pt>
                <c:pt idx="649">
                  <c:v>1290.61006017549</c:v>
                </c:pt>
                <c:pt idx="650">
                  <c:v>1290.45365726582</c:v>
                </c:pt>
                <c:pt idx="651">
                  <c:v>1290.0973638149</c:v>
                </c:pt>
                <c:pt idx="652">
                  <c:v>1289.6922077795</c:v>
                </c:pt>
                <c:pt idx="653">
                  <c:v>1288.95041556855</c:v>
                </c:pt>
                <c:pt idx="654">
                  <c:v>1288.22481496039</c:v>
                </c:pt>
                <c:pt idx="655">
                  <c:v>1287.64890021461</c:v>
                </c:pt>
                <c:pt idx="656">
                  <c:v>1288.00542917292</c:v>
                </c:pt>
                <c:pt idx="657">
                  <c:v>1291.60245652949</c:v>
                </c:pt>
                <c:pt idx="658">
                  <c:v>1293.22131872104</c:v>
                </c:pt>
                <c:pt idx="659">
                  <c:v>1294.48524513696</c:v>
                </c:pt>
                <c:pt idx="660">
                  <c:v>1297.51260823146</c:v>
                </c:pt>
                <c:pt idx="661">
                  <c:v>1300.47384068756</c:v>
                </c:pt>
                <c:pt idx="662">
                  <c:v>1298.23811623164</c:v>
                </c:pt>
                <c:pt idx="663">
                  <c:v>1296.0106334853</c:v>
                </c:pt>
                <c:pt idx="664">
                  <c:v>1296.12167291121</c:v>
                </c:pt>
                <c:pt idx="665">
                  <c:v>1296.33025170662</c:v>
                </c:pt>
                <c:pt idx="666">
                  <c:v>1296.75245837917</c:v>
                </c:pt>
                <c:pt idx="667">
                  <c:v>1295.73113289515</c:v>
                </c:pt>
                <c:pt idx="668">
                  <c:v>1294.71689745633</c:v>
                </c:pt>
                <c:pt idx="669">
                  <c:v>1294.75614015621</c:v>
                </c:pt>
                <c:pt idx="670">
                  <c:v>1294.05758592111</c:v>
                </c:pt>
                <c:pt idx="671">
                  <c:v>1295.48842785569</c:v>
                </c:pt>
                <c:pt idx="672">
                  <c:v>1294.80935404041</c:v>
                </c:pt>
                <c:pt idx="673">
                  <c:v>1293.86359757349</c:v>
                </c:pt>
                <c:pt idx="674">
                  <c:v>1293.92447886363</c:v>
                </c:pt>
                <c:pt idx="675">
                  <c:v>1294.51271261792</c:v>
                </c:pt>
                <c:pt idx="676">
                  <c:v>1295.0726068109</c:v>
                </c:pt>
                <c:pt idx="677">
                  <c:v>1291.46346798782</c:v>
                </c:pt>
                <c:pt idx="678">
                  <c:v>1291.47006224538</c:v>
                </c:pt>
                <c:pt idx="679">
                  <c:v>1292.03415728748</c:v>
                </c:pt>
                <c:pt idx="680">
                  <c:v>1292.53711587349</c:v>
                </c:pt>
                <c:pt idx="681">
                  <c:v>1295.16980737034</c:v>
                </c:pt>
                <c:pt idx="682">
                  <c:v>1293.21338890164</c:v>
                </c:pt>
                <c:pt idx="683">
                  <c:v>1291.3260051747</c:v>
                </c:pt>
                <c:pt idx="684">
                  <c:v>1292.24947422109</c:v>
                </c:pt>
                <c:pt idx="685">
                  <c:v>1292.07611950056</c:v>
                </c:pt>
                <c:pt idx="686">
                  <c:v>1292.70228188254</c:v>
                </c:pt>
                <c:pt idx="687">
                  <c:v>1292.86951876837</c:v>
                </c:pt>
                <c:pt idx="688">
                  <c:v>1293.68499377084</c:v>
                </c:pt>
                <c:pt idx="689">
                  <c:v>1292.00130510038</c:v>
                </c:pt>
                <c:pt idx="690">
                  <c:v>1291.11308327189</c:v>
                </c:pt>
                <c:pt idx="691">
                  <c:v>1300.03816376231</c:v>
                </c:pt>
                <c:pt idx="692">
                  <c:v>1301.3266279641</c:v>
                </c:pt>
                <c:pt idx="693">
                  <c:v>1299.33099142549</c:v>
                </c:pt>
                <c:pt idx="694">
                  <c:v>1298.88909411227</c:v>
                </c:pt>
                <c:pt idx="695">
                  <c:v>1299.52330106846</c:v>
                </c:pt>
                <c:pt idx="696">
                  <c:v>1303.69431617942</c:v>
                </c:pt>
                <c:pt idx="697">
                  <c:v>1301.97936954322</c:v>
                </c:pt>
                <c:pt idx="698">
                  <c:v>1301.65639169252</c:v>
                </c:pt>
                <c:pt idx="699">
                  <c:v>1298.89534271964</c:v>
                </c:pt>
                <c:pt idx="700">
                  <c:v>1300.3105822326</c:v>
                </c:pt>
                <c:pt idx="701">
                  <c:v>1299.97852241312</c:v>
                </c:pt>
                <c:pt idx="702">
                  <c:v>1304.28871405718</c:v>
                </c:pt>
                <c:pt idx="703">
                  <c:v>1306.62114381257</c:v>
                </c:pt>
                <c:pt idx="704">
                  <c:v>1308.5319737686</c:v>
                </c:pt>
                <c:pt idx="705">
                  <c:v>1305.90193759266</c:v>
                </c:pt>
                <c:pt idx="706">
                  <c:v>1305.95460751128</c:v>
                </c:pt>
                <c:pt idx="707">
                  <c:v>1306.19285071876</c:v>
                </c:pt>
                <c:pt idx="708">
                  <c:v>1305.76921138015</c:v>
                </c:pt>
                <c:pt idx="709">
                  <c:v>1307.18517634446</c:v>
                </c:pt>
                <c:pt idx="710">
                  <c:v>1299.33305639158</c:v>
                </c:pt>
                <c:pt idx="711">
                  <c:v>1297.2361832457</c:v>
                </c:pt>
                <c:pt idx="712">
                  <c:v>1299.33769029514</c:v>
                </c:pt>
                <c:pt idx="713">
                  <c:v>1295.12167557717</c:v>
                </c:pt>
                <c:pt idx="714">
                  <c:v>1297.14190429129</c:v>
                </c:pt>
                <c:pt idx="715">
                  <c:v>1300.59139683394</c:v>
                </c:pt>
                <c:pt idx="716">
                  <c:v>1302.47024325893</c:v>
                </c:pt>
                <c:pt idx="717">
                  <c:v>1302.84834228277</c:v>
                </c:pt>
                <c:pt idx="718">
                  <c:v>1305.6398241559</c:v>
                </c:pt>
                <c:pt idx="719">
                  <c:v>1307.77141930564</c:v>
                </c:pt>
                <c:pt idx="720">
                  <c:v>1312.3404768118</c:v>
                </c:pt>
                <c:pt idx="721">
                  <c:v>1315.76842784255</c:v>
                </c:pt>
                <c:pt idx="722">
                  <c:v>1318.94619795533</c:v>
                </c:pt>
                <c:pt idx="723">
                  <c:v>1323.32310215512</c:v>
                </c:pt>
                <c:pt idx="724">
                  <c:v>1325.60014847282</c:v>
                </c:pt>
                <c:pt idx="725">
                  <c:v>1325.13344439975</c:v>
                </c:pt>
                <c:pt idx="726">
                  <c:v>1323.63928301995</c:v>
                </c:pt>
                <c:pt idx="727">
                  <c:v>1324.27013432635</c:v>
                </c:pt>
                <c:pt idx="728">
                  <c:v>1324.43513917533</c:v>
                </c:pt>
                <c:pt idx="729">
                  <c:v>1324.26313912293</c:v>
                </c:pt>
                <c:pt idx="730">
                  <c:v>1324.54312317733</c:v>
                </c:pt>
                <c:pt idx="731">
                  <c:v>1326.10821201229</c:v>
                </c:pt>
                <c:pt idx="732">
                  <c:v>1326.50755005851</c:v>
                </c:pt>
                <c:pt idx="733">
                  <c:v>1325.78793979466</c:v>
                </c:pt>
                <c:pt idx="734">
                  <c:v>1326.92578427728</c:v>
                </c:pt>
                <c:pt idx="735">
                  <c:v>1326.34598461832</c:v>
                </c:pt>
                <c:pt idx="736">
                  <c:v>1327.53122253244</c:v>
                </c:pt>
                <c:pt idx="737">
                  <c:v>1327.05579544619</c:v>
                </c:pt>
                <c:pt idx="738">
                  <c:v>1328.80762530892</c:v>
                </c:pt>
                <c:pt idx="739">
                  <c:v>1326.75582369825</c:v>
                </c:pt>
                <c:pt idx="740">
                  <c:v>1329.24554558152</c:v>
                </c:pt>
                <c:pt idx="741">
                  <c:v>1334.14521919775</c:v>
                </c:pt>
                <c:pt idx="742">
                  <c:v>1336.21826527788</c:v>
                </c:pt>
                <c:pt idx="743">
                  <c:v>1344.14779157384</c:v>
                </c:pt>
                <c:pt idx="744">
                  <c:v>1309.54206399546</c:v>
                </c:pt>
                <c:pt idx="745">
                  <c:v>1318.46067635901</c:v>
                </c:pt>
                <c:pt idx="746">
                  <c:v>1318.3774560402</c:v>
                </c:pt>
                <c:pt idx="747">
                  <c:v>1320.12218886706</c:v>
                </c:pt>
                <c:pt idx="748">
                  <c:v>1319.28775833079</c:v>
                </c:pt>
                <c:pt idx="749">
                  <c:v>1320.89321842371</c:v>
                </c:pt>
                <c:pt idx="750">
                  <c:v>1321.22729182884</c:v>
                </c:pt>
                <c:pt idx="751">
                  <c:v>1321.24478205105</c:v>
                </c:pt>
                <c:pt idx="752">
                  <c:v>1321.10043268131</c:v>
                </c:pt>
                <c:pt idx="753">
                  <c:v>1319.02652981059</c:v>
                </c:pt>
                <c:pt idx="754">
                  <c:v>1318.44122225252</c:v>
                </c:pt>
                <c:pt idx="755">
                  <c:v>1319.6475772622</c:v>
                </c:pt>
                <c:pt idx="756">
                  <c:v>1320.16473921938</c:v>
                </c:pt>
                <c:pt idx="757">
                  <c:v>1320.72813745132</c:v>
                </c:pt>
                <c:pt idx="758">
                  <c:v>1321.15777118205</c:v>
                </c:pt>
                <c:pt idx="759">
                  <c:v>1323.5765615494</c:v>
                </c:pt>
                <c:pt idx="760">
                  <c:v>1324.87953808014</c:v>
                </c:pt>
                <c:pt idx="761">
                  <c:v>1326.76731020069</c:v>
                </c:pt>
                <c:pt idx="762">
                  <c:v>1319.98301587644</c:v>
                </c:pt>
                <c:pt idx="763">
                  <c:v>1318.05861267009</c:v>
                </c:pt>
                <c:pt idx="764">
                  <c:v>1318.28297245738</c:v>
                </c:pt>
                <c:pt idx="765">
                  <c:v>1318.08340613278</c:v>
                </c:pt>
                <c:pt idx="766">
                  <c:v>1318.06912905604</c:v>
                </c:pt>
                <c:pt idx="767">
                  <c:v>1318.66990392468</c:v>
                </c:pt>
                <c:pt idx="768">
                  <c:v>1317.80378228377</c:v>
                </c:pt>
                <c:pt idx="769">
                  <c:v>1317.97193921522</c:v>
                </c:pt>
                <c:pt idx="770">
                  <c:v>1318.92987843927</c:v>
                </c:pt>
                <c:pt idx="771">
                  <c:v>1318.10217044274</c:v>
                </c:pt>
                <c:pt idx="772">
                  <c:v>1318.79397059302</c:v>
                </c:pt>
                <c:pt idx="773">
                  <c:v>1319.39329078894</c:v>
                </c:pt>
                <c:pt idx="774">
                  <c:v>1319.2713922267</c:v>
                </c:pt>
                <c:pt idx="775">
                  <c:v>1318.28613832774</c:v>
                </c:pt>
                <c:pt idx="776">
                  <c:v>1318.26841538214</c:v>
                </c:pt>
                <c:pt idx="777">
                  <c:v>1318.14487956464</c:v>
                </c:pt>
                <c:pt idx="778">
                  <c:v>1316.60458636651</c:v>
                </c:pt>
                <c:pt idx="779">
                  <c:v>1319.85466571116</c:v>
                </c:pt>
                <c:pt idx="780">
                  <c:v>1318.80864918345</c:v>
                </c:pt>
                <c:pt idx="781">
                  <c:v>1318.89842602008</c:v>
                </c:pt>
                <c:pt idx="782">
                  <c:v>1318.38567711982</c:v>
                </c:pt>
                <c:pt idx="783">
                  <c:v>1319.11239177901</c:v>
                </c:pt>
                <c:pt idx="784">
                  <c:v>1319.03200640195</c:v>
                </c:pt>
                <c:pt idx="785">
                  <c:v>1319.6607475666</c:v>
                </c:pt>
                <c:pt idx="786">
                  <c:v>1319.63806209668</c:v>
                </c:pt>
                <c:pt idx="787">
                  <c:v>1321.20746309453</c:v>
                </c:pt>
                <c:pt idx="788">
                  <c:v>1321.61821516401</c:v>
                </c:pt>
                <c:pt idx="789">
                  <c:v>1321.69292427752</c:v>
                </c:pt>
                <c:pt idx="790">
                  <c:v>1321.95236795656</c:v>
                </c:pt>
                <c:pt idx="791">
                  <c:v>1322.32083425025</c:v>
                </c:pt>
                <c:pt idx="792">
                  <c:v>1322.76593823941</c:v>
                </c:pt>
                <c:pt idx="793">
                  <c:v>1322.5685707311</c:v>
                </c:pt>
                <c:pt idx="794">
                  <c:v>1324.01143364677</c:v>
                </c:pt>
                <c:pt idx="795">
                  <c:v>1325.17806931433</c:v>
                </c:pt>
                <c:pt idx="796">
                  <c:v>1325.64079463912</c:v>
                </c:pt>
                <c:pt idx="797">
                  <c:v>1326.93584463144</c:v>
                </c:pt>
                <c:pt idx="798">
                  <c:v>1330.42042869903</c:v>
                </c:pt>
                <c:pt idx="799">
                  <c:v>1333.32854171727</c:v>
                </c:pt>
                <c:pt idx="800">
                  <c:v>1336.0935035147</c:v>
                </c:pt>
                <c:pt idx="801">
                  <c:v>1338.28717978132</c:v>
                </c:pt>
                <c:pt idx="802">
                  <c:v>1339.00401276269</c:v>
                </c:pt>
                <c:pt idx="803">
                  <c:v>1339.1461027411</c:v>
                </c:pt>
                <c:pt idx="804">
                  <c:v>1341.25248395915</c:v>
                </c:pt>
                <c:pt idx="805">
                  <c:v>1343.38550725456</c:v>
                </c:pt>
                <c:pt idx="806">
                  <c:v>1343.34440559044</c:v>
                </c:pt>
                <c:pt idx="807">
                  <c:v>1341.98982036609</c:v>
                </c:pt>
                <c:pt idx="808">
                  <c:v>1341.18092528955</c:v>
                </c:pt>
                <c:pt idx="809">
                  <c:v>1340.475972484</c:v>
                </c:pt>
                <c:pt idx="810">
                  <c:v>1341.09578849092</c:v>
                </c:pt>
                <c:pt idx="811">
                  <c:v>1342.31253407012</c:v>
                </c:pt>
                <c:pt idx="812">
                  <c:v>1344.16233600732</c:v>
                </c:pt>
                <c:pt idx="813">
                  <c:v>1345.65196486843</c:v>
                </c:pt>
                <c:pt idx="814">
                  <c:v>1346.5635041234</c:v>
                </c:pt>
                <c:pt idx="815">
                  <c:v>1345.77094215616</c:v>
                </c:pt>
                <c:pt idx="816">
                  <c:v>1343.06049185364</c:v>
                </c:pt>
                <c:pt idx="817">
                  <c:v>1340.88930930762</c:v>
                </c:pt>
                <c:pt idx="818">
                  <c:v>1341.69066693495</c:v>
                </c:pt>
                <c:pt idx="819">
                  <c:v>1339.83784157196</c:v>
                </c:pt>
                <c:pt idx="820">
                  <c:v>1341.2945171435</c:v>
                </c:pt>
                <c:pt idx="821">
                  <c:v>1342.68985994707</c:v>
                </c:pt>
                <c:pt idx="822">
                  <c:v>1342.03508274108</c:v>
                </c:pt>
                <c:pt idx="823">
                  <c:v>1341.88216494571</c:v>
                </c:pt>
                <c:pt idx="824">
                  <c:v>1342.52166787654</c:v>
                </c:pt>
                <c:pt idx="825">
                  <c:v>1343.32908113643</c:v>
                </c:pt>
                <c:pt idx="826">
                  <c:v>1342.02726907619</c:v>
                </c:pt>
                <c:pt idx="827">
                  <c:v>1340.82245926139</c:v>
                </c:pt>
                <c:pt idx="828">
                  <c:v>1340.30525091523</c:v>
                </c:pt>
                <c:pt idx="829">
                  <c:v>1341.06820790499</c:v>
                </c:pt>
                <c:pt idx="830">
                  <c:v>1340.84877082472</c:v>
                </c:pt>
                <c:pt idx="831">
                  <c:v>1339.84091822474</c:v>
                </c:pt>
                <c:pt idx="832">
                  <c:v>1338.93345819309</c:v>
                </c:pt>
                <c:pt idx="833">
                  <c:v>1339.37380538512</c:v>
                </c:pt>
                <c:pt idx="834">
                  <c:v>1342.64441676695</c:v>
                </c:pt>
                <c:pt idx="835">
                  <c:v>1343.12007930069</c:v>
                </c:pt>
                <c:pt idx="836">
                  <c:v>1342.19520623731</c:v>
                </c:pt>
                <c:pt idx="837">
                  <c:v>1341.07829824437</c:v>
                </c:pt>
                <c:pt idx="838">
                  <c:v>1341.65260637115</c:v>
                </c:pt>
                <c:pt idx="839">
                  <c:v>1344.48693390891</c:v>
                </c:pt>
                <c:pt idx="840">
                  <c:v>1346.35932023704</c:v>
                </c:pt>
                <c:pt idx="841">
                  <c:v>1350.07342119716</c:v>
                </c:pt>
                <c:pt idx="842">
                  <c:v>1349.09012916131</c:v>
                </c:pt>
                <c:pt idx="843">
                  <c:v>1351.00917533692</c:v>
                </c:pt>
                <c:pt idx="844">
                  <c:v>1352.32398566131</c:v>
                </c:pt>
                <c:pt idx="845">
                  <c:v>1351.54063127726</c:v>
                </c:pt>
                <c:pt idx="846">
                  <c:v>1351.74859674426</c:v>
                </c:pt>
                <c:pt idx="847">
                  <c:v>1350.85742187933</c:v>
                </c:pt>
                <c:pt idx="848">
                  <c:v>1349.07750249061</c:v>
                </c:pt>
                <c:pt idx="849">
                  <c:v>1350.63877604066</c:v>
                </c:pt>
                <c:pt idx="850">
                  <c:v>1350.2831766617</c:v>
                </c:pt>
                <c:pt idx="851">
                  <c:v>1350.41140303687</c:v>
                </c:pt>
                <c:pt idx="852">
                  <c:v>1350.82778330966</c:v>
                </c:pt>
                <c:pt idx="853">
                  <c:v>1352.78472797255</c:v>
                </c:pt>
                <c:pt idx="854">
                  <c:v>1354.14331400032</c:v>
                </c:pt>
                <c:pt idx="855">
                  <c:v>1353.2271889208</c:v>
                </c:pt>
                <c:pt idx="856">
                  <c:v>1352.74964866361</c:v>
                </c:pt>
                <c:pt idx="857">
                  <c:v>1352.0833125839</c:v>
                </c:pt>
                <c:pt idx="858">
                  <c:v>1352.94456921314</c:v>
                </c:pt>
                <c:pt idx="859">
                  <c:v>1355.13677258097</c:v>
                </c:pt>
                <c:pt idx="860">
                  <c:v>1354.93489382949</c:v>
                </c:pt>
                <c:pt idx="861">
                  <c:v>1358.13582702389</c:v>
                </c:pt>
                <c:pt idx="862">
                  <c:v>1359.07476277868</c:v>
                </c:pt>
                <c:pt idx="863">
                  <c:v>1358.69181382169</c:v>
                </c:pt>
                <c:pt idx="864">
                  <c:v>1359.72767054791</c:v>
                </c:pt>
                <c:pt idx="865">
                  <c:v>1360.47240246672</c:v>
                </c:pt>
                <c:pt idx="866">
                  <c:v>1359.38293215821</c:v>
                </c:pt>
                <c:pt idx="867">
                  <c:v>1360.44520609659</c:v>
                </c:pt>
                <c:pt idx="868">
                  <c:v>1360.22781468698</c:v>
                </c:pt>
                <c:pt idx="869">
                  <c:v>1362.59667349991</c:v>
                </c:pt>
                <c:pt idx="870">
                  <c:v>1362.48683418842</c:v>
                </c:pt>
                <c:pt idx="871">
                  <c:v>1362.75819404761</c:v>
                </c:pt>
                <c:pt idx="872">
                  <c:v>1358.56615904755</c:v>
                </c:pt>
                <c:pt idx="873">
                  <c:v>1353.96895911717</c:v>
                </c:pt>
                <c:pt idx="874">
                  <c:v>1355.3259708497</c:v>
                </c:pt>
                <c:pt idx="875">
                  <c:v>1353.89631437422</c:v>
                </c:pt>
                <c:pt idx="876">
                  <c:v>1355.64049172324</c:v>
                </c:pt>
                <c:pt idx="877">
                  <c:v>1354.61728039388</c:v>
                </c:pt>
                <c:pt idx="878">
                  <c:v>1354.14624382645</c:v>
                </c:pt>
                <c:pt idx="879">
                  <c:v>1353.59892980777</c:v>
                </c:pt>
                <c:pt idx="880">
                  <c:v>1353.50907621794</c:v>
                </c:pt>
                <c:pt idx="881">
                  <c:v>1356.42902944017</c:v>
                </c:pt>
                <c:pt idx="882">
                  <c:v>1354.46033842823</c:v>
                </c:pt>
                <c:pt idx="883">
                  <c:v>1352.02241326127</c:v>
                </c:pt>
                <c:pt idx="884">
                  <c:v>1351.94472084287</c:v>
                </c:pt>
                <c:pt idx="885">
                  <c:v>1351.76924841856</c:v>
                </c:pt>
                <c:pt idx="886">
                  <c:v>1351.88820145422</c:v>
                </c:pt>
                <c:pt idx="887">
                  <c:v>1351.30469453656</c:v>
                </c:pt>
                <c:pt idx="888">
                  <c:v>1350.72544996434</c:v>
                </c:pt>
                <c:pt idx="889">
                  <c:v>1350.91942690322</c:v>
                </c:pt>
                <c:pt idx="890">
                  <c:v>1350.11846467288</c:v>
                </c:pt>
                <c:pt idx="891">
                  <c:v>1351.09660264813</c:v>
                </c:pt>
                <c:pt idx="892">
                  <c:v>1350.73357874904</c:v>
                </c:pt>
                <c:pt idx="893">
                  <c:v>1333.42734566918</c:v>
                </c:pt>
                <c:pt idx="894">
                  <c:v>1336.16496473557</c:v>
                </c:pt>
                <c:pt idx="895">
                  <c:v>1339.14856354574</c:v>
                </c:pt>
                <c:pt idx="896">
                  <c:v>1341.19787727673</c:v>
                </c:pt>
                <c:pt idx="897">
                  <c:v>1343.45318824211</c:v>
                </c:pt>
                <c:pt idx="898">
                  <c:v>1346.35556730475</c:v>
                </c:pt>
                <c:pt idx="899">
                  <c:v>1345.94553767948</c:v>
                </c:pt>
                <c:pt idx="900">
                  <c:v>1346.11027501147</c:v>
                </c:pt>
                <c:pt idx="901">
                  <c:v>1344.47461915326</c:v>
                </c:pt>
                <c:pt idx="902">
                  <c:v>1345.21928966261</c:v>
                </c:pt>
                <c:pt idx="903">
                  <c:v>1348.1889548154</c:v>
                </c:pt>
                <c:pt idx="904">
                  <c:v>1349.367591278</c:v>
                </c:pt>
                <c:pt idx="905">
                  <c:v>1348.61402401785</c:v>
                </c:pt>
                <c:pt idx="906">
                  <c:v>1349.01686970349</c:v>
                </c:pt>
                <c:pt idx="907">
                  <c:v>1348.45531500445</c:v>
                </c:pt>
                <c:pt idx="908">
                  <c:v>1349.06344063609</c:v>
                </c:pt>
                <c:pt idx="909">
                  <c:v>1349.01062257361</c:v>
                </c:pt>
                <c:pt idx="910">
                  <c:v>1348.64774067792</c:v>
                </c:pt>
                <c:pt idx="911">
                  <c:v>1347.8093220973</c:v>
                </c:pt>
                <c:pt idx="912">
                  <c:v>1348.78442749576</c:v>
                </c:pt>
                <c:pt idx="913">
                  <c:v>1348.80172011719</c:v>
                </c:pt>
                <c:pt idx="914">
                  <c:v>1348.61337178245</c:v>
                </c:pt>
                <c:pt idx="915">
                  <c:v>1348.40328499689</c:v>
                </c:pt>
                <c:pt idx="916">
                  <c:v>1348.44748637105</c:v>
                </c:pt>
                <c:pt idx="917">
                  <c:v>1353.97102612011</c:v>
                </c:pt>
                <c:pt idx="918">
                  <c:v>1354.72350204853</c:v>
                </c:pt>
                <c:pt idx="919">
                  <c:v>1355.92632886274</c:v>
                </c:pt>
                <c:pt idx="920">
                  <c:v>1358.13235856624</c:v>
                </c:pt>
                <c:pt idx="921">
                  <c:v>1357.17755274587</c:v>
                </c:pt>
                <c:pt idx="922">
                  <c:v>1356.60339949613</c:v>
                </c:pt>
                <c:pt idx="923">
                  <c:v>1357.60569031887</c:v>
                </c:pt>
                <c:pt idx="924">
                  <c:v>1357.47148913313</c:v>
                </c:pt>
                <c:pt idx="925">
                  <c:v>1357.36308035547</c:v>
                </c:pt>
                <c:pt idx="926">
                  <c:v>1357.33724537802</c:v>
                </c:pt>
                <c:pt idx="927">
                  <c:v>1356.60974788013</c:v>
                </c:pt>
                <c:pt idx="928">
                  <c:v>1357.8530103547</c:v>
                </c:pt>
                <c:pt idx="929">
                  <c:v>1359.26273916</c:v>
                </c:pt>
                <c:pt idx="930">
                  <c:v>1360.04843457807</c:v>
                </c:pt>
                <c:pt idx="931">
                  <c:v>1360.75749064817</c:v>
                </c:pt>
                <c:pt idx="932">
                  <c:v>1361.72948945749</c:v>
                </c:pt>
                <c:pt idx="933">
                  <c:v>1362.22782734625</c:v>
                </c:pt>
                <c:pt idx="934">
                  <c:v>1362.49674700302</c:v>
                </c:pt>
                <c:pt idx="935">
                  <c:v>1363.23439227929</c:v>
                </c:pt>
                <c:pt idx="936">
                  <c:v>1364.75819543789</c:v>
                </c:pt>
                <c:pt idx="937">
                  <c:v>1365.8836872266</c:v>
                </c:pt>
                <c:pt idx="938">
                  <c:v>1366.0932386835</c:v>
                </c:pt>
                <c:pt idx="939">
                  <c:v>1366.69985665438</c:v>
                </c:pt>
                <c:pt idx="940">
                  <c:v>1368.14489849038</c:v>
                </c:pt>
                <c:pt idx="941">
                  <c:v>1366.42367618972</c:v>
                </c:pt>
                <c:pt idx="942">
                  <c:v>1368.60602108351</c:v>
                </c:pt>
                <c:pt idx="943">
                  <c:v>1369.30265160129</c:v>
                </c:pt>
                <c:pt idx="944">
                  <c:v>1370.03830879035</c:v>
                </c:pt>
                <c:pt idx="945">
                  <c:v>1370.33410598038</c:v>
                </c:pt>
                <c:pt idx="946">
                  <c:v>1370.28969733371</c:v>
                </c:pt>
                <c:pt idx="947">
                  <c:v>1370.64080425654</c:v>
                </c:pt>
                <c:pt idx="948">
                  <c:v>1370.54321610384</c:v>
                </c:pt>
                <c:pt idx="949">
                  <c:v>1369.70950083261</c:v>
                </c:pt>
                <c:pt idx="950">
                  <c:v>1369.61487526282</c:v>
                </c:pt>
                <c:pt idx="951">
                  <c:v>1369.22180602319</c:v>
                </c:pt>
                <c:pt idx="952">
                  <c:v>1367.90056210137</c:v>
                </c:pt>
                <c:pt idx="953">
                  <c:v>1368.3296971216</c:v>
                </c:pt>
                <c:pt idx="954">
                  <c:v>1368.23380073452</c:v>
                </c:pt>
                <c:pt idx="955">
                  <c:v>1368.9964448244</c:v>
                </c:pt>
                <c:pt idx="956">
                  <c:v>1367.47009207844</c:v>
                </c:pt>
                <c:pt idx="957">
                  <c:v>1366.87997444951</c:v>
                </c:pt>
                <c:pt idx="958">
                  <c:v>1364.50795126834</c:v>
                </c:pt>
                <c:pt idx="959">
                  <c:v>1365.92756957506</c:v>
                </c:pt>
                <c:pt idx="960">
                  <c:v>1364.36717889352</c:v>
                </c:pt>
                <c:pt idx="961">
                  <c:v>1365.30088599249</c:v>
                </c:pt>
                <c:pt idx="962">
                  <c:v>1358.63395559459</c:v>
                </c:pt>
                <c:pt idx="963">
                  <c:v>1359.99680359424</c:v>
                </c:pt>
                <c:pt idx="964">
                  <c:v>1359.86040880761</c:v>
                </c:pt>
                <c:pt idx="965">
                  <c:v>1360.1277152922</c:v>
                </c:pt>
                <c:pt idx="966">
                  <c:v>1359.83842986014</c:v>
                </c:pt>
                <c:pt idx="967">
                  <c:v>1359.90247891351</c:v>
                </c:pt>
                <c:pt idx="968">
                  <c:v>1359.80030406456</c:v>
                </c:pt>
                <c:pt idx="969">
                  <c:v>1358.74910408089</c:v>
                </c:pt>
                <c:pt idx="970">
                  <c:v>1360.91093733732</c:v>
                </c:pt>
                <c:pt idx="971">
                  <c:v>1361.03231274602</c:v>
                </c:pt>
                <c:pt idx="972">
                  <c:v>1362.38687904306</c:v>
                </c:pt>
                <c:pt idx="973">
                  <c:v>1361.42897154534</c:v>
                </c:pt>
                <c:pt idx="974">
                  <c:v>1361.82692612905</c:v>
                </c:pt>
                <c:pt idx="975">
                  <c:v>1362.56573099796</c:v>
                </c:pt>
                <c:pt idx="976">
                  <c:v>1364.79770560139</c:v>
                </c:pt>
                <c:pt idx="977">
                  <c:v>1364.64662170594</c:v>
                </c:pt>
                <c:pt idx="978">
                  <c:v>1365.63090802629</c:v>
                </c:pt>
                <c:pt idx="979">
                  <c:v>1361.74307967501</c:v>
                </c:pt>
                <c:pt idx="980">
                  <c:v>1361.25511294476</c:v>
                </c:pt>
                <c:pt idx="981">
                  <c:v>1355.92245861624</c:v>
                </c:pt>
                <c:pt idx="982">
                  <c:v>1361.34078716627</c:v>
                </c:pt>
                <c:pt idx="983">
                  <c:v>1362.21457196983</c:v>
                </c:pt>
                <c:pt idx="984">
                  <c:v>1362.1841231617</c:v>
                </c:pt>
                <c:pt idx="985">
                  <c:v>1364.54263640648</c:v>
                </c:pt>
                <c:pt idx="986">
                  <c:v>1366.63219998746</c:v>
                </c:pt>
                <c:pt idx="987">
                  <c:v>1366.65174788154</c:v>
                </c:pt>
                <c:pt idx="988">
                  <c:v>1365.62460688754</c:v>
                </c:pt>
                <c:pt idx="989">
                  <c:v>1352.49684501813</c:v>
                </c:pt>
                <c:pt idx="990">
                  <c:v>1355.26181142693</c:v>
                </c:pt>
                <c:pt idx="991">
                  <c:v>1352.64428303294</c:v>
                </c:pt>
                <c:pt idx="992">
                  <c:v>1355.09828081822</c:v>
                </c:pt>
                <c:pt idx="993">
                  <c:v>1355.68898377029</c:v>
                </c:pt>
                <c:pt idx="994">
                  <c:v>1360.5658117199</c:v>
                </c:pt>
                <c:pt idx="995">
                  <c:v>1362.05733389111</c:v>
                </c:pt>
                <c:pt idx="996">
                  <c:v>1360.2479757156</c:v>
                </c:pt>
                <c:pt idx="997">
                  <c:v>1360.39280470844</c:v>
                </c:pt>
                <c:pt idx="998">
                  <c:v>1355.91516151923</c:v>
                </c:pt>
                <c:pt idx="999">
                  <c:v>1355.68478343932</c:v>
                </c:pt>
                <c:pt idx="1000">
                  <c:v>1349.35904749416</c:v>
                </c:pt>
                <c:pt idx="1001">
                  <c:v>1350.16689724467</c:v>
                </c:pt>
                <c:pt idx="1002">
                  <c:v>1372.44544086206</c:v>
                </c:pt>
                <c:pt idx="1003">
                  <c:v>1377.96108607012</c:v>
                </c:pt>
                <c:pt idx="1004">
                  <c:v>1378.3583409816</c:v>
                </c:pt>
                <c:pt idx="1005">
                  <c:v>1394.5226342985</c:v>
                </c:pt>
                <c:pt idx="1006">
                  <c:v>1396.21893676371</c:v>
                </c:pt>
                <c:pt idx="1007">
                  <c:v>1387.39016769687</c:v>
                </c:pt>
                <c:pt idx="1008">
                  <c:v>1387.74728105216</c:v>
                </c:pt>
                <c:pt idx="1009">
                  <c:v>1387.23300718012</c:v>
                </c:pt>
                <c:pt idx="1010">
                  <c:v>1387.74381028879</c:v>
                </c:pt>
                <c:pt idx="1011">
                  <c:v>1389.83053387433</c:v>
                </c:pt>
                <c:pt idx="1012">
                  <c:v>1387.22771563602</c:v>
                </c:pt>
                <c:pt idx="1013">
                  <c:v>1390.76773832929</c:v>
                </c:pt>
                <c:pt idx="1014">
                  <c:v>1391.55181699716</c:v>
                </c:pt>
                <c:pt idx="1015">
                  <c:v>1394.03503386576</c:v>
                </c:pt>
                <c:pt idx="1016">
                  <c:v>1397.98251897251</c:v>
                </c:pt>
                <c:pt idx="1017">
                  <c:v>1399.7564949068</c:v>
                </c:pt>
                <c:pt idx="1018">
                  <c:v>1402.35724289317</c:v>
                </c:pt>
                <c:pt idx="1019">
                  <c:v>1406.05277681275</c:v>
                </c:pt>
                <c:pt idx="1020">
                  <c:v>1408.87528632814</c:v>
                </c:pt>
                <c:pt idx="1021">
                  <c:v>1407.57527838692</c:v>
                </c:pt>
                <c:pt idx="1022">
                  <c:v>1407.50938400498</c:v>
                </c:pt>
                <c:pt idx="1023">
                  <c:v>1411.42145363944</c:v>
                </c:pt>
                <c:pt idx="1024">
                  <c:v>1414.06665138663</c:v>
                </c:pt>
                <c:pt idx="1025">
                  <c:v>1414.58729419784</c:v>
                </c:pt>
                <c:pt idx="1026">
                  <c:v>1414.58753322734</c:v>
                </c:pt>
                <c:pt idx="1027">
                  <c:v>1414.9907173656</c:v>
                </c:pt>
                <c:pt idx="1028">
                  <c:v>1414.65314427396</c:v>
                </c:pt>
                <c:pt idx="1029">
                  <c:v>1411.87797562895</c:v>
                </c:pt>
                <c:pt idx="1030">
                  <c:v>1413.19833638856</c:v>
                </c:pt>
                <c:pt idx="1031">
                  <c:v>1414.31911464378</c:v>
                </c:pt>
                <c:pt idx="1032">
                  <c:v>1413.31802405138</c:v>
                </c:pt>
                <c:pt idx="1033">
                  <c:v>1412.75217580841</c:v>
                </c:pt>
                <c:pt idx="1034">
                  <c:v>1414.90500805058</c:v>
                </c:pt>
                <c:pt idx="1035">
                  <c:v>1413.33717772282</c:v>
                </c:pt>
                <c:pt idx="1036">
                  <c:v>1413.52935331218</c:v>
                </c:pt>
                <c:pt idx="1037">
                  <c:v>1414.45753852627</c:v>
                </c:pt>
                <c:pt idx="1038">
                  <c:v>1414.79784343108</c:v>
                </c:pt>
                <c:pt idx="1039">
                  <c:v>1415.13952321686</c:v>
                </c:pt>
                <c:pt idx="1040">
                  <c:v>1415.31393325231</c:v>
                </c:pt>
                <c:pt idx="1041">
                  <c:v>1415.66581149681</c:v>
                </c:pt>
                <c:pt idx="1042">
                  <c:v>1415.23554382063</c:v>
                </c:pt>
                <c:pt idx="1043">
                  <c:v>1413.37734304005</c:v>
                </c:pt>
                <c:pt idx="1044">
                  <c:v>1409.73101449544</c:v>
                </c:pt>
                <c:pt idx="1045">
                  <c:v>1413.52566775777</c:v>
                </c:pt>
                <c:pt idx="1046">
                  <c:v>1411.49266221266</c:v>
                </c:pt>
                <c:pt idx="1047">
                  <c:v>1411.24972409485</c:v>
                </c:pt>
                <c:pt idx="1048">
                  <c:v>1411.5543763032</c:v>
                </c:pt>
                <c:pt idx="1049">
                  <c:v>1411.32997697011</c:v>
                </c:pt>
                <c:pt idx="1050">
                  <c:v>1411.64114058756</c:v>
                </c:pt>
                <c:pt idx="1051">
                  <c:v>1412.78056754045</c:v>
                </c:pt>
                <c:pt idx="1052">
                  <c:v>1413.17684159181</c:v>
                </c:pt>
                <c:pt idx="1053">
                  <c:v>1407.54450252483</c:v>
                </c:pt>
                <c:pt idx="1054">
                  <c:v>1410.1362503026</c:v>
                </c:pt>
                <c:pt idx="1055">
                  <c:v>1410.49898720309</c:v>
                </c:pt>
                <c:pt idx="1056">
                  <c:v>1413.01495645463</c:v>
                </c:pt>
                <c:pt idx="1057">
                  <c:v>1413.95684283367</c:v>
                </c:pt>
                <c:pt idx="1058">
                  <c:v>1416.87382052461</c:v>
                </c:pt>
                <c:pt idx="1059">
                  <c:v>1416.92973751326</c:v>
                </c:pt>
                <c:pt idx="1060">
                  <c:v>1417.63147199251</c:v>
                </c:pt>
                <c:pt idx="1061">
                  <c:v>1418.35946355436</c:v>
                </c:pt>
                <c:pt idx="1062">
                  <c:v>1419.29092800816</c:v>
                </c:pt>
                <c:pt idx="1063">
                  <c:v>1421.84750161583</c:v>
                </c:pt>
                <c:pt idx="1064">
                  <c:v>1425.4689145763</c:v>
                </c:pt>
                <c:pt idx="1065">
                  <c:v>1424.56407906268</c:v>
                </c:pt>
                <c:pt idx="1066">
                  <c:v>1424.67002382493</c:v>
                </c:pt>
                <c:pt idx="1067">
                  <c:v>1424.90239747675</c:v>
                </c:pt>
                <c:pt idx="1068">
                  <c:v>1424.21537760844</c:v>
                </c:pt>
                <c:pt idx="1069">
                  <c:v>1422.88088345027</c:v>
                </c:pt>
                <c:pt idx="1070">
                  <c:v>1424.82855135194</c:v>
                </c:pt>
                <c:pt idx="1071">
                  <c:v>1425.55685646169</c:v>
                </c:pt>
                <c:pt idx="1072">
                  <c:v>1426.22069016832</c:v>
                </c:pt>
                <c:pt idx="1073">
                  <c:v>1425.51712350286</c:v>
                </c:pt>
                <c:pt idx="1074">
                  <c:v>1425.04825664438</c:v>
                </c:pt>
                <c:pt idx="1075">
                  <c:v>1426.67753691158</c:v>
                </c:pt>
                <c:pt idx="1076">
                  <c:v>1428.39233624882</c:v>
                </c:pt>
                <c:pt idx="1077">
                  <c:v>1427.87218520537</c:v>
                </c:pt>
                <c:pt idx="1078">
                  <c:v>1426.60108612524</c:v>
                </c:pt>
                <c:pt idx="1079">
                  <c:v>1424.58452387022</c:v>
                </c:pt>
                <c:pt idx="1080">
                  <c:v>1425.51958800935</c:v>
                </c:pt>
                <c:pt idx="1081">
                  <c:v>1426.98540382078</c:v>
                </c:pt>
                <c:pt idx="1082">
                  <c:v>1427.50551678684</c:v>
                </c:pt>
                <c:pt idx="1083">
                  <c:v>1427.83568785581</c:v>
                </c:pt>
                <c:pt idx="1084">
                  <c:v>1429.19426247747</c:v>
                </c:pt>
                <c:pt idx="1085">
                  <c:v>1430.70537487989</c:v>
                </c:pt>
                <c:pt idx="1086">
                  <c:v>1431.53796767001</c:v>
                </c:pt>
                <c:pt idx="1087">
                  <c:v>1431.10058443384</c:v>
                </c:pt>
                <c:pt idx="1088">
                  <c:v>1431.28849067063</c:v>
                </c:pt>
                <c:pt idx="1089">
                  <c:v>1431.42180517022</c:v>
                </c:pt>
                <c:pt idx="1090">
                  <c:v>1430.74119571091</c:v>
                </c:pt>
                <c:pt idx="1091">
                  <c:v>1431.04502743431</c:v>
                </c:pt>
                <c:pt idx="1092">
                  <c:v>1431.04683454195</c:v>
                </c:pt>
                <c:pt idx="1093">
                  <c:v>1431.6573467887</c:v>
                </c:pt>
                <c:pt idx="1094">
                  <c:v>1432.58368729966</c:v>
                </c:pt>
                <c:pt idx="1095">
                  <c:v>1433.8467063033</c:v>
                </c:pt>
                <c:pt idx="1096">
                  <c:v>1434.22712491437</c:v>
                </c:pt>
                <c:pt idx="1097">
                  <c:v>1433.78635801564</c:v>
                </c:pt>
                <c:pt idx="1098">
                  <c:v>1430.07736873485</c:v>
                </c:pt>
                <c:pt idx="1099">
                  <c:v>1429.79056256087</c:v>
                </c:pt>
                <c:pt idx="1100">
                  <c:v>1429.92159690337</c:v>
                </c:pt>
                <c:pt idx="1101">
                  <c:v>1430.32082695028</c:v>
                </c:pt>
                <c:pt idx="1102">
                  <c:v>1430.40207927399</c:v>
                </c:pt>
                <c:pt idx="1103">
                  <c:v>1433.15703449302</c:v>
                </c:pt>
                <c:pt idx="1104">
                  <c:v>1436.74586016972</c:v>
                </c:pt>
                <c:pt idx="1105">
                  <c:v>1440.41373024313</c:v>
                </c:pt>
                <c:pt idx="1106">
                  <c:v>1441.34752751563</c:v>
                </c:pt>
                <c:pt idx="1107">
                  <c:v>1438.31017109034</c:v>
                </c:pt>
                <c:pt idx="1108">
                  <c:v>1439.805235278</c:v>
                </c:pt>
                <c:pt idx="1109">
                  <c:v>1439.73847944587</c:v>
                </c:pt>
                <c:pt idx="1110">
                  <c:v>1438.29967869187</c:v>
                </c:pt>
                <c:pt idx="1111">
                  <c:v>1437.09983027517</c:v>
                </c:pt>
                <c:pt idx="1112">
                  <c:v>1436.93567192727</c:v>
                </c:pt>
                <c:pt idx="1113">
                  <c:v>1437.43154973403</c:v>
                </c:pt>
                <c:pt idx="1114">
                  <c:v>1437.93451256311</c:v>
                </c:pt>
                <c:pt idx="1115">
                  <c:v>1436.46754356535</c:v>
                </c:pt>
                <c:pt idx="1116">
                  <c:v>1439.86129041454</c:v>
                </c:pt>
                <c:pt idx="1117">
                  <c:v>1439.11783703221</c:v>
                </c:pt>
                <c:pt idx="1118">
                  <c:v>1437.69321271608</c:v>
                </c:pt>
                <c:pt idx="1119">
                  <c:v>1434.40140724082</c:v>
                </c:pt>
                <c:pt idx="1120">
                  <c:v>1435.80030933107</c:v>
                </c:pt>
                <c:pt idx="1121">
                  <c:v>1437.62344640916</c:v>
                </c:pt>
                <c:pt idx="1122">
                  <c:v>1437.77034529923</c:v>
                </c:pt>
                <c:pt idx="1123">
                  <c:v>1438.63939347451</c:v>
                </c:pt>
                <c:pt idx="1124">
                  <c:v>1439.27301374901</c:v>
                </c:pt>
                <c:pt idx="1125">
                  <c:v>1440.19044481625</c:v>
                </c:pt>
                <c:pt idx="1126">
                  <c:v>1440.01029093301</c:v>
                </c:pt>
                <c:pt idx="1127">
                  <c:v>1440.71705164286</c:v>
                </c:pt>
                <c:pt idx="1128">
                  <c:v>1441.37143404871</c:v>
                </c:pt>
                <c:pt idx="1129">
                  <c:v>1441.59511375886</c:v>
                </c:pt>
                <c:pt idx="1130">
                  <c:v>1440.96170167423</c:v>
                </c:pt>
                <c:pt idx="1131">
                  <c:v>1441.08659655948</c:v>
                </c:pt>
                <c:pt idx="1132">
                  <c:v>1441.0033330624</c:v>
                </c:pt>
                <c:pt idx="1133">
                  <c:v>1441.82814860567</c:v>
                </c:pt>
                <c:pt idx="1134">
                  <c:v>1441.86556716878</c:v>
                </c:pt>
                <c:pt idx="1135">
                  <c:v>1441.70923226395</c:v>
                </c:pt>
                <c:pt idx="1136">
                  <c:v>1441.38933774143</c:v>
                </c:pt>
                <c:pt idx="1137">
                  <c:v>1440.39436654006</c:v>
                </c:pt>
                <c:pt idx="1138">
                  <c:v>1437.11090908583</c:v>
                </c:pt>
                <c:pt idx="1139">
                  <c:v>1430.65474464039</c:v>
                </c:pt>
                <c:pt idx="1140">
                  <c:v>1431.98852561516</c:v>
                </c:pt>
                <c:pt idx="1141">
                  <c:v>1430.58610286166</c:v>
                </c:pt>
                <c:pt idx="1142">
                  <c:v>1431.17293819486</c:v>
                </c:pt>
                <c:pt idx="1143">
                  <c:v>1430.21649531253</c:v>
                </c:pt>
                <c:pt idx="1144">
                  <c:v>1427.76149100006</c:v>
                </c:pt>
                <c:pt idx="1145">
                  <c:v>1427.93572420311</c:v>
                </c:pt>
                <c:pt idx="1146">
                  <c:v>1428.73520133337</c:v>
                </c:pt>
                <c:pt idx="1147">
                  <c:v>1430.29984592179</c:v>
                </c:pt>
                <c:pt idx="1148">
                  <c:v>1431.63614282401</c:v>
                </c:pt>
                <c:pt idx="1149">
                  <c:v>1432.25290529867</c:v>
                </c:pt>
                <c:pt idx="1150">
                  <c:v>1434.00290648635</c:v>
                </c:pt>
                <c:pt idx="1151">
                  <c:v>1434.5967803734</c:v>
                </c:pt>
                <c:pt idx="1152">
                  <c:v>1434.9161766513</c:v>
                </c:pt>
                <c:pt idx="1153">
                  <c:v>1431.12160670439</c:v>
                </c:pt>
                <c:pt idx="1154">
                  <c:v>1412.0602400192</c:v>
                </c:pt>
                <c:pt idx="1155">
                  <c:v>1415.92628699891</c:v>
                </c:pt>
                <c:pt idx="1156">
                  <c:v>1451.19770780502</c:v>
                </c:pt>
                <c:pt idx="1157">
                  <c:v>1487.38826847518</c:v>
                </c:pt>
                <c:pt idx="1158">
                  <c:v>1469.59648886114</c:v>
                </c:pt>
                <c:pt idx="1159">
                  <c:v>1487.40107389822</c:v>
                </c:pt>
                <c:pt idx="1160">
                  <c:v>1498.93558784727</c:v>
                </c:pt>
                <c:pt idx="1161">
                  <c:v>1502.27471131624</c:v>
                </c:pt>
                <c:pt idx="1162">
                  <c:v>1512.89144601176</c:v>
                </c:pt>
                <c:pt idx="1163">
                  <c:v>1512.65458458689</c:v>
                </c:pt>
                <c:pt idx="1164">
                  <c:v>1514.73921386509</c:v>
                </c:pt>
                <c:pt idx="1165">
                  <c:v>1511.33749123801</c:v>
                </c:pt>
                <c:pt idx="1166">
                  <c:v>1506.56821818758</c:v>
                </c:pt>
                <c:pt idx="1167">
                  <c:v>1511.08802324224</c:v>
                </c:pt>
                <c:pt idx="1168">
                  <c:v>1516.91140328763</c:v>
                </c:pt>
                <c:pt idx="1169">
                  <c:v>1520.37086778872</c:v>
                </c:pt>
                <c:pt idx="1170">
                  <c:v>1520.56565694155</c:v>
                </c:pt>
                <c:pt idx="1171">
                  <c:v>1519.4825712685</c:v>
                </c:pt>
                <c:pt idx="1172">
                  <c:v>1519.49521551835</c:v>
                </c:pt>
                <c:pt idx="1173">
                  <c:v>1520.97705441735</c:v>
                </c:pt>
                <c:pt idx="1174">
                  <c:v>1519.04983612642</c:v>
                </c:pt>
                <c:pt idx="1175">
                  <c:v>1516.08669440426</c:v>
                </c:pt>
                <c:pt idx="1176">
                  <c:v>1517.47972833836</c:v>
                </c:pt>
                <c:pt idx="1177">
                  <c:v>1521.93807992231</c:v>
                </c:pt>
                <c:pt idx="1178">
                  <c:v>1525.86797239224</c:v>
                </c:pt>
                <c:pt idx="1179">
                  <c:v>1532.490837459</c:v>
                </c:pt>
                <c:pt idx="1180">
                  <c:v>1544.12827496818</c:v>
                </c:pt>
                <c:pt idx="1181">
                  <c:v>1538.74800751932</c:v>
                </c:pt>
                <c:pt idx="1182">
                  <c:v>1567.0631640627</c:v>
                </c:pt>
                <c:pt idx="1183">
                  <c:v>1570.62964567418</c:v>
                </c:pt>
                <c:pt idx="1184">
                  <c:v>1577.91150590663</c:v>
                </c:pt>
                <c:pt idx="1185">
                  <c:v>1578.2875136977</c:v>
                </c:pt>
                <c:pt idx="1186">
                  <c:v>1581.93268264427</c:v>
                </c:pt>
                <c:pt idx="1187">
                  <c:v>1581.5177824098</c:v>
                </c:pt>
                <c:pt idx="1188">
                  <c:v>1580.95059576239</c:v>
                </c:pt>
                <c:pt idx="1189">
                  <c:v>1580.95059576239</c:v>
                </c:pt>
                <c:pt idx="1190">
                  <c:v>1580.95059576239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263186298"/>
        <c:axId val="798103476"/>
      </c:lineChart>
      <c:dateAx>
        <c:axId val="26318629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798103476"/>
        <c:crosses val="autoZero"/>
        <c:auto val="1"/>
        <c:lblOffset val="100"/>
        <c:baseTimeUnit val="days"/>
        <c:majorUnit val="6"/>
        <c:majorTimeUnit val="months"/>
      </c:dateAx>
      <c:valAx>
        <c:axId val="798103476"/>
        <c:scaling>
          <c:orientation val="minMax"/>
          <c:min val="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6318629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>
                <a:latin typeface="楷体" panose="02010609060101010101" pitchFamily="49" charset="-122"/>
                <a:ea typeface="楷体" panose="02010609060101010101" pitchFamily="49" charset="-122"/>
              </a:rPr>
              <a:t>指数走势</a:t>
            </a:r>
            <a:endParaRPr>
              <a:latin typeface="楷体" panose="02010609060101010101" pitchFamily="49" charset="-122"/>
              <a:ea typeface="楷体" panose="02010609060101010101" pitchFamily="49" charset="-122"/>
            </a:endParaRPr>
          </a:p>
        </c:rich>
      </c:tx>
      <c:layout>
        <c:manualLayout>
          <c:xMode val="edge"/>
          <c:yMode val="edge"/>
          <c:x val="0.413055555555556"/>
          <c:y val="0.027777777777777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CSVC1000_point_all.csv!$D$1</c:f>
              <c:strCache>
                <c:ptCount val="1"/>
                <c:pt idx="0">
                  <c:v>point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CSVC1000_point_all.csv!$A$2:$A$566</c:f>
              <c:numCache>
                <c:formatCode>yyyy/m/d</c:formatCode>
                <c:ptCount val="565"/>
                <c:pt idx="0" c:formatCode="yyyy/m/d">
                  <c:v>44764</c:v>
                </c:pt>
                <c:pt idx="1" c:formatCode="yyyy/m/d">
                  <c:v>44767</c:v>
                </c:pt>
                <c:pt idx="2" c:formatCode="yyyy/m/d">
                  <c:v>44768</c:v>
                </c:pt>
                <c:pt idx="3" c:formatCode="yyyy/m/d">
                  <c:v>44769</c:v>
                </c:pt>
                <c:pt idx="4" c:formatCode="yyyy/m/d">
                  <c:v>44770</c:v>
                </c:pt>
                <c:pt idx="5" c:formatCode="yyyy/m/d">
                  <c:v>44771</c:v>
                </c:pt>
                <c:pt idx="6" c:formatCode="yyyy/m/d">
                  <c:v>44774</c:v>
                </c:pt>
                <c:pt idx="7" c:formatCode="yyyy/m/d">
                  <c:v>44775</c:v>
                </c:pt>
                <c:pt idx="8" c:formatCode="yyyy/m/d">
                  <c:v>44776</c:v>
                </c:pt>
                <c:pt idx="9" c:formatCode="yyyy/m/d">
                  <c:v>44777</c:v>
                </c:pt>
                <c:pt idx="10" c:formatCode="yyyy/m/d">
                  <c:v>44778</c:v>
                </c:pt>
                <c:pt idx="11" c:formatCode="yyyy/m/d">
                  <c:v>44781</c:v>
                </c:pt>
                <c:pt idx="12" c:formatCode="yyyy/m/d">
                  <c:v>44782</c:v>
                </c:pt>
                <c:pt idx="13" c:formatCode="yyyy/m/d">
                  <c:v>44783</c:v>
                </c:pt>
                <c:pt idx="14" c:formatCode="yyyy/m/d">
                  <c:v>44784</c:v>
                </c:pt>
                <c:pt idx="15" c:formatCode="yyyy/m/d">
                  <c:v>44785</c:v>
                </c:pt>
                <c:pt idx="16" c:formatCode="yyyy/m/d">
                  <c:v>44788</c:v>
                </c:pt>
                <c:pt idx="17" c:formatCode="yyyy/m/d">
                  <c:v>44789</c:v>
                </c:pt>
                <c:pt idx="18" c:formatCode="yyyy/m/d">
                  <c:v>44790</c:v>
                </c:pt>
                <c:pt idx="19" c:formatCode="yyyy/m/d">
                  <c:v>44791</c:v>
                </c:pt>
                <c:pt idx="20" c:formatCode="yyyy/m/d">
                  <c:v>44792</c:v>
                </c:pt>
                <c:pt idx="21" c:formatCode="yyyy/m/d">
                  <c:v>44795</c:v>
                </c:pt>
                <c:pt idx="22" c:formatCode="yyyy/m/d">
                  <c:v>44796</c:v>
                </c:pt>
                <c:pt idx="23" c:formatCode="yyyy/m/d">
                  <c:v>44797</c:v>
                </c:pt>
                <c:pt idx="24" c:formatCode="yyyy/m/d">
                  <c:v>44798</c:v>
                </c:pt>
                <c:pt idx="25" c:formatCode="yyyy/m/d">
                  <c:v>44799</c:v>
                </c:pt>
                <c:pt idx="26" c:formatCode="yyyy/m/d">
                  <c:v>44802</c:v>
                </c:pt>
                <c:pt idx="27" c:formatCode="yyyy/m/d">
                  <c:v>44803</c:v>
                </c:pt>
                <c:pt idx="28" c:formatCode="yyyy/m/d">
                  <c:v>44804</c:v>
                </c:pt>
                <c:pt idx="29" c:formatCode="yyyy/m/d">
                  <c:v>44805</c:v>
                </c:pt>
                <c:pt idx="30" c:formatCode="yyyy/m/d">
                  <c:v>44806</c:v>
                </c:pt>
                <c:pt idx="31" c:formatCode="yyyy/m/d">
                  <c:v>44809</c:v>
                </c:pt>
                <c:pt idx="32" c:formatCode="yyyy/m/d">
                  <c:v>44810</c:v>
                </c:pt>
                <c:pt idx="33" c:formatCode="yyyy/m/d">
                  <c:v>44811</c:v>
                </c:pt>
                <c:pt idx="34" c:formatCode="yyyy/m/d">
                  <c:v>44812</c:v>
                </c:pt>
                <c:pt idx="35" c:formatCode="yyyy/m/d">
                  <c:v>44813</c:v>
                </c:pt>
                <c:pt idx="36" c:formatCode="yyyy/m/d">
                  <c:v>44817</c:v>
                </c:pt>
                <c:pt idx="37" c:formatCode="yyyy/m/d">
                  <c:v>44818</c:v>
                </c:pt>
                <c:pt idx="38" c:formatCode="yyyy/m/d">
                  <c:v>44819</c:v>
                </c:pt>
                <c:pt idx="39" c:formatCode="yyyy/m/d">
                  <c:v>44820</c:v>
                </c:pt>
                <c:pt idx="40" c:formatCode="yyyy/m/d">
                  <c:v>44823</c:v>
                </c:pt>
                <c:pt idx="41" c:formatCode="yyyy/m/d">
                  <c:v>44824</c:v>
                </c:pt>
                <c:pt idx="42" c:formatCode="yyyy/m/d">
                  <c:v>44825</c:v>
                </c:pt>
                <c:pt idx="43" c:formatCode="yyyy/m/d">
                  <c:v>44826</c:v>
                </c:pt>
                <c:pt idx="44" c:formatCode="yyyy/m/d">
                  <c:v>44827</c:v>
                </c:pt>
                <c:pt idx="45" c:formatCode="yyyy/m/d">
                  <c:v>44830</c:v>
                </c:pt>
                <c:pt idx="46" c:formatCode="yyyy/m/d">
                  <c:v>44831</c:v>
                </c:pt>
                <c:pt idx="47" c:formatCode="yyyy/m/d">
                  <c:v>44832</c:v>
                </c:pt>
                <c:pt idx="48" c:formatCode="yyyy/m/d">
                  <c:v>44833</c:v>
                </c:pt>
                <c:pt idx="49" c:formatCode="yyyy/m/d">
                  <c:v>44834</c:v>
                </c:pt>
                <c:pt idx="50" c:formatCode="yyyy/m/d">
                  <c:v>44844</c:v>
                </c:pt>
                <c:pt idx="51" c:formatCode="yyyy/m/d">
                  <c:v>44845</c:v>
                </c:pt>
                <c:pt idx="52" c:formatCode="yyyy/m/d">
                  <c:v>44846</c:v>
                </c:pt>
                <c:pt idx="53" c:formatCode="yyyy/m/d">
                  <c:v>44847</c:v>
                </c:pt>
                <c:pt idx="54" c:formatCode="yyyy/m/d">
                  <c:v>44848</c:v>
                </c:pt>
                <c:pt idx="55" c:formatCode="yyyy/m/d">
                  <c:v>44851</c:v>
                </c:pt>
                <c:pt idx="56" c:formatCode="yyyy/m/d">
                  <c:v>44852</c:v>
                </c:pt>
                <c:pt idx="57" c:formatCode="yyyy/m/d">
                  <c:v>44853</c:v>
                </c:pt>
                <c:pt idx="58" c:formatCode="yyyy/m/d">
                  <c:v>44854</c:v>
                </c:pt>
                <c:pt idx="59" c:formatCode="yyyy/m/d">
                  <c:v>44855</c:v>
                </c:pt>
                <c:pt idx="60" c:formatCode="yyyy/m/d">
                  <c:v>44858</c:v>
                </c:pt>
                <c:pt idx="61" c:formatCode="yyyy/m/d">
                  <c:v>44859</c:v>
                </c:pt>
                <c:pt idx="62" c:formatCode="yyyy/m/d">
                  <c:v>44860</c:v>
                </c:pt>
                <c:pt idx="63" c:formatCode="yyyy/m/d">
                  <c:v>44861</c:v>
                </c:pt>
                <c:pt idx="64" c:formatCode="yyyy/m/d">
                  <c:v>44862</c:v>
                </c:pt>
                <c:pt idx="65" c:formatCode="yyyy/m/d">
                  <c:v>44865</c:v>
                </c:pt>
                <c:pt idx="66" c:formatCode="yyyy/m/d">
                  <c:v>44866</c:v>
                </c:pt>
                <c:pt idx="67" c:formatCode="yyyy/m/d">
                  <c:v>44867</c:v>
                </c:pt>
                <c:pt idx="68" c:formatCode="yyyy/m/d">
                  <c:v>44868</c:v>
                </c:pt>
                <c:pt idx="69" c:formatCode="yyyy/m/d">
                  <c:v>44869</c:v>
                </c:pt>
                <c:pt idx="70" c:formatCode="yyyy/m/d">
                  <c:v>44872</c:v>
                </c:pt>
                <c:pt idx="71" c:formatCode="yyyy/m/d">
                  <c:v>44873</c:v>
                </c:pt>
                <c:pt idx="72" c:formatCode="yyyy/m/d">
                  <c:v>44874</c:v>
                </c:pt>
                <c:pt idx="73" c:formatCode="yyyy/m/d">
                  <c:v>44875</c:v>
                </c:pt>
                <c:pt idx="74" c:formatCode="yyyy/m/d">
                  <c:v>44876</c:v>
                </c:pt>
                <c:pt idx="75" c:formatCode="yyyy/m/d">
                  <c:v>44879</c:v>
                </c:pt>
                <c:pt idx="76" c:formatCode="yyyy/m/d">
                  <c:v>44880</c:v>
                </c:pt>
                <c:pt idx="77" c:formatCode="yyyy/m/d">
                  <c:v>44881</c:v>
                </c:pt>
                <c:pt idx="78" c:formatCode="yyyy/m/d">
                  <c:v>44882</c:v>
                </c:pt>
                <c:pt idx="79" c:formatCode="yyyy/m/d">
                  <c:v>44883</c:v>
                </c:pt>
                <c:pt idx="80" c:formatCode="yyyy/m/d">
                  <c:v>44886</c:v>
                </c:pt>
                <c:pt idx="81" c:formatCode="yyyy/m/d">
                  <c:v>44887</c:v>
                </c:pt>
                <c:pt idx="82" c:formatCode="yyyy/m/d">
                  <c:v>44888</c:v>
                </c:pt>
                <c:pt idx="83" c:formatCode="yyyy/m/d">
                  <c:v>44889</c:v>
                </c:pt>
                <c:pt idx="84" c:formatCode="yyyy/m/d">
                  <c:v>44890</c:v>
                </c:pt>
                <c:pt idx="85" c:formatCode="yyyy/m/d">
                  <c:v>44893</c:v>
                </c:pt>
                <c:pt idx="86" c:formatCode="yyyy/m/d">
                  <c:v>44894</c:v>
                </c:pt>
                <c:pt idx="87" c:formatCode="yyyy/m/d">
                  <c:v>44895</c:v>
                </c:pt>
                <c:pt idx="88" c:formatCode="yyyy/m/d">
                  <c:v>44896</c:v>
                </c:pt>
                <c:pt idx="89" c:formatCode="yyyy/m/d">
                  <c:v>44897</c:v>
                </c:pt>
                <c:pt idx="90" c:formatCode="yyyy/m/d">
                  <c:v>44900</c:v>
                </c:pt>
                <c:pt idx="91" c:formatCode="yyyy/m/d">
                  <c:v>44901</c:v>
                </c:pt>
                <c:pt idx="92" c:formatCode="yyyy/m/d">
                  <c:v>44902</c:v>
                </c:pt>
                <c:pt idx="93" c:formatCode="yyyy/m/d">
                  <c:v>44903</c:v>
                </c:pt>
                <c:pt idx="94" c:formatCode="yyyy/m/d">
                  <c:v>44904</c:v>
                </c:pt>
                <c:pt idx="95" c:formatCode="yyyy/m/d">
                  <c:v>44907</c:v>
                </c:pt>
                <c:pt idx="96" c:formatCode="yyyy/m/d">
                  <c:v>44908</c:v>
                </c:pt>
                <c:pt idx="97" c:formatCode="yyyy/m/d">
                  <c:v>44909</c:v>
                </c:pt>
                <c:pt idx="98" c:formatCode="yyyy/m/d">
                  <c:v>44910</c:v>
                </c:pt>
                <c:pt idx="99" c:formatCode="yyyy/m/d">
                  <c:v>44911</c:v>
                </c:pt>
                <c:pt idx="100" c:formatCode="yyyy/m/d">
                  <c:v>44914</c:v>
                </c:pt>
                <c:pt idx="101" c:formatCode="yyyy/m/d">
                  <c:v>44915</c:v>
                </c:pt>
                <c:pt idx="102" c:formatCode="yyyy/m/d">
                  <c:v>44916</c:v>
                </c:pt>
                <c:pt idx="103" c:formatCode="yyyy/m/d">
                  <c:v>44917</c:v>
                </c:pt>
                <c:pt idx="104" c:formatCode="yyyy/m/d">
                  <c:v>44918</c:v>
                </c:pt>
                <c:pt idx="105" c:formatCode="yyyy/m/d">
                  <c:v>44921</c:v>
                </c:pt>
                <c:pt idx="106" c:formatCode="yyyy/m/d">
                  <c:v>44922</c:v>
                </c:pt>
                <c:pt idx="107" c:formatCode="yyyy/m/d">
                  <c:v>44923</c:v>
                </c:pt>
                <c:pt idx="108" c:formatCode="yyyy/m/d">
                  <c:v>44924</c:v>
                </c:pt>
                <c:pt idx="109" c:formatCode="yyyy/m/d">
                  <c:v>44925</c:v>
                </c:pt>
                <c:pt idx="110" c:formatCode="yyyy/m/d">
                  <c:v>44929</c:v>
                </c:pt>
                <c:pt idx="111" c:formatCode="yyyy/m/d">
                  <c:v>44930</c:v>
                </c:pt>
                <c:pt idx="112" c:formatCode="yyyy/m/d">
                  <c:v>44931</c:v>
                </c:pt>
                <c:pt idx="113" c:formatCode="yyyy/m/d">
                  <c:v>44932</c:v>
                </c:pt>
                <c:pt idx="114" c:formatCode="yyyy/m/d">
                  <c:v>44935</c:v>
                </c:pt>
                <c:pt idx="115" c:formatCode="yyyy/m/d">
                  <c:v>44936</c:v>
                </c:pt>
                <c:pt idx="116" c:formatCode="yyyy/m/d">
                  <c:v>44937</c:v>
                </c:pt>
                <c:pt idx="117" c:formatCode="yyyy/m/d">
                  <c:v>44938</c:v>
                </c:pt>
                <c:pt idx="118" c:formatCode="yyyy/m/d">
                  <c:v>44939</c:v>
                </c:pt>
                <c:pt idx="119" c:formatCode="yyyy/m/d">
                  <c:v>44942</c:v>
                </c:pt>
                <c:pt idx="120" c:formatCode="yyyy/m/d">
                  <c:v>44943</c:v>
                </c:pt>
                <c:pt idx="121" c:formatCode="yyyy/m/d">
                  <c:v>44944</c:v>
                </c:pt>
                <c:pt idx="122" c:formatCode="yyyy/m/d">
                  <c:v>44945</c:v>
                </c:pt>
                <c:pt idx="123" c:formatCode="yyyy/m/d">
                  <c:v>44946</c:v>
                </c:pt>
                <c:pt idx="124" c:formatCode="yyyy/m/d">
                  <c:v>44956</c:v>
                </c:pt>
                <c:pt idx="125" c:formatCode="yyyy/m/d">
                  <c:v>44957</c:v>
                </c:pt>
                <c:pt idx="126" c:formatCode="yyyy/m/d">
                  <c:v>44958</c:v>
                </c:pt>
                <c:pt idx="127" c:formatCode="yyyy/m/d">
                  <c:v>44959</c:v>
                </c:pt>
                <c:pt idx="128" c:formatCode="yyyy/m/d">
                  <c:v>44960</c:v>
                </c:pt>
                <c:pt idx="129" c:formatCode="yyyy/m/d">
                  <c:v>44963</c:v>
                </c:pt>
                <c:pt idx="130" c:formatCode="yyyy/m/d">
                  <c:v>44964</c:v>
                </c:pt>
                <c:pt idx="131" c:formatCode="yyyy/m/d">
                  <c:v>44965</c:v>
                </c:pt>
                <c:pt idx="132" c:formatCode="yyyy/m/d">
                  <c:v>44966</c:v>
                </c:pt>
                <c:pt idx="133" c:formatCode="yyyy/m/d">
                  <c:v>44967</c:v>
                </c:pt>
                <c:pt idx="134" c:formatCode="yyyy/m/d">
                  <c:v>44970</c:v>
                </c:pt>
                <c:pt idx="135" c:formatCode="yyyy/m/d">
                  <c:v>44971</c:v>
                </c:pt>
                <c:pt idx="136" c:formatCode="yyyy/m/d">
                  <c:v>44972</c:v>
                </c:pt>
                <c:pt idx="137" c:formatCode="yyyy/m/d">
                  <c:v>44973</c:v>
                </c:pt>
                <c:pt idx="138" c:formatCode="yyyy/m/d">
                  <c:v>44974</c:v>
                </c:pt>
                <c:pt idx="139" c:formatCode="yyyy/m/d">
                  <c:v>44977</c:v>
                </c:pt>
                <c:pt idx="140" c:formatCode="yyyy/m/d">
                  <c:v>44978</c:v>
                </c:pt>
                <c:pt idx="141" c:formatCode="yyyy/m/d">
                  <c:v>44979</c:v>
                </c:pt>
                <c:pt idx="142" c:formatCode="yyyy/m/d">
                  <c:v>44980</c:v>
                </c:pt>
                <c:pt idx="143" c:formatCode="yyyy/m/d">
                  <c:v>44981</c:v>
                </c:pt>
                <c:pt idx="144" c:formatCode="yyyy/m/d">
                  <c:v>44984</c:v>
                </c:pt>
                <c:pt idx="145" c:formatCode="yyyy/m/d">
                  <c:v>44985</c:v>
                </c:pt>
                <c:pt idx="146" c:formatCode="yyyy/m/d">
                  <c:v>44986</c:v>
                </c:pt>
                <c:pt idx="147" c:formatCode="yyyy/m/d">
                  <c:v>44987</c:v>
                </c:pt>
                <c:pt idx="148" c:formatCode="yyyy/m/d">
                  <c:v>44988</c:v>
                </c:pt>
                <c:pt idx="149" c:formatCode="yyyy/m/d">
                  <c:v>44991</c:v>
                </c:pt>
                <c:pt idx="150" c:formatCode="yyyy/m/d">
                  <c:v>44992</c:v>
                </c:pt>
                <c:pt idx="151" c:formatCode="yyyy/m/d">
                  <c:v>44993</c:v>
                </c:pt>
                <c:pt idx="152" c:formatCode="yyyy/m/d">
                  <c:v>44994</c:v>
                </c:pt>
                <c:pt idx="153" c:formatCode="yyyy/m/d">
                  <c:v>44995</c:v>
                </c:pt>
                <c:pt idx="154" c:formatCode="yyyy/m/d">
                  <c:v>44998</c:v>
                </c:pt>
                <c:pt idx="155" c:formatCode="yyyy/m/d">
                  <c:v>44999</c:v>
                </c:pt>
                <c:pt idx="156" c:formatCode="yyyy/m/d">
                  <c:v>45000</c:v>
                </c:pt>
                <c:pt idx="157" c:formatCode="yyyy/m/d">
                  <c:v>45001</c:v>
                </c:pt>
                <c:pt idx="158" c:formatCode="yyyy/m/d">
                  <c:v>45002</c:v>
                </c:pt>
                <c:pt idx="159" c:formatCode="yyyy/m/d">
                  <c:v>45005</c:v>
                </c:pt>
                <c:pt idx="160" c:formatCode="yyyy/m/d">
                  <c:v>45006</c:v>
                </c:pt>
                <c:pt idx="161" c:formatCode="yyyy/m/d">
                  <c:v>45007</c:v>
                </c:pt>
                <c:pt idx="162" c:formatCode="yyyy/m/d">
                  <c:v>45008</c:v>
                </c:pt>
                <c:pt idx="163" c:formatCode="yyyy/m/d">
                  <c:v>45009</c:v>
                </c:pt>
                <c:pt idx="164" c:formatCode="yyyy/m/d">
                  <c:v>45012</c:v>
                </c:pt>
                <c:pt idx="165" c:formatCode="yyyy/m/d">
                  <c:v>45013</c:v>
                </c:pt>
                <c:pt idx="166" c:formatCode="yyyy/m/d">
                  <c:v>45014</c:v>
                </c:pt>
                <c:pt idx="167" c:formatCode="yyyy/m/d">
                  <c:v>45015</c:v>
                </c:pt>
                <c:pt idx="168" c:formatCode="yyyy/m/d">
                  <c:v>45016</c:v>
                </c:pt>
                <c:pt idx="169" c:formatCode="yyyy/m/d">
                  <c:v>45019</c:v>
                </c:pt>
                <c:pt idx="170" c:formatCode="yyyy/m/d">
                  <c:v>45020</c:v>
                </c:pt>
                <c:pt idx="171" c:formatCode="yyyy/m/d">
                  <c:v>45022</c:v>
                </c:pt>
                <c:pt idx="172" c:formatCode="yyyy/m/d">
                  <c:v>45023</c:v>
                </c:pt>
                <c:pt idx="173" c:formatCode="yyyy/m/d">
                  <c:v>45026</c:v>
                </c:pt>
                <c:pt idx="174" c:formatCode="yyyy/m/d">
                  <c:v>45027</c:v>
                </c:pt>
                <c:pt idx="175" c:formatCode="yyyy/m/d">
                  <c:v>45028</c:v>
                </c:pt>
                <c:pt idx="176" c:formatCode="yyyy/m/d">
                  <c:v>45029</c:v>
                </c:pt>
                <c:pt idx="177" c:formatCode="yyyy/m/d">
                  <c:v>45030</c:v>
                </c:pt>
                <c:pt idx="178" c:formatCode="yyyy/m/d">
                  <c:v>45033</c:v>
                </c:pt>
                <c:pt idx="179" c:formatCode="yyyy/m/d">
                  <c:v>45034</c:v>
                </c:pt>
                <c:pt idx="180" c:formatCode="yyyy/m/d">
                  <c:v>45035</c:v>
                </c:pt>
                <c:pt idx="181" c:formatCode="yyyy/m/d">
                  <c:v>45036</c:v>
                </c:pt>
                <c:pt idx="182" c:formatCode="yyyy/m/d">
                  <c:v>45037</c:v>
                </c:pt>
                <c:pt idx="183" c:formatCode="yyyy/m/d">
                  <c:v>45040</c:v>
                </c:pt>
                <c:pt idx="184" c:formatCode="yyyy/m/d">
                  <c:v>45041</c:v>
                </c:pt>
                <c:pt idx="185" c:formatCode="yyyy/m/d">
                  <c:v>45042</c:v>
                </c:pt>
                <c:pt idx="186" c:formatCode="yyyy/m/d">
                  <c:v>45043</c:v>
                </c:pt>
                <c:pt idx="187" c:formatCode="yyyy/m/d">
                  <c:v>45044</c:v>
                </c:pt>
                <c:pt idx="188" c:formatCode="yyyy/m/d">
                  <c:v>45050</c:v>
                </c:pt>
                <c:pt idx="189" c:formatCode="yyyy/m/d">
                  <c:v>45051</c:v>
                </c:pt>
                <c:pt idx="190" c:formatCode="yyyy/m/d">
                  <c:v>45054</c:v>
                </c:pt>
                <c:pt idx="191" c:formatCode="yyyy/m/d">
                  <c:v>45055</c:v>
                </c:pt>
                <c:pt idx="192" c:formatCode="yyyy/m/d">
                  <c:v>45056</c:v>
                </c:pt>
                <c:pt idx="193" c:formatCode="yyyy/m/d">
                  <c:v>45057</c:v>
                </c:pt>
                <c:pt idx="194" c:formatCode="yyyy/m/d">
                  <c:v>45058</c:v>
                </c:pt>
                <c:pt idx="195" c:formatCode="yyyy/m/d">
                  <c:v>45061</c:v>
                </c:pt>
                <c:pt idx="196" c:formatCode="yyyy/m/d">
                  <c:v>45062</c:v>
                </c:pt>
                <c:pt idx="197" c:formatCode="yyyy/m/d">
                  <c:v>45063</c:v>
                </c:pt>
                <c:pt idx="198" c:formatCode="yyyy/m/d">
                  <c:v>45064</c:v>
                </c:pt>
                <c:pt idx="199" c:formatCode="yyyy/m/d">
                  <c:v>45065</c:v>
                </c:pt>
                <c:pt idx="200" c:formatCode="yyyy/m/d">
                  <c:v>45068</c:v>
                </c:pt>
                <c:pt idx="201" c:formatCode="yyyy/m/d">
                  <c:v>45069</c:v>
                </c:pt>
                <c:pt idx="202" c:formatCode="yyyy/m/d">
                  <c:v>45070</c:v>
                </c:pt>
                <c:pt idx="203" c:formatCode="yyyy/m/d">
                  <c:v>45071</c:v>
                </c:pt>
                <c:pt idx="204" c:formatCode="yyyy/m/d">
                  <c:v>45072</c:v>
                </c:pt>
                <c:pt idx="205" c:formatCode="yyyy/m/d">
                  <c:v>45075</c:v>
                </c:pt>
                <c:pt idx="206" c:formatCode="yyyy/m/d">
                  <c:v>45076</c:v>
                </c:pt>
                <c:pt idx="207" c:formatCode="yyyy/m/d">
                  <c:v>45077</c:v>
                </c:pt>
                <c:pt idx="208" c:formatCode="yyyy/m/d">
                  <c:v>45078</c:v>
                </c:pt>
                <c:pt idx="209" c:formatCode="yyyy/m/d">
                  <c:v>45079</c:v>
                </c:pt>
                <c:pt idx="210" c:formatCode="yyyy/m/d">
                  <c:v>45082</c:v>
                </c:pt>
                <c:pt idx="211" c:formatCode="yyyy/m/d">
                  <c:v>45083</c:v>
                </c:pt>
                <c:pt idx="212" c:formatCode="yyyy/m/d">
                  <c:v>45084</c:v>
                </c:pt>
                <c:pt idx="213" c:formatCode="yyyy/m/d">
                  <c:v>45085</c:v>
                </c:pt>
                <c:pt idx="214" c:formatCode="yyyy/m/d">
                  <c:v>45086</c:v>
                </c:pt>
                <c:pt idx="215" c:formatCode="yyyy/m/d">
                  <c:v>45089</c:v>
                </c:pt>
                <c:pt idx="216" c:formatCode="yyyy/m/d">
                  <c:v>45090</c:v>
                </c:pt>
                <c:pt idx="217" c:formatCode="yyyy/m/d">
                  <c:v>45091</c:v>
                </c:pt>
                <c:pt idx="218" c:formatCode="yyyy/m/d">
                  <c:v>45092</c:v>
                </c:pt>
                <c:pt idx="219" c:formatCode="yyyy/m/d">
                  <c:v>45093</c:v>
                </c:pt>
                <c:pt idx="220" c:formatCode="yyyy/m/d">
                  <c:v>45096</c:v>
                </c:pt>
                <c:pt idx="221" c:formatCode="yyyy/m/d">
                  <c:v>45097</c:v>
                </c:pt>
                <c:pt idx="222" c:formatCode="yyyy/m/d">
                  <c:v>45098</c:v>
                </c:pt>
                <c:pt idx="223" c:formatCode="yyyy/m/d">
                  <c:v>45103</c:v>
                </c:pt>
                <c:pt idx="224" c:formatCode="yyyy/m/d">
                  <c:v>45104</c:v>
                </c:pt>
                <c:pt idx="225" c:formatCode="yyyy/m/d">
                  <c:v>45105</c:v>
                </c:pt>
                <c:pt idx="226" c:formatCode="yyyy/m/d">
                  <c:v>45106</c:v>
                </c:pt>
                <c:pt idx="227" c:formatCode="yyyy/m/d">
                  <c:v>45107</c:v>
                </c:pt>
                <c:pt idx="228" c:formatCode="yyyy/m/d">
                  <c:v>45110</c:v>
                </c:pt>
                <c:pt idx="229" c:formatCode="yyyy/m/d">
                  <c:v>45111</c:v>
                </c:pt>
                <c:pt idx="230" c:formatCode="yyyy/m/d">
                  <c:v>45112</c:v>
                </c:pt>
                <c:pt idx="231" c:formatCode="yyyy/m/d">
                  <c:v>45113</c:v>
                </c:pt>
                <c:pt idx="232" c:formatCode="yyyy/m/d">
                  <c:v>45114</c:v>
                </c:pt>
                <c:pt idx="233" c:formatCode="yyyy/m/d">
                  <c:v>45117</c:v>
                </c:pt>
                <c:pt idx="234" c:formatCode="yyyy/m/d">
                  <c:v>45118</c:v>
                </c:pt>
                <c:pt idx="235" c:formatCode="yyyy/m/d">
                  <c:v>45119</c:v>
                </c:pt>
                <c:pt idx="236" c:formatCode="yyyy/m/d">
                  <c:v>45120</c:v>
                </c:pt>
                <c:pt idx="237" c:formatCode="yyyy/m/d">
                  <c:v>45121</c:v>
                </c:pt>
                <c:pt idx="238" c:formatCode="yyyy/m/d">
                  <c:v>45124</c:v>
                </c:pt>
                <c:pt idx="239" c:formatCode="yyyy/m/d">
                  <c:v>45125</c:v>
                </c:pt>
                <c:pt idx="240" c:formatCode="yyyy/m/d">
                  <c:v>45126</c:v>
                </c:pt>
                <c:pt idx="241" c:formatCode="yyyy/m/d">
                  <c:v>45127</c:v>
                </c:pt>
                <c:pt idx="242" c:formatCode="yyyy/m/d">
                  <c:v>45128</c:v>
                </c:pt>
                <c:pt idx="243" c:formatCode="yyyy/m/d">
                  <c:v>45131</c:v>
                </c:pt>
                <c:pt idx="244" c:formatCode="yyyy/m/d">
                  <c:v>45132</c:v>
                </c:pt>
                <c:pt idx="245" c:formatCode="yyyy/m/d">
                  <c:v>45133</c:v>
                </c:pt>
                <c:pt idx="246" c:formatCode="yyyy/m/d">
                  <c:v>45134</c:v>
                </c:pt>
                <c:pt idx="247" c:formatCode="yyyy/m/d">
                  <c:v>45135</c:v>
                </c:pt>
                <c:pt idx="248" c:formatCode="yyyy/m/d">
                  <c:v>45138</c:v>
                </c:pt>
                <c:pt idx="249" c:formatCode="yyyy/m/d">
                  <c:v>45139</c:v>
                </c:pt>
                <c:pt idx="250" c:formatCode="yyyy/m/d">
                  <c:v>45140</c:v>
                </c:pt>
                <c:pt idx="251" c:formatCode="yyyy/m/d">
                  <c:v>45141</c:v>
                </c:pt>
                <c:pt idx="252" c:formatCode="yyyy/m/d">
                  <c:v>45142</c:v>
                </c:pt>
                <c:pt idx="253" c:formatCode="yyyy/m/d">
                  <c:v>45145</c:v>
                </c:pt>
                <c:pt idx="254" c:formatCode="yyyy/m/d">
                  <c:v>45146</c:v>
                </c:pt>
                <c:pt idx="255" c:formatCode="yyyy/m/d">
                  <c:v>45147</c:v>
                </c:pt>
                <c:pt idx="256" c:formatCode="yyyy/m/d">
                  <c:v>45148</c:v>
                </c:pt>
                <c:pt idx="257" c:formatCode="yyyy/m/d">
                  <c:v>45149</c:v>
                </c:pt>
                <c:pt idx="258" c:formatCode="yyyy/m/d">
                  <c:v>45152</c:v>
                </c:pt>
                <c:pt idx="259" c:formatCode="yyyy/m/d">
                  <c:v>45153</c:v>
                </c:pt>
                <c:pt idx="260" c:formatCode="yyyy/m/d">
                  <c:v>45154</c:v>
                </c:pt>
                <c:pt idx="261" c:formatCode="yyyy/m/d">
                  <c:v>45155</c:v>
                </c:pt>
                <c:pt idx="262" c:formatCode="yyyy/m/d">
                  <c:v>45156</c:v>
                </c:pt>
                <c:pt idx="263" c:formatCode="yyyy/m/d">
                  <c:v>45159</c:v>
                </c:pt>
                <c:pt idx="264" c:formatCode="yyyy/m/d">
                  <c:v>45160</c:v>
                </c:pt>
                <c:pt idx="265" c:formatCode="yyyy/m/d">
                  <c:v>45161</c:v>
                </c:pt>
                <c:pt idx="266" c:formatCode="yyyy/m/d">
                  <c:v>45162</c:v>
                </c:pt>
                <c:pt idx="267" c:formatCode="yyyy/m/d">
                  <c:v>45163</c:v>
                </c:pt>
                <c:pt idx="268" c:formatCode="yyyy/m/d">
                  <c:v>45166</c:v>
                </c:pt>
                <c:pt idx="269" c:formatCode="yyyy/m/d">
                  <c:v>45167</c:v>
                </c:pt>
                <c:pt idx="270" c:formatCode="yyyy/m/d">
                  <c:v>45168</c:v>
                </c:pt>
                <c:pt idx="271" c:formatCode="yyyy/m/d">
                  <c:v>45169</c:v>
                </c:pt>
                <c:pt idx="272" c:formatCode="yyyy/m/d">
                  <c:v>45170</c:v>
                </c:pt>
                <c:pt idx="273" c:formatCode="yyyy/m/d">
                  <c:v>45173</c:v>
                </c:pt>
                <c:pt idx="274" c:formatCode="yyyy/m/d">
                  <c:v>45174</c:v>
                </c:pt>
                <c:pt idx="275" c:formatCode="yyyy/m/d">
                  <c:v>45175</c:v>
                </c:pt>
                <c:pt idx="276" c:formatCode="yyyy/m/d">
                  <c:v>45176</c:v>
                </c:pt>
                <c:pt idx="277" c:formatCode="yyyy/m/d">
                  <c:v>45177</c:v>
                </c:pt>
                <c:pt idx="278" c:formatCode="yyyy/m/d">
                  <c:v>45180</c:v>
                </c:pt>
                <c:pt idx="279" c:formatCode="yyyy/m/d">
                  <c:v>45181</c:v>
                </c:pt>
                <c:pt idx="280" c:formatCode="yyyy/m/d">
                  <c:v>45182</c:v>
                </c:pt>
                <c:pt idx="281" c:formatCode="yyyy/m/d">
                  <c:v>45183</c:v>
                </c:pt>
                <c:pt idx="282" c:formatCode="yyyy/m/d">
                  <c:v>45184</c:v>
                </c:pt>
                <c:pt idx="283" c:formatCode="yyyy/m/d">
                  <c:v>45187</c:v>
                </c:pt>
                <c:pt idx="284" c:formatCode="yyyy/m/d">
                  <c:v>45188</c:v>
                </c:pt>
                <c:pt idx="285" c:formatCode="yyyy/m/d">
                  <c:v>45189</c:v>
                </c:pt>
                <c:pt idx="286" c:formatCode="yyyy/m/d">
                  <c:v>45190</c:v>
                </c:pt>
                <c:pt idx="287" c:formatCode="yyyy/m/d">
                  <c:v>45191</c:v>
                </c:pt>
                <c:pt idx="288" c:formatCode="yyyy/m/d">
                  <c:v>45194</c:v>
                </c:pt>
                <c:pt idx="289" c:formatCode="yyyy/m/d">
                  <c:v>45195</c:v>
                </c:pt>
                <c:pt idx="290" c:formatCode="yyyy/m/d">
                  <c:v>45196</c:v>
                </c:pt>
                <c:pt idx="291" c:formatCode="yyyy/m/d">
                  <c:v>45197</c:v>
                </c:pt>
                <c:pt idx="292" c:formatCode="yyyy/m/d">
                  <c:v>45208</c:v>
                </c:pt>
                <c:pt idx="293" c:formatCode="yyyy/m/d">
                  <c:v>45209</c:v>
                </c:pt>
                <c:pt idx="294" c:formatCode="yyyy/m/d">
                  <c:v>45210</c:v>
                </c:pt>
                <c:pt idx="295" c:formatCode="yyyy/m/d">
                  <c:v>45211</c:v>
                </c:pt>
                <c:pt idx="296" c:formatCode="yyyy/m/d">
                  <c:v>45212</c:v>
                </c:pt>
                <c:pt idx="297" c:formatCode="yyyy/m/d">
                  <c:v>45215</c:v>
                </c:pt>
                <c:pt idx="298" c:formatCode="yyyy/m/d">
                  <c:v>45216</c:v>
                </c:pt>
                <c:pt idx="299" c:formatCode="yyyy/m/d">
                  <c:v>45217</c:v>
                </c:pt>
                <c:pt idx="300" c:formatCode="yyyy/m/d">
                  <c:v>45218</c:v>
                </c:pt>
                <c:pt idx="301" c:formatCode="yyyy/m/d">
                  <c:v>45219</c:v>
                </c:pt>
                <c:pt idx="302" c:formatCode="yyyy/m/d">
                  <c:v>45222</c:v>
                </c:pt>
                <c:pt idx="303" c:formatCode="yyyy/m/d">
                  <c:v>45223</c:v>
                </c:pt>
                <c:pt idx="304" c:formatCode="yyyy/m/d">
                  <c:v>45224</c:v>
                </c:pt>
                <c:pt idx="305" c:formatCode="yyyy/m/d">
                  <c:v>45225</c:v>
                </c:pt>
                <c:pt idx="306" c:formatCode="yyyy/m/d">
                  <c:v>45226</c:v>
                </c:pt>
                <c:pt idx="307" c:formatCode="yyyy/m/d">
                  <c:v>45229</c:v>
                </c:pt>
                <c:pt idx="308" c:formatCode="yyyy/m/d">
                  <c:v>45230</c:v>
                </c:pt>
                <c:pt idx="309" c:formatCode="yyyy/m/d">
                  <c:v>45231</c:v>
                </c:pt>
                <c:pt idx="310" c:formatCode="yyyy/m/d">
                  <c:v>45232</c:v>
                </c:pt>
                <c:pt idx="311" c:formatCode="yyyy/m/d">
                  <c:v>45233</c:v>
                </c:pt>
                <c:pt idx="312" c:formatCode="yyyy/m/d">
                  <c:v>45236</c:v>
                </c:pt>
                <c:pt idx="313" c:formatCode="yyyy/m/d">
                  <c:v>45237</c:v>
                </c:pt>
                <c:pt idx="314" c:formatCode="yyyy/m/d">
                  <c:v>45238</c:v>
                </c:pt>
                <c:pt idx="315" c:formatCode="yyyy/m/d">
                  <c:v>45239</c:v>
                </c:pt>
                <c:pt idx="316" c:formatCode="yyyy/m/d">
                  <c:v>45240</c:v>
                </c:pt>
                <c:pt idx="317" c:formatCode="yyyy/m/d">
                  <c:v>45243</c:v>
                </c:pt>
                <c:pt idx="318" c:formatCode="yyyy/m/d">
                  <c:v>45244</c:v>
                </c:pt>
                <c:pt idx="319" c:formatCode="yyyy/m/d">
                  <c:v>45245</c:v>
                </c:pt>
                <c:pt idx="320" c:formatCode="yyyy/m/d">
                  <c:v>45246</c:v>
                </c:pt>
                <c:pt idx="321" c:formatCode="yyyy/m/d">
                  <c:v>45247</c:v>
                </c:pt>
                <c:pt idx="322" c:formatCode="yyyy/m/d">
                  <c:v>45250</c:v>
                </c:pt>
                <c:pt idx="323" c:formatCode="yyyy/m/d">
                  <c:v>45251</c:v>
                </c:pt>
                <c:pt idx="324" c:formatCode="yyyy/m/d">
                  <c:v>45252</c:v>
                </c:pt>
                <c:pt idx="325" c:formatCode="yyyy/m/d">
                  <c:v>45253</c:v>
                </c:pt>
                <c:pt idx="326" c:formatCode="yyyy/m/d">
                  <c:v>45254</c:v>
                </c:pt>
                <c:pt idx="327" c:formatCode="yyyy/m/d">
                  <c:v>45257</c:v>
                </c:pt>
                <c:pt idx="328" c:formatCode="yyyy/m/d">
                  <c:v>45258</c:v>
                </c:pt>
                <c:pt idx="329" c:formatCode="yyyy/m/d">
                  <c:v>45259</c:v>
                </c:pt>
                <c:pt idx="330" c:formatCode="yyyy/m/d">
                  <c:v>45260</c:v>
                </c:pt>
                <c:pt idx="331" c:formatCode="yyyy/m/d">
                  <c:v>45261</c:v>
                </c:pt>
                <c:pt idx="332" c:formatCode="yyyy/m/d">
                  <c:v>45264</c:v>
                </c:pt>
                <c:pt idx="333" c:formatCode="yyyy/m/d">
                  <c:v>45265</c:v>
                </c:pt>
                <c:pt idx="334" c:formatCode="yyyy/m/d">
                  <c:v>45266</c:v>
                </c:pt>
                <c:pt idx="335" c:formatCode="yyyy/m/d">
                  <c:v>45267</c:v>
                </c:pt>
                <c:pt idx="336" c:formatCode="yyyy/m/d">
                  <c:v>45268</c:v>
                </c:pt>
                <c:pt idx="337" c:formatCode="yyyy/m/d">
                  <c:v>45271</c:v>
                </c:pt>
                <c:pt idx="338" c:formatCode="yyyy/m/d">
                  <c:v>45272</c:v>
                </c:pt>
                <c:pt idx="339" c:formatCode="yyyy/m/d">
                  <c:v>45273</c:v>
                </c:pt>
                <c:pt idx="340" c:formatCode="yyyy/m/d">
                  <c:v>45274</c:v>
                </c:pt>
                <c:pt idx="341" c:formatCode="yyyy/m/d">
                  <c:v>45275</c:v>
                </c:pt>
                <c:pt idx="342" c:formatCode="yyyy/m/d">
                  <c:v>45278</c:v>
                </c:pt>
                <c:pt idx="343" c:formatCode="yyyy/m/d">
                  <c:v>45279</c:v>
                </c:pt>
                <c:pt idx="344" c:formatCode="yyyy/m/d">
                  <c:v>45280</c:v>
                </c:pt>
                <c:pt idx="345" c:formatCode="yyyy/m/d">
                  <c:v>45281</c:v>
                </c:pt>
                <c:pt idx="346" c:formatCode="yyyy/m/d">
                  <c:v>45282</c:v>
                </c:pt>
                <c:pt idx="347" c:formatCode="yyyy/m/d">
                  <c:v>45285</c:v>
                </c:pt>
                <c:pt idx="348" c:formatCode="yyyy/m/d">
                  <c:v>45286</c:v>
                </c:pt>
                <c:pt idx="349" c:formatCode="yyyy/m/d">
                  <c:v>45287</c:v>
                </c:pt>
                <c:pt idx="350" c:formatCode="yyyy/m/d">
                  <c:v>45288</c:v>
                </c:pt>
                <c:pt idx="351" c:formatCode="yyyy/m/d">
                  <c:v>45289</c:v>
                </c:pt>
                <c:pt idx="352" c:formatCode="yyyy/m/d">
                  <c:v>45293</c:v>
                </c:pt>
                <c:pt idx="353" c:formatCode="yyyy/m/d">
                  <c:v>45294</c:v>
                </c:pt>
                <c:pt idx="354" c:formatCode="yyyy/m/d">
                  <c:v>45295</c:v>
                </c:pt>
                <c:pt idx="355" c:formatCode="yyyy/m/d">
                  <c:v>45296</c:v>
                </c:pt>
                <c:pt idx="356" c:formatCode="yyyy/m/d">
                  <c:v>45299</c:v>
                </c:pt>
                <c:pt idx="357" c:formatCode="yyyy/m/d">
                  <c:v>45300</c:v>
                </c:pt>
                <c:pt idx="358" c:formatCode="yyyy/m/d">
                  <c:v>45301</c:v>
                </c:pt>
                <c:pt idx="359" c:formatCode="yyyy/m/d">
                  <c:v>45302</c:v>
                </c:pt>
                <c:pt idx="360" c:formatCode="yyyy/m/d">
                  <c:v>45303</c:v>
                </c:pt>
                <c:pt idx="361" c:formatCode="yyyy/m/d">
                  <c:v>45306</c:v>
                </c:pt>
                <c:pt idx="362" c:formatCode="yyyy/m/d">
                  <c:v>45307</c:v>
                </c:pt>
                <c:pt idx="363" c:formatCode="yyyy/m/d">
                  <c:v>45308</c:v>
                </c:pt>
                <c:pt idx="364" c:formatCode="yyyy/m/d">
                  <c:v>45309</c:v>
                </c:pt>
                <c:pt idx="365" c:formatCode="yyyy/m/d">
                  <c:v>45310</c:v>
                </c:pt>
                <c:pt idx="366" c:formatCode="yyyy/m/d">
                  <c:v>45313</c:v>
                </c:pt>
                <c:pt idx="367" c:formatCode="yyyy/m/d">
                  <c:v>45314</c:v>
                </c:pt>
                <c:pt idx="368" c:formatCode="yyyy/m/d">
                  <c:v>45315</c:v>
                </c:pt>
                <c:pt idx="369" c:formatCode="yyyy/m/d">
                  <c:v>45316</c:v>
                </c:pt>
                <c:pt idx="370" c:formatCode="yyyy/m/d">
                  <c:v>45317</c:v>
                </c:pt>
                <c:pt idx="371" c:formatCode="yyyy/m/d">
                  <c:v>45320</c:v>
                </c:pt>
                <c:pt idx="372" c:formatCode="yyyy/m/d">
                  <c:v>45321</c:v>
                </c:pt>
                <c:pt idx="373" c:formatCode="yyyy/m/d">
                  <c:v>45322</c:v>
                </c:pt>
                <c:pt idx="374" c:formatCode="yyyy/m/d">
                  <c:v>45323</c:v>
                </c:pt>
                <c:pt idx="375" c:formatCode="yyyy/m/d">
                  <c:v>45324</c:v>
                </c:pt>
                <c:pt idx="376" c:formatCode="yyyy/m/d">
                  <c:v>45327</c:v>
                </c:pt>
                <c:pt idx="377" c:formatCode="yyyy/m/d">
                  <c:v>45328</c:v>
                </c:pt>
                <c:pt idx="378" c:formatCode="yyyy/m/d">
                  <c:v>45329</c:v>
                </c:pt>
                <c:pt idx="379" c:formatCode="yyyy/m/d">
                  <c:v>45330</c:v>
                </c:pt>
                <c:pt idx="380" c:formatCode="yyyy/m/d">
                  <c:v>45341</c:v>
                </c:pt>
                <c:pt idx="381" c:formatCode="yyyy/m/d">
                  <c:v>45342</c:v>
                </c:pt>
                <c:pt idx="382" c:formatCode="yyyy/m/d">
                  <c:v>45343</c:v>
                </c:pt>
                <c:pt idx="383" c:formatCode="yyyy/m/d">
                  <c:v>45344</c:v>
                </c:pt>
                <c:pt idx="384" c:formatCode="yyyy/m/d">
                  <c:v>45345</c:v>
                </c:pt>
                <c:pt idx="385" c:formatCode="yyyy/m/d">
                  <c:v>45348</c:v>
                </c:pt>
                <c:pt idx="386" c:formatCode="yyyy/m/d">
                  <c:v>45349</c:v>
                </c:pt>
                <c:pt idx="387" c:formatCode="yyyy/m/d">
                  <c:v>45350</c:v>
                </c:pt>
                <c:pt idx="388" c:formatCode="yyyy/m/d">
                  <c:v>45351</c:v>
                </c:pt>
                <c:pt idx="389" c:formatCode="yyyy/m/d">
                  <c:v>45352</c:v>
                </c:pt>
                <c:pt idx="390" c:formatCode="yyyy/m/d">
                  <c:v>45355</c:v>
                </c:pt>
                <c:pt idx="391" c:formatCode="yyyy/m/d">
                  <c:v>45356</c:v>
                </c:pt>
                <c:pt idx="392" c:formatCode="yyyy/m/d">
                  <c:v>45357</c:v>
                </c:pt>
                <c:pt idx="393" c:formatCode="yyyy/m/d">
                  <c:v>45358</c:v>
                </c:pt>
                <c:pt idx="394" c:formatCode="yyyy/m/d">
                  <c:v>45359</c:v>
                </c:pt>
                <c:pt idx="395" c:formatCode="yyyy/m/d">
                  <c:v>45362</c:v>
                </c:pt>
                <c:pt idx="396" c:formatCode="yyyy/m/d">
                  <c:v>45363</c:v>
                </c:pt>
                <c:pt idx="397" c:formatCode="yyyy/m/d">
                  <c:v>45364</c:v>
                </c:pt>
                <c:pt idx="398" c:formatCode="yyyy/m/d">
                  <c:v>45365</c:v>
                </c:pt>
                <c:pt idx="399" c:formatCode="yyyy/m/d">
                  <c:v>45366</c:v>
                </c:pt>
                <c:pt idx="400" c:formatCode="yyyy/m/d">
                  <c:v>45369</c:v>
                </c:pt>
                <c:pt idx="401" c:formatCode="yyyy/m/d">
                  <c:v>45370</c:v>
                </c:pt>
                <c:pt idx="402" c:formatCode="yyyy/m/d">
                  <c:v>45371</c:v>
                </c:pt>
                <c:pt idx="403" c:formatCode="yyyy/m/d">
                  <c:v>45372</c:v>
                </c:pt>
                <c:pt idx="404" c:formatCode="yyyy/m/d">
                  <c:v>45373</c:v>
                </c:pt>
                <c:pt idx="405" c:formatCode="yyyy/m/d">
                  <c:v>45376</c:v>
                </c:pt>
                <c:pt idx="406" c:formatCode="yyyy/m/d">
                  <c:v>45377</c:v>
                </c:pt>
                <c:pt idx="407" c:formatCode="yyyy/m/d">
                  <c:v>45378</c:v>
                </c:pt>
                <c:pt idx="408" c:formatCode="yyyy/m/d">
                  <c:v>45379</c:v>
                </c:pt>
                <c:pt idx="409" c:formatCode="yyyy/m/d">
                  <c:v>45380</c:v>
                </c:pt>
                <c:pt idx="410" c:formatCode="yyyy/m/d">
                  <c:v>45383</c:v>
                </c:pt>
                <c:pt idx="411" c:formatCode="yyyy/m/d">
                  <c:v>45384</c:v>
                </c:pt>
                <c:pt idx="412" c:formatCode="yyyy/m/d">
                  <c:v>45385</c:v>
                </c:pt>
                <c:pt idx="413" c:formatCode="yyyy/m/d">
                  <c:v>45390</c:v>
                </c:pt>
                <c:pt idx="414" c:formatCode="yyyy/m/d">
                  <c:v>45391</c:v>
                </c:pt>
                <c:pt idx="415" c:formatCode="yyyy/m/d">
                  <c:v>45392</c:v>
                </c:pt>
                <c:pt idx="416" c:formatCode="yyyy/m/d">
                  <c:v>45393</c:v>
                </c:pt>
                <c:pt idx="417" c:formatCode="yyyy/m/d">
                  <c:v>45394</c:v>
                </c:pt>
                <c:pt idx="418" c:formatCode="yyyy/m/d">
                  <c:v>45397</c:v>
                </c:pt>
                <c:pt idx="419" c:formatCode="yyyy/m/d">
                  <c:v>45398</c:v>
                </c:pt>
                <c:pt idx="420" c:formatCode="yyyy/m/d">
                  <c:v>45399</c:v>
                </c:pt>
                <c:pt idx="421" c:formatCode="yyyy/m/d">
                  <c:v>45400</c:v>
                </c:pt>
                <c:pt idx="422" c:formatCode="yyyy/m/d">
                  <c:v>45401</c:v>
                </c:pt>
                <c:pt idx="423" c:formatCode="yyyy/m/d">
                  <c:v>45404</c:v>
                </c:pt>
                <c:pt idx="424" c:formatCode="yyyy/m/d">
                  <c:v>45405</c:v>
                </c:pt>
                <c:pt idx="425" c:formatCode="yyyy/m/d">
                  <c:v>45406</c:v>
                </c:pt>
                <c:pt idx="426" c:formatCode="yyyy/m/d">
                  <c:v>45407</c:v>
                </c:pt>
                <c:pt idx="427" c:formatCode="yyyy/m/d">
                  <c:v>45408</c:v>
                </c:pt>
                <c:pt idx="428" c:formatCode="yyyy/m/d">
                  <c:v>45411</c:v>
                </c:pt>
                <c:pt idx="429" c:formatCode="yyyy/m/d">
                  <c:v>45412</c:v>
                </c:pt>
                <c:pt idx="430" c:formatCode="yyyy/m/d">
                  <c:v>45418</c:v>
                </c:pt>
                <c:pt idx="431" c:formatCode="yyyy/m/d">
                  <c:v>45419</c:v>
                </c:pt>
                <c:pt idx="432" c:formatCode="yyyy/m/d">
                  <c:v>45420</c:v>
                </c:pt>
                <c:pt idx="433" c:formatCode="yyyy/m/d">
                  <c:v>45421</c:v>
                </c:pt>
                <c:pt idx="434" c:formatCode="yyyy/m/d">
                  <c:v>45422</c:v>
                </c:pt>
                <c:pt idx="435" c:formatCode="yyyy/m/d">
                  <c:v>45425</c:v>
                </c:pt>
                <c:pt idx="436" c:formatCode="yyyy/m/d">
                  <c:v>45426</c:v>
                </c:pt>
                <c:pt idx="437" c:formatCode="yyyy/m/d">
                  <c:v>45427</c:v>
                </c:pt>
                <c:pt idx="438" c:formatCode="yyyy/m/d">
                  <c:v>45428</c:v>
                </c:pt>
                <c:pt idx="439" c:formatCode="yyyy/m/d">
                  <c:v>45429</c:v>
                </c:pt>
                <c:pt idx="440" c:formatCode="yyyy/m/d">
                  <c:v>45432</c:v>
                </c:pt>
                <c:pt idx="441" c:formatCode="yyyy/m/d">
                  <c:v>45433</c:v>
                </c:pt>
                <c:pt idx="442" c:formatCode="yyyy/m/d">
                  <c:v>45434</c:v>
                </c:pt>
                <c:pt idx="443" c:formatCode="yyyy/m/d">
                  <c:v>45435</c:v>
                </c:pt>
                <c:pt idx="444" c:formatCode="yyyy/m/d">
                  <c:v>45436</c:v>
                </c:pt>
                <c:pt idx="445" c:formatCode="yyyy/m/d">
                  <c:v>45439</c:v>
                </c:pt>
                <c:pt idx="446" c:formatCode="yyyy/m/d">
                  <c:v>45440</c:v>
                </c:pt>
                <c:pt idx="447" c:formatCode="yyyy/m/d">
                  <c:v>45441</c:v>
                </c:pt>
                <c:pt idx="448" c:formatCode="yyyy/m/d">
                  <c:v>45442</c:v>
                </c:pt>
                <c:pt idx="449" c:formatCode="yyyy/m/d">
                  <c:v>45443</c:v>
                </c:pt>
                <c:pt idx="450" c:formatCode="yyyy/m/d">
                  <c:v>45446</c:v>
                </c:pt>
                <c:pt idx="451" c:formatCode="yyyy/m/d">
                  <c:v>45447</c:v>
                </c:pt>
                <c:pt idx="452" c:formatCode="yyyy/m/d">
                  <c:v>45448</c:v>
                </c:pt>
                <c:pt idx="453" c:formatCode="yyyy/m/d">
                  <c:v>45449</c:v>
                </c:pt>
                <c:pt idx="454" c:formatCode="yyyy/m/d">
                  <c:v>45450</c:v>
                </c:pt>
                <c:pt idx="455" c:formatCode="yyyy/m/d">
                  <c:v>45454</c:v>
                </c:pt>
                <c:pt idx="456" c:formatCode="yyyy/m/d">
                  <c:v>45455</c:v>
                </c:pt>
                <c:pt idx="457" c:formatCode="yyyy/m/d">
                  <c:v>45456</c:v>
                </c:pt>
                <c:pt idx="458" c:formatCode="yyyy/m/d">
                  <c:v>45457</c:v>
                </c:pt>
                <c:pt idx="459" c:formatCode="yyyy/m/d">
                  <c:v>45460</c:v>
                </c:pt>
                <c:pt idx="460" c:formatCode="yyyy/m/d">
                  <c:v>45461</c:v>
                </c:pt>
                <c:pt idx="461" c:formatCode="yyyy/m/d">
                  <c:v>45462</c:v>
                </c:pt>
                <c:pt idx="462" c:formatCode="yyyy/m/d">
                  <c:v>45463</c:v>
                </c:pt>
                <c:pt idx="463" c:formatCode="yyyy/m/d">
                  <c:v>45464</c:v>
                </c:pt>
                <c:pt idx="464" c:formatCode="yyyy/m/d">
                  <c:v>45467</c:v>
                </c:pt>
                <c:pt idx="465" c:formatCode="yyyy/m/d">
                  <c:v>45468</c:v>
                </c:pt>
                <c:pt idx="466" c:formatCode="yyyy/m/d">
                  <c:v>45469</c:v>
                </c:pt>
                <c:pt idx="467" c:formatCode="yyyy/m/d">
                  <c:v>45470</c:v>
                </c:pt>
                <c:pt idx="468" c:formatCode="yyyy/m/d">
                  <c:v>45471</c:v>
                </c:pt>
                <c:pt idx="469" c:formatCode="yyyy/m/d">
                  <c:v>45474</c:v>
                </c:pt>
                <c:pt idx="470" c:formatCode="yyyy/m/d">
                  <c:v>45475</c:v>
                </c:pt>
                <c:pt idx="471" c:formatCode="yyyy/m/d">
                  <c:v>45476</c:v>
                </c:pt>
                <c:pt idx="472" c:formatCode="yyyy/m/d">
                  <c:v>45477</c:v>
                </c:pt>
                <c:pt idx="473" c:formatCode="yyyy/m/d">
                  <c:v>45478</c:v>
                </c:pt>
                <c:pt idx="474" c:formatCode="yyyy/m/d">
                  <c:v>45481</c:v>
                </c:pt>
                <c:pt idx="475" c:formatCode="yyyy/m/d">
                  <c:v>45482</c:v>
                </c:pt>
                <c:pt idx="476" c:formatCode="yyyy/m/d">
                  <c:v>45483</c:v>
                </c:pt>
                <c:pt idx="477" c:formatCode="yyyy/m/d">
                  <c:v>45484</c:v>
                </c:pt>
                <c:pt idx="478" c:formatCode="yyyy/m/d">
                  <c:v>45485</c:v>
                </c:pt>
                <c:pt idx="479" c:formatCode="yyyy/m/d">
                  <c:v>45488</c:v>
                </c:pt>
                <c:pt idx="480" c:formatCode="yyyy/m/d">
                  <c:v>45489</c:v>
                </c:pt>
                <c:pt idx="481" c:formatCode="yyyy/m/d">
                  <c:v>45490</c:v>
                </c:pt>
                <c:pt idx="482" c:formatCode="yyyy/m/d">
                  <c:v>45491</c:v>
                </c:pt>
                <c:pt idx="483" c:formatCode="yyyy/m/d">
                  <c:v>45492</c:v>
                </c:pt>
                <c:pt idx="484" c:formatCode="yyyy/m/d">
                  <c:v>45495</c:v>
                </c:pt>
                <c:pt idx="485" c:formatCode="yyyy/m/d">
                  <c:v>45496</c:v>
                </c:pt>
                <c:pt idx="486" c:formatCode="yyyy/m/d">
                  <c:v>45497</c:v>
                </c:pt>
                <c:pt idx="487" c:formatCode="yyyy/m/d">
                  <c:v>45498</c:v>
                </c:pt>
                <c:pt idx="488" c:formatCode="yyyy/m/d">
                  <c:v>45499</c:v>
                </c:pt>
                <c:pt idx="489" c:formatCode="yyyy/m/d">
                  <c:v>45502</c:v>
                </c:pt>
                <c:pt idx="490" c:formatCode="yyyy/m/d">
                  <c:v>45503</c:v>
                </c:pt>
                <c:pt idx="491" c:formatCode="yyyy/m/d">
                  <c:v>45504</c:v>
                </c:pt>
                <c:pt idx="492" c:formatCode="yyyy/m/d">
                  <c:v>45505</c:v>
                </c:pt>
                <c:pt idx="493" c:formatCode="yyyy/m/d">
                  <c:v>45506</c:v>
                </c:pt>
                <c:pt idx="494" c:formatCode="yyyy/m/d">
                  <c:v>45509</c:v>
                </c:pt>
                <c:pt idx="495" c:formatCode="yyyy/m/d">
                  <c:v>45510</c:v>
                </c:pt>
                <c:pt idx="496" c:formatCode="yyyy/m/d">
                  <c:v>45511</c:v>
                </c:pt>
                <c:pt idx="497" c:formatCode="yyyy/m/d">
                  <c:v>45512</c:v>
                </c:pt>
                <c:pt idx="498" c:formatCode="yyyy/m/d">
                  <c:v>45513</c:v>
                </c:pt>
                <c:pt idx="499" c:formatCode="yyyy/m/d">
                  <c:v>45516</c:v>
                </c:pt>
                <c:pt idx="500" c:formatCode="yyyy/m/d">
                  <c:v>45517</c:v>
                </c:pt>
                <c:pt idx="501" c:formatCode="yyyy/m/d">
                  <c:v>45518</c:v>
                </c:pt>
                <c:pt idx="502" c:formatCode="yyyy/m/d">
                  <c:v>45519</c:v>
                </c:pt>
                <c:pt idx="503" c:formatCode="yyyy/m/d">
                  <c:v>45520</c:v>
                </c:pt>
                <c:pt idx="504" c:formatCode="yyyy/m/d">
                  <c:v>45523</c:v>
                </c:pt>
                <c:pt idx="505" c:formatCode="yyyy/m/d">
                  <c:v>45524</c:v>
                </c:pt>
                <c:pt idx="506" c:formatCode="yyyy/m/d">
                  <c:v>45525</c:v>
                </c:pt>
                <c:pt idx="507" c:formatCode="yyyy/m/d">
                  <c:v>45526</c:v>
                </c:pt>
                <c:pt idx="508" c:formatCode="yyyy/m/d">
                  <c:v>45527</c:v>
                </c:pt>
                <c:pt idx="509" c:formatCode="yyyy/m/d">
                  <c:v>45530</c:v>
                </c:pt>
                <c:pt idx="510" c:formatCode="yyyy/m/d">
                  <c:v>45531</c:v>
                </c:pt>
                <c:pt idx="511" c:formatCode="yyyy/m/d">
                  <c:v>45532</c:v>
                </c:pt>
                <c:pt idx="512" c:formatCode="yyyy/m/d">
                  <c:v>45533</c:v>
                </c:pt>
                <c:pt idx="513" c:formatCode="yyyy/m/d">
                  <c:v>45534</c:v>
                </c:pt>
                <c:pt idx="514" c:formatCode="yyyy/m/d">
                  <c:v>45537</c:v>
                </c:pt>
                <c:pt idx="515" c:formatCode="yyyy/m/d">
                  <c:v>45538</c:v>
                </c:pt>
                <c:pt idx="516" c:formatCode="yyyy/m/d">
                  <c:v>45539</c:v>
                </c:pt>
                <c:pt idx="517" c:formatCode="yyyy/m/d">
                  <c:v>45540</c:v>
                </c:pt>
                <c:pt idx="518" c:formatCode="yyyy/m/d">
                  <c:v>45541</c:v>
                </c:pt>
                <c:pt idx="519" c:formatCode="yyyy/m/d">
                  <c:v>45544</c:v>
                </c:pt>
                <c:pt idx="520" c:formatCode="yyyy/m/d">
                  <c:v>45545</c:v>
                </c:pt>
                <c:pt idx="521" c:formatCode="yyyy/m/d">
                  <c:v>45546</c:v>
                </c:pt>
                <c:pt idx="522" c:formatCode="yyyy/m/d">
                  <c:v>45547</c:v>
                </c:pt>
                <c:pt idx="523" c:formatCode="yyyy/m/d">
                  <c:v>45548</c:v>
                </c:pt>
                <c:pt idx="524" c:formatCode="yyyy/m/d">
                  <c:v>45553</c:v>
                </c:pt>
                <c:pt idx="525" c:formatCode="yyyy/m/d">
                  <c:v>45554</c:v>
                </c:pt>
                <c:pt idx="526" c:formatCode="yyyy/m/d">
                  <c:v>45555</c:v>
                </c:pt>
                <c:pt idx="527" c:formatCode="yyyy/m/d">
                  <c:v>45558</c:v>
                </c:pt>
                <c:pt idx="528" c:formatCode="yyyy/m/d">
                  <c:v>45559</c:v>
                </c:pt>
                <c:pt idx="529" c:formatCode="yyyy/m/d">
                  <c:v>45560</c:v>
                </c:pt>
                <c:pt idx="530" c:formatCode="yyyy/m/d">
                  <c:v>45561</c:v>
                </c:pt>
                <c:pt idx="531" c:formatCode="yyyy/m/d">
                  <c:v>45562</c:v>
                </c:pt>
                <c:pt idx="532" c:formatCode="yyyy/m/d">
                  <c:v>45565</c:v>
                </c:pt>
                <c:pt idx="533" c:formatCode="yyyy/m/d">
                  <c:v>45573</c:v>
                </c:pt>
                <c:pt idx="534" c:formatCode="yyyy/m/d">
                  <c:v>45574</c:v>
                </c:pt>
                <c:pt idx="535" c:formatCode="yyyy/m/d">
                  <c:v>45575</c:v>
                </c:pt>
                <c:pt idx="536" c:formatCode="yyyy/m/d">
                  <c:v>45576</c:v>
                </c:pt>
                <c:pt idx="537" c:formatCode="yyyy/m/d">
                  <c:v>45579</c:v>
                </c:pt>
                <c:pt idx="538" c:formatCode="yyyy/m/d">
                  <c:v>45580</c:v>
                </c:pt>
                <c:pt idx="539" c:formatCode="yyyy/m/d">
                  <c:v>45581</c:v>
                </c:pt>
                <c:pt idx="540" c:formatCode="yyyy/m/d">
                  <c:v>45582</c:v>
                </c:pt>
                <c:pt idx="541" c:formatCode="yyyy/m/d">
                  <c:v>45583</c:v>
                </c:pt>
                <c:pt idx="542" c:formatCode="yyyy/m/d">
                  <c:v>45586</c:v>
                </c:pt>
                <c:pt idx="543" c:formatCode="yyyy/m/d">
                  <c:v>45587</c:v>
                </c:pt>
                <c:pt idx="544" c:formatCode="yyyy/m/d">
                  <c:v>45588</c:v>
                </c:pt>
                <c:pt idx="545" c:formatCode="yyyy/m/d">
                  <c:v>45589</c:v>
                </c:pt>
                <c:pt idx="546" c:formatCode="yyyy/m/d">
                  <c:v>45590</c:v>
                </c:pt>
                <c:pt idx="547" c:formatCode="yyyy/m/d">
                  <c:v>45593</c:v>
                </c:pt>
                <c:pt idx="548" c:formatCode="yyyy/m/d">
                  <c:v>45594</c:v>
                </c:pt>
                <c:pt idx="549" c:formatCode="yyyy/m/d">
                  <c:v>45595</c:v>
                </c:pt>
                <c:pt idx="550" c:formatCode="yyyy/m/d">
                  <c:v>45596</c:v>
                </c:pt>
                <c:pt idx="551" c:formatCode="yyyy/m/d">
                  <c:v>45597</c:v>
                </c:pt>
                <c:pt idx="552" c:formatCode="yyyy/m/d">
                  <c:v>45600</c:v>
                </c:pt>
                <c:pt idx="553" c:formatCode="yyyy/m/d">
                  <c:v>45601</c:v>
                </c:pt>
                <c:pt idx="554" c:formatCode="yyyy/m/d">
                  <c:v>45602</c:v>
                </c:pt>
                <c:pt idx="555" c:formatCode="yyyy/m/d">
                  <c:v>45603</c:v>
                </c:pt>
                <c:pt idx="556" c:formatCode="yyyy/m/d">
                  <c:v>45604</c:v>
                </c:pt>
                <c:pt idx="557" c:formatCode="yyyy/m/d">
                  <c:v>45607</c:v>
                </c:pt>
                <c:pt idx="558" c:formatCode="yyyy/m/d">
                  <c:v>45608</c:v>
                </c:pt>
                <c:pt idx="559" c:formatCode="yyyy/m/d">
                  <c:v>45609</c:v>
                </c:pt>
                <c:pt idx="560" c:formatCode="yyyy/m/d">
                  <c:v>45610</c:v>
                </c:pt>
                <c:pt idx="561" c:formatCode="yyyy/m/d">
                  <c:v>45611</c:v>
                </c:pt>
                <c:pt idx="562" c:formatCode="yyyy/m/d">
                  <c:v>45614</c:v>
                </c:pt>
                <c:pt idx="563" c:formatCode="yyyy/m/d">
                  <c:v>45615</c:v>
                </c:pt>
                <c:pt idx="564" c:formatCode="yyyy/m/d">
                  <c:v>45616</c:v>
                </c:pt>
              </c:numCache>
            </c:numRef>
          </c:cat>
          <c:val>
            <c:numRef>
              <c:f>CSVC1000_point_all.csv!$D$2:$D$566</c:f>
              <c:numCache>
                <c:formatCode>General</c:formatCode>
                <c:ptCount val="565"/>
                <c:pt idx="0">
                  <c:v>1000</c:v>
                </c:pt>
                <c:pt idx="1">
                  <c:v>999.861430030142</c:v>
                </c:pt>
                <c:pt idx="2">
                  <c:v>999.971665688143</c:v>
                </c:pt>
                <c:pt idx="3">
                  <c:v>999.924235869706</c:v>
                </c:pt>
                <c:pt idx="4">
                  <c:v>999.481623075874</c:v>
                </c:pt>
                <c:pt idx="5">
                  <c:v>999.136845413793</c:v>
                </c:pt>
                <c:pt idx="6">
                  <c:v>1000.06884499357</c:v>
                </c:pt>
                <c:pt idx="7">
                  <c:v>996.531253273671</c:v>
                </c:pt>
                <c:pt idx="8">
                  <c:v>995.826935289091</c:v>
                </c:pt>
                <c:pt idx="9">
                  <c:v>997.543717809262</c:v>
                </c:pt>
                <c:pt idx="10">
                  <c:v>997.391860716213</c:v>
                </c:pt>
                <c:pt idx="11">
                  <c:v>997.380992364306</c:v>
                </c:pt>
                <c:pt idx="12">
                  <c:v>998.902216943516</c:v>
                </c:pt>
                <c:pt idx="13">
                  <c:v>999.251697455488</c:v>
                </c:pt>
                <c:pt idx="14">
                  <c:v>1001.13256010718</c:v>
                </c:pt>
                <c:pt idx="15">
                  <c:v>1003.3809086604</c:v>
                </c:pt>
                <c:pt idx="16">
                  <c:v>1009.51310812339</c:v>
                </c:pt>
                <c:pt idx="17">
                  <c:v>1010.2274764354</c:v>
                </c:pt>
                <c:pt idx="18">
                  <c:v>1013.53965598058</c:v>
                </c:pt>
                <c:pt idx="19">
                  <c:v>1017.6368812119</c:v>
                </c:pt>
                <c:pt idx="20">
                  <c:v>1018.99655629012</c:v>
                </c:pt>
                <c:pt idx="21">
                  <c:v>1019.57351688088</c:v>
                </c:pt>
                <c:pt idx="22">
                  <c:v>1019.57748529663</c:v>
                </c:pt>
                <c:pt idx="23">
                  <c:v>1017.8816723613</c:v>
                </c:pt>
                <c:pt idx="24">
                  <c:v>1017.89619606356</c:v>
                </c:pt>
                <c:pt idx="25">
                  <c:v>1016.8337100486</c:v>
                </c:pt>
                <c:pt idx="26">
                  <c:v>1017.79253031844</c:v>
                </c:pt>
                <c:pt idx="27">
                  <c:v>1017.85541026853</c:v>
                </c:pt>
                <c:pt idx="28">
                  <c:v>1016.18830736645</c:v>
                </c:pt>
                <c:pt idx="29">
                  <c:v>1016.16072664365</c:v>
                </c:pt>
                <c:pt idx="30">
                  <c:v>1016.66360140354</c:v>
                </c:pt>
                <c:pt idx="31">
                  <c:v>1016.52607514722</c:v>
                </c:pt>
                <c:pt idx="32">
                  <c:v>1019.94297095639</c:v>
                </c:pt>
                <c:pt idx="33">
                  <c:v>1021.84287175076</c:v>
                </c:pt>
                <c:pt idx="34">
                  <c:v>1023.48243282356</c:v>
                </c:pt>
                <c:pt idx="35">
                  <c:v>1025.28626828863</c:v>
                </c:pt>
                <c:pt idx="36">
                  <c:v>1027.31885216447</c:v>
                </c:pt>
                <c:pt idx="37">
                  <c:v>1026.2879542822</c:v>
                </c:pt>
                <c:pt idx="38">
                  <c:v>1023.69205308886</c:v>
                </c:pt>
                <c:pt idx="39">
                  <c:v>1023.12151510114</c:v>
                </c:pt>
                <c:pt idx="40">
                  <c:v>1022.70149530478</c:v>
                </c:pt>
                <c:pt idx="41">
                  <c:v>1022.83317271941</c:v>
                </c:pt>
                <c:pt idx="42">
                  <c:v>1022.8854993524</c:v>
                </c:pt>
                <c:pt idx="43">
                  <c:v>1022.63236703633</c:v>
                </c:pt>
                <c:pt idx="44">
                  <c:v>1020.97992973143</c:v>
                </c:pt>
                <c:pt idx="45">
                  <c:v>1020.47750252911</c:v>
                </c:pt>
                <c:pt idx="46">
                  <c:v>1021.87278460866</c:v>
                </c:pt>
                <c:pt idx="47">
                  <c:v>1019.82946090925</c:v>
                </c:pt>
                <c:pt idx="48">
                  <c:v>1019.30272972619</c:v>
                </c:pt>
                <c:pt idx="49">
                  <c:v>1018.31153356042</c:v>
                </c:pt>
                <c:pt idx="50">
                  <c:v>1019.46583931198</c:v>
                </c:pt>
                <c:pt idx="51">
                  <c:v>1019.74404449357</c:v>
                </c:pt>
                <c:pt idx="52">
                  <c:v>1018.1949260511</c:v>
                </c:pt>
                <c:pt idx="53">
                  <c:v>1016.49527933768</c:v>
                </c:pt>
                <c:pt idx="54">
                  <c:v>1019.11718930711</c:v>
                </c:pt>
                <c:pt idx="55">
                  <c:v>1024.33984439928</c:v>
                </c:pt>
                <c:pt idx="56">
                  <c:v>1028.13218640332</c:v>
                </c:pt>
                <c:pt idx="57">
                  <c:v>1027.46150726259</c:v>
                </c:pt>
                <c:pt idx="58">
                  <c:v>1013.22956348183</c:v>
                </c:pt>
                <c:pt idx="59">
                  <c:v>1015.03988243845</c:v>
                </c:pt>
                <c:pt idx="60">
                  <c:v>1014.03940502486</c:v>
                </c:pt>
                <c:pt idx="61">
                  <c:v>1013.71374121931</c:v>
                </c:pt>
                <c:pt idx="62">
                  <c:v>1013.51522391958</c:v>
                </c:pt>
                <c:pt idx="63">
                  <c:v>1013.56394091444</c:v>
                </c:pt>
                <c:pt idx="64">
                  <c:v>1009.22480527592</c:v>
                </c:pt>
                <c:pt idx="65">
                  <c:v>1009.33947444848</c:v>
                </c:pt>
                <c:pt idx="66">
                  <c:v>1012.13384380371</c:v>
                </c:pt>
                <c:pt idx="67">
                  <c:v>1014.91885847879</c:v>
                </c:pt>
                <c:pt idx="68">
                  <c:v>1015.31464136542</c:v>
                </c:pt>
                <c:pt idx="69">
                  <c:v>1015.64583885841</c:v>
                </c:pt>
                <c:pt idx="70">
                  <c:v>1017.1077744457</c:v>
                </c:pt>
                <c:pt idx="71">
                  <c:v>1021.63008425786</c:v>
                </c:pt>
                <c:pt idx="72">
                  <c:v>1020.82229006036</c:v>
                </c:pt>
                <c:pt idx="73">
                  <c:v>1021.51284752578</c:v>
                </c:pt>
                <c:pt idx="74">
                  <c:v>1022.05622974854</c:v>
                </c:pt>
                <c:pt idx="75">
                  <c:v>1022.8742312459</c:v>
                </c:pt>
                <c:pt idx="76">
                  <c:v>1024.54532613141</c:v>
                </c:pt>
                <c:pt idx="77">
                  <c:v>1026.39730101372</c:v>
                </c:pt>
                <c:pt idx="78">
                  <c:v>1029.18133697868</c:v>
                </c:pt>
                <c:pt idx="79">
                  <c:v>1031.59992103841</c:v>
                </c:pt>
                <c:pt idx="80">
                  <c:v>1031.83801079191</c:v>
                </c:pt>
                <c:pt idx="81">
                  <c:v>1030.79036378171</c:v>
                </c:pt>
                <c:pt idx="82">
                  <c:v>1031.12948650071</c:v>
                </c:pt>
                <c:pt idx="83">
                  <c:v>1031.63017437678</c:v>
                </c:pt>
                <c:pt idx="84">
                  <c:v>1030.74611166696</c:v>
                </c:pt>
                <c:pt idx="85">
                  <c:v>1031.13643116293</c:v>
                </c:pt>
                <c:pt idx="86">
                  <c:v>1031.46618583076</c:v>
                </c:pt>
                <c:pt idx="87">
                  <c:v>1032.1003991571</c:v>
                </c:pt>
                <c:pt idx="88">
                  <c:v>1033.48461934119</c:v>
                </c:pt>
                <c:pt idx="89">
                  <c:v>1034.46173205333</c:v>
                </c:pt>
                <c:pt idx="90">
                  <c:v>1037.3737156739</c:v>
                </c:pt>
                <c:pt idx="91">
                  <c:v>1037.11512067599</c:v>
                </c:pt>
                <c:pt idx="92">
                  <c:v>1039.36664337569</c:v>
                </c:pt>
                <c:pt idx="93">
                  <c:v>1040.16172337835</c:v>
                </c:pt>
                <c:pt idx="94">
                  <c:v>1041.78513455465</c:v>
                </c:pt>
                <c:pt idx="95">
                  <c:v>1042.28428324279</c:v>
                </c:pt>
                <c:pt idx="96">
                  <c:v>1042.27257656096</c:v>
                </c:pt>
                <c:pt idx="97">
                  <c:v>1042.62412632215</c:v>
                </c:pt>
                <c:pt idx="98">
                  <c:v>1044.39070865184</c:v>
                </c:pt>
                <c:pt idx="99">
                  <c:v>1043.92658984365</c:v>
                </c:pt>
                <c:pt idx="100">
                  <c:v>1043.27932474898</c:v>
                </c:pt>
                <c:pt idx="101">
                  <c:v>1042.88027317218</c:v>
                </c:pt>
                <c:pt idx="102">
                  <c:v>1042.82517538018</c:v>
                </c:pt>
                <c:pt idx="103">
                  <c:v>1042.0779939983</c:v>
                </c:pt>
                <c:pt idx="104">
                  <c:v>1041.74871761832</c:v>
                </c:pt>
                <c:pt idx="105">
                  <c:v>1043.59293689155</c:v>
                </c:pt>
                <c:pt idx="106">
                  <c:v>1043.97552984651</c:v>
                </c:pt>
                <c:pt idx="107">
                  <c:v>1044.37115518228</c:v>
                </c:pt>
                <c:pt idx="108">
                  <c:v>1044.51098806802</c:v>
                </c:pt>
                <c:pt idx="109">
                  <c:v>1045.36882147567</c:v>
                </c:pt>
                <c:pt idx="110">
                  <c:v>1045.62983266765</c:v>
                </c:pt>
                <c:pt idx="111">
                  <c:v>1046.43646133587</c:v>
                </c:pt>
                <c:pt idx="112">
                  <c:v>1046.72751642229</c:v>
                </c:pt>
                <c:pt idx="113">
                  <c:v>1047.97030577349</c:v>
                </c:pt>
                <c:pt idx="114">
                  <c:v>1045.37695592936</c:v>
                </c:pt>
                <c:pt idx="115">
                  <c:v>1047.0514301176</c:v>
                </c:pt>
                <c:pt idx="116">
                  <c:v>1048.02506346481</c:v>
                </c:pt>
                <c:pt idx="117">
                  <c:v>1048.98443186799</c:v>
                </c:pt>
                <c:pt idx="118">
                  <c:v>1051.92850095503</c:v>
                </c:pt>
                <c:pt idx="119">
                  <c:v>1042.35519142417</c:v>
                </c:pt>
                <c:pt idx="120">
                  <c:v>1044.57518924779</c:v>
                </c:pt>
                <c:pt idx="121">
                  <c:v>1044.39021383808</c:v>
                </c:pt>
                <c:pt idx="122">
                  <c:v>1048.36595417475</c:v>
                </c:pt>
                <c:pt idx="123">
                  <c:v>1048.20148881524</c:v>
                </c:pt>
                <c:pt idx="124">
                  <c:v>1049.61163590936</c:v>
                </c:pt>
                <c:pt idx="125">
                  <c:v>1050.70524021473</c:v>
                </c:pt>
                <c:pt idx="126">
                  <c:v>1050.74689057584</c:v>
                </c:pt>
                <c:pt idx="127">
                  <c:v>1049.08831038753</c:v>
                </c:pt>
                <c:pt idx="128">
                  <c:v>1048.7210658905</c:v>
                </c:pt>
                <c:pt idx="129">
                  <c:v>1049.54050101814</c:v>
                </c:pt>
                <c:pt idx="130">
                  <c:v>1051.69290771653</c:v>
                </c:pt>
                <c:pt idx="131">
                  <c:v>1053.80605940757</c:v>
                </c:pt>
                <c:pt idx="132">
                  <c:v>1054.46113483988</c:v>
                </c:pt>
                <c:pt idx="133">
                  <c:v>1053.79831490652</c:v>
                </c:pt>
                <c:pt idx="134">
                  <c:v>1055.44360201027</c:v>
                </c:pt>
                <c:pt idx="135">
                  <c:v>1056.11677727501</c:v>
                </c:pt>
                <c:pt idx="136">
                  <c:v>1058.99293195126</c:v>
                </c:pt>
                <c:pt idx="137">
                  <c:v>1049.67599709484</c:v>
                </c:pt>
                <c:pt idx="138">
                  <c:v>1044.05410686574</c:v>
                </c:pt>
                <c:pt idx="139">
                  <c:v>1043.86559207365</c:v>
                </c:pt>
                <c:pt idx="140">
                  <c:v>1043.8602144827</c:v>
                </c:pt>
                <c:pt idx="141">
                  <c:v>1044.36995051617</c:v>
                </c:pt>
                <c:pt idx="142">
                  <c:v>1044.62577140668</c:v>
                </c:pt>
                <c:pt idx="143">
                  <c:v>1044.41060186901</c:v>
                </c:pt>
                <c:pt idx="144">
                  <c:v>1044.61006049296</c:v>
                </c:pt>
                <c:pt idx="145">
                  <c:v>1044.35896389755</c:v>
                </c:pt>
                <c:pt idx="146">
                  <c:v>1043.82205224099</c:v>
                </c:pt>
                <c:pt idx="147">
                  <c:v>1043.7661592891</c:v>
                </c:pt>
                <c:pt idx="148">
                  <c:v>1044.25585684469</c:v>
                </c:pt>
                <c:pt idx="149">
                  <c:v>1045.57265397348</c:v>
                </c:pt>
                <c:pt idx="150">
                  <c:v>1044.97902676883</c:v>
                </c:pt>
                <c:pt idx="151">
                  <c:v>1045.7374595253</c:v>
                </c:pt>
                <c:pt idx="152">
                  <c:v>1046.28317551382</c:v>
                </c:pt>
                <c:pt idx="153">
                  <c:v>1044.88326432158</c:v>
                </c:pt>
                <c:pt idx="154">
                  <c:v>1045.11420464237</c:v>
                </c:pt>
                <c:pt idx="155">
                  <c:v>1043.73761242182</c:v>
                </c:pt>
                <c:pt idx="156">
                  <c:v>1043.71586253329</c:v>
                </c:pt>
                <c:pt idx="157">
                  <c:v>1042.8698020274</c:v>
                </c:pt>
                <c:pt idx="158">
                  <c:v>1042.82748047973</c:v>
                </c:pt>
                <c:pt idx="159">
                  <c:v>1042.92806784618</c:v>
                </c:pt>
                <c:pt idx="160">
                  <c:v>1043.49977101046</c:v>
                </c:pt>
                <c:pt idx="161">
                  <c:v>1043.58298860145</c:v>
                </c:pt>
                <c:pt idx="162">
                  <c:v>1044.83451709523</c:v>
                </c:pt>
                <c:pt idx="163">
                  <c:v>1045.60839978925</c:v>
                </c:pt>
                <c:pt idx="164">
                  <c:v>1046.37634348082</c:v>
                </c:pt>
                <c:pt idx="165">
                  <c:v>1045.86508917583</c:v>
                </c:pt>
                <c:pt idx="166">
                  <c:v>1045.73196188631</c:v>
                </c:pt>
                <c:pt idx="167">
                  <c:v>1045.65770621594</c:v>
                </c:pt>
                <c:pt idx="168">
                  <c:v>1046.15668108072</c:v>
                </c:pt>
                <c:pt idx="169">
                  <c:v>1045.90031758931</c:v>
                </c:pt>
                <c:pt idx="170">
                  <c:v>1045.42090633023</c:v>
                </c:pt>
                <c:pt idx="171">
                  <c:v>1045.56480923979</c:v>
                </c:pt>
                <c:pt idx="172">
                  <c:v>1046.11585284656</c:v>
                </c:pt>
                <c:pt idx="173">
                  <c:v>1048.74334158019</c:v>
                </c:pt>
                <c:pt idx="174">
                  <c:v>1051.19433964221</c:v>
                </c:pt>
                <c:pt idx="175">
                  <c:v>1053.20313709721</c:v>
                </c:pt>
                <c:pt idx="176">
                  <c:v>1054.90129165963</c:v>
                </c:pt>
                <c:pt idx="177">
                  <c:v>1055.4600077645</c:v>
                </c:pt>
                <c:pt idx="178">
                  <c:v>1057.35708967759</c:v>
                </c:pt>
                <c:pt idx="179">
                  <c:v>1058.67741932368</c:v>
                </c:pt>
                <c:pt idx="180">
                  <c:v>1062.29775509503</c:v>
                </c:pt>
                <c:pt idx="181">
                  <c:v>1062.1961177332</c:v>
                </c:pt>
                <c:pt idx="182">
                  <c:v>1060.63787888651</c:v>
                </c:pt>
                <c:pt idx="183">
                  <c:v>1060.23351766405</c:v>
                </c:pt>
                <c:pt idx="184">
                  <c:v>1059.04352228185</c:v>
                </c:pt>
                <c:pt idx="185">
                  <c:v>1059.40001701714</c:v>
                </c:pt>
                <c:pt idx="186">
                  <c:v>1059.81012843712</c:v>
                </c:pt>
                <c:pt idx="187">
                  <c:v>1061.63912033343</c:v>
                </c:pt>
                <c:pt idx="188">
                  <c:v>1062.01900600705</c:v>
                </c:pt>
                <c:pt idx="189">
                  <c:v>1061.43456850972</c:v>
                </c:pt>
                <c:pt idx="190">
                  <c:v>1061.48941484518</c:v>
                </c:pt>
                <c:pt idx="191">
                  <c:v>1060.32907176035</c:v>
                </c:pt>
                <c:pt idx="192">
                  <c:v>1059.8354733673</c:v>
                </c:pt>
                <c:pt idx="193">
                  <c:v>1061.12674333467</c:v>
                </c:pt>
                <c:pt idx="194">
                  <c:v>1060.19168889553</c:v>
                </c:pt>
                <c:pt idx="195">
                  <c:v>1059.78323722597</c:v>
                </c:pt>
                <c:pt idx="196">
                  <c:v>1060.27708779601</c:v>
                </c:pt>
                <c:pt idx="197">
                  <c:v>1060.77112081073</c:v>
                </c:pt>
                <c:pt idx="198">
                  <c:v>1061.54866812141</c:v>
                </c:pt>
                <c:pt idx="199">
                  <c:v>1063.61463119357</c:v>
                </c:pt>
                <c:pt idx="200">
                  <c:v>1063.95327395725</c:v>
                </c:pt>
                <c:pt idx="201">
                  <c:v>1063.12991897284</c:v>
                </c:pt>
                <c:pt idx="202">
                  <c:v>1062.42888151175</c:v>
                </c:pt>
                <c:pt idx="203">
                  <c:v>1061.22593993296</c:v>
                </c:pt>
                <c:pt idx="204">
                  <c:v>1062.55573591531</c:v>
                </c:pt>
                <c:pt idx="205">
                  <c:v>1062.23709338974</c:v>
                </c:pt>
                <c:pt idx="206">
                  <c:v>1062.09072503124</c:v>
                </c:pt>
                <c:pt idx="207">
                  <c:v>1060.73874261708</c:v>
                </c:pt>
                <c:pt idx="208">
                  <c:v>1060.57585379573</c:v>
                </c:pt>
                <c:pt idx="209">
                  <c:v>1063.14064977045</c:v>
                </c:pt>
                <c:pt idx="210">
                  <c:v>1064.67406000009</c:v>
                </c:pt>
                <c:pt idx="211">
                  <c:v>1061.68412553182</c:v>
                </c:pt>
                <c:pt idx="212">
                  <c:v>1061.80969299014</c:v>
                </c:pt>
                <c:pt idx="213">
                  <c:v>1060.15395176302</c:v>
                </c:pt>
                <c:pt idx="214">
                  <c:v>1062.44170592128</c:v>
                </c:pt>
                <c:pt idx="215">
                  <c:v>1064.73402420854</c:v>
                </c:pt>
                <c:pt idx="216">
                  <c:v>1067.0087314235</c:v>
                </c:pt>
                <c:pt idx="217">
                  <c:v>1069.37904347929</c:v>
                </c:pt>
                <c:pt idx="218">
                  <c:v>1071.78846794455</c:v>
                </c:pt>
                <c:pt idx="219">
                  <c:v>1074.1882054232</c:v>
                </c:pt>
                <c:pt idx="220">
                  <c:v>1074.36665582599</c:v>
                </c:pt>
                <c:pt idx="221">
                  <c:v>1074.536227741</c:v>
                </c:pt>
                <c:pt idx="222">
                  <c:v>1073.19310502773</c:v>
                </c:pt>
                <c:pt idx="223">
                  <c:v>1071.66292283376</c:v>
                </c:pt>
                <c:pt idx="224">
                  <c:v>1072.35240627921</c:v>
                </c:pt>
                <c:pt idx="225">
                  <c:v>1070.73649268746</c:v>
                </c:pt>
                <c:pt idx="226">
                  <c:v>1071.4034356727</c:v>
                </c:pt>
                <c:pt idx="227">
                  <c:v>1071.76757600188</c:v>
                </c:pt>
                <c:pt idx="228">
                  <c:v>1072.32548224515</c:v>
                </c:pt>
                <c:pt idx="229">
                  <c:v>1073.07890309547</c:v>
                </c:pt>
                <c:pt idx="230">
                  <c:v>1072.34044396703</c:v>
                </c:pt>
                <c:pt idx="231">
                  <c:v>1071.23021563375</c:v>
                </c:pt>
                <c:pt idx="232">
                  <c:v>1070.26613811727</c:v>
                </c:pt>
                <c:pt idx="233">
                  <c:v>1070.39576261556</c:v>
                </c:pt>
                <c:pt idx="234">
                  <c:v>1073.08321886112</c:v>
                </c:pt>
                <c:pt idx="235">
                  <c:v>1071.06531897389</c:v>
                </c:pt>
                <c:pt idx="236">
                  <c:v>1073.61530352722</c:v>
                </c:pt>
                <c:pt idx="237">
                  <c:v>1074.91425953653</c:v>
                </c:pt>
                <c:pt idx="238">
                  <c:v>1075.00302266469</c:v>
                </c:pt>
                <c:pt idx="239">
                  <c:v>1076.11434044687</c:v>
                </c:pt>
                <c:pt idx="240">
                  <c:v>1075.77160512795</c:v>
                </c:pt>
                <c:pt idx="241">
                  <c:v>1075.50410869781</c:v>
                </c:pt>
                <c:pt idx="242">
                  <c:v>1075.89216356413</c:v>
                </c:pt>
                <c:pt idx="243">
                  <c:v>1075.90887296681</c:v>
                </c:pt>
                <c:pt idx="244">
                  <c:v>1076.38633037939</c:v>
                </c:pt>
                <c:pt idx="245">
                  <c:v>1076.1866863145</c:v>
                </c:pt>
                <c:pt idx="246">
                  <c:v>1076.05850791649</c:v>
                </c:pt>
                <c:pt idx="247">
                  <c:v>1075.02045856488</c:v>
                </c:pt>
                <c:pt idx="248">
                  <c:v>1073.50290842753</c:v>
                </c:pt>
                <c:pt idx="249">
                  <c:v>1074.03227385838</c:v>
                </c:pt>
                <c:pt idx="250">
                  <c:v>1074.05161393397</c:v>
                </c:pt>
                <c:pt idx="251">
                  <c:v>1074.7577230356</c:v>
                </c:pt>
                <c:pt idx="252">
                  <c:v>1075.60481537159</c:v>
                </c:pt>
                <c:pt idx="253">
                  <c:v>1076.789807887</c:v>
                </c:pt>
                <c:pt idx="254">
                  <c:v>1076.77890261596</c:v>
                </c:pt>
                <c:pt idx="255">
                  <c:v>1076.41149794142</c:v>
                </c:pt>
                <c:pt idx="256">
                  <c:v>1076.9722055876</c:v>
                </c:pt>
                <c:pt idx="257">
                  <c:v>1076.0829853709</c:v>
                </c:pt>
                <c:pt idx="258">
                  <c:v>1076.39902825945</c:v>
                </c:pt>
                <c:pt idx="259">
                  <c:v>1075.9223518882</c:v>
                </c:pt>
                <c:pt idx="260">
                  <c:v>1075.76407289754</c:v>
                </c:pt>
                <c:pt idx="261">
                  <c:v>1075.9193516878</c:v>
                </c:pt>
                <c:pt idx="262">
                  <c:v>1075.04095294089</c:v>
                </c:pt>
                <c:pt idx="263">
                  <c:v>1074.34415924354</c:v>
                </c:pt>
                <c:pt idx="264">
                  <c:v>1074.21511879498</c:v>
                </c:pt>
                <c:pt idx="265">
                  <c:v>1073.51776344181</c:v>
                </c:pt>
                <c:pt idx="266">
                  <c:v>1073.5569770574</c:v>
                </c:pt>
                <c:pt idx="267">
                  <c:v>1071.55030992945</c:v>
                </c:pt>
                <c:pt idx="268">
                  <c:v>1066.97848228205</c:v>
                </c:pt>
                <c:pt idx="269">
                  <c:v>1070.6062134971</c:v>
                </c:pt>
                <c:pt idx="270">
                  <c:v>1072.94031164204</c:v>
                </c:pt>
                <c:pt idx="271">
                  <c:v>1074.26198212746</c:v>
                </c:pt>
                <c:pt idx="272">
                  <c:v>1076.19615266893</c:v>
                </c:pt>
                <c:pt idx="273">
                  <c:v>1079.21406486944</c:v>
                </c:pt>
                <c:pt idx="274">
                  <c:v>1079.44445050626</c:v>
                </c:pt>
                <c:pt idx="275">
                  <c:v>1080.19541615941</c:v>
                </c:pt>
                <c:pt idx="276">
                  <c:v>1077.40419847843</c:v>
                </c:pt>
                <c:pt idx="277">
                  <c:v>1079.34172979983</c:v>
                </c:pt>
                <c:pt idx="278">
                  <c:v>1082.59805370886</c:v>
                </c:pt>
                <c:pt idx="279">
                  <c:v>1085.48790061147</c:v>
                </c:pt>
                <c:pt idx="280">
                  <c:v>1082.13401502262</c:v>
                </c:pt>
                <c:pt idx="281">
                  <c:v>1083.09126582721</c:v>
                </c:pt>
                <c:pt idx="282">
                  <c:v>1082.58256798776</c:v>
                </c:pt>
                <c:pt idx="283">
                  <c:v>1082.96759383783</c:v>
                </c:pt>
                <c:pt idx="284">
                  <c:v>1082.11340818897</c:v>
                </c:pt>
                <c:pt idx="285">
                  <c:v>1081.41935704127</c:v>
                </c:pt>
                <c:pt idx="286">
                  <c:v>1080.74284257872</c:v>
                </c:pt>
                <c:pt idx="287">
                  <c:v>1082.24253568566</c:v>
                </c:pt>
                <c:pt idx="288">
                  <c:v>1082.20731224334</c:v>
                </c:pt>
                <c:pt idx="289">
                  <c:v>1082.45219765922</c:v>
                </c:pt>
                <c:pt idx="290">
                  <c:v>1083.33179936349</c:v>
                </c:pt>
                <c:pt idx="291">
                  <c:v>1085.44322524482</c:v>
                </c:pt>
                <c:pt idx="292">
                  <c:v>1090.37098709636</c:v>
                </c:pt>
                <c:pt idx="293">
                  <c:v>1091.42228003191</c:v>
                </c:pt>
                <c:pt idx="294">
                  <c:v>1091.93775754342</c:v>
                </c:pt>
                <c:pt idx="295">
                  <c:v>1093.46980137407</c:v>
                </c:pt>
                <c:pt idx="296">
                  <c:v>1095.21703309118</c:v>
                </c:pt>
                <c:pt idx="297">
                  <c:v>1094.06682648546</c:v>
                </c:pt>
                <c:pt idx="298">
                  <c:v>1094.01981309558</c:v>
                </c:pt>
                <c:pt idx="299">
                  <c:v>1093.44255660004</c:v>
                </c:pt>
                <c:pt idx="300">
                  <c:v>1092.72350256849</c:v>
                </c:pt>
                <c:pt idx="301">
                  <c:v>1092.43837175619</c:v>
                </c:pt>
                <c:pt idx="302">
                  <c:v>1091.01084606749</c:v>
                </c:pt>
                <c:pt idx="303">
                  <c:v>1092.57750818219</c:v>
                </c:pt>
                <c:pt idx="304">
                  <c:v>1094.00067196649</c:v>
                </c:pt>
                <c:pt idx="305">
                  <c:v>1094.2914897115</c:v>
                </c:pt>
                <c:pt idx="306">
                  <c:v>1094.07839490718</c:v>
                </c:pt>
                <c:pt idx="307">
                  <c:v>1094.31095574983</c:v>
                </c:pt>
                <c:pt idx="308">
                  <c:v>1095.67965482143</c:v>
                </c:pt>
                <c:pt idx="309">
                  <c:v>1095.77800782086</c:v>
                </c:pt>
                <c:pt idx="310">
                  <c:v>1095.93668532864</c:v>
                </c:pt>
                <c:pt idx="311">
                  <c:v>1095.87626366439</c:v>
                </c:pt>
                <c:pt idx="312">
                  <c:v>1095.57159967046</c:v>
                </c:pt>
                <c:pt idx="313">
                  <c:v>1095.91706067491</c:v>
                </c:pt>
                <c:pt idx="314">
                  <c:v>1097.25577434794</c:v>
                </c:pt>
                <c:pt idx="315">
                  <c:v>1098.20127290564</c:v>
                </c:pt>
                <c:pt idx="316">
                  <c:v>1099.77051870549</c:v>
                </c:pt>
                <c:pt idx="317">
                  <c:v>1103.91766079975</c:v>
                </c:pt>
                <c:pt idx="318">
                  <c:v>1103.23502731519</c:v>
                </c:pt>
                <c:pt idx="319">
                  <c:v>1105.48847467855</c:v>
                </c:pt>
                <c:pt idx="320">
                  <c:v>1106.54772735294</c:v>
                </c:pt>
                <c:pt idx="321">
                  <c:v>1109.66393125082</c:v>
                </c:pt>
                <c:pt idx="322">
                  <c:v>1109.81780123614</c:v>
                </c:pt>
                <c:pt idx="323">
                  <c:v>1109.75027425504</c:v>
                </c:pt>
                <c:pt idx="324">
                  <c:v>1109.05257149688</c:v>
                </c:pt>
                <c:pt idx="325">
                  <c:v>1109.6719739287</c:v>
                </c:pt>
                <c:pt idx="326">
                  <c:v>1109.07944195865</c:v>
                </c:pt>
                <c:pt idx="327">
                  <c:v>1109.17944907026</c:v>
                </c:pt>
                <c:pt idx="328">
                  <c:v>1109.78435941399</c:v>
                </c:pt>
                <c:pt idx="329">
                  <c:v>1109.58707413425</c:v>
                </c:pt>
                <c:pt idx="330">
                  <c:v>1109.82996703676</c:v>
                </c:pt>
                <c:pt idx="331">
                  <c:v>1109.68671561829</c:v>
                </c:pt>
                <c:pt idx="332">
                  <c:v>1109.55173717695</c:v>
                </c:pt>
                <c:pt idx="333">
                  <c:v>1105.81541363368</c:v>
                </c:pt>
                <c:pt idx="334">
                  <c:v>1107.86616888604</c:v>
                </c:pt>
                <c:pt idx="335">
                  <c:v>1107.2230819768</c:v>
                </c:pt>
                <c:pt idx="336">
                  <c:v>1107.91680844526</c:v>
                </c:pt>
                <c:pt idx="337">
                  <c:v>1106.4549740253</c:v>
                </c:pt>
                <c:pt idx="338">
                  <c:v>1107.93988099306</c:v>
                </c:pt>
                <c:pt idx="339">
                  <c:v>1109.0840181958</c:v>
                </c:pt>
                <c:pt idx="340">
                  <c:v>1110.3007525071</c:v>
                </c:pt>
                <c:pt idx="341">
                  <c:v>1110.20441117544</c:v>
                </c:pt>
                <c:pt idx="342">
                  <c:v>1109.81755176151</c:v>
                </c:pt>
                <c:pt idx="343">
                  <c:v>1109.82254770622</c:v>
                </c:pt>
                <c:pt idx="344">
                  <c:v>1109.08906997982</c:v>
                </c:pt>
                <c:pt idx="345">
                  <c:v>1109.60023613787</c:v>
                </c:pt>
                <c:pt idx="346">
                  <c:v>1108.73468476675</c:v>
                </c:pt>
                <c:pt idx="347">
                  <c:v>1108.75932857525</c:v>
                </c:pt>
                <c:pt idx="348">
                  <c:v>1107.75196559604</c:v>
                </c:pt>
                <c:pt idx="349">
                  <c:v>1108.65034978715</c:v>
                </c:pt>
                <c:pt idx="350">
                  <c:v>1108.86673089216</c:v>
                </c:pt>
                <c:pt idx="351">
                  <c:v>1110.76858006113</c:v>
                </c:pt>
                <c:pt idx="352">
                  <c:v>1111.12875736831</c:v>
                </c:pt>
                <c:pt idx="353">
                  <c:v>1111.1703888124</c:v>
                </c:pt>
                <c:pt idx="354">
                  <c:v>1110.25738719299</c:v>
                </c:pt>
                <c:pt idx="355">
                  <c:v>1108.82817660625</c:v>
                </c:pt>
                <c:pt idx="356">
                  <c:v>1103.60338174334</c:v>
                </c:pt>
                <c:pt idx="357">
                  <c:v>1105.56889787826</c:v>
                </c:pt>
                <c:pt idx="358">
                  <c:v>1105.66445894285</c:v>
                </c:pt>
                <c:pt idx="359">
                  <c:v>1105.89204465021</c:v>
                </c:pt>
                <c:pt idx="360">
                  <c:v>1107.67427410468</c:v>
                </c:pt>
                <c:pt idx="361">
                  <c:v>1109.06015653617</c:v>
                </c:pt>
                <c:pt idx="362">
                  <c:v>1108.21766920457</c:v>
                </c:pt>
                <c:pt idx="363">
                  <c:v>1106.78123680983</c:v>
                </c:pt>
                <c:pt idx="364">
                  <c:v>1104.15574814807</c:v>
                </c:pt>
                <c:pt idx="365">
                  <c:v>1104.95813607772</c:v>
                </c:pt>
                <c:pt idx="366">
                  <c:v>1100.05710374799</c:v>
                </c:pt>
                <c:pt idx="367">
                  <c:v>1103.72108996867</c:v>
                </c:pt>
                <c:pt idx="368">
                  <c:v>1101.84293133992</c:v>
                </c:pt>
                <c:pt idx="369">
                  <c:v>1103.15559845482</c:v>
                </c:pt>
                <c:pt idx="370">
                  <c:v>1103.28017612032</c:v>
                </c:pt>
                <c:pt idx="371">
                  <c:v>1100.0716890339</c:v>
                </c:pt>
                <c:pt idx="372">
                  <c:v>1097.13392956879</c:v>
                </c:pt>
                <c:pt idx="373">
                  <c:v>1091.68750699461</c:v>
                </c:pt>
                <c:pt idx="374">
                  <c:v>1091.63486009036</c:v>
                </c:pt>
                <c:pt idx="375">
                  <c:v>1086.82350355383</c:v>
                </c:pt>
                <c:pt idx="376">
                  <c:v>1083.06383234676</c:v>
                </c:pt>
                <c:pt idx="377">
                  <c:v>1087.75017769366</c:v>
                </c:pt>
                <c:pt idx="378">
                  <c:v>1092.78967274623</c:v>
                </c:pt>
                <c:pt idx="379">
                  <c:v>1077.50934985824</c:v>
                </c:pt>
                <c:pt idx="380">
                  <c:v>1092.04731972502</c:v>
                </c:pt>
                <c:pt idx="381">
                  <c:v>1096.61959932451</c:v>
                </c:pt>
                <c:pt idx="382">
                  <c:v>1094.28735460565</c:v>
                </c:pt>
                <c:pt idx="383">
                  <c:v>1094.48833831588</c:v>
                </c:pt>
                <c:pt idx="384">
                  <c:v>1093.90511776967</c:v>
                </c:pt>
                <c:pt idx="385">
                  <c:v>1097.54004082595</c:v>
                </c:pt>
                <c:pt idx="386">
                  <c:v>1100.01787724423</c:v>
                </c:pt>
                <c:pt idx="387">
                  <c:v>1085.31021948709</c:v>
                </c:pt>
                <c:pt idx="388">
                  <c:v>1088.89492902884</c:v>
                </c:pt>
                <c:pt idx="389">
                  <c:v>1086.77201805763</c:v>
                </c:pt>
                <c:pt idx="390">
                  <c:v>1090.10329513747</c:v>
                </c:pt>
                <c:pt idx="391">
                  <c:v>1095.31751661969</c:v>
                </c:pt>
                <c:pt idx="392">
                  <c:v>1097.61352968185</c:v>
                </c:pt>
                <c:pt idx="393">
                  <c:v>1100.95551130529</c:v>
                </c:pt>
                <c:pt idx="394">
                  <c:v>1111.61833709193</c:v>
                </c:pt>
                <c:pt idx="395">
                  <c:v>1118.78375282673</c:v>
                </c:pt>
                <c:pt idx="396">
                  <c:v>1115.50574229678</c:v>
                </c:pt>
                <c:pt idx="397">
                  <c:v>1121.30375087041</c:v>
                </c:pt>
                <c:pt idx="398">
                  <c:v>1126.5769768404</c:v>
                </c:pt>
                <c:pt idx="399">
                  <c:v>1134.3673097117</c:v>
                </c:pt>
                <c:pt idx="400">
                  <c:v>1134.01625774381</c:v>
                </c:pt>
                <c:pt idx="401">
                  <c:v>1133.26220416434</c:v>
                </c:pt>
                <c:pt idx="402">
                  <c:v>1134.95598479483</c:v>
                </c:pt>
                <c:pt idx="403">
                  <c:v>1135.05992653531</c:v>
                </c:pt>
                <c:pt idx="404">
                  <c:v>1134.3647990748</c:v>
                </c:pt>
                <c:pt idx="405">
                  <c:v>1132.82235026985</c:v>
                </c:pt>
                <c:pt idx="406">
                  <c:v>1132.56588105653</c:v>
                </c:pt>
                <c:pt idx="407">
                  <c:v>1128.75253230873</c:v>
                </c:pt>
                <c:pt idx="408">
                  <c:v>1130.66429767904</c:v>
                </c:pt>
                <c:pt idx="409">
                  <c:v>1132.4490246604</c:v>
                </c:pt>
                <c:pt idx="410">
                  <c:v>1134.85888651607</c:v>
                </c:pt>
                <c:pt idx="411">
                  <c:v>1135.19600775223</c:v>
                </c:pt>
                <c:pt idx="412">
                  <c:v>1136.96624613588</c:v>
                </c:pt>
                <c:pt idx="413">
                  <c:v>1136.25051015746</c:v>
                </c:pt>
                <c:pt idx="414">
                  <c:v>1138.77083308283</c:v>
                </c:pt>
                <c:pt idx="415">
                  <c:v>1137.49213881696</c:v>
                </c:pt>
                <c:pt idx="416">
                  <c:v>1137.50189641722</c:v>
                </c:pt>
                <c:pt idx="417">
                  <c:v>1137.40016288243</c:v>
                </c:pt>
                <c:pt idx="418">
                  <c:v>1129.72594007925</c:v>
                </c:pt>
                <c:pt idx="419">
                  <c:v>1128.38851426402</c:v>
                </c:pt>
                <c:pt idx="420">
                  <c:v>1131.17279481498</c:v>
                </c:pt>
                <c:pt idx="421">
                  <c:v>1131.16316674071</c:v>
                </c:pt>
                <c:pt idx="422">
                  <c:v>1131.73651976615</c:v>
                </c:pt>
                <c:pt idx="423">
                  <c:v>1132.97073536127</c:v>
                </c:pt>
                <c:pt idx="424">
                  <c:v>1132.84020133692</c:v>
                </c:pt>
                <c:pt idx="425">
                  <c:v>1134.7811963374</c:v>
                </c:pt>
                <c:pt idx="426">
                  <c:v>1135.8390344756</c:v>
                </c:pt>
                <c:pt idx="427">
                  <c:v>1135.91034376516</c:v>
                </c:pt>
                <c:pt idx="428">
                  <c:v>1131.87432070151</c:v>
                </c:pt>
                <c:pt idx="429">
                  <c:v>1136.40168199672</c:v>
                </c:pt>
                <c:pt idx="430">
                  <c:v>1138.07978232261</c:v>
                </c:pt>
                <c:pt idx="431">
                  <c:v>1141.68641431081</c:v>
                </c:pt>
                <c:pt idx="432">
                  <c:v>1141.68469331423</c:v>
                </c:pt>
                <c:pt idx="433">
                  <c:v>1143.2717699679</c:v>
                </c:pt>
                <c:pt idx="434">
                  <c:v>1143.77927192986</c:v>
                </c:pt>
                <c:pt idx="435">
                  <c:v>1143.48191799026</c:v>
                </c:pt>
                <c:pt idx="436">
                  <c:v>1147.47751296844</c:v>
                </c:pt>
                <c:pt idx="437">
                  <c:v>1148.92831858585</c:v>
                </c:pt>
                <c:pt idx="438">
                  <c:v>1151.13595423686</c:v>
                </c:pt>
                <c:pt idx="439">
                  <c:v>1157.15399474772</c:v>
                </c:pt>
                <c:pt idx="440">
                  <c:v>1156.38334445471</c:v>
                </c:pt>
                <c:pt idx="441">
                  <c:v>1156.16888652885</c:v>
                </c:pt>
                <c:pt idx="442">
                  <c:v>1156.37038031004</c:v>
                </c:pt>
                <c:pt idx="443">
                  <c:v>1154.74238995759</c:v>
                </c:pt>
                <c:pt idx="444">
                  <c:v>1154.51949295301</c:v>
                </c:pt>
                <c:pt idx="445">
                  <c:v>1155.06566182963</c:v>
                </c:pt>
                <c:pt idx="446">
                  <c:v>1155.69566146284</c:v>
                </c:pt>
                <c:pt idx="447">
                  <c:v>1156.86830027545</c:v>
                </c:pt>
                <c:pt idx="448">
                  <c:v>1156.50346157283</c:v>
                </c:pt>
                <c:pt idx="449">
                  <c:v>1157.38242844881</c:v>
                </c:pt>
                <c:pt idx="450">
                  <c:v>1155.57682815448</c:v>
                </c:pt>
                <c:pt idx="451">
                  <c:v>1157.97364523879</c:v>
                </c:pt>
                <c:pt idx="452">
                  <c:v>1157.70161741256</c:v>
                </c:pt>
                <c:pt idx="453">
                  <c:v>1153.11201280172</c:v>
                </c:pt>
                <c:pt idx="454">
                  <c:v>1154.68968040274</c:v>
                </c:pt>
                <c:pt idx="455">
                  <c:v>1158.66344065332</c:v>
                </c:pt>
                <c:pt idx="456">
                  <c:v>1160.83923850617</c:v>
                </c:pt>
                <c:pt idx="457">
                  <c:v>1161.62407803368</c:v>
                </c:pt>
                <c:pt idx="458">
                  <c:v>1162.68171792348</c:v>
                </c:pt>
                <c:pt idx="459">
                  <c:v>1164.97221957119</c:v>
                </c:pt>
                <c:pt idx="460">
                  <c:v>1168.12767655708</c:v>
                </c:pt>
                <c:pt idx="461">
                  <c:v>1166.83498327394</c:v>
                </c:pt>
                <c:pt idx="462">
                  <c:v>1165.56712158616</c:v>
                </c:pt>
                <c:pt idx="463">
                  <c:v>1166.21754153411</c:v>
                </c:pt>
                <c:pt idx="464">
                  <c:v>1164.07679962283</c:v>
                </c:pt>
                <c:pt idx="465">
                  <c:v>1163.59255706852</c:v>
                </c:pt>
                <c:pt idx="466">
                  <c:v>1165.11231825689</c:v>
                </c:pt>
                <c:pt idx="467">
                  <c:v>1163.7248777032</c:v>
                </c:pt>
                <c:pt idx="468">
                  <c:v>1163.09750215634</c:v>
                </c:pt>
                <c:pt idx="469">
                  <c:v>1163.5993284097</c:v>
                </c:pt>
                <c:pt idx="470">
                  <c:v>1163.68471400521</c:v>
                </c:pt>
                <c:pt idx="471">
                  <c:v>1164.88358286735</c:v>
                </c:pt>
                <c:pt idx="472">
                  <c:v>1163.37759555874</c:v>
                </c:pt>
                <c:pt idx="473">
                  <c:v>1165.11133428842</c:v>
                </c:pt>
                <c:pt idx="474">
                  <c:v>1161.61838137296</c:v>
                </c:pt>
                <c:pt idx="475">
                  <c:v>1161.74329819882</c:v>
                </c:pt>
                <c:pt idx="476">
                  <c:v>1162.12353280641</c:v>
                </c:pt>
                <c:pt idx="477">
                  <c:v>1163.2190838261</c:v>
                </c:pt>
                <c:pt idx="478">
                  <c:v>1166.07567212409</c:v>
                </c:pt>
                <c:pt idx="479">
                  <c:v>1167.09213793686</c:v>
                </c:pt>
                <c:pt idx="480">
                  <c:v>1168.71046970198</c:v>
                </c:pt>
                <c:pt idx="481">
                  <c:v>1168.35315892219</c:v>
                </c:pt>
                <c:pt idx="482">
                  <c:v>1165.20774770676</c:v>
                </c:pt>
                <c:pt idx="483">
                  <c:v>1167.33580569314</c:v>
                </c:pt>
                <c:pt idx="484">
                  <c:v>1167.93467309989</c:v>
                </c:pt>
                <c:pt idx="485">
                  <c:v>1166.74634921976</c:v>
                </c:pt>
                <c:pt idx="486">
                  <c:v>1166.02047453098</c:v>
                </c:pt>
                <c:pt idx="487">
                  <c:v>1166.53637533986</c:v>
                </c:pt>
                <c:pt idx="488">
                  <c:v>1169.00369688782</c:v>
                </c:pt>
                <c:pt idx="489">
                  <c:v>1169.56587188922</c:v>
                </c:pt>
                <c:pt idx="490">
                  <c:v>1170.43692716224</c:v>
                </c:pt>
                <c:pt idx="491">
                  <c:v>1169.04741617757</c:v>
                </c:pt>
                <c:pt idx="492">
                  <c:v>1166.5600319194</c:v>
                </c:pt>
                <c:pt idx="493">
                  <c:v>1165.26456622652</c:v>
                </c:pt>
                <c:pt idx="494">
                  <c:v>1156.09105731665</c:v>
                </c:pt>
                <c:pt idx="495">
                  <c:v>1164.3426717191</c:v>
                </c:pt>
                <c:pt idx="496">
                  <c:v>1166.911236551</c:v>
                </c:pt>
                <c:pt idx="497">
                  <c:v>1165.85971772491</c:v>
                </c:pt>
                <c:pt idx="498">
                  <c:v>1167.98430221197</c:v>
                </c:pt>
                <c:pt idx="499">
                  <c:v>1170.45720653861</c:v>
                </c:pt>
                <c:pt idx="500">
                  <c:v>1171.72928482487</c:v>
                </c:pt>
                <c:pt idx="501">
                  <c:v>1172.50103297364</c:v>
                </c:pt>
                <c:pt idx="502">
                  <c:v>1171.83558307411</c:v>
                </c:pt>
                <c:pt idx="503">
                  <c:v>1172.61761371778</c:v>
                </c:pt>
                <c:pt idx="504">
                  <c:v>1173.53228184193</c:v>
                </c:pt>
                <c:pt idx="505">
                  <c:v>1172.22686964249</c:v>
                </c:pt>
                <c:pt idx="506">
                  <c:v>1172.17297446961</c:v>
                </c:pt>
                <c:pt idx="507">
                  <c:v>1171.26514697112</c:v>
                </c:pt>
                <c:pt idx="508">
                  <c:v>1171.29066809633</c:v>
                </c:pt>
                <c:pt idx="509">
                  <c:v>1172.4911081324</c:v>
                </c:pt>
                <c:pt idx="510">
                  <c:v>1171.82513830119</c:v>
                </c:pt>
                <c:pt idx="511">
                  <c:v>1172.13259722986</c:v>
                </c:pt>
                <c:pt idx="512">
                  <c:v>1173.75877322872</c:v>
                </c:pt>
                <c:pt idx="513">
                  <c:v>1173.82223830549</c:v>
                </c:pt>
                <c:pt idx="514">
                  <c:v>1170.03393252355</c:v>
                </c:pt>
                <c:pt idx="515">
                  <c:v>1172.4616235348</c:v>
                </c:pt>
                <c:pt idx="516">
                  <c:v>1171.02292128302</c:v>
                </c:pt>
                <c:pt idx="517">
                  <c:v>1172.70343807244</c:v>
                </c:pt>
                <c:pt idx="518">
                  <c:v>1170.50757387384</c:v>
                </c:pt>
                <c:pt idx="519">
                  <c:v>1171.18760004374</c:v>
                </c:pt>
                <c:pt idx="520">
                  <c:v>1170.22565412647</c:v>
                </c:pt>
                <c:pt idx="521">
                  <c:v>1170.97503099529</c:v>
                </c:pt>
                <c:pt idx="522">
                  <c:v>1174.18599531786</c:v>
                </c:pt>
                <c:pt idx="523">
                  <c:v>1175.57213270294</c:v>
                </c:pt>
                <c:pt idx="524">
                  <c:v>1174.11008188543</c:v>
                </c:pt>
                <c:pt idx="525">
                  <c:v>1176.20470819049</c:v>
                </c:pt>
                <c:pt idx="526">
                  <c:v>1177.46837971127</c:v>
                </c:pt>
                <c:pt idx="527">
                  <c:v>1178.06705313773</c:v>
                </c:pt>
                <c:pt idx="528">
                  <c:v>1175.82849416031</c:v>
                </c:pt>
                <c:pt idx="529">
                  <c:v>1168.9423164458</c:v>
                </c:pt>
                <c:pt idx="530">
                  <c:v>1167.07383330117</c:v>
                </c:pt>
                <c:pt idx="531">
                  <c:v>1154.4733804814</c:v>
                </c:pt>
                <c:pt idx="532">
                  <c:v>1154.95663594635</c:v>
                </c:pt>
                <c:pt idx="533">
                  <c:v>1149.55359200165</c:v>
                </c:pt>
                <c:pt idx="534">
                  <c:v>1138.66589614978</c:v>
                </c:pt>
                <c:pt idx="535">
                  <c:v>1147.39001644358</c:v>
                </c:pt>
                <c:pt idx="536">
                  <c:v>1149.82010940062</c:v>
                </c:pt>
                <c:pt idx="537">
                  <c:v>1159.57398346359</c:v>
                </c:pt>
                <c:pt idx="538">
                  <c:v>1160.11835876301</c:v>
                </c:pt>
                <c:pt idx="539">
                  <c:v>1163.27353197838</c:v>
                </c:pt>
                <c:pt idx="540">
                  <c:v>1159.03007251697</c:v>
                </c:pt>
                <c:pt idx="541">
                  <c:v>1151.70687726819</c:v>
                </c:pt>
                <c:pt idx="542">
                  <c:v>1156.74152230891</c:v>
                </c:pt>
                <c:pt idx="543">
                  <c:v>1160.53417090533</c:v>
                </c:pt>
                <c:pt idx="544">
                  <c:v>1162.55060627</c:v>
                </c:pt>
                <c:pt idx="545">
                  <c:v>1165.57264078701</c:v>
                </c:pt>
                <c:pt idx="546">
                  <c:v>1165.09090918786</c:v>
                </c:pt>
                <c:pt idx="547">
                  <c:v>1168.82757729157</c:v>
                </c:pt>
                <c:pt idx="548">
                  <c:v>1170.75534899244</c:v>
                </c:pt>
                <c:pt idx="549">
                  <c:v>1170.63170405899</c:v>
                </c:pt>
                <c:pt idx="550">
                  <c:v>1166.18725615456</c:v>
                </c:pt>
                <c:pt idx="551">
                  <c:v>1159.21633509994</c:v>
                </c:pt>
                <c:pt idx="552">
                  <c:v>1164.56669854615</c:v>
                </c:pt>
                <c:pt idx="553">
                  <c:v>1161.96513545252</c:v>
                </c:pt>
                <c:pt idx="554">
                  <c:v>1170.09823512212</c:v>
                </c:pt>
                <c:pt idx="555">
                  <c:v>1183.35138534776</c:v>
                </c:pt>
                <c:pt idx="556">
                  <c:v>1176.55228652258</c:v>
                </c:pt>
                <c:pt idx="557">
                  <c:v>1198.04383590308</c:v>
                </c:pt>
                <c:pt idx="558">
                  <c:v>1199.73181398462</c:v>
                </c:pt>
                <c:pt idx="559">
                  <c:v>1201.83226592971</c:v>
                </c:pt>
                <c:pt idx="560">
                  <c:v>1201.46114800081</c:v>
                </c:pt>
                <c:pt idx="561">
                  <c:v>1209.30019815465</c:v>
                </c:pt>
                <c:pt idx="562">
                  <c:v>1207.55428324078</c:v>
                </c:pt>
                <c:pt idx="563">
                  <c:v>1208.01836764828</c:v>
                </c:pt>
                <c:pt idx="564">
                  <c:v>1210.68387169537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804138164"/>
        <c:axId val="820669163"/>
      </c:lineChart>
      <c:dateAx>
        <c:axId val="80413816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20669163"/>
        <c:crosses val="autoZero"/>
        <c:auto val="1"/>
        <c:lblOffset val="100"/>
        <c:baseTimeUnit val="days"/>
      </c:dateAx>
      <c:valAx>
        <c:axId val="820669163"/>
        <c:scaling>
          <c:orientation val="minMax"/>
          <c:min val="8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041381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0839" cy="54099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7999" y="0"/>
            <a:ext cx="2920839" cy="54099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41472"/>
            <a:ext cx="2920839" cy="5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7999" y="10241472"/>
            <a:ext cx="2920839" cy="5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6346" cy="496491"/>
          </a:xfrm>
          <a:prstGeom prst="rect">
            <a:avLst/>
          </a:prstGeom>
        </p:spPr>
        <p:txBody>
          <a:bodyPr vert="horz" lIns="95532" tIns="47766" rIns="95532" bIns="47766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1344" y="0"/>
            <a:ext cx="2946346" cy="496491"/>
          </a:xfrm>
          <a:prstGeom prst="rect">
            <a:avLst/>
          </a:prstGeom>
        </p:spPr>
        <p:txBody>
          <a:bodyPr vert="horz" lIns="95532" tIns="47766" rIns="95532" bIns="47766" rtlCol="0"/>
          <a:lstStyle>
            <a:lvl1pPr algn="r">
              <a:defRPr sz="1300"/>
            </a:lvl1pPr>
          </a:lstStyle>
          <a:p>
            <a:fld id="{C15581D4-3A88-4DC6-A90B-11FBCB4D5F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6125"/>
            <a:ext cx="5376863" cy="3722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32" tIns="47766" rIns="95532" bIns="47766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5532" tIns="47766" rIns="95532" bIns="4776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431600"/>
            <a:ext cx="2946346" cy="496491"/>
          </a:xfrm>
          <a:prstGeom prst="rect">
            <a:avLst/>
          </a:prstGeom>
        </p:spPr>
        <p:txBody>
          <a:bodyPr vert="horz" lIns="95532" tIns="47766" rIns="95532" bIns="47766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1344" y="9431600"/>
            <a:ext cx="2946346" cy="496491"/>
          </a:xfrm>
          <a:prstGeom prst="rect">
            <a:avLst/>
          </a:prstGeom>
        </p:spPr>
        <p:txBody>
          <a:bodyPr vert="horz" lIns="95532" tIns="47766" rIns="95532" bIns="47766" rtlCol="0" anchor="b"/>
          <a:lstStyle>
            <a:lvl1pPr algn="r">
              <a:defRPr sz="1300"/>
            </a:lvl1pPr>
          </a:lstStyle>
          <a:p>
            <a:fld id="{D48525A2-B1AD-4065-8B54-61463063EC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8525A2-B1AD-4065-8B54-61463063EC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3101726" y="2421032"/>
            <a:ext cx="0" cy="1440000"/>
          </a:xfrm>
          <a:prstGeom prst="line">
            <a:avLst/>
          </a:prstGeom>
          <a:noFill/>
          <a:ln w="15875" cap="flat" cmpd="sng" algn="ctr">
            <a:solidFill>
              <a:srgbClr val="D20A10"/>
            </a:solidFill>
            <a:prstDash val="solid"/>
          </a:ln>
          <a:effectLst/>
        </p:spPr>
      </p:cxnSp>
      <p:sp>
        <p:nvSpPr>
          <p:cNvPr id="7" name="标题 1"/>
          <p:cNvSpPr txBox="1"/>
          <p:nvPr userDrawn="1"/>
        </p:nvSpPr>
        <p:spPr>
          <a:xfrm>
            <a:off x="3667524" y="2867402"/>
            <a:ext cx="5188927" cy="57606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vert="horz" wrap="square" lIns="0" tIns="31247" rIns="0" bIns="31247" numCol="1" anchor="ctr" anchorCtr="0" compatLnSpc="1">
            <a:normAutofit/>
          </a:bodyPr>
          <a:lstStyle>
            <a:lvl1pPr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lang="zh-CN" altLang="en-US" sz="3200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  <a:sym typeface="楷体GB_2312"/>
              </a:defRPr>
            </a:lvl1pPr>
          </a:lstStyle>
          <a:p>
            <a:r>
              <a:rPr dirty="0">
                <a:solidFill>
                  <a:schemeClr val="bg1"/>
                </a:solidFill>
                <a:ea typeface="楷体" panose="02010609060101010101" pitchFamily="49" charset="-122"/>
              </a:rPr>
              <a:t>单击此处编辑母版标题样式</a:t>
            </a:r>
            <a:endParaRPr dirty="0">
              <a:solidFill>
                <a:schemeClr val="bg1"/>
              </a:solidFill>
              <a:ea typeface="楷体" panose="020106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271145"/>
            <a:ext cx="343535" cy="250825"/>
          </a:xfrm>
          <a:prstGeom prst="rect">
            <a:avLst/>
          </a:prstGeom>
          <a:solidFill>
            <a:srgbClr val="D20A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91" tIns="45596" rIns="91191" bIns="45596" spcCol="0" rtlCol="0" anchor="ctr"/>
          <a:lstStyle/>
          <a:p>
            <a:pPr algn="ctr"/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" y="6635262"/>
            <a:ext cx="4953002" cy="222738"/>
          </a:xfrm>
          <a:prstGeom prst="rect">
            <a:avLst/>
          </a:prstGeom>
          <a:solidFill>
            <a:srgbClr val="D20A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191" tIns="45596" rIns="91191" bIns="45596" spcCol="0" rtlCol="0" anchor="ctr"/>
          <a:lstStyle/>
          <a:p>
            <a:pPr algn="ctr"/>
            <a:endParaRPr lang="zh-CN" altLang="en-US">
              <a:ea typeface="楷体" panose="02010609060101010101" pitchFamily="49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3250119" y="2421032"/>
            <a:ext cx="6019800" cy="1435100"/>
          </a:xfrm>
          <a:solidFill>
            <a:srgbClr val="D20A10"/>
          </a:solidFill>
          <a:ln w="25400" cap="flat" cmpd="sng" algn="ctr">
            <a:noFill/>
            <a:prstDash val="solid"/>
          </a:ln>
          <a:effectLst/>
        </p:spPr>
        <p:txBody>
          <a:bodyPr lIns="91191" tIns="45596" rIns="91191" bIns="45596" rtlCol="0" anchor="ctr"/>
          <a:lstStyle>
            <a:lvl1pPr marL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lang="zh-CN" altLang="en-US" sz="3200" b="1" kern="1200" dirty="0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楷体GB_2312"/>
              </a:defRPr>
            </a:lvl1pPr>
            <a:lvl2pPr>
              <a:defRPr lang="zh-CN" alt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1800" smtClean="0">
                <a:solidFill>
                  <a:schemeClr val="tx1"/>
                </a:solidFill>
              </a:defRPr>
            </a:lvl4pPr>
            <a:lvl5pPr>
              <a:defRPr lang="zh-CN" altLang="en-US" sz="1800">
                <a:solidFill>
                  <a:schemeClr val="tx1"/>
                </a:solidFill>
              </a:defRPr>
            </a:lvl5pPr>
          </a:lstStyle>
          <a:p>
            <a:pPr marL="0" marR="0" lvl="0" indent="0" algn="ctr" defTabSz="91186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dirty="0"/>
              <a:t>文件名</a:t>
            </a:r>
            <a:endParaRPr lang="zh-CN" altLang="en-US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" y="2421032"/>
            <a:ext cx="2160000" cy="1435100"/>
          </a:xfrm>
          <a:solidFill>
            <a:schemeClr val="bg1">
              <a:lumMod val="85000"/>
            </a:schemeClr>
          </a:solidFill>
        </p:spPr>
        <p:txBody>
          <a:bodyPr anchor="ctr" anchorCtr="1"/>
          <a:lstStyle>
            <a:lvl1pPr>
              <a:buFontTx/>
              <a:buNone/>
              <a:defRPr lang="zh-CN" altLang="en-US" sz="2000" dirty="0" smtClean="0"/>
            </a:lvl1pPr>
          </a:lstStyle>
          <a:p>
            <a:pPr marL="0" lvl="0" indent="0">
              <a:buClr>
                <a:srgbClr val="0E345B"/>
              </a:buClr>
              <a:buFontTx/>
              <a:buNone/>
            </a:pPr>
            <a:r>
              <a:rPr lang="zh-CN" altLang="en-US" dirty="0"/>
              <a:t>客户</a:t>
            </a:r>
            <a:r>
              <a:rPr lang="en-US" altLang="zh-CN" dirty="0"/>
              <a:t>LOGO</a:t>
            </a:r>
            <a:endParaRPr lang="zh-CN" altLang="en-US" dirty="0"/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7257050" y="5926508"/>
            <a:ext cx="2160000" cy="360000"/>
          </a:xfr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lang="zh-CN" altLang="en-US" sz="1600" b="0" dirty="0" smtClean="0"/>
            </a:lvl1pPr>
          </a:lstStyle>
          <a:p>
            <a:pPr lvl="0" algn="r">
              <a:spcBef>
                <a:spcPct val="20000"/>
              </a:spcBef>
              <a:buClrTx/>
              <a:buNone/>
            </a:pPr>
            <a:r>
              <a:rPr lang="en-US" altLang="zh-CN" dirty="0"/>
              <a:t>XXXX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310" y="5803901"/>
            <a:ext cx="3042876" cy="521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93000" y="3267214"/>
            <a:ext cx="7920000" cy="582594"/>
          </a:xfrm>
          <a:solidFill>
            <a:schemeClr val="bg1"/>
          </a:solidFill>
          <a:ln>
            <a:noFill/>
            <a:miter lim="800000"/>
          </a:ln>
          <a:effectLst>
            <a:outerShdw blurRad="38100" dist="25400" dir="5400000" algn="ctr" rotWithShape="0">
              <a:srgbClr val="D20A10"/>
            </a:outerShdw>
          </a:effectLst>
        </p:spPr>
        <p:txBody>
          <a:bodyPr vert="horz" wrap="square" lIns="36000" tIns="31247" rIns="36000" bIns="31247" numCol="1" rtlCol="0" anchor="ctr" anchorCtr="0" compatLnSpc="1">
            <a:noAutofit/>
          </a:bodyPr>
          <a:lstStyle>
            <a:lvl1pPr>
              <a:defRPr lang="zh-CN" altLang="en-US" sz="3200"/>
            </a:lvl1pPr>
          </a:lstStyle>
          <a:p>
            <a:pPr lvl="0" algn="ctr" eaLnBrk="0" fontAlgn="base" hangingPunct="0">
              <a:spcAft>
                <a:spcPct val="0"/>
              </a:spcAft>
            </a:pPr>
            <a:r>
              <a:rPr lang="zh-CN" altLang="en-US" dirty="0"/>
              <a:t>文件名</a:t>
            </a: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0" y="0"/>
            <a:ext cx="9906000" cy="1116000"/>
          </a:xfrm>
          <a:prstGeom prst="rect">
            <a:avLst/>
          </a:prstGeom>
          <a:solidFill>
            <a:srgbClr val="C2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0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0" y="5933636"/>
            <a:ext cx="9906000" cy="924363"/>
          </a:xfrm>
          <a:prstGeom prst="rect">
            <a:avLst/>
          </a:prstGeom>
          <a:solidFill>
            <a:srgbClr val="C200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0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811" y="1741249"/>
            <a:ext cx="1892379" cy="1257293"/>
          </a:xfrm>
          <a:solidFill>
            <a:schemeClr val="bg1">
              <a:lumMod val="85000"/>
            </a:schemeClr>
          </a:solidFill>
        </p:spPr>
        <p:txBody>
          <a:bodyPr anchor="ctr" anchorCtr="1"/>
          <a:lstStyle>
            <a:lvl1pPr>
              <a:buFontTx/>
              <a:buNone/>
              <a:defRPr lang="zh-CN" altLang="en-US" sz="2000" dirty="0" smtClean="0"/>
            </a:lvl1pPr>
          </a:lstStyle>
          <a:p>
            <a:pPr marL="0" lvl="0" indent="0">
              <a:buClr>
                <a:srgbClr val="0E345B"/>
              </a:buClr>
              <a:buFontTx/>
              <a:buNone/>
            </a:pPr>
            <a:r>
              <a:rPr lang="zh-CN" altLang="en-US" dirty="0"/>
              <a:t>客户</a:t>
            </a:r>
            <a:r>
              <a:rPr lang="en-US" altLang="zh-CN" dirty="0"/>
              <a:t>LOGO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3873000" y="6116510"/>
            <a:ext cx="2160000" cy="360000"/>
          </a:xfrm>
          <a:noFill/>
        </p:spPr>
        <p:txBody>
          <a:bodyPr vert="horz" lIns="91440" tIns="45720" rIns="91440" bIns="45720" rtlCol="0" anchor="t" anchorCtr="1">
            <a:noAutofit/>
          </a:bodyPr>
          <a:lstStyle>
            <a:lvl1pPr marL="0" indent="0" algn="l">
              <a:spcBef>
                <a:spcPts val="0"/>
              </a:spcBef>
              <a:buFontTx/>
              <a:buNone/>
              <a:defRPr lang="zh-CN" altLang="en-US" sz="1600" b="0" dirty="0" smtClean="0">
                <a:solidFill>
                  <a:srgbClr val="FFFFFF"/>
                </a:solidFill>
                <a:latin typeface="+mn-lt"/>
                <a:ea typeface="楷体" panose="02010609060101010101" pitchFamily="49" charset="-122"/>
              </a:defRPr>
            </a:lvl1pPr>
          </a:lstStyle>
          <a:p>
            <a:pPr lvl="0" algn="r">
              <a:spcBef>
                <a:spcPct val="20000"/>
              </a:spcBef>
              <a:buClrTx/>
              <a:buNone/>
            </a:pPr>
            <a:r>
              <a:rPr lang="en-US" altLang="zh-CN" dirty="0"/>
              <a:t>XXXX</a:t>
            </a:r>
            <a:r>
              <a:rPr lang="zh-CN" altLang="en-US" dirty="0"/>
              <a:t>年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6480" y="4838701"/>
            <a:ext cx="3042876" cy="5213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3297600" y="6104582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3297600" y="6104582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屏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idx="1"/>
          </p:nvPr>
        </p:nvSpPr>
        <p:spPr>
          <a:xfrm>
            <a:off x="489000" y="1128681"/>
            <a:ext cx="8928000" cy="4964144"/>
          </a:xfrm>
          <a:prstGeom prst="rect">
            <a:avLst/>
          </a:prstGeo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dirty="0" smtClean="0"/>
            </a:lvl1pPr>
            <a:lvl2pPr>
              <a:defRPr lang="zh-CN" altLang="en-US" dirty="0" smtClean="0"/>
            </a:lvl2pPr>
            <a:lvl3pPr>
              <a:defRPr lang="zh-CN" altLang="en-US" dirty="0" smtClean="0">
                <a:ea typeface="楷体" panose="02010609060101010101" pitchFamily="49" charset="-122"/>
              </a:defRPr>
            </a:lvl3pPr>
          </a:lstStyle>
          <a:p>
            <a:pPr lvl="0">
              <a:buClr>
                <a:srgbClr val="C20000"/>
              </a:buClr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L="628650" lvl="2">
              <a:buClr>
                <a:srgbClr val="C20000"/>
              </a:buClr>
            </a:pPr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3297600" y="6105600"/>
            <a:ext cx="6120000" cy="242887"/>
          </a:xfrm>
          <a:noFill/>
        </p:spPr>
        <p:txBody>
          <a:bodyPr vert="horz" wrap="square" lIns="90000" tIns="0" rIns="90000" bIns="0" rtlCol="0" anchor="ctr" anchorCtr="0">
            <a:noAutofit/>
          </a:bodyPr>
          <a:lstStyle>
            <a:lvl1pPr algn="r">
              <a:buFontTx/>
              <a:buNone/>
              <a:defRPr lang="zh-CN" altLang="en-US" sz="800" dirty="0"/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框架_全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9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892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56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框架_全屏二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9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892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489600" y="3690000"/>
            <a:ext cx="892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56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框架_全屏四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9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5194800" y="1124345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9600" y="3690000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7" hasCustomPrompt="1"/>
          </p:nvPr>
        </p:nvSpPr>
        <p:spPr>
          <a:xfrm>
            <a:off x="5194800" y="3690000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56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3"/>
          <p:cNvSpPr>
            <a:spLocks noGrp="1"/>
          </p:cNvSpPr>
          <p:nvPr>
            <p:ph sz="quarter" idx="10"/>
          </p:nvPr>
        </p:nvSpPr>
        <p:spPr>
          <a:xfrm>
            <a:off x="484941" y="1692001"/>
            <a:ext cx="8928000" cy="4400824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484941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46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892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全屏二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3"/>
          <p:cNvSpPr>
            <a:spLocks noGrp="1"/>
          </p:cNvSpPr>
          <p:nvPr>
            <p:ph sz="quarter" idx="10"/>
          </p:nvPr>
        </p:nvSpPr>
        <p:spPr>
          <a:xfrm>
            <a:off x="484941" y="1691999"/>
            <a:ext cx="892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484941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484941" y="4032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10" name="内容占位符 3"/>
          <p:cNvSpPr>
            <a:spLocks noGrp="1"/>
          </p:cNvSpPr>
          <p:nvPr>
            <p:ph sz="quarter" idx="45"/>
          </p:nvPr>
        </p:nvSpPr>
        <p:spPr>
          <a:xfrm>
            <a:off x="484941" y="4248000"/>
            <a:ext cx="8928000" cy="18576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46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11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892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489600" y="3690000"/>
            <a:ext cx="892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屏四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84941" y="1692000"/>
            <a:ext cx="4212000" cy="44136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9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484941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195118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49" name="内容占位符 3"/>
          <p:cNvSpPr>
            <a:spLocks noGrp="1"/>
          </p:cNvSpPr>
          <p:nvPr>
            <p:ph sz="quarter" idx="47"/>
          </p:nvPr>
        </p:nvSpPr>
        <p:spPr>
          <a:xfrm>
            <a:off x="5195586" y="1692000"/>
            <a:ext cx="4212000" cy="44136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48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16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5194800" y="1124345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全屏四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484941" y="1692000"/>
            <a:ext cx="4212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9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484941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195118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484941" y="4032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2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5195118" y="4032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47" name="内容占位符 3"/>
          <p:cNvSpPr>
            <a:spLocks noGrp="1"/>
          </p:cNvSpPr>
          <p:nvPr>
            <p:ph sz="quarter" idx="45"/>
          </p:nvPr>
        </p:nvSpPr>
        <p:spPr>
          <a:xfrm>
            <a:off x="484941" y="4247999"/>
            <a:ext cx="4212000" cy="1836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dirty="0" smtClean="0"/>
            </a:lvl1pPr>
            <a:lvl2pPr>
              <a:defRPr lang="zh-CN" altLang="en-US" dirty="0" smtClean="0"/>
            </a:lvl2pPr>
            <a:lvl3pPr>
              <a:defRPr lang="zh-CN" altLang="en-US" dirty="0" smtClean="0">
                <a:ea typeface="楷体" panose="02010609060101010101" pitchFamily="49" charset="-122"/>
              </a:defRPr>
            </a:lvl3pPr>
            <a:lvl4pPr>
              <a:defRPr lang="zh-CN" altLang="en-US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L="628650" lvl="2">
              <a:buClr>
                <a:srgbClr val="C20000"/>
              </a:buClr>
            </a:pPr>
            <a:r>
              <a:rPr lang="zh-CN" altLang="en-US" dirty="0"/>
              <a:t>第三级</a:t>
            </a:r>
            <a:endParaRPr lang="zh-CN" altLang="en-US" dirty="0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 dirty="0"/>
              <a:t>第四级</a:t>
            </a:r>
            <a:endParaRPr lang="zh-CN" altLang="en-US" dirty="0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8" name="内容占位符 3"/>
          <p:cNvSpPr>
            <a:spLocks noGrp="1"/>
          </p:cNvSpPr>
          <p:nvPr>
            <p:ph sz="quarter" idx="46"/>
          </p:nvPr>
        </p:nvSpPr>
        <p:spPr>
          <a:xfrm>
            <a:off x="5195586" y="4247999"/>
            <a:ext cx="4212000" cy="1836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9" name="内容占位符 3"/>
          <p:cNvSpPr>
            <a:spLocks noGrp="1"/>
          </p:cNvSpPr>
          <p:nvPr>
            <p:ph sz="quarter" idx="47"/>
          </p:nvPr>
        </p:nvSpPr>
        <p:spPr>
          <a:xfrm>
            <a:off x="5195586" y="1692000"/>
            <a:ext cx="4212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2" name="文本占位符 2"/>
          <p:cNvSpPr>
            <a:spLocks noGrp="1"/>
          </p:cNvSpPr>
          <p:nvPr>
            <p:ph type="body" sz="quarter" idx="48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16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5194800" y="1124345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9600" y="3690000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占位符 11"/>
          <p:cNvSpPr>
            <a:spLocks noGrp="1"/>
          </p:cNvSpPr>
          <p:nvPr>
            <p:ph type="body" sz="quarter" idx="17" hasCustomPrompt="1"/>
          </p:nvPr>
        </p:nvSpPr>
        <p:spPr>
          <a:xfrm>
            <a:off x="5194800" y="3690000"/>
            <a:ext cx="4212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全屏六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484941" y="1476000"/>
            <a:ext cx="144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3543480" y="1476000"/>
            <a:ext cx="144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7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484941" y="4032000"/>
            <a:ext cx="144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8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3543480" y="4032000"/>
            <a:ext cx="144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9" name="文本占位符 11"/>
          <p:cNvSpPr>
            <a:spLocks noGrp="1"/>
          </p:cNvSpPr>
          <p:nvPr>
            <p:ph type="body" sz="quarter" idx="43" hasCustomPrompt="1"/>
          </p:nvPr>
        </p:nvSpPr>
        <p:spPr>
          <a:xfrm>
            <a:off x="6602019" y="1476000"/>
            <a:ext cx="144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44" hasCustomPrompt="1"/>
          </p:nvPr>
        </p:nvSpPr>
        <p:spPr>
          <a:xfrm>
            <a:off x="6602019" y="4032000"/>
            <a:ext cx="144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65" name="内容占位符 3"/>
          <p:cNvSpPr>
            <a:spLocks noGrp="1"/>
          </p:cNvSpPr>
          <p:nvPr>
            <p:ph sz="quarter" idx="10"/>
          </p:nvPr>
        </p:nvSpPr>
        <p:spPr>
          <a:xfrm>
            <a:off x="484941" y="1691999"/>
            <a:ext cx="280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6" name="内容占位符 3"/>
          <p:cNvSpPr>
            <a:spLocks noGrp="1"/>
          </p:cNvSpPr>
          <p:nvPr>
            <p:ph sz="quarter" idx="51"/>
          </p:nvPr>
        </p:nvSpPr>
        <p:spPr>
          <a:xfrm>
            <a:off x="484941" y="4247999"/>
            <a:ext cx="280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7" name="内容占位符 3"/>
          <p:cNvSpPr>
            <a:spLocks noGrp="1"/>
          </p:cNvSpPr>
          <p:nvPr>
            <p:ph sz="quarter" idx="52"/>
          </p:nvPr>
        </p:nvSpPr>
        <p:spPr>
          <a:xfrm>
            <a:off x="3543480" y="4248000"/>
            <a:ext cx="280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8" name="内容占位符 3"/>
          <p:cNvSpPr>
            <a:spLocks noGrp="1"/>
          </p:cNvSpPr>
          <p:nvPr>
            <p:ph sz="quarter" idx="53"/>
          </p:nvPr>
        </p:nvSpPr>
        <p:spPr>
          <a:xfrm>
            <a:off x="3543480" y="1691999"/>
            <a:ext cx="280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9" name="内容占位符 3"/>
          <p:cNvSpPr>
            <a:spLocks noGrp="1"/>
          </p:cNvSpPr>
          <p:nvPr>
            <p:ph sz="quarter" idx="54"/>
          </p:nvPr>
        </p:nvSpPr>
        <p:spPr>
          <a:xfrm>
            <a:off x="6602019" y="4248000"/>
            <a:ext cx="280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0" name="内容占位符 3"/>
          <p:cNvSpPr>
            <a:spLocks noGrp="1"/>
          </p:cNvSpPr>
          <p:nvPr>
            <p:ph sz="quarter" idx="55"/>
          </p:nvPr>
        </p:nvSpPr>
        <p:spPr>
          <a:xfrm>
            <a:off x="6602019" y="1691999"/>
            <a:ext cx="2808000" cy="1872000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sz="quarter" idx="56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2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89600" y="1124345"/>
            <a:ext cx="280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3546000" y="1124345"/>
            <a:ext cx="280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89600" y="3690000"/>
            <a:ext cx="280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17" hasCustomPrompt="1"/>
          </p:nvPr>
        </p:nvSpPr>
        <p:spPr>
          <a:xfrm>
            <a:off x="3546000" y="3690000"/>
            <a:ext cx="280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6602400" y="1124345"/>
            <a:ext cx="280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02400" y="3690000"/>
            <a:ext cx="280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注释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495299" y="1128680"/>
            <a:ext cx="2088000" cy="4976919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zh-CN" altLang="en-US" smtClean="0"/>
            </a:lvl1pPr>
            <a:lvl2pPr>
              <a:lnSpc>
                <a:spcPct val="120000"/>
              </a:lnSpc>
              <a:spcAft>
                <a:spcPts val="300"/>
              </a:spcAft>
              <a:defRPr lang="zh-CN" altLang="en-US" smtClean="0"/>
            </a:lvl2pPr>
            <a:lvl3pPr>
              <a:lnSpc>
                <a:spcPct val="120000"/>
              </a:lnSpc>
              <a:spcAft>
                <a:spcPts val="300"/>
              </a:spcAft>
              <a:defRPr lang="zh-CN" altLang="en-US" smtClean="0">
                <a:ea typeface="楷体" panose="02010609060101010101" pitchFamily="49" charset="-122"/>
              </a:defRPr>
            </a:lvl3pPr>
            <a:lvl4pPr>
              <a:lnSpc>
                <a:spcPct val="120000"/>
              </a:lnSpc>
              <a:spcAft>
                <a:spcPts val="300"/>
              </a:spcAft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spcAft>
                <a:spcPts val="300"/>
              </a:spcAft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6" name="标题 2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2829000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47" name="内容占位符 3"/>
          <p:cNvSpPr>
            <a:spLocks noGrp="1"/>
          </p:cNvSpPr>
          <p:nvPr>
            <p:ph sz="quarter" idx="10"/>
          </p:nvPr>
        </p:nvSpPr>
        <p:spPr>
          <a:xfrm>
            <a:off x="2829000" y="1691999"/>
            <a:ext cx="6588000" cy="4413599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>
                <a:ea typeface="楷体" panose="02010609060101010101" pitchFamily="49" charset="-122"/>
              </a:defRPr>
            </a:lvl3pPr>
            <a:lvl4pPr>
              <a:defRPr lang="zh-CN" altLang="en-US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  <a:p>
            <a:pPr marL="628650" lvl="2">
              <a:buClr>
                <a:srgbClr val="C20000"/>
              </a:buClr>
            </a:pPr>
            <a:r>
              <a:rPr lang="zh-CN" altLang="en-US"/>
              <a:t>第三级</a:t>
            </a:r>
            <a:endParaRPr lang="zh-CN" altLang="en-US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/>
              <a:t>第四级</a:t>
            </a:r>
            <a:endParaRPr lang="zh-CN" altLang="en-US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sz="quarter" idx="36" hasCustomPrompt="1"/>
          </p:nvPr>
        </p:nvSpPr>
        <p:spPr>
          <a:xfrm>
            <a:off x="32970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2829000" y="1124345"/>
            <a:ext cx="6588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带注释四分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495299" y="1128681"/>
            <a:ext cx="2088000" cy="4976919"/>
          </a:xfrm>
          <a:noFill/>
        </p:spPr>
        <p:txBody>
          <a:bodyPr vert="horz" wrap="square" lIns="54000" tIns="72000" rIns="54000" bIns="45720" rtlCol="0">
            <a:noAutofit/>
          </a:bodyPr>
          <a:lstStyle>
            <a:lvl1pPr>
              <a:defRPr lang="zh-CN" altLang="en-US" dirty="0" smtClean="0"/>
            </a:lvl1pPr>
            <a:lvl2pPr>
              <a:defRPr lang="zh-CN" altLang="en-US" dirty="0" smtClean="0"/>
            </a:lvl2pPr>
            <a:lvl3pPr>
              <a:defRPr lang="zh-CN" altLang="en-US" dirty="0" smtClean="0">
                <a:ea typeface="楷体" panose="02010609060101010101" pitchFamily="49" charset="-122"/>
              </a:defRPr>
            </a:lvl3pPr>
            <a:lvl4pPr>
              <a:defRPr lang="zh-CN" altLang="en-US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4pPr>
            <a:lvl5pPr>
              <a:defRPr lang="zh-CN" altLang="en-US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5pPr>
          </a:lstStyle>
          <a:p>
            <a:pPr lvl="0">
              <a:buClr>
                <a:srgbClr val="C20000"/>
              </a:buClr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marL="361950" lvl="1">
              <a:buClr>
                <a:srgbClr val="C20000"/>
              </a:buClr>
              <a:buSzPct val="80000"/>
            </a:pPr>
            <a:r>
              <a:rPr lang="zh-CN" altLang="en-US" dirty="0"/>
              <a:t>第二级</a:t>
            </a:r>
            <a:endParaRPr lang="zh-CN" altLang="en-US" dirty="0"/>
          </a:p>
          <a:p>
            <a:pPr marL="628650" lvl="2">
              <a:buClr>
                <a:srgbClr val="C20000"/>
              </a:buClr>
            </a:pPr>
            <a:r>
              <a:rPr lang="zh-CN" altLang="en-US" dirty="0"/>
              <a:t>第三级</a:t>
            </a:r>
            <a:endParaRPr lang="zh-CN" altLang="en-US" dirty="0"/>
          </a:p>
          <a:p>
            <a:pPr marL="897255" lvl="3">
              <a:buClr>
                <a:srgbClr val="C20000"/>
              </a:buClr>
              <a:buSzPct val="60000"/>
              <a:buChar char="u"/>
            </a:pPr>
            <a:r>
              <a:rPr lang="zh-CN" altLang="en-US" dirty="0"/>
              <a:t>第四级</a:t>
            </a:r>
            <a:endParaRPr lang="zh-CN" altLang="en-US" dirty="0"/>
          </a:p>
          <a:p>
            <a:pPr marL="1078230" lvl="4">
              <a:buClr>
                <a:srgbClr val="C20000"/>
              </a:buClr>
              <a:buFont typeface="Arial" panose="020B0604020202020204" pitchFamily="34" charset="0"/>
              <a:buChar char="•"/>
            </a:pPr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6" name="标题 2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2835246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50019" y="1476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39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2835246" y="4032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350019" y="4032000"/>
            <a:ext cx="1800000" cy="180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kumimoji="0" lang="zh-CN" alt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单位：</a:t>
            </a:r>
            <a:endParaRPr lang="zh-CN" altLang="en-US" dirty="0"/>
          </a:p>
        </p:txBody>
      </p:sp>
      <p:sp>
        <p:nvSpPr>
          <p:cNvPr id="47" name="内容占位符 3"/>
          <p:cNvSpPr>
            <a:spLocks noGrp="1"/>
          </p:cNvSpPr>
          <p:nvPr>
            <p:ph sz="quarter" idx="10"/>
          </p:nvPr>
        </p:nvSpPr>
        <p:spPr>
          <a:xfrm>
            <a:off x="2835246" y="1691999"/>
            <a:ext cx="3060000" cy="1872000"/>
          </a:xfrm>
          <a:noFill/>
        </p:spPr>
        <p:txBody>
          <a:bodyPr wrap="square" lIns="54000" rIns="54000" rtlCol="0">
            <a:noAutofit/>
          </a:bodyPr>
          <a:lstStyle>
            <a:lvl1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361950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542925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8" name="内容占位符 3"/>
          <p:cNvSpPr>
            <a:spLocks noGrp="1"/>
          </p:cNvSpPr>
          <p:nvPr>
            <p:ph sz="quarter" idx="45"/>
          </p:nvPr>
        </p:nvSpPr>
        <p:spPr>
          <a:xfrm>
            <a:off x="2835246" y="4248000"/>
            <a:ext cx="3060000" cy="1872000"/>
          </a:xfrm>
          <a:noFill/>
        </p:spPr>
        <p:txBody>
          <a:bodyPr wrap="square" lIns="54000" rIns="54000" rtlCol="0">
            <a:noAutofit/>
          </a:bodyPr>
          <a:lstStyle>
            <a:lvl1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361950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542925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49" name="内容占位符 3"/>
          <p:cNvSpPr>
            <a:spLocks noGrp="1"/>
          </p:cNvSpPr>
          <p:nvPr>
            <p:ph sz="quarter" idx="46"/>
          </p:nvPr>
        </p:nvSpPr>
        <p:spPr>
          <a:xfrm>
            <a:off x="6350019" y="4248000"/>
            <a:ext cx="3060000" cy="1872000"/>
          </a:xfrm>
          <a:noFill/>
        </p:spPr>
        <p:txBody>
          <a:bodyPr wrap="square" lIns="54000" rIns="54000" rtlCol="0">
            <a:noAutofit/>
          </a:bodyPr>
          <a:lstStyle>
            <a:lvl1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361950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542925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50" name="内容占位符 3"/>
          <p:cNvSpPr>
            <a:spLocks noGrp="1"/>
          </p:cNvSpPr>
          <p:nvPr>
            <p:ph sz="quarter" idx="47"/>
          </p:nvPr>
        </p:nvSpPr>
        <p:spPr>
          <a:xfrm>
            <a:off x="6350019" y="1691999"/>
            <a:ext cx="3060000" cy="1872000"/>
          </a:xfrm>
          <a:noFill/>
        </p:spPr>
        <p:txBody>
          <a:bodyPr wrap="square" lIns="54000" rIns="54000" rtlCol="0">
            <a:noAutofit/>
          </a:bodyPr>
          <a:lstStyle>
            <a:lvl1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361950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542925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27" name="文本占位符 2"/>
          <p:cNvSpPr>
            <a:spLocks noGrp="1"/>
          </p:cNvSpPr>
          <p:nvPr>
            <p:ph type="body" sz="quarter" idx="48" hasCustomPrompt="1"/>
          </p:nvPr>
        </p:nvSpPr>
        <p:spPr>
          <a:xfrm>
            <a:off x="3297600" y="6105600"/>
            <a:ext cx="6120000" cy="242887"/>
          </a:xfrm>
        </p:spPr>
        <p:txBody>
          <a:bodyPr tIns="0" bIns="0" anchor="ctr" anchorCtr="0"/>
          <a:lstStyle>
            <a:lvl1pPr algn="r">
              <a:buFontTx/>
              <a:buNone/>
              <a:defRPr lang="zh-CN" altLang="en-US" sz="8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资料来源：</a:t>
            </a:r>
            <a:endParaRPr lang="zh-CN" altLang="en-US" dirty="0"/>
          </a:p>
        </p:txBody>
      </p:sp>
      <p:sp>
        <p:nvSpPr>
          <p:cNvPr id="17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2835246" y="1124345"/>
            <a:ext cx="3060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8" name="文本占位符 11"/>
          <p:cNvSpPr>
            <a:spLocks noGrp="1"/>
          </p:cNvSpPr>
          <p:nvPr>
            <p:ph type="body" sz="quarter" idx="32" hasCustomPrompt="1"/>
          </p:nvPr>
        </p:nvSpPr>
        <p:spPr>
          <a:xfrm>
            <a:off x="6350019" y="1124345"/>
            <a:ext cx="3060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9" name="文本占位符 11"/>
          <p:cNvSpPr>
            <a:spLocks noGrp="1"/>
          </p:cNvSpPr>
          <p:nvPr>
            <p:ph type="body" sz="quarter" idx="33" hasCustomPrompt="1"/>
          </p:nvPr>
        </p:nvSpPr>
        <p:spPr>
          <a:xfrm>
            <a:off x="2835246" y="3690000"/>
            <a:ext cx="3060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0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6350019" y="3690000"/>
            <a:ext cx="3060000" cy="324000"/>
          </a:xfrm>
          <a:prstGeom prst="rect">
            <a:avLst/>
          </a:prstGeo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ctr" anchorCtr="1">
            <a:noAutofit/>
          </a:bodyPr>
          <a:lstStyle>
            <a:lvl1pPr>
              <a:buFontTx/>
              <a:buNone/>
              <a:defRPr lang="zh-CN" altLang="en-US" sz="1400" b="1" dirty="0" smtClean="0">
                <a:solidFill>
                  <a:srgbClr val="D20A1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要点与分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/>
          </p:nvPr>
        </p:nvSpPr>
        <p:spPr>
          <a:xfrm>
            <a:off x="2208273" y="1123949"/>
            <a:ext cx="7199313" cy="1062000"/>
          </a:xfrm>
          <a:solidFill>
            <a:srgbClr val="D9D9D9"/>
          </a:solidFill>
          <a:ln>
            <a:solidFill>
              <a:srgbClr val="A0A0A0"/>
            </a:solidFill>
          </a:ln>
        </p:spPr>
        <p:txBody>
          <a:bodyPr wrap="square" lIns="72000" rIns="18000" rtlCol="0" anchor="ctr" anchorCtr="0">
            <a:noAutofit/>
          </a:bodyPr>
          <a:lstStyle>
            <a:lvl1pPr marL="180975" indent="-180975" algn="just" defTabSz="914400" rtl="0" eaLnBrk="1" latinLnBrk="0" hangingPunct="1">
              <a:spcBef>
                <a:spcPts val="300"/>
              </a:spcBef>
              <a:buClr>
                <a:srgbClr val="D20A10"/>
              </a:buClr>
              <a:buFont typeface="Wingdings" panose="05000000000000000000" pitchFamily="2" charset="2"/>
              <a:buChar char="n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361950" indent="-180975" algn="just" defTabSz="914400" rtl="0" eaLnBrk="1" latinLnBrk="0" hangingPunct="1">
              <a:spcBef>
                <a:spcPts val="300"/>
              </a:spcBef>
              <a:buClr>
                <a:srgbClr val="D20A10"/>
              </a:buClr>
              <a:buSzPct val="80000"/>
              <a:buFont typeface="Wingdings" panose="05000000000000000000" pitchFamily="2" charset="2"/>
              <a:buChar char="Ø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2pPr>
            <a:lvl3pPr marL="628650"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3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2208273" y="2389853"/>
            <a:ext cx="7199313" cy="1062000"/>
          </a:xfrm>
          <a:solidFill>
            <a:srgbClr val="D9D9D9"/>
          </a:solidFill>
          <a:ln>
            <a:solidFill>
              <a:srgbClr val="A0A0A0"/>
            </a:solidFill>
          </a:ln>
        </p:spPr>
        <p:txBody>
          <a:bodyPr vert="horz" wrap="square" lIns="72000" tIns="72000" rIns="18000" bIns="45720" rtlCol="0" anchor="ctr" anchorCtr="0">
            <a:noAutofit/>
          </a:bodyPr>
          <a:lstStyle>
            <a:lvl1pPr algn="just">
              <a:defRPr lang="zh-CN" altLang="en-US" smtClean="0"/>
            </a:lvl1pPr>
            <a:lvl2pPr algn="just">
              <a:defRPr lang="zh-CN" altLang="en-US" smtClean="0"/>
            </a:lvl2pPr>
          </a:lstStyle>
          <a:p>
            <a:pPr lvl="0">
              <a:buClr>
                <a:srgbClr val="D20A1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D20A1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2"/>
          </p:nvPr>
        </p:nvSpPr>
        <p:spPr>
          <a:xfrm>
            <a:off x="2208273" y="3655757"/>
            <a:ext cx="7199313" cy="1062000"/>
          </a:xfrm>
          <a:solidFill>
            <a:srgbClr val="D9D9D9"/>
          </a:solidFill>
          <a:ln>
            <a:solidFill>
              <a:srgbClr val="A0A0A0"/>
            </a:solidFill>
          </a:ln>
        </p:spPr>
        <p:txBody>
          <a:bodyPr vert="horz" wrap="square" lIns="72000" tIns="72000" rIns="18000" bIns="45720" rtlCol="0" anchor="ctr" anchorCtr="0">
            <a:noAutofit/>
          </a:bodyPr>
          <a:lstStyle>
            <a:lvl1pPr algn="just">
              <a:defRPr lang="zh-CN" altLang="en-US" smtClean="0"/>
            </a:lvl1pPr>
            <a:lvl2pPr algn="just">
              <a:defRPr lang="zh-CN" altLang="en-US" smtClean="0"/>
            </a:lvl2pPr>
          </a:lstStyle>
          <a:p>
            <a:pPr lvl="0">
              <a:buClr>
                <a:srgbClr val="D20A1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D20A1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2208273" y="4921662"/>
            <a:ext cx="7199313" cy="1062000"/>
          </a:xfrm>
          <a:solidFill>
            <a:srgbClr val="D9D9D9"/>
          </a:solidFill>
          <a:ln>
            <a:solidFill>
              <a:srgbClr val="A0A0A0"/>
            </a:solidFill>
          </a:ln>
        </p:spPr>
        <p:txBody>
          <a:bodyPr vert="horz" wrap="square" lIns="72000" tIns="72000" rIns="18000" bIns="45720" rtlCol="0" anchor="ctr" anchorCtr="0">
            <a:noAutofit/>
          </a:bodyPr>
          <a:lstStyle>
            <a:lvl1pPr algn="just">
              <a:defRPr lang="zh-CN" altLang="en-US" smtClean="0"/>
            </a:lvl1pPr>
            <a:lvl2pPr algn="just">
              <a:defRPr lang="zh-CN" altLang="en-US" smtClean="0"/>
            </a:lvl2pPr>
          </a:lstStyle>
          <a:p>
            <a:pPr lvl="0">
              <a:buClr>
                <a:srgbClr val="D20A10"/>
              </a:buClr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marL="361950" lvl="1">
              <a:buClr>
                <a:srgbClr val="D20A10"/>
              </a:buClr>
              <a:buSzPct val="80000"/>
            </a:pPr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6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123949"/>
            <a:ext cx="1354095" cy="1062000"/>
          </a:xfrm>
          <a:prstGeom prst="homePlate">
            <a:avLst>
              <a:gd name="adj" fmla="val 31166"/>
            </a:avLst>
          </a:prstGeom>
          <a:solidFill>
            <a:srgbClr val="D20A10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lang="zh-CN" altLang="en-US" sz="1400" b="1" kern="1200" dirty="0" smtClean="0">
                <a:solidFill>
                  <a:srgbClr val="FFFFFF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3" name="文本占位符 11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" y="2389853"/>
            <a:ext cx="1354095" cy="1062000"/>
          </a:xfrm>
          <a:prstGeom prst="homePlate">
            <a:avLst>
              <a:gd name="adj" fmla="val 31166"/>
            </a:avLst>
          </a:prstGeom>
          <a:solidFill>
            <a:srgbClr val="D20A10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lang="zh-CN" altLang="en-US" sz="1400" b="1" kern="1200" dirty="0" smtClean="0">
                <a:solidFill>
                  <a:srgbClr val="FFFFFF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4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3655757"/>
            <a:ext cx="1354095" cy="1062000"/>
          </a:xfrm>
          <a:prstGeom prst="homePlate">
            <a:avLst>
              <a:gd name="adj" fmla="val 31166"/>
            </a:avLst>
          </a:prstGeom>
          <a:solidFill>
            <a:srgbClr val="D20A10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lang="zh-CN" altLang="en-US" sz="1400" b="1" kern="1200" dirty="0" smtClean="0">
                <a:solidFill>
                  <a:srgbClr val="FFFFFF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4921662"/>
            <a:ext cx="1354095" cy="1062000"/>
          </a:xfrm>
          <a:prstGeom prst="homePlate">
            <a:avLst>
              <a:gd name="adj" fmla="val 31166"/>
            </a:avLst>
          </a:prstGeom>
          <a:solidFill>
            <a:srgbClr val="D20A10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180975" indent="-180975" algn="l" defTabSz="914400" rtl="0" eaLnBrk="1" latinLnBrk="0" hangingPunct="1">
              <a:spcBef>
                <a:spcPts val="300"/>
              </a:spcBef>
              <a:buSzPct val="80000"/>
              <a:buFont typeface="Wingdings" panose="05000000000000000000" pitchFamily="2" charset="2"/>
              <a:buNone/>
              <a:defRPr lang="zh-CN" altLang="en-US" sz="1400" b="1" kern="1200" dirty="0" smtClean="0">
                <a:solidFill>
                  <a:srgbClr val="FFFFFF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indent="-180975" algn="l" defTabSz="914400" rtl="0" eaLnBrk="1" latinLnBrk="0" hangingPunct="1">
              <a:spcBef>
                <a:spcPts val="300"/>
              </a:spcBef>
              <a:buFont typeface="Wingdings" panose="05000000000000000000" pitchFamily="2" charset="2"/>
              <a:defRPr lang="zh-CN" altLang="en-US" sz="12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80975" marR="0" lvl="0" indent="-1809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员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0"/>
          </p:nvPr>
        </p:nvSpPr>
        <p:spPr>
          <a:xfrm>
            <a:off x="498475" y="1124345"/>
            <a:ext cx="1204868" cy="1574395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单击图标添加图片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>
          <a:xfrm>
            <a:off x="2037000" y="1556792"/>
            <a:ext cx="7380000" cy="2016224"/>
          </a:xfrm>
          <a:solidFill>
            <a:schemeClr val="accent5"/>
          </a:solidFill>
        </p:spPr>
        <p:txBody>
          <a:bodyPr wrap="square" rtlCol="0">
            <a:noAutofit/>
          </a:bodyPr>
          <a:lstStyle>
            <a:lvl1pPr marL="0" indent="457200" algn="just" defTabSz="914400" rtl="0" eaLnBrk="1" latinLnBrk="0" hangingPunct="1">
              <a:spcBef>
                <a:spcPts val="400"/>
              </a:spcBef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0" indent="457200" algn="l" defTabSz="914400" rtl="0" eaLnBrk="1" latinLnBrk="0" hangingPunct="1"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0" indent="457200" algn="l" defTabSz="914400" rtl="0" eaLnBrk="1" latinLnBrk="0" hangingPunct="1"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indent="457200" algn="l" defTabSz="914400" rtl="0" eaLnBrk="1" latinLnBrk="0" hangingPunct="1">
              <a:buFontTx/>
              <a:buNone/>
              <a:defRPr lang="zh-CN" altLang="en-US" sz="14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图片占位符 3"/>
          <p:cNvSpPr>
            <a:spLocks noGrp="1"/>
          </p:cNvSpPr>
          <p:nvPr>
            <p:ph type="pic" sz="quarter" idx="13"/>
          </p:nvPr>
        </p:nvSpPr>
        <p:spPr>
          <a:xfrm>
            <a:off x="498475" y="3789040"/>
            <a:ext cx="1204868" cy="1574395"/>
          </a:xfrm>
        </p:spPr>
        <p:txBody>
          <a:bodyPr anchor="ctr" anchorCtr="0"/>
          <a:lstStyle>
            <a:lvl1pPr marL="0" indent="0" algn="ctr">
              <a:buFontTx/>
              <a:buNone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2037000" y="4221487"/>
            <a:ext cx="7380000" cy="1980000"/>
          </a:xfrm>
          <a:solidFill>
            <a:schemeClr val="accent5"/>
          </a:solidFill>
        </p:spPr>
        <p:txBody>
          <a:bodyPr wrap="square" rtlCol="0">
            <a:noAutofit/>
          </a:bodyPr>
          <a:lstStyle>
            <a:lvl1pPr marL="0" indent="457200" algn="just" defTabSz="914400" rtl="0" eaLnBrk="1" latinLnBrk="0" hangingPunct="1">
              <a:spcBef>
                <a:spcPts val="400"/>
              </a:spcBef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  <a:lvl2pPr marL="0" indent="457200" algn="l" defTabSz="914400" rtl="0" eaLnBrk="1" latinLnBrk="0" hangingPunct="1"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0" indent="457200" algn="l" defTabSz="914400" rtl="0" eaLnBrk="1" latinLnBrk="0" hangingPunct="1"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0" indent="457200" algn="l" defTabSz="914400" rtl="0" eaLnBrk="1" latinLnBrk="0" hangingPunct="1">
              <a:buFontTx/>
              <a:buNone/>
              <a:defRPr lang="zh-CN" altLang="en-US" sz="1400" kern="120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0" indent="457200" algn="l" defTabSz="914400" rtl="0" eaLnBrk="1" latinLnBrk="0" hangingPunct="1">
              <a:buFontTx/>
              <a:buNone/>
              <a:defRPr lang="zh-CN" altLang="en-US" sz="1400" kern="1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5" hasCustomPrompt="1"/>
          </p:nvPr>
        </p:nvSpPr>
        <p:spPr>
          <a:xfrm>
            <a:off x="2037000" y="3789362"/>
            <a:ext cx="7380000" cy="324000"/>
          </a:xfr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t" anchorCtr="0">
            <a:noAutofit/>
          </a:bodyPr>
          <a:lstStyle>
            <a:lvl1pPr algn="l">
              <a:buFontTx/>
              <a:buNone/>
              <a:defRPr lang="zh-CN" altLang="en-US" sz="1400" b="1" dirty="0" smtClean="0">
                <a:solidFill>
                  <a:srgbClr val="C2000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 单击此处编辑母版文本样式</a:t>
            </a:r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6" hasCustomPrompt="1"/>
          </p:nvPr>
        </p:nvSpPr>
        <p:spPr>
          <a:xfrm>
            <a:off x="2037000" y="1124345"/>
            <a:ext cx="7380000" cy="324000"/>
          </a:xfrm>
          <a:solidFill>
            <a:schemeClr val="bg1"/>
          </a:solidFill>
          <a:effectLst>
            <a:innerShdw dist="12700" dir="5400000">
              <a:srgbClr val="C20000"/>
            </a:innerShdw>
          </a:effectLst>
        </p:spPr>
        <p:txBody>
          <a:bodyPr vert="horz" wrap="square" lIns="91440" tIns="45720" rIns="91440" bIns="45720" rtlCol="0" anchor="t" anchorCtr="0">
            <a:noAutofit/>
          </a:bodyPr>
          <a:lstStyle>
            <a:lvl1pPr algn="l">
              <a:buFontTx/>
              <a:buNone/>
              <a:defRPr lang="zh-CN" altLang="en-US" sz="1400" b="1" smtClean="0">
                <a:solidFill>
                  <a:srgbClr val="C20000"/>
                </a:solidFill>
              </a:defRPr>
            </a:lvl1pPr>
          </a:lstStyle>
          <a:p>
            <a:pPr marL="0" lvl="0" indent="0">
              <a:buFontTx/>
              <a:buNone/>
            </a:pPr>
            <a:r>
              <a:rPr lang="zh-CN" altLang="en-US" dirty="0"/>
              <a:t> 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itics 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sz="quarter" idx="13" hasCustomPrompt="1"/>
          </p:nvPr>
        </p:nvSpPr>
        <p:spPr>
          <a:xfrm>
            <a:off x="1130575" y="3212976"/>
            <a:ext cx="3588399" cy="2160017"/>
          </a:xfrm>
        </p:spPr>
        <p:txBody>
          <a:bodyPr>
            <a:normAutofit/>
          </a:bodyPr>
          <a:lstStyle>
            <a:lvl1pPr>
              <a:buNone/>
              <a:defRPr sz="1800" b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联系方式等内容</a:t>
            </a:r>
            <a:endParaRPr lang="zh-CN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0835" y="1676370"/>
            <a:ext cx="2353261" cy="3508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2"/>
          <a:stretch>
            <a:fillRect/>
          </a:stretch>
        </p:blipFill>
        <p:spPr>
          <a:xfrm>
            <a:off x="1296850" y="1556792"/>
            <a:ext cx="3304827" cy="986334"/>
          </a:xfrm>
          <a:prstGeom prst="rect">
            <a:avLst/>
          </a:prstGeom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489000" y="887932"/>
            <a:ext cx="8928000" cy="36000"/>
          </a:xfrm>
          <a:prstGeom prst="rect">
            <a:avLst/>
          </a:prstGeom>
          <a:solidFill>
            <a:srgbClr val="C2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0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auto">
          <a:xfrm>
            <a:off x="489000" y="6330444"/>
            <a:ext cx="8928000" cy="18000"/>
          </a:xfrm>
          <a:prstGeom prst="rect">
            <a:avLst/>
          </a:prstGeom>
          <a:solidFill>
            <a:srgbClr val="C20000"/>
          </a:solidFill>
          <a:ln w="9525">
            <a:solidFill>
              <a:srgbClr val="C20000"/>
            </a:solidFill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0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834" y="517904"/>
            <a:ext cx="4174254" cy="58210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634296" y="6146349"/>
            <a:ext cx="2311400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153166" y="6146349"/>
            <a:ext cx="3136900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603" y="6146349"/>
            <a:ext cx="745142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01C85696-B546-4DF2-949C-24D774A595E8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634296" y="6146349"/>
            <a:ext cx="2311400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153166" y="6146349"/>
            <a:ext cx="3136900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603" y="6146349"/>
            <a:ext cx="745142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4D1B49E8-3190-41F0-A502-F35359DA784D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2834" y="517904"/>
            <a:ext cx="4174254" cy="58210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634296" y="6146349"/>
            <a:ext cx="2311400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153166" y="6146349"/>
            <a:ext cx="3136900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532603" y="6146349"/>
            <a:ext cx="745142" cy="476527"/>
          </a:xfrm>
        </p:spPr>
        <p:txBody>
          <a:bodyPr/>
          <a:lstStyle>
            <a:lvl1pPr>
              <a:defRPr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DD36CB07-D163-4B2B-8D5F-6DBCD2BE5FEE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Full Pagae_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8950" y="5846971"/>
            <a:ext cx="2051958" cy="576000"/>
          </a:xfrm>
          <a:prstGeom prst="rect">
            <a:avLst/>
          </a:prstGeom>
        </p:spPr>
      </p:pic>
      <p:sp>
        <p:nvSpPr>
          <p:cNvPr id="12" name="内容占位符 10"/>
          <p:cNvSpPr>
            <a:spLocks noGrp="1"/>
          </p:cNvSpPr>
          <p:nvPr>
            <p:ph sz="quarter" idx="13" hasCustomPrompt="1"/>
          </p:nvPr>
        </p:nvSpPr>
        <p:spPr>
          <a:xfrm>
            <a:off x="488950" y="1883992"/>
            <a:ext cx="4554390" cy="216001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 b="0" baseline="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联系方式等内容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7293" y="5361975"/>
            <a:ext cx="8931414" cy="548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5" t="9762" r="24802" b="6178"/>
          <a:stretch>
            <a:fillRect/>
          </a:stretch>
        </p:blipFill>
        <p:spPr>
          <a:xfrm>
            <a:off x="7291941" y="1524000"/>
            <a:ext cx="1442661" cy="288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7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89000" y="274638"/>
            <a:ext cx="792000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9000" y="1128681"/>
            <a:ext cx="8928000" cy="4964615"/>
          </a:xfrm>
          <a:prstGeom prst="rect">
            <a:avLst/>
          </a:prstGeom>
          <a:noFill/>
        </p:spPr>
        <p:txBody>
          <a:bodyPr vert="horz" wrap="square" lIns="90000" tIns="72000" rIns="9000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8" name="Rectangle 7"/>
          <p:cNvSpPr>
            <a:spLocks noChangeArrowheads="1"/>
          </p:cNvSpPr>
          <p:nvPr userDrawn="1"/>
        </p:nvSpPr>
        <p:spPr bwMode="auto">
          <a:xfrm>
            <a:off x="489000" y="887932"/>
            <a:ext cx="8928000" cy="36000"/>
          </a:xfrm>
          <a:prstGeom prst="rect">
            <a:avLst/>
          </a:prstGeom>
          <a:solidFill>
            <a:srgbClr val="C2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0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2" name="TextBox 61"/>
          <p:cNvSpPr txBox="1"/>
          <p:nvPr userDrawn="1"/>
        </p:nvSpPr>
        <p:spPr>
          <a:xfrm>
            <a:off x="8976199" y="6402712"/>
            <a:ext cx="500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9EE300C-711E-4804-8849-822FE7D55971}" type="slidenum">
              <a:rPr lang="zh-CN" altLang="en-US" sz="1200" b="0" smtClean="0">
                <a:solidFill>
                  <a:schemeClr val="tx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fld>
            <a:endParaRPr lang="zh-CN" altLang="en-US" sz="1200" b="0" dirty="0">
              <a:solidFill>
                <a:schemeClr val="tx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2" name="Rectangle 7"/>
          <p:cNvSpPr>
            <a:spLocks noChangeArrowheads="1"/>
          </p:cNvSpPr>
          <p:nvPr userDrawn="1"/>
        </p:nvSpPr>
        <p:spPr bwMode="auto">
          <a:xfrm>
            <a:off x="1929000" y="6330444"/>
            <a:ext cx="7488000" cy="18000"/>
          </a:xfrm>
          <a:prstGeom prst="rect">
            <a:avLst/>
          </a:prstGeom>
          <a:solidFill>
            <a:srgbClr val="C20000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 sz="1600" b="0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-1698024" y="631325"/>
            <a:ext cx="1536104" cy="492764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0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37" name="Text Box 20"/>
          <p:cNvSpPr txBox="1">
            <a:spLocks noChangeArrowheads="1"/>
          </p:cNvSpPr>
          <p:nvPr userDrawn="1"/>
        </p:nvSpPr>
        <p:spPr bwMode="auto">
          <a:xfrm>
            <a:off x="-1161181" y="764704"/>
            <a:ext cx="900000" cy="288000"/>
          </a:xfrm>
          <a:prstGeom prst="rect">
            <a:avLst/>
          </a:prstGeom>
          <a:solidFill>
            <a:srgbClr val="D20A10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050" b="1" dirty="0">
                <a:solidFill>
                  <a:srgbClr val="FFFFFF"/>
                </a:solidFill>
                <a:ea typeface="楷体" panose="02010609060101010101" pitchFamily="49" charset="-122"/>
              </a:rPr>
              <a:t> 210</a:t>
            </a:r>
            <a:r>
              <a:rPr lang="en-US" altLang="zh-CN" sz="1050" b="1" dirty="0">
                <a:solidFill>
                  <a:srgbClr val="FFFFFF"/>
                </a:solidFill>
                <a:ea typeface="楷体" panose="02010609060101010101" pitchFamily="49" charset="-122"/>
              </a:rPr>
              <a:t>/10/16</a:t>
            </a:r>
            <a:endParaRPr lang="en-US" sz="1050" b="1" dirty="0">
              <a:solidFill>
                <a:srgbClr val="FFFFFF"/>
              </a:solidFill>
              <a:ea typeface="楷体" panose="02010609060101010101" pitchFamily="49" charset="-122"/>
            </a:endParaRPr>
          </a:p>
        </p:txBody>
      </p:sp>
      <p:sp>
        <p:nvSpPr>
          <p:cNvPr id="38" name="Text Box 24"/>
          <p:cNvSpPr txBox="1">
            <a:spLocks noChangeArrowheads="1"/>
          </p:cNvSpPr>
          <p:nvPr userDrawn="1"/>
        </p:nvSpPr>
        <p:spPr bwMode="auto">
          <a:xfrm>
            <a:off x="-1161181" y="1121147"/>
            <a:ext cx="900000" cy="288000"/>
          </a:xfrm>
          <a:prstGeom prst="rect">
            <a:avLst/>
          </a:prstGeom>
          <a:solidFill>
            <a:srgbClr val="1C1C1B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TW" sz="1050" b="1" dirty="0">
                <a:solidFill>
                  <a:srgbClr val="FFFFFF"/>
                </a:solidFill>
                <a:ea typeface="楷体" panose="02010609060101010101" pitchFamily="49" charset="-122"/>
              </a:rPr>
              <a:t>28/28/27</a:t>
            </a:r>
            <a:endParaRPr lang="en-US" sz="1050" b="1" dirty="0">
              <a:solidFill>
                <a:srgbClr val="FFFFFF"/>
              </a:solidFill>
              <a:ea typeface="楷体" panose="02010609060101010101" pitchFamily="49" charset="-122"/>
            </a:endParaRPr>
          </a:p>
        </p:txBody>
      </p:sp>
      <p:sp>
        <p:nvSpPr>
          <p:cNvPr id="39" name="Text Box 24"/>
          <p:cNvSpPr txBox="1">
            <a:spLocks noChangeArrowheads="1"/>
          </p:cNvSpPr>
          <p:nvPr userDrawn="1"/>
        </p:nvSpPr>
        <p:spPr bwMode="auto">
          <a:xfrm>
            <a:off x="-1161181" y="3477253"/>
            <a:ext cx="900000" cy="288000"/>
          </a:xfrm>
          <a:prstGeom prst="rect">
            <a:avLst/>
          </a:prstGeom>
          <a:solidFill>
            <a:srgbClr val="E35204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>
                <a:ea typeface="楷体" panose="02010609060101010101" pitchFamily="49" charset="-122"/>
              </a:rPr>
              <a:t>227/82/4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40" name="Text Box 20"/>
          <p:cNvSpPr txBox="1">
            <a:spLocks noChangeArrowheads="1"/>
          </p:cNvSpPr>
          <p:nvPr userDrawn="1"/>
        </p:nvSpPr>
        <p:spPr bwMode="auto">
          <a:xfrm>
            <a:off x="-1161181" y="4419731"/>
            <a:ext cx="900000" cy="288000"/>
          </a:xfrm>
          <a:prstGeom prst="rect">
            <a:avLst/>
          </a:prstGeom>
          <a:solidFill>
            <a:srgbClr val="E4D2AC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ea typeface="楷体" panose="02010609060101010101" pitchFamily="49" charset="-122"/>
              </a:rPr>
              <a:t>228/210/172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45" name="Text Box 12"/>
          <p:cNvSpPr txBox="1">
            <a:spLocks noChangeArrowheads="1"/>
          </p:cNvSpPr>
          <p:nvPr userDrawn="1"/>
        </p:nvSpPr>
        <p:spPr bwMode="auto">
          <a:xfrm>
            <a:off x="-1161181" y="3118686"/>
            <a:ext cx="900000" cy="288000"/>
          </a:xfrm>
          <a:prstGeom prst="rect">
            <a:avLst/>
          </a:prstGeom>
          <a:solidFill>
            <a:srgbClr val="B5B5B5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>
                <a:ea typeface="楷体" panose="02010609060101010101" pitchFamily="49" charset="-122"/>
              </a:rPr>
              <a:t>181/181/181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49" name="Text Box 24"/>
          <p:cNvSpPr txBox="1">
            <a:spLocks noChangeArrowheads="1"/>
          </p:cNvSpPr>
          <p:nvPr userDrawn="1"/>
        </p:nvSpPr>
        <p:spPr bwMode="auto">
          <a:xfrm>
            <a:off x="-1161181" y="4783187"/>
            <a:ext cx="900000" cy="288000"/>
          </a:xfrm>
          <a:prstGeom prst="rect">
            <a:avLst/>
          </a:prstGeom>
          <a:solidFill>
            <a:srgbClr val="575757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chemeClr val="bg1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>
                <a:ea typeface="楷体" panose="02010609060101010101" pitchFamily="49" charset="-122"/>
              </a:rPr>
              <a:t>87/87/87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51" name="矩形 50"/>
          <p:cNvSpPr/>
          <p:nvPr userDrawn="1"/>
        </p:nvSpPr>
        <p:spPr>
          <a:xfrm>
            <a:off x="-1601698" y="764703"/>
            <a:ext cx="400110" cy="644443"/>
          </a:xfrm>
          <a:prstGeom prst="rect">
            <a:avLst/>
          </a:prstGeom>
          <a:solidFill>
            <a:srgbClr val="D9D9D9"/>
          </a:solidFill>
        </p:spPr>
        <p:txBody>
          <a:bodyPr vert="eaVert" wrap="square">
            <a:spAutoFit/>
          </a:bodyPr>
          <a:lstStyle/>
          <a:p>
            <a:r>
              <a:rPr lang="zh-CN" altLang="en-US" sz="1400" b="1" dirty="0">
                <a:solidFill>
                  <a:srgbClr val="000000"/>
                </a:solidFill>
                <a:ea typeface="楷体" panose="02010609060101010101" pitchFamily="49" charset="-122"/>
              </a:rPr>
              <a:t>标志色</a:t>
            </a:r>
            <a:endParaRPr lang="zh-CN" altLang="en-US" sz="1400" b="1" dirty="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52" name="矩形 51"/>
          <p:cNvSpPr/>
          <p:nvPr userDrawn="1"/>
        </p:nvSpPr>
        <p:spPr>
          <a:xfrm>
            <a:off x="-1601698" y="1684418"/>
            <a:ext cx="400110" cy="2080835"/>
          </a:xfrm>
          <a:prstGeom prst="rect">
            <a:avLst/>
          </a:prstGeom>
          <a:solidFill>
            <a:srgbClr val="D9D9D9"/>
          </a:solidFill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ea typeface="楷体" panose="02010609060101010101" pitchFamily="49" charset="-122"/>
              </a:rPr>
              <a:t>基础色</a:t>
            </a:r>
            <a:endParaRPr lang="zh-CN" altLang="en-US" sz="1400" b="1" dirty="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53" name="矩形 52"/>
          <p:cNvSpPr/>
          <p:nvPr userDrawn="1"/>
        </p:nvSpPr>
        <p:spPr>
          <a:xfrm>
            <a:off x="-1601698" y="4056274"/>
            <a:ext cx="400110" cy="1378367"/>
          </a:xfrm>
          <a:prstGeom prst="rect">
            <a:avLst/>
          </a:prstGeom>
          <a:solidFill>
            <a:srgbClr val="D9D9D9"/>
          </a:solidFill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000000"/>
                </a:solidFill>
                <a:ea typeface="楷体" panose="02010609060101010101" pitchFamily="49" charset="-122"/>
              </a:rPr>
              <a:t>辅助色</a:t>
            </a:r>
            <a:endParaRPr lang="zh-CN" altLang="en-US" sz="1400" b="1" dirty="0">
              <a:solidFill>
                <a:srgbClr val="000000"/>
              </a:solidFill>
              <a:ea typeface="楷体" panose="02010609060101010101" pitchFamily="49" charset="-122"/>
            </a:endParaRPr>
          </a:p>
        </p:txBody>
      </p:sp>
      <p:sp>
        <p:nvSpPr>
          <p:cNvPr id="25" name="Text Box 20"/>
          <p:cNvSpPr txBox="1">
            <a:spLocks noChangeArrowheads="1"/>
          </p:cNvSpPr>
          <p:nvPr userDrawn="1"/>
        </p:nvSpPr>
        <p:spPr bwMode="auto">
          <a:xfrm>
            <a:off x="-1161181" y="2401552"/>
            <a:ext cx="900000" cy="288000"/>
          </a:xfrm>
          <a:prstGeom prst="rect">
            <a:avLst/>
          </a:prstGeom>
          <a:solidFill>
            <a:srgbClr val="898989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ea typeface="楷体" panose="02010609060101010101" pitchFamily="49" charset="-122"/>
              </a:rPr>
              <a:t>137/137/137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26" name="Text Box 20"/>
          <p:cNvSpPr txBox="1">
            <a:spLocks noChangeArrowheads="1"/>
          </p:cNvSpPr>
          <p:nvPr userDrawn="1"/>
        </p:nvSpPr>
        <p:spPr bwMode="auto">
          <a:xfrm>
            <a:off x="-1161181" y="2760119"/>
            <a:ext cx="900000" cy="288000"/>
          </a:xfrm>
          <a:prstGeom prst="rect">
            <a:avLst/>
          </a:prstGeom>
          <a:solidFill>
            <a:srgbClr val="F6CECF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ea typeface="楷体" panose="02010609060101010101" pitchFamily="49" charset="-122"/>
              </a:rPr>
              <a:t>246/206/207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27" name="Text Box 20"/>
          <p:cNvSpPr txBox="1">
            <a:spLocks noChangeArrowheads="1"/>
          </p:cNvSpPr>
          <p:nvPr userDrawn="1"/>
        </p:nvSpPr>
        <p:spPr bwMode="auto">
          <a:xfrm>
            <a:off x="-1161181" y="1684418"/>
            <a:ext cx="900000" cy="288000"/>
          </a:xfrm>
          <a:prstGeom prst="rect">
            <a:avLst/>
          </a:prstGeom>
          <a:solidFill>
            <a:srgbClr val="4C5663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chemeClr val="bg1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ea typeface="楷体" panose="02010609060101010101" pitchFamily="49" charset="-122"/>
              </a:rPr>
              <a:t>76/86/99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30" name="Text Box 24"/>
          <p:cNvSpPr txBox="1">
            <a:spLocks noChangeArrowheads="1"/>
          </p:cNvSpPr>
          <p:nvPr userDrawn="1"/>
        </p:nvSpPr>
        <p:spPr bwMode="auto">
          <a:xfrm>
            <a:off x="-1161181" y="2042985"/>
            <a:ext cx="900000" cy="288000"/>
          </a:xfrm>
          <a:prstGeom prst="rect">
            <a:avLst/>
          </a:prstGeom>
          <a:solidFill>
            <a:srgbClr val="D20A10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FFFFFF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>
                <a:ea typeface="楷体" panose="02010609060101010101" pitchFamily="49" charset="-122"/>
              </a:rPr>
              <a:t>210/10/16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31" name="Text Box 20"/>
          <p:cNvSpPr txBox="1">
            <a:spLocks noChangeArrowheads="1"/>
          </p:cNvSpPr>
          <p:nvPr userDrawn="1"/>
        </p:nvSpPr>
        <p:spPr bwMode="auto">
          <a:xfrm>
            <a:off x="-1161181" y="4056275"/>
            <a:ext cx="900000" cy="28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ea typeface="楷体" panose="02010609060101010101" pitchFamily="49" charset="-122"/>
              </a:rPr>
              <a:t>221/221/221</a:t>
            </a:r>
            <a:endParaRPr lang="en-US" dirty="0">
              <a:ea typeface="楷体" panose="02010609060101010101" pitchFamily="49" charset="-122"/>
            </a:endParaRPr>
          </a:p>
        </p:txBody>
      </p:sp>
      <p:sp>
        <p:nvSpPr>
          <p:cNvPr id="54" name="Text Box 24"/>
          <p:cNvSpPr txBox="1">
            <a:spLocks noChangeArrowheads="1"/>
          </p:cNvSpPr>
          <p:nvPr userDrawn="1"/>
        </p:nvSpPr>
        <p:spPr bwMode="auto">
          <a:xfrm>
            <a:off x="-1161181" y="5146642"/>
            <a:ext cx="900000" cy="288000"/>
          </a:xfrm>
          <a:prstGeom prst="rect">
            <a:avLst/>
          </a:prstGeom>
          <a:solidFill>
            <a:srgbClr val="D0DAEA"/>
          </a:solidFill>
          <a:ln w="9525" algn="ctr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ctr">
              <a:defRPr sz="1050" b="1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TW" dirty="0">
                <a:ea typeface="楷体" panose="02010609060101010101" pitchFamily="49" charset="-122"/>
              </a:rPr>
              <a:t>208/218/234</a:t>
            </a:r>
            <a:endParaRPr lang="en-US" dirty="0">
              <a:ea typeface="楷体" panose="02010609060101010101" pitchFamily="49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 userDrawn="1"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2"/>
          <a:stretch>
            <a:fillRect/>
          </a:stretch>
        </p:blipFill>
        <p:spPr>
          <a:xfrm>
            <a:off x="488949" y="6102710"/>
            <a:ext cx="1440051" cy="42978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4" name="标题占位符 1"/>
          <p:cNvSpPr txBox="1"/>
          <p:nvPr userDrawn="1"/>
        </p:nvSpPr>
        <p:spPr>
          <a:xfrm>
            <a:off x="7471612" y="-47359"/>
            <a:ext cx="2354990" cy="582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200" b="1" kern="120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 sz="1400" dirty="0">
                <a:solidFill>
                  <a:srgbClr val="89898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仅供专业机构投资者阅览</a:t>
            </a:r>
            <a:endParaRPr lang="zh-CN" altLang="en-US" sz="1400" dirty="0">
              <a:solidFill>
                <a:srgbClr val="89898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200" b="1" kern="1200">
          <a:solidFill>
            <a:srgbClr val="000000"/>
          </a:solidFill>
          <a:latin typeface="Arial" panose="020B0604020202020204" pitchFamily="34" charset="0"/>
          <a:ea typeface="楷体" panose="02010609060101010101" pitchFamily="49" charset="-122"/>
          <a:cs typeface="Arial" panose="020B0604020202020204" pitchFamily="34" charset="0"/>
        </a:defRPr>
      </a:lvl1pPr>
    </p:titleStyle>
    <p:bodyStyle>
      <a:lvl1pPr marL="180975" indent="-180975" algn="l" defTabSz="914400" rtl="0" eaLnBrk="1" latinLnBrk="0" hangingPunct="1">
        <a:spcBef>
          <a:spcPts val="300"/>
        </a:spcBef>
        <a:buClr>
          <a:srgbClr val="C00000"/>
        </a:buClr>
        <a:buSzPct val="80000"/>
        <a:buFont typeface="Wingdings" panose="05000000000000000000" pitchFamily="2" charset="2"/>
        <a:buChar char="n"/>
        <a:defRPr lang="zh-CN" altLang="en-US" sz="1200" kern="1200" dirty="0" smtClean="0">
          <a:solidFill>
            <a:srgbClr val="000000"/>
          </a:solidFill>
          <a:latin typeface="Arial" panose="020B0604020202020204" pitchFamily="34" charset="0"/>
          <a:ea typeface="楷体" panose="02010609060101010101" pitchFamily="49" charset="-122"/>
          <a:cs typeface="Arial" panose="020B0604020202020204" pitchFamily="34" charset="0"/>
        </a:defRPr>
      </a:lvl1pPr>
      <a:lvl2pPr marL="447675" indent="-180975" algn="l" defTabSz="914400" rtl="0" eaLnBrk="1" latinLnBrk="0" hangingPunct="1">
        <a:spcBef>
          <a:spcPts val="300"/>
        </a:spcBef>
        <a:buClr>
          <a:srgbClr val="C00000"/>
        </a:buClr>
        <a:buFont typeface="Wingdings" panose="05000000000000000000" pitchFamily="2" charset="2"/>
        <a:buChar char="Ø"/>
        <a:defRPr lang="zh-CN" altLang="en-US" sz="1200" kern="1200" dirty="0" smtClean="0">
          <a:solidFill>
            <a:srgbClr val="000000"/>
          </a:solidFill>
          <a:latin typeface="Arial" panose="020B0604020202020204" pitchFamily="34" charset="0"/>
          <a:ea typeface="楷体" panose="02010609060101010101" pitchFamily="49" charset="-122"/>
          <a:cs typeface="Arial" panose="020B0604020202020204" pitchFamily="34" charset="0"/>
        </a:defRPr>
      </a:lvl2pPr>
      <a:lvl3pPr marL="809625" indent="-180975" algn="l" defTabSz="914400" rtl="0" eaLnBrk="1" latinLnBrk="0" hangingPunct="1">
        <a:spcBef>
          <a:spcPts val="300"/>
        </a:spcBef>
        <a:buClr>
          <a:srgbClr val="0E345B"/>
        </a:buClr>
        <a:buSzPct val="80000"/>
        <a:buFont typeface="Wingdings" panose="05000000000000000000" pitchFamily="2" charset="2"/>
        <a:buChar char="l"/>
        <a:defRPr lang="zh-CN" altLang="en-US" sz="1200" kern="1200" dirty="0" smtClean="0">
          <a:solidFill>
            <a:srgbClr val="000000"/>
          </a:solidFill>
          <a:latin typeface="Arial" panose="020B0604020202020204" pitchFamily="34" charset="0"/>
          <a:ea typeface="楷体_GB2312" panose="02010609030101010101" pitchFamily="49" charset="-122"/>
          <a:cs typeface="Arial" panose="020B0604020202020204" pitchFamily="34" charset="0"/>
        </a:defRPr>
      </a:lvl3pPr>
      <a:lvl4pPr marL="1076325" indent="-180975" algn="l" defTabSz="914400" rtl="0" eaLnBrk="1" latinLnBrk="0" hangingPunct="1">
        <a:spcBef>
          <a:spcPts val="300"/>
        </a:spcBef>
        <a:buFont typeface="Wingdings" panose="05000000000000000000" pitchFamily="2" charset="2"/>
        <a:buChar char="–"/>
        <a:defRPr lang="zh-CN" altLang="en-US" sz="1200" kern="1200" dirty="0" smtClean="0">
          <a:solidFill>
            <a:srgbClr val="000000"/>
          </a:solidFill>
          <a:latin typeface="+mn-lt"/>
          <a:ea typeface="+mn-ea"/>
          <a:cs typeface="+mn-cs"/>
        </a:defRPr>
      </a:lvl4pPr>
      <a:lvl5pPr marL="1343025" indent="-180975" algn="l" defTabSz="914400" rtl="0" eaLnBrk="1" latinLnBrk="0" hangingPunct="1">
        <a:spcBef>
          <a:spcPts val="300"/>
        </a:spcBef>
        <a:buFont typeface="Wingdings" panose="05000000000000000000" pitchFamily="2" charset="2"/>
        <a:buChar char="»"/>
        <a:defRPr lang="zh-CN" altLang="en-US" sz="1200" kern="1200" dirty="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.xml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hart" Target="../charts/chart7.xml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hart" Target="../charts/chart9.xml"/><Relationship Id="rId1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chart" Target="../charts/chart11.xml"/><Relationship Id="rId1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tags" Target="../tags/tag6.xml"/><Relationship Id="rId1" Type="http://schemas.openxmlformats.org/officeDocument/2006/relationships/chart" Target="../charts/char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chart" Target="../charts/char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defTabSz="243840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rgbClr val="99CC00"/>
              </a:buClr>
            </a:pPr>
            <a:r>
              <a:rPr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沪深</a:t>
            </a:r>
            <a:r>
              <a:rPr lang="en-US" altLang="zh-CN"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300</a:t>
            </a:r>
            <a:r>
              <a:rPr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期权波动率套利</a:t>
            </a:r>
            <a:r>
              <a:rPr sz="2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策略介绍</a:t>
            </a:r>
            <a:endParaRPr sz="24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22867" y="2972363"/>
            <a:ext cx="1197610" cy="500380"/>
          </a:xfrm>
          <a:prstGeom prst="rect">
            <a:avLst/>
          </a:prstGeom>
        </p:spPr>
        <p:txBody>
          <a:bodyPr wrap="none" lIns="91191" tIns="45596" rIns="91191" bIns="45596">
            <a:spAutoFit/>
          </a:bodyPr>
          <a:lstStyle/>
          <a:p>
            <a:pPr algn="r">
              <a:lnSpc>
                <a:spcPts val="1600"/>
              </a:lnSpc>
            </a:pP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股权衍生品业务线</a:t>
            </a:r>
            <a:endParaRPr lang="en-US" altLang="zh-CN" sz="1000" dirty="0">
              <a:solidFill>
                <a:srgbClr val="000000">
                  <a:lumMod val="75000"/>
                  <a:lumOff val="25000"/>
                </a:srgb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>
              <a:lnSpc>
                <a:spcPts val="1600"/>
              </a:lnSpc>
            </a:pPr>
            <a:r>
              <a:rPr lang="en-US" altLang="zh-CN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2024</a:t>
            </a: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年</a:t>
            </a:r>
            <a:r>
              <a:rPr lang="en-US" altLang="zh-CN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</a:t>
            </a:r>
            <a:r>
              <a:rPr lang="zh-CN" altLang="en-US" sz="1000" dirty="0">
                <a:solidFill>
                  <a:srgbClr val="000000">
                    <a:lumMod val="75000"/>
                    <a:lumOff val="25000"/>
                  </a:srgb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月</a:t>
            </a:r>
            <a:endParaRPr lang="zh-CN" altLang="en-US" sz="1000" dirty="0">
              <a:solidFill>
                <a:srgbClr val="000000">
                  <a:lumMod val="75000"/>
                  <a:lumOff val="25000"/>
                </a:srgb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39" y="2563910"/>
            <a:ext cx="2131286" cy="3524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股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场内期权发展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历史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159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经中国证监会批准，第一只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股场内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ETF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期权，上证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50ETF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期权，于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2015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9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日在上交所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上市。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2019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12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23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日，第一只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股场内股指期权，沪深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股指期权在中金所上市。随后于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2022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年推出了上证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、中证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1000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股指期权。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目前共有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9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只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ETF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期权以及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只股指期权。</a:t>
            </a: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002665" y="2307590"/>
          <a:ext cx="7687310" cy="32321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40790"/>
                <a:gridCol w="2007870"/>
                <a:gridCol w="3197860"/>
                <a:gridCol w="1240790"/>
              </a:tblGrid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上市</a:t>
                      </a:r>
                      <a:r>
                        <a:rPr lang="zh-CN" sz="1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日期</a:t>
                      </a:r>
                      <a:endParaRPr lang="zh-CN" sz="10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名称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底层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标的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交易所</a:t>
                      </a:r>
                      <a:endParaRPr lang="zh-CN" sz="10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2015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上证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50ETF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50ETF</a:t>
                      </a:r>
                      <a:endParaRPr lang="en-US" altLang="zh-CN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上交所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2019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23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300ETF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300ETF(510300.SH/1599119.SZ)</a:t>
                      </a:r>
                      <a:endParaRPr lang="en-US" altLang="zh-CN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上交所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深交所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 vMerge="1"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股指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指数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中金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1000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股指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1000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指数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中金所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19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500ETF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500ETF(510500.SH/159922.SZ)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上交所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/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深交所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 vMerge="1"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创业板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ETF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创业板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ETF(159915.SZ)</a:t>
                      </a:r>
                      <a:endParaRPr lang="en-US" altLang="zh-CN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深交所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100ETF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深圳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100ETF(159901.SZ)</a:t>
                      </a:r>
                      <a:endParaRPr lang="en-US" altLang="zh-CN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深交所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19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股指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上证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指数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(000016.SH)</a:t>
                      </a:r>
                      <a:endParaRPr lang="en-US" altLang="zh-CN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中金所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  <a:tr h="32321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2023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月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科创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50ETF</a:t>
                      </a: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期权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科创</a:t>
                      </a:r>
                      <a:r>
                        <a:rPr lang="en-US" altLang="zh-CN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50ETF(588000.SH/588080.SH)</a:t>
                      </a:r>
                      <a:endParaRPr lang="en-US" altLang="zh-CN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上交所</a:t>
                      </a:r>
                      <a:endParaRPr lang="zh-CN" altLang="en-US" sz="1000"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A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股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场内期权发展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历史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159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场内期权市场在这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年内蓬勃发展，目前沪深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股指期权的日均持仓量从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年的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万手，增长到了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18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万手。日均成交量也增长了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50%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。充足的流动性也为开发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股场内期权的相关策略提供了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可能性。</a:t>
            </a: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1235075" y="1829435"/>
          <a:ext cx="7190740" cy="3090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波动率套利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策略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原理</a:t>
            </a:r>
            <a:endParaRPr lang="zh-CN" altLang="en-US" dirty="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2862" y="927694"/>
            <a:ext cx="8853305" cy="4408581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lIns="64708" rIns="32354" rtlCol="0" anchor="t" anchorCtr="0">
            <a:noAutofit/>
          </a:bodyPr>
          <a:lstStyle/>
          <a:p>
            <a:pPr marL="284480" indent="-28448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一切波动率套利策略的理论起点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：期权的隐含波动率一般高于实际波动率，形成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波动率溢价。（如左图所示）且行权价越偏离当前指数点位的虚值期权，隐含波动率越高，俗称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“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波动率微笑曲面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” 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Volatility Smile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）（如右图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所示）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  <a:p>
            <a:pPr marL="284480" indent="-28448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早在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1994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年，哥伦比亚大学教授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E. Derman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在研究历史期权数据时，发现可以用树模型来预测波动率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曲面，对不同行权价的期权进行定价（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E. Derman, Iraj Kani, </a:t>
            </a:r>
            <a:r>
              <a:rPr lang="en-US" altLang="zh-CN" sz="1300" i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Riding on a Smile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, 1994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  <a:p>
            <a:pPr marL="284480" indent="-28448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目前学界和业界对于波动率溢价和曲面的解释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如下：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肥尾效应：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BS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模型假设底层标的收益率分布为正态分布，实际上底层标的存在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“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肥尾效应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”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，即发生尾部风险的可能性比正态分布更高。波动率溢价为期权买方给予卖方承担尾部风险的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补偿。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期权供需关系：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在美国，银行和保险资金为了满足压力测试以及相关风险指标，需要定期买入虚值看跌期权来保护尾部风险，使得虚值期权的价格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更高。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684520" y="3740150"/>
            <a:ext cx="3164205" cy="236982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5" name="图表 14"/>
          <p:cNvGraphicFramePr/>
          <p:nvPr/>
        </p:nvGraphicFramePr>
        <p:xfrm>
          <a:off x="979805" y="3740150"/>
          <a:ext cx="4330065" cy="23253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2"/>
          <p:cNvSpPr>
            <a:spLocks noGrp="1"/>
          </p:cNvSpPr>
          <p:nvPr/>
        </p:nvSpPr>
        <p:spPr>
          <a:xfrm>
            <a:off x="513080" y="304800"/>
            <a:ext cx="8778240" cy="5822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200" b="1" kern="1200">
                <a:solidFill>
                  <a:srgbClr val="000000"/>
                </a:solidFill>
                <a:latin typeface="Arial" panose="020B0604020202020204" pitchFamily="34" charset="0"/>
                <a:ea typeface="楷体_GB2312" panose="0201060903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波动率套利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--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标普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500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期权上的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效果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27023" y="874109"/>
            <a:ext cx="8992967" cy="1591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由于波动率溢价长期结构性的存在，标普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期权波动率套利策略（俗称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“Vol Carry”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）在境外已经是一个被验证长期有效的策略，许多投资者将其作为一种低相关性的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alpha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策略来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配置。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策略构建：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由于波动率的溢价，使得虚值期权的定价比理论值贵。通过滚动卖出短期的看跌期权，并且用期货来对冲期权的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delta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敞口，使得策略在市场中性的同时，不断的获取波动率溢价的长期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利润。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下图为标普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波动率套利策略的走势，可以看到波动率套利在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美股长期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有效。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12166" y="5032276"/>
          <a:ext cx="8774430" cy="955040"/>
        </p:xfrm>
        <a:graphic>
          <a:graphicData uri="http://schemas.openxmlformats.org/drawingml/2006/table">
            <a:tbl>
              <a:tblPr/>
              <a:tblGrid>
                <a:gridCol w="783590"/>
                <a:gridCol w="552740"/>
                <a:gridCol w="499592"/>
                <a:gridCol w="620269"/>
                <a:gridCol w="552740"/>
                <a:gridCol w="409552"/>
                <a:gridCol w="409552"/>
                <a:gridCol w="408928"/>
                <a:gridCol w="409552"/>
                <a:gridCol w="408928"/>
                <a:gridCol w="408928"/>
                <a:gridCol w="410178"/>
                <a:gridCol w="408928"/>
                <a:gridCol w="409552"/>
                <a:gridCol w="408928"/>
                <a:gridCol w="409552"/>
                <a:gridCol w="409552"/>
                <a:gridCol w="408928"/>
              </a:tblGrid>
              <a:tr h="238760">
                <a:tc rowSpan="2"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指数名称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全样本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13"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历年收益率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38760">
                <a:tc vMerge="1">
                  <a:tcPr/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年收益率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最大回撤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夏普比率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2012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2013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2014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2015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2016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2017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2018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2019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2020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2021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2023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760"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卖出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P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ut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5.67%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4.32%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-9.72%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1.31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10.27%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5.68%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5.73%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1.67%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6.04%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4.29%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6.02%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4.88%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1.89%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6.81%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6.73%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5.71%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2.24%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76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卖出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all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2.89%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2.47%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-3.59%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1.17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7.35%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5.04%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3.61%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1.97%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2.55%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1.12%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1.47%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2.90%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2.62%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4.62%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-1.09%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0.87%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1.81%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880745" y="2420620"/>
          <a:ext cx="8192135" cy="2611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1960880" y="5987415"/>
            <a:ext cx="2071370" cy="315595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 rtlCol="0" anchor="ctr" anchorCtr="0">
            <a:noAutofit/>
          </a:bodyPr>
          <a:p>
            <a:pPr indent="0" algn="ctr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i="1" dirty="0">
                <a:solidFill>
                  <a:srgbClr val="000000"/>
                </a:solidFill>
              </a:rPr>
              <a:t>回测日期：</a:t>
            </a:r>
            <a:r>
              <a:rPr lang="en-US" altLang="zh-CN" sz="900" i="1" dirty="0">
                <a:solidFill>
                  <a:srgbClr val="000000"/>
                </a:solidFill>
              </a:rPr>
              <a:t>2011-12-30 </a:t>
            </a:r>
            <a:r>
              <a:rPr lang="zh-CN" altLang="en-US" sz="900" i="1" dirty="0">
                <a:solidFill>
                  <a:srgbClr val="000000"/>
                </a:solidFill>
              </a:rPr>
              <a:t>至</a:t>
            </a:r>
            <a:r>
              <a:rPr lang="en-US" altLang="zh-CN" sz="900" i="1" dirty="0">
                <a:solidFill>
                  <a:srgbClr val="000000"/>
                </a:solidFill>
              </a:rPr>
              <a:t> 2024-07-15</a:t>
            </a:r>
            <a:r>
              <a:rPr lang="en-US" altLang="zh-CN" sz="1200" dirty="0">
                <a:solidFill>
                  <a:srgbClr val="000000"/>
                </a:solidFill>
              </a:rPr>
              <a:t> </a:t>
            </a:r>
            <a:endParaRPr lang="en-US" altLang="zh-CN" sz="12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沪深</a:t>
            </a:r>
            <a:r>
              <a:rPr lang="en-US" altLang="zh-CN" dirty="0"/>
              <a:t>300</a:t>
            </a:r>
            <a:r>
              <a:rPr lang="zh-CN" altLang="en-US" dirty="0"/>
              <a:t>期权波动率套利</a:t>
            </a:r>
            <a:r>
              <a:rPr lang="en-US" altLang="zh-CN" dirty="0"/>
              <a:t> -- </a:t>
            </a:r>
            <a:r>
              <a:rPr lang="zh-CN" altLang="en-US" dirty="0"/>
              <a:t>策略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950" y="907361"/>
            <a:ext cx="8911082" cy="2145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tabLst>
                <a:tab pos="93345" algn="l"/>
              </a:tabLst>
              <a:defRPr/>
            </a:pP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策略原理：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由于卖出期权的整体风险比买入期权要高、且尾部风险更大，因此场内期权的价格往往有一定溢价，来补偿期权卖方承担这部分风险所应获得的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Risk Premia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；这个溢价一般体现在期权的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implied vol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比实际的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realized vol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高，且虚值期权的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implied vol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会更高。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tabLst>
                <a:tab pos="93345" algn="l"/>
              </a:tabLst>
              <a:defRPr/>
            </a:pPr>
            <a:r>
              <a:rPr lang="en-US" altLang="zh-CN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Vol Carry</a:t>
            </a: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策略构建：</a:t>
            </a:r>
            <a:endParaRPr lang="en-US" altLang="zh-CN" sz="1400" b="1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742950" lvl="1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卖出虚值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Call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；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742950" lvl="1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通过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Delta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对冲获得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implied vol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比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realized vol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高的溢价。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68960" y="3103245"/>
          <a:ext cx="8768080" cy="29883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沪深</a:t>
            </a:r>
            <a:r>
              <a:rPr lang="en-US" altLang="zh-CN" dirty="0"/>
              <a:t>300</a:t>
            </a:r>
            <a:r>
              <a:rPr lang="zh-CN" altLang="en-US" dirty="0"/>
              <a:t>期权波动率套利</a:t>
            </a:r>
            <a:r>
              <a:rPr lang="en-US" altLang="zh-CN" dirty="0"/>
              <a:t> -- </a:t>
            </a:r>
            <a:r>
              <a:rPr lang="zh-CN" altLang="en-US" dirty="0"/>
              <a:t>策略</a:t>
            </a:r>
            <a:r>
              <a:rPr lang="zh-CN" altLang="en-US" dirty="0"/>
              <a:t>构建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950" y="907361"/>
            <a:ext cx="8911082" cy="3461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tabLst>
                <a:tab pos="93345" algn="l"/>
              </a:tabLst>
              <a:defRPr/>
            </a:pP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策略构建：</a:t>
            </a:r>
            <a:endParaRPr lang="zh-CN" altLang="en-US" sz="1400" b="1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342900" indent="-34290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  <a:tabLst>
                <a:tab pos="93345" algn="l"/>
              </a:tabLst>
              <a:defRPr/>
            </a:pPr>
            <a:r>
              <a:rPr lang="en-US" altLang="zh-CN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Sell Call</a:t>
            </a: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每天滚动卖出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Delta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值为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20%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25%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30%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35%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4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种沪深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300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看涨合约。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800100" lvl="1" indent="-34290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合约期限：如果最近到期的合约离当日大于等于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5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天，则卖最近到期的合约，否则卖下一批到期合约；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800100" lvl="1" indent="-34290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合约权重：使得每天卖出合约的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gamma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相等，当日卖出的</a:t>
            </a:r>
            <a:r>
              <a:rPr lang="en-US" altLang="zh-CN" sz="1400" dirty="0" err="1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vega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加总为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0.125vol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。</a:t>
            </a:r>
            <a:endParaRPr lang="zh-CN" altLang="en-US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800100" lvl="1" indent="-34290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每日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13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55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分计算需要卖出的期权，并以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14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00-15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00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的平均价格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交易。</a:t>
            </a:r>
            <a:endParaRPr lang="zh-CN" altLang="en-US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342900" indent="-34290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+mj-lt"/>
              <a:buAutoNum type="arabicPeriod"/>
              <a:tabLst>
                <a:tab pos="93345" algn="l"/>
              </a:tabLst>
              <a:defRPr/>
            </a:pPr>
            <a:r>
              <a:rPr lang="en-US" altLang="zh-CN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Delta Hedge</a:t>
            </a: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利用沪深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300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股指期货合约日频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/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日内多次对冲持仓期权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delta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800100" lvl="1" indent="-34290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日内对冲：每天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00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11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00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13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30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、及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13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55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分计算当前持仓的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delta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值</a:t>
            </a:r>
            <a:endParaRPr lang="en-US" altLang="zh-CN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indent="-285750" algn="just" defTabSz="914400" eaLnBrk="0" hangingPunc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tabLst>
                <a:tab pos="93345" algn="l"/>
              </a:tabLst>
              <a:defRPr/>
            </a:pP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交易费用：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期货交易成本：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2bp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；期权交易的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波动率成本：期权隐含波动率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*3%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（近似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vega*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隐含波动率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*3%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）</a:t>
            </a:r>
            <a:endParaRPr lang="zh-CN" altLang="en-US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indent="-285750" algn="just" defTabSz="914400" eaLnBrk="0" hangingPunct="0">
              <a:lnSpc>
                <a:spcPct val="150000"/>
              </a:lnSpc>
              <a:spcBef>
                <a:spcPts val="600"/>
              </a:spcBef>
              <a:spcAft>
                <a:spcPts val="3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tabLst>
                <a:tab pos="93345" algn="l"/>
              </a:tabLst>
              <a:defRPr/>
            </a:pPr>
            <a:r>
              <a:rPr lang="zh-CN" altLang="en-US" sz="14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管理费：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策略中扣除年化</a:t>
            </a:r>
            <a:r>
              <a:rPr lang="en-US" altLang="zh-CN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50bps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的</a:t>
            </a:r>
            <a:r>
              <a:rPr lang="zh-CN" altLang="en-US" sz="14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管理费。</a:t>
            </a:r>
            <a:endParaRPr lang="zh-CN" altLang="en-US" sz="14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4" name="燕尾形箭头 3"/>
          <p:cNvSpPr/>
          <p:nvPr/>
        </p:nvSpPr>
        <p:spPr>
          <a:xfrm>
            <a:off x="1275080" y="4923155"/>
            <a:ext cx="7428865" cy="1370965"/>
          </a:xfrm>
          <a:prstGeom prst="notchedRightArrow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endParaRPr lang="zh-CN" altLang="en-US" sz="1200" smtClean="0">
              <a:solidFill>
                <a:srgbClr val="000000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2225040" y="5273040"/>
            <a:ext cx="593725" cy="647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r>
              <a:rPr lang="en-US" altLang="zh-CN" sz="900" b="1" smtClean="0">
                <a:solidFill>
                  <a:srgbClr val="000000"/>
                </a:solidFill>
              </a:rPr>
              <a:t>10</a:t>
            </a:r>
            <a:r>
              <a:rPr lang="zh-CN" altLang="en-US" sz="900" b="1" smtClean="0">
                <a:solidFill>
                  <a:srgbClr val="000000"/>
                </a:solidFill>
              </a:rPr>
              <a:t>：</a:t>
            </a:r>
            <a:r>
              <a:rPr lang="en-US" altLang="zh-CN" sz="900" b="1" smtClean="0">
                <a:solidFill>
                  <a:srgbClr val="000000"/>
                </a:solidFill>
              </a:rPr>
              <a:t>00</a:t>
            </a:r>
            <a:endParaRPr lang="en-US" altLang="zh-CN" sz="900" b="1" smtClean="0">
              <a:solidFill>
                <a:srgbClr val="000000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3581400" y="5272405"/>
            <a:ext cx="593725" cy="647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r>
              <a:rPr lang="en-US" altLang="zh-CN" sz="900" b="1" smtClean="0">
                <a:solidFill>
                  <a:srgbClr val="000000"/>
                </a:solidFill>
              </a:rPr>
              <a:t>11</a:t>
            </a:r>
            <a:r>
              <a:rPr lang="zh-CN" altLang="en-US" sz="900" b="1" smtClean="0">
                <a:solidFill>
                  <a:srgbClr val="000000"/>
                </a:solidFill>
              </a:rPr>
              <a:t>：</a:t>
            </a:r>
            <a:r>
              <a:rPr lang="en-US" altLang="zh-CN" sz="900" b="1" smtClean="0">
                <a:solidFill>
                  <a:srgbClr val="000000"/>
                </a:solidFill>
              </a:rPr>
              <a:t>00</a:t>
            </a:r>
            <a:endParaRPr lang="en-US" altLang="zh-CN" sz="900" b="1" smtClean="0">
              <a:solidFill>
                <a:srgbClr val="00000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4937760" y="5272405"/>
            <a:ext cx="593725" cy="647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r>
              <a:rPr lang="en-US" altLang="zh-CN" sz="900" b="1" smtClean="0">
                <a:solidFill>
                  <a:srgbClr val="000000"/>
                </a:solidFill>
              </a:rPr>
              <a:t>13</a:t>
            </a:r>
            <a:r>
              <a:rPr lang="zh-CN" altLang="en-US" sz="900" b="1" smtClean="0">
                <a:solidFill>
                  <a:srgbClr val="000000"/>
                </a:solidFill>
              </a:rPr>
              <a:t>：</a:t>
            </a:r>
            <a:r>
              <a:rPr lang="en-US" altLang="zh-CN" sz="900" b="1" smtClean="0">
                <a:solidFill>
                  <a:srgbClr val="000000"/>
                </a:solidFill>
              </a:rPr>
              <a:t>00</a:t>
            </a:r>
            <a:endParaRPr lang="en-US" altLang="zh-CN" sz="900" b="1" smtClean="0">
              <a:solidFill>
                <a:srgbClr val="00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6032500" y="5272405"/>
            <a:ext cx="593725" cy="647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r>
              <a:rPr lang="en-US" altLang="zh-CN" sz="900" b="1" smtClean="0">
                <a:solidFill>
                  <a:srgbClr val="000000"/>
                </a:solidFill>
              </a:rPr>
              <a:t>13</a:t>
            </a:r>
            <a:r>
              <a:rPr lang="zh-CN" altLang="en-US" sz="900" b="1" smtClean="0">
                <a:solidFill>
                  <a:srgbClr val="000000"/>
                </a:solidFill>
              </a:rPr>
              <a:t>：</a:t>
            </a:r>
            <a:r>
              <a:rPr lang="en-US" altLang="zh-CN" sz="900" b="1" smtClean="0">
                <a:solidFill>
                  <a:srgbClr val="000000"/>
                </a:solidFill>
              </a:rPr>
              <a:t>55</a:t>
            </a:r>
            <a:endParaRPr lang="en-US" altLang="zh-CN" sz="900" b="1" smtClean="0">
              <a:solidFill>
                <a:srgbClr val="000000"/>
              </a:solidFill>
            </a:endParaRPr>
          </a:p>
        </p:txBody>
      </p:sp>
      <p:cxnSp>
        <p:nvCxnSpPr>
          <p:cNvPr id="13" name="肘形连接符 12"/>
          <p:cNvCxnSpPr/>
          <p:nvPr/>
        </p:nvCxnSpPr>
        <p:spPr>
          <a:xfrm rot="5400000">
            <a:off x="3608070" y="4999990"/>
            <a:ext cx="542925" cy="3175"/>
          </a:xfrm>
          <a:prstGeom prst="bentConnector3">
            <a:avLst>
              <a:gd name="adj1" fmla="val 50000"/>
            </a:avLst>
          </a:prstGeom>
          <a:ln w="9525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endCxn id="5" idx="0"/>
          </p:cNvCxnSpPr>
          <p:nvPr/>
        </p:nvCxnSpPr>
        <p:spPr>
          <a:xfrm rot="10800000" flipV="1">
            <a:off x="2522220" y="4986020"/>
            <a:ext cx="1343660" cy="287020"/>
          </a:xfrm>
          <a:prstGeom prst="bentConnector2">
            <a:avLst/>
          </a:prstGeom>
          <a:ln w="9525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endCxn id="8" idx="0"/>
          </p:cNvCxnSpPr>
          <p:nvPr/>
        </p:nvCxnSpPr>
        <p:spPr>
          <a:xfrm>
            <a:off x="3891915" y="4987290"/>
            <a:ext cx="1343025" cy="285115"/>
          </a:xfrm>
          <a:prstGeom prst="bentConnector2">
            <a:avLst/>
          </a:prstGeom>
          <a:ln w="9525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2912110" y="4243705"/>
            <a:ext cx="1935480" cy="668655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rtlCol="0" anchor="ctr" anchorCtr="0">
            <a:noAutofit/>
          </a:bodyPr>
          <a:p>
            <a:pPr marL="0" indent="0" algn="ctr">
              <a:spcBef>
                <a:spcPts val="300"/>
              </a:spcBef>
              <a:buSzPct val="80000"/>
              <a:buFontTx/>
              <a:buNone/>
            </a:pPr>
            <a:r>
              <a:rPr lang="zh-CN" altLang="en-US" sz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计算</a:t>
            </a:r>
            <a:r>
              <a:rPr lang="en-US" altLang="zh-CN" sz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delta</a:t>
            </a:r>
            <a:r>
              <a:rPr lang="zh-CN" altLang="en-US" sz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并用期货对冲</a:t>
            </a:r>
            <a:endParaRPr lang="zh-CN" altLang="en-US" sz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7423785" y="5273040"/>
            <a:ext cx="593725" cy="6477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r>
              <a:rPr lang="en-US" altLang="zh-CN" sz="900" b="1" smtClean="0">
                <a:solidFill>
                  <a:srgbClr val="000000"/>
                </a:solidFill>
              </a:rPr>
              <a:t>15</a:t>
            </a:r>
            <a:r>
              <a:rPr lang="zh-CN" altLang="en-US" sz="900" b="1" smtClean="0">
                <a:solidFill>
                  <a:srgbClr val="000000"/>
                </a:solidFill>
              </a:rPr>
              <a:t>：</a:t>
            </a:r>
            <a:r>
              <a:rPr lang="en-US" altLang="zh-CN" sz="900" b="1" smtClean="0">
                <a:solidFill>
                  <a:srgbClr val="000000"/>
                </a:solidFill>
              </a:rPr>
              <a:t>00</a:t>
            </a:r>
            <a:endParaRPr lang="en-US" altLang="zh-CN" sz="900" b="1" smtClean="0">
              <a:solidFill>
                <a:srgbClr val="000000"/>
              </a:solidFill>
            </a:endParaRPr>
          </a:p>
        </p:txBody>
      </p:sp>
      <p:sp>
        <p:nvSpPr>
          <p:cNvPr id="19" name="左右箭头 18"/>
          <p:cNvSpPr/>
          <p:nvPr/>
        </p:nvSpPr>
        <p:spPr>
          <a:xfrm>
            <a:off x="6649720" y="5394960"/>
            <a:ext cx="784860" cy="374650"/>
          </a:xfrm>
          <a:prstGeom prst="leftRightArrow">
            <a:avLst/>
          </a:prstGeom>
          <a:noFill/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18000" tIns="10800" rIns="18000" bIns="10800" numCol="1" spcCol="0" rtlCol="0" fromWordArt="0" anchor="ctr" anchorCtr="0" forceAA="0" compatLnSpc="1">
            <a:noAutofit/>
          </a:bodyPr>
          <a:p>
            <a:pPr algn="ctr"/>
            <a:r>
              <a:rPr lang="zh-CN" altLang="en-US" sz="1000" b="1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期权交易</a:t>
            </a:r>
            <a:endParaRPr lang="zh-CN" altLang="en-US" sz="1000" b="1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22" name="直接箭头连接符 21"/>
          <p:cNvCxnSpPr>
            <a:endCxn id="9" idx="0"/>
          </p:cNvCxnSpPr>
          <p:nvPr/>
        </p:nvCxnSpPr>
        <p:spPr>
          <a:xfrm>
            <a:off x="6320155" y="4909820"/>
            <a:ext cx="9525" cy="362585"/>
          </a:xfrm>
          <a:prstGeom prst="straightConnector1">
            <a:avLst/>
          </a:prstGeom>
          <a:ln w="9525">
            <a:solidFill>
              <a:srgbClr val="0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5361940" y="4243705"/>
            <a:ext cx="1935480" cy="914400"/>
          </a:xfrm>
          <a:prstGeom prst="rect">
            <a:avLst/>
          </a:prstGeom>
          <a:noFill/>
          <a:ln>
            <a:noFill/>
          </a:ln>
        </p:spPr>
        <p:txBody>
          <a:bodyPr wrap="square" lIns="18000" tIns="18000" rIns="18000" bIns="18000" rtlCol="0" anchor="ctr" anchorCtr="0">
            <a:noAutofit/>
          </a:bodyPr>
          <a:p>
            <a:pPr marL="0" indent="0" algn="ctr">
              <a:spcBef>
                <a:spcPts val="300"/>
              </a:spcBef>
              <a:buSzPct val="80000"/>
              <a:buFontTx/>
              <a:buNone/>
            </a:pPr>
            <a:r>
              <a:rPr lang="zh-CN" altLang="en-US" sz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计算卖出的期权并</a:t>
            </a:r>
            <a:r>
              <a:rPr lang="zh-CN" altLang="en-US" sz="1200" dirty="0" smtClean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对冲</a:t>
            </a:r>
            <a:endParaRPr lang="zh-CN" altLang="en-US" sz="1200" dirty="0" smtClean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沪深300期权波动率套利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指数表现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88950" y="1018540"/>
            <a:ext cx="4307205" cy="274320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chemeClr val="tx1"/>
            </a:solidFill>
            <a:prstDash val="dash"/>
          </a:ln>
        </p:spPr>
        <p:txBody>
          <a:bodyPr wrap="square" lIns="72000" rIns="36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lnSpc>
                <a:spcPct val="125000"/>
              </a:lnSpc>
              <a:buClr>
                <a:srgbClr val="C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2019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12</a:t>
            </a:r>
            <a:r>
              <a:rPr lang="zh-CN" altLang="en-US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月</a:t>
            </a:r>
            <a:r>
              <a:rPr lang="en-US" altLang="zh-CN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23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日</a:t>
            </a:r>
            <a:r>
              <a:rPr lang="zh-CN" altLang="en-US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至今，在</a:t>
            </a:r>
            <a:r>
              <a:rPr lang="en-US" altLang="zh-CN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5</a:t>
            </a:r>
            <a:r>
              <a:rPr lang="zh-CN" altLang="en-US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年的回测样本中，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</a:t>
            </a:r>
            <a:r>
              <a:rPr lang="zh-CN" altLang="en-US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化收益率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为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8.37%</a:t>
            </a:r>
            <a:r>
              <a:rPr lang="zh-CN" altLang="en-US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，夏普比率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为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2.08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</a:t>
            </a:r>
            <a:r>
              <a:rPr lang="zh-CN" altLang="en-US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最大回撤为</a:t>
            </a:r>
            <a:r>
              <a:rPr lang="en-US" altLang="zh-CN" sz="1200" kern="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3.52%</a:t>
            </a:r>
            <a:endParaRPr lang="en-US" altLang="zh-CN" sz="1200" kern="0" dirty="0" smtClean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marR="0" lvl="0" indent="-28575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该指数在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2020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年下半年，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2021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年下半年以及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2024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月份以后的震荡市场行情表现很不错。在震荡市行情中，波动率变化不大，策略可以稳定地赚取波动率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溢价。</a:t>
            </a:r>
            <a:endParaRPr lang="zh-CN" altLang="en-US" sz="1200" kern="0" dirty="0" smtClean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marR="0" lvl="0" indent="-285750" algn="just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该指数在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2020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月份、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7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月份以及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2024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9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月底大幅波动的行情中会有较大回撤，这是由于指数波动上升导致卖出波动率策略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vega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和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gamma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敞口上的亏损。</a:t>
            </a:r>
            <a:endParaRPr lang="zh-CN" altLang="en-US" sz="1200" kern="0" dirty="0" smtClean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42465" y="5915660"/>
            <a:ext cx="2071370" cy="315595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 rtlCol="0" anchor="ctr" anchorCtr="0">
            <a:noAutofit/>
          </a:bodyPr>
          <a:p>
            <a:pPr indent="0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回测日期：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2019-12-23</a:t>
            </a: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至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2024-12-31</a:t>
            </a:r>
            <a:endParaRPr lang="en-US" altLang="zh-CN" sz="9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数据来源：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Wind</a:t>
            </a: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。历史表现不是收益预测，不代表未来收益</a:t>
            </a:r>
            <a:r>
              <a:rPr lang="en-US" altLang="zh-CN" sz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en-US" altLang="zh-CN" sz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494665" y="3880485"/>
          <a:ext cx="895985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  <a:gridCol w="527050"/>
              </a:tblGrid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年\月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3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4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5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6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7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8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9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10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</a:rPr>
                        <a:t>12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年收益率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波动率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夏普比率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最大回撤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2019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-0.18%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-0.18%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-0.32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-0.18%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2020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-0.43%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-1.85%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2.84%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2.96%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1.38%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-1.67%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2.48%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0.88%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3.24%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2.83%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14.90%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5.00%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2.98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-3.52%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0.63%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0.11%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0.72%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-0.58%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-0.33%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0.84%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1.16%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0.82%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-0.23%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6.48%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3.63%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-1.55%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-0.09%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0.14%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-0.83%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-1.28%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0.36%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-0.26%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0.38%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2.26%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3.33%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3.91%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0.85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-2.64%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2023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-0.24%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-0.08%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1.63%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-0.37%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0.86%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0.95%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-0.08%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4.22%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3.21%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1.31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-2.40%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2024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-0.08%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2.56%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-0.16%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1.14%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0.14%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-2.84%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4.22%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1.61%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10.81%</a:t>
                      </a:r>
                      <a:endParaRPr lang="en-US" alt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4.18%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2.59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-3.46%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</a:tr>
              <a:tr h="23812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</a:rPr>
                        <a:t>全样本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8.37%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2.08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-3.52%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图表 1"/>
          <p:cNvGraphicFramePr/>
          <p:nvPr/>
        </p:nvGraphicFramePr>
        <p:xfrm>
          <a:off x="4882515" y="100711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沪深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300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期权波动率套利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收益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分解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2607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p"/>
              <a:tabLst>
                <a:tab pos="93345" algn="l"/>
              </a:tabLst>
              <a:defRPr/>
            </a:pPr>
            <a:r>
              <a:rPr lang="zh-CN" altLang="en-US" sz="13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从策略收益分解来看：</a:t>
            </a:r>
            <a:endParaRPr lang="en-US" altLang="zh-CN" sz="1300" b="1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3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收益来源：</a:t>
            </a:r>
            <a:r>
              <a:rPr lang="en-US" altLang="zh-CN" sz="13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Theta – Gamma</a:t>
            </a:r>
            <a:r>
              <a:rPr lang="zh-CN" altLang="en-US" sz="13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，体现了期权隐含波动率相对实际波动率的价差。如左图</a:t>
            </a:r>
            <a:r>
              <a:rPr lang="zh-CN" altLang="en-US" sz="13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所示，这部分可以长期获得收益。</a:t>
            </a:r>
            <a:endParaRPr lang="en-US" altLang="zh-CN" sz="13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indent="-285750" algn="just" defTabSz="914400" eaLnBrk="0" hangingPunct="0">
              <a:lnSpc>
                <a:spcPct val="150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 panose="020B0604020202020204" pitchFamily="34" charset="0"/>
              <a:buChar char="•"/>
              <a:tabLst>
                <a:tab pos="93345" algn="l"/>
              </a:tabLst>
              <a:defRPr/>
            </a:pPr>
            <a:r>
              <a:rPr lang="zh-CN" altLang="en-US" sz="1300" b="1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风险来源：</a:t>
            </a:r>
            <a:r>
              <a:rPr lang="en-US" altLang="zh-CN" sz="13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Vega</a:t>
            </a:r>
            <a:r>
              <a:rPr lang="zh-CN" altLang="en-US" sz="13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部分，波动率变动对策略带来</a:t>
            </a:r>
            <a:r>
              <a:rPr lang="zh-CN" altLang="en-US" sz="1300" dirty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  <a:sym typeface="+mn-ea"/>
              </a:rPr>
              <a:t>的影响。</a:t>
            </a:r>
            <a:endParaRPr lang="zh-CN" altLang="en-US" sz="1300" dirty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其他收益来源：（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）对冲仓位买入期货带来的基差收益。（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）日内对冲交易带来的日内趋势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性收益。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42465" y="5915660"/>
            <a:ext cx="2071370" cy="315595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 rtlCol="0" anchor="ctr" anchorCtr="0">
            <a:noAutofit/>
          </a:bodyPr>
          <a:p>
            <a:pPr indent="0" algn="l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回测日期：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2019-12-23</a:t>
            </a: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至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2024-10-24</a:t>
            </a:r>
            <a:endParaRPr lang="en-US" altLang="zh-CN" sz="9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 algn="l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数据来源：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Wind</a:t>
            </a: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。历史表现不是收益预测，不代表未来收益</a:t>
            </a:r>
            <a:r>
              <a:rPr lang="en-US" altLang="zh-CN" sz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en-US" altLang="zh-CN" sz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488950" y="2489200"/>
          <a:ext cx="4296410" cy="309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4908550" y="2489200"/>
          <a:ext cx="4458970" cy="3093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沪深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300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期权波动率套利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情景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分析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2491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下图从不同</a:t>
            </a: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时间维度，分析不同情景下策略的</a:t>
            </a: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表现。</a:t>
            </a: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日度涨跌幅绝对值：当发生日内趋势性行情时，日内振幅较大，此时策略容易出现较大亏损。在一般震荡性行情时，策略可以获得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稳定收益。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日滚动涨跌幅：当指数发生周度级别大行情时，策略会出现回撤。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月度波动率：策略在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中低波动环境下，表现会更好。</a:t>
            </a: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86790" y="2534920"/>
          <a:ext cx="8039100" cy="3455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570"/>
                <a:gridCol w="1279525"/>
                <a:gridCol w="755015"/>
                <a:gridCol w="981075"/>
                <a:gridCol w="1004570"/>
                <a:gridCol w="1005205"/>
                <a:gridCol w="1004570"/>
                <a:gridCol w="1004570"/>
              </a:tblGrid>
              <a:tr h="24638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10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指标名称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10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指标范围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10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次数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策略区间收益率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460"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最小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值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25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分位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平均率</a:t>
                      </a:r>
                      <a:endParaRPr lang="zh-CN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75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分位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最大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值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日度涨跌幅绝对值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大于3%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34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-1.36%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-0.58%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-0.31%</a:t>
                      </a:r>
                      <a:endParaRPr 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-0.12%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1.12%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242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大于2%，小于3%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67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-0.96%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-0.19%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-0.06%</a:t>
                      </a:r>
                      <a:endParaRPr 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0.08%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1.40%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624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大于1%，小于2%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265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-2.64%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-0.13%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-0.03%</a:t>
                      </a:r>
                      <a:endParaRPr 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0.09%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1.18%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55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小于1%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803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-0.65%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-0.01%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0.07%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0.13%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1.34%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90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5日滚动涨跌幅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大于5%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74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-2.75%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-1.05%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-0.49%</a:t>
                      </a:r>
                      <a:endParaRPr 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-0.03%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2.91%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067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大于2.5%，小于5%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264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-1.82%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-0.19%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0.07%</a:t>
                      </a:r>
                      <a:endParaRPr 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0.31%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2.71%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46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小于2.5%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827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-2.11%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-0.02%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0.22%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0.40%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2.19%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555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20日滚动波动率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大于30%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94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-3.17%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-1.49%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-0.91%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0.01%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1.47%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大于20%，小于30%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178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-2.86%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-0.20%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0.57%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1.36%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4.30%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9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小于20%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</a:rPr>
                        <a:t>878</a:t>
                      </a:r>
                      <a:endParaRPr lang="en-US" sz="11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</a:rPr>
                        <a:t>-1.86%</a:t>
                      </a:r>
                      <a:endParaRPr lang="en-US" altLang="en-US" sz="1100" b="0">
                        <a:solidFill>
                          <a:srgbClr val="FF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0.06%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0.72%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1.10%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</a:rPr>
                        <a:t>4.31%</a:t>
                      </a:r>
                      <a:endParaRPr lang="en-US" altLang="en-US" sz="1100" b="0">
                        <a:solidFill>
                          <a:schemeClr val="tx1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沪深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300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期权波动率套利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情景分析：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震荡市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3091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在震荡市场中，市场在不断波动下逐渐选择方向，此时波动率趋于稳定。策略卖出波动率的敞口风险不大，并且可以稳定地获得波动率溢价带来的超额收益，策略整体表现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很好。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在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2022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8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月份开始的震荡上行市场，指数经历了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7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月份的暴涨以后，逐渐恢复震荡并继续上行趋势。此时波动率在下降，策略取得不错的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效果，在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个月内收益超过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10%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2024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年经历了年初的暴跌后反弹，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月份继续年初的下跌趋势，在震荡中下行。此时波动率比较稳定，策略的表现也非常不错，逆市取得了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5%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的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收益。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4" name="图表 3"/>
          <p:cNvGraphicFramePr/>
          <p:nvPr/>
        </p:nvGraphicFramePr>
        <p:xfrm>
          <a:off x="5168900" y="3089275"/>
          <a:ext cx="4565015" cy="2731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图表 4"/>
          <p:cNvGraphicFramePr/>
          <p:nvPr/>
        </p:nvGraphicFramePr>
        <p:xfrm>
          <a:off x="377190" y="30892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沪深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300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期权波动率套利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情景分析：趋势性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行情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3392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在趋势性市场，或者出现极端风险事件的情况下，市场会倾向于向一个方向快速移动，此时由于恐慌或者踩踏，市场波动率会快速拉升，使得策略在波动率以及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gamma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上出现亏损，策略会出现明显回撤。但在趋势性行情后，市场会恢复理性，波动率会明显恢复正常，此时市场很适合波动率套利策略，策略会快速修复亏损，创出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新高。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比如近期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2024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9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24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号开始的大幅拉升行情中，隐含波动率大幅上涨，策略在初期回撤了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3%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，但是市场情绪趋于理性，波动率下降，策略做空波动率反弹了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5.5%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在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7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月份蓝筹股抱团拉升行情中，策略初期也发生较大回撤，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7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月初回撤达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3%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。但是当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8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月份市场趋于冷静之后，波动率走低，策略获得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10%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的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收益。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5118100" y="32035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" name="图表 1"/>
          <p:cNvGraphicFramePr/>
          <p:nvPr/>
        </p:nvGraphicFramePr>
        <p:xfrm>
          <a:off x="389255" y="32035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波动率套利策略的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痛点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3392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痛点分析：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波动率套利策略（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Vol Carry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）通过卖出期权和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delta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对冲，长期稳定的赚取隐含波动率的溢价。虽然策略的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delta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敞口是中性的，但是由于卖期权暴露了比较大的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short gamma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和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short vega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敞口。当市场出现大幅波动时（如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月以及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2024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年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9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月底的行情），卖期权的策略会在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gamma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和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vega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上出现大幅回撤。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解决方案：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为避免策略出现大幅回撤，我们将波动率套利策略与</a:t>
            </a: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日内动量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策略组合起来。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Ø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日内动量策略简介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：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计算日内实时动量，即当前</a:t>
            </a:r>
            <a:r>
              <a:rPr lang="zh-CN" altLang="en-US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股指价格相比昨日收盘价的变化率</a:t>
            </a:r>
            <a:r>
              <a:rPr lang="en-US" altLang="zh-CN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v</a:t>
            </a:r>
            <a:r>
              <a:rPr lang="zh-CN" altLang="en-US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 sz="1300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last_price</a:t>
            </a:r>
            <a:r>
              <a:rPr lang="en-US" altLang="zh-CN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 / </a:t>
            </a:r>
            <a:r>
              <a:rPr lang="en-US" altLang="zh-CN" sz="1300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close_prev</a:t>
            </a:r>
            <a:r>
              <a:rPr lang="en-US" altLang="zh-CN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 – 1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  <a:sym typeface="+mn-ea"/>
            </a:endParaRPr>
          </a:p>
          <a:p>
            <a:pPr marL="742950" lvl="1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当在价格变化率</a:t>
            </a:r>
            <a:r>
              <a:rPr lang="en-US" altLang="zh-CN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v</a:t>
            </a:r>
            <a:r>
              <a:rPr lang="zh-CN" altLang="en-US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大于一倍日度标准差，开仓做多股指期货；当日内观测点的涨跌幅小于负一倍日度标准差，开仓做空股指</a:t>
            </a:r>
            <a:r>
              <a:rPr lang="zh-CN" altLang="en-US" sz="13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charset="0"/>
                <a:sym typeface="+mn-ea"/>
              </a:rPr>
              <a:t>期货；然后在尾盘平仓。</a:t>
            </a: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p"/>
            </a:pP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日内动量是传统的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long gamma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策略，即在市场波动放大时赚钱，与波动率套利策略互补。以下是沪深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近年来几次大幅波动时，波动率套利与日内动量策略的涨跌幅。可以看到，当沪深</a:t>
            </a:r>
            <a:r>
              <a:rPr lang="en-US" altLang="zh-CN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300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出现大幅波动时，波动率套利会出现回撤，但日内动量会有较大</a:t>
            </a:r>
            <a:r>
              <a:rPr lang="zh-CN" altLang="en-US" sz="1300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收益。</a:t>
            </a:r>
            <a:endParaRPr lang="zh-CN" altLang="en-US" sz="1300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77290" y="4281170"/>
          <a:ext cx="7713345" cy="1663700"/>
        </p:xfrm>
        <a:graphic>
          <a:graphicData uri="http://schemas.openxmlformats.org/drawingml/2006/table">
            <a:tbl>
              <a:tblPr/>
              <a:tblGrid>
                <a:gridCol w="2127250"/>
                <a:gridCol w="1816100"/>
                <a:gridCol w="1924050"/>
                <a:gridCol w="1845945"/>
              </a:tblGrid>
              <a:tr h="332740">
                <a:tc>
                  <a:txBody>
                    <a:bodyPr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时间段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收益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波动率套利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收益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日内动量</a:t>
                      </a:r>
                      <a:r>
                        <a:rPr lang="zh-CN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收益</a:t>
                      </a:r>
                      <a:endParaRPr lang="zh-CN" altLang="en-US" sz="14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2020.1.22-2020.3.31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-7.94%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-1.41%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0.62%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2020.6.30-2020.7.31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12.75%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-1.67%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3.09%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2022.3.31-2022.4.25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-9.65%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-0.46%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1.21%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2024.9.23-2024.10.18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22.18%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rgbClr val="FF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-2.16%</a:t>
                      </a:r>
                      <a:endParaRPr lang="en-US" altLang="zh-CN" sz="1200" b="0" i="0" u="none" strike="noStrike">
                        <a:solidFill>
                          <a:srgbClr val="FF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2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7.16%</a:t>
                      </a:r>
                      <a:endParaRPr lang="en-US" altLang="zh-CN" sz="12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8999" y="274638"/>
            <a:ext cx="9090429" cy="582594"/>
          </a:xfrm>
        </p:spPr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沪深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300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波动率套利与日内动量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组合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</a:rPr>
              <a:t>效果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27023" y="874109"/>
            <a:ext cx="8992967" cy="391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将波动率套利策略与日内动量策略以不同比例组合，得到下面的回测</a:t>
            </a:r>
            <a:r>
              <a:rPr lang="zh-CN" altLang="en-US" sz="1300" b="1" dirty="0">
                <a:latin typeface="Times New Roman" panose="02020603050405020304" charset="0"/>
                <a:ea typeface="楷体" panose="02010609060101010101" pitchFamily="49" charset="-122"/>
                <a:cs typeface="Times New Roman" panose="02020603050405020304" charset="0"/>
              </a:rPr>
              <a:t>结果。</a:t>
            </a:r>
            <a:endParaRPr lang="zh-CN" altLang="en-US" sz="1300" b="1" dirty="0">
              <a:latin typeface="Times New Roman" panose="02020603050405020304" charset="0"/>
              <a:ea typeface="楷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84375" y="6278245"/>
            <a:ext cx="2071370" cy="315595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 rtlCol="0" anchor="ctr" anchorCtr="0">
            <a:noAutofit/>
          </a:bodyPr>
          <a:p>
            <a:pPr indent="0" algn="ctr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i="1" dirty="0" smtClean="0">
                <a:solidFill>
                  <a:srgbClr val="000000"/>
                </a:solidFill>
              </a:rPr>
              <a:t>回测日期：</a:t>
            </a:r>
            <a:r>
              <a:rPr lang="en-US" altLang="zh-CN" sz="900" i="1" dirty="0" smtClean="0">
                <a:solidFill>
                  <a:srgbClr val="000000"/>
                </a:solidFill>
              </a:rPr>
              <a:t>2019-12-23 </a:t>
            </a:r>
            <a:r>
              <a:rPr lang="zh-CN" altLang="en-US" sz="900" i="1" dirty="0" smtClean="0">
                <a:solidFill>
                  <a:srgbClr val="000000"/>
                </a:solidFill>
              </a:rPr>
              <a:t>至</a:t>
            </a:r>
            <a:r>
              <a:rPr lang="en-US" altLang="zh-CN" sz="900" i="1" dirty="0" smtClean="0">
                <a:solidFill>
                  <a:srgbClr val="000000"/>
                </a:solidFill>
              </a:rPr>
              <a:t> 2024-11-20</a:t>
            </a:r>
            <a:r>
              <a:rPr lang="en-US" altLang="zh-CN" sz="1200" dirty="0" smtClean="0">
                <a:solidFill>
                  <a:srgbClr val="000000"/>
                </a:solidFill>
              </a:rPr>
              <a:t> </a:t>
            </a:r>
            <a:endParaRPr lang="en-US" altLang="zh-CN" sz="1200" dirty="0" smtClean="0">
              <a:solidFill>
                <a:srgbClr val="000000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88950" y="4309110"/>
          <a:ext cx="8478520" cy="1684020"/>
        </p:xfrm>
        <a:graphic>
          <a:graphicData uri="http://schemas.openxmlformats.org/drawingml/2006/table">
            <a:tbl>
              <a:tblPr/>
              <a:tblGrid>
                <a:gridCol w="1207858"/>
                <a:gridCol w="852261"/>
                <a:gridCol w="769973"/>
                <a:gridCol w="956295"/>
                <a:gridCol w="852260"/>
                <a:gridCol w="685335"/>
                <a:gridCol w="630672"/>
                <a:gridCol w="630673"/>
                <a:gridCol w="631260"/>
                <a:gridCol w="631260"/>
                <a:gridCol w="630673"/>
              </a:tblGrid>
              <a:tr h="280670">
                <a:tc rowSpan="2"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指数名称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全样本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历年收益率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cPr marL="7627" marR="7627" marT="7627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80670">
                <a:tc vMerge="1">
                  <a:tcPr/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年收益率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最大回撤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夏普比率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Calmer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2020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2021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2022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2023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2024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套利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8.24%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4.04%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-3.52%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2.04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14.90%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6.48%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3.33%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4.22%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9.20%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沪深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300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日内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动量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2.12%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3.08%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-3.29%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0.65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3.42%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0.31%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1.36%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-1.31%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6.09%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波动率套利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+0.5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倍日内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动量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9.38%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4.11%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-3.79%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2.29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2.48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16.87%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6.65%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4.03%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3.53%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12.46%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波动率套利</a:t>
                      </a:r>
                      <a:r>
                        <a:rPr lang="en-US" altLang="zh-CN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+1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倍日内</a:t>
                      </a:r>
                      <a:r>
                        <a:rPr lang="zh-CN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动量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7627" marR="7627" marT="76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10.53%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4.72%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-4.46%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2.23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2.36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18.83%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6.81%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4.73%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2.85%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rtl="0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chemeClr val="tx1"/>
                          </a:solidFill>
                          <a:effectLst/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15.84%</a:t>
                      </a:r>
                      <a:endParaRPr lang="en-US" altLang="zh-CN" sz="900" b="0" i="0" u="none" strike="noStrike">
                        <a:solidFill>
                          <a:schemeClr val="tx1"/>
                        </a:solidFill>
                        <a:effectLst/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" name="图表 1"/>
          <p:cNvGraphicFramePr/>
          <p:nvPr/>
        </p:nvGraphicFramePr>
        <p:xfrm>
          <a:off x="586740" y="1211580"/>
          <a:ext cx="8270240" cy="2976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期权波动率套利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 -- 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中证</a:t>
            </a:r>
            <a:r>
              <a:rPr lang="en-US" altLang="zh-CN" dirty="0">
                <a:latin typeface="Calibri" panose="020F0502020204030204" charset="0"/>
                <a:cs typeface="Calibri" panose="020F0502020204030204" charset="0"/>
                <a:sym typeface="+mn-ea"/>
              </a:rPr>
              <a:t>1000</a:t>
            </a:r>
            <a:r>
              <a:rPr lang="zh-CN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上的效果</a:t>
            </a:r>
            <a:endParaRPr lang="zh-CN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88950" y="1018540"/>
            <a:ext cx="4307205" cy="274320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solidFill>
              <a:schemeClr val="tx1"/>
            </a:solidFill>
            <a:prstDash val="dash"/>
          </a:ln>
        </p:spPr>
        <p:txBody>
          <a:bodyPr wrap="square" lIns="72000" rIns="36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just">
              <a:lnSpc>
                <a:spcPct val="125000"/>
              </a:lnSpc>
              <a:buClr>
                <a:srgbClr val="C0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我们在中证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1000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期权上也做了同样的策略，效果也非常不错。在近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年半的回测中，年化收益率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9.17%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，夏普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2.19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，最大回测仅为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3.34%.</a:t>
            </a:r>
            <a:endParaRPr lang="en-US" altLang="zh-CN" sz="1200" kern="0" dirty="0" smtClean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  <a:p>
            <a:pPr marL="285750" lvl="0" indent="-285750" algn="just">
              <a:lnSpc>
                <a:spcPct val="125000"/>
              </a:lnSpc>
              <a:buClr>
                <a:srgbClr val="C00000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策略在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2024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年</a:t>
            </a:r>
            <a:r>
              <a:rPr lang="en-US" altLang="zh-CN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9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月份有一次回撤，但是随着市场趋于冷静，波动率下行，策略很快</a:t>
            </a:r>
            <a:r>
              <a:rPr lang="zh-CN" altLang="en-US" sz="1200" kern="0" dirty="0" smtClean="0">
                <a:latin typeface="Calibri" panose="020F0502020204030204" charset="0"/>
                <a:ea typeface="楷体" panose="02010609060101010101" pitchFamily="49" charset="-122"/>
                <a:cs typeface="Calibri" panose="020F0502020204030204" charset="0"/>
              </a:rPr>
              <a:t>创新高。</a:t>
            </a:r>
            <a:endParaRPr lang="zh-CN" altLang="en-US" sz="1200" kern="0" dirty="0" smtClean="0">
              <a:latin typeface="Calibri" panose="020F0502020204030204" charset="0"/>
              <a:ea typeface="楷体" panose="02010609060101010101" pitchFamily="49" charset="-122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42465" y="5915660"/>
            <a:ext cx="2071370" cy="315595"/>
          </a:xfrm>
          <a:prstGeom prst="rect">
            <a:avLst/>
          </a:prstGeom>
          <a:noFill/>
          <a:ln>
            <a:noFill/>
          </a:ln>
        </p:spPr>
        <p:txBody>
          <a:bodyPr wrap="none" lIns="18000" tIns="18000" rIns="18000" bIns="18000" rtlCol="0" anchor="ctr" anchorCtr="0">
            <a:noAutofit/>
          </a:bodyPr>
          <a:p>
            <a:pPr indent="0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回测日期：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2022-07-22</a:t>
            </a: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至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2024-12-31</a:t>
            </a:r>
            <a:endParaRPr lang="en-US" altLang="zh-CN" sz="9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0">
              <a:spcBef>
                <a:spcPts val="300"/>
              </a:spcBef>
              <a:buSzPct val="80000"/>
              <a:buFontTx/>
              <a:buNone/>
            </a:pP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数据来源：</a:t>
            </a:r>
            <a:r>
              <a:rPr lang="en-US" altLang="zh-CN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Wind</a:t>
            </a:r>
            <a:r>
              <a:rPr lang="zh-CN" altLang="en-US" sz="9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。历史表现不是收益预测，不代表未来收益</a:t>
            </a:r>
            <a:r>
              <a:rPr lang="en-US" altLang="zh-CN" sz="1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en-US" altLang="zh-CN" sz="12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4957445" y="10185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94665" y="3995420"/>
          <a:ext cx="9143365" cy="1381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25877"/>
                <a:gridCol w="576738"/>
                <a:gridCol w="576738"/>
                <a:gridCol w="576738"/>
                <a:gridCol w="576738"/>
              </a:tblGrid>
              <a:tr h="2762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  <a:cs typeface="楷体" panose="02010609060101010101" pitchFamily="49" charset="-122"/>
                        </a:rPr>
                        <a:t>年\月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  <a:cs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3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4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5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6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7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8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9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10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11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12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年收益率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波动率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夏普比率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900" b="1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最大回撤</a:t>
                      </a:r>
                      <a:endParaRPr lang="zh-CN" altLang="en-US" sz="900" b="1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2022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-0.09%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0.21%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-0.88%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2.26%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4.54%(YTD)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3.39%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3.29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-1.84%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2023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-0.60%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0.17%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1.48%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-0.08%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0.16%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1.04%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0.94%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0.08%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6.26%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2.50%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2.50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-1.53%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2024</a:t>
                      </a:r>
                      <a:endParaRPr lang="en-US" altLang="en-US" sz="10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-1.72%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-0.26%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4.00%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0.35%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1.85%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0.49%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0.41%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9C0006"/>
                          </a:solidFill>
                          <a:latin typeface="Calibri" panose="020F0502020204030204" charset="-122"/>
                        </a:rPr>
                        <a:t>-1.61%</a:t>
                      </a:r>
                      <a:endParaRPr lang="en-US" altLang="en-US" sz="1000" b="0">
                        <a:solidFill>
                          <a:srgbClr val="9C0006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7C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0.97%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3.44%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1.27%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9.98%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5.63%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1.77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-3.34%</a:t>
                      </a:r>
                      <a:endParaRPr 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CECE"/>
                    </a:solidFill>
                  </a:tcPr>
                </a:tc>
              </a:tr>
              <a:tr h="276225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宋体" panose="02010600030101010101" pitchFamily="2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楷体" panose="02010609060101010101" pitchFamily="49" charset="-122"/>
                          <a:ea typeface="楷体" panose="02010609060101010101" pitchFamily="49" charset="-122"/>
                        </a:rPr>
                        <a:t>全样本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9.17%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4.20%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2.19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-3.34%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vert="horz" anchor="ctr" anchorCtr="0">
                    <a:lnL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中信证券股份有限公司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中国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·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北京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朝阳区亮马桥路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48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号中信证券大厦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>
              <a:spcBef>
                <a:spcPts val="12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100026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05*203"/>
  <p:tag name="TABLE_ENDDRAG_RECT" val="76*152*605*203"/>
</p:tagLst>
</file>

<file path=ppt/tags/tag2.xml><?xml version="1.0" encoding="utf-8"?>
<p:tagLst xmlns:p="http://schemas.openxmlformats.org/presentationml/2006/main">
  <p:tag name="TABLE_ENDDRAG_ORIGIN_RECT" val="701*75"/>
  <p:tag name="TABLE_ENDDRAG_RECT" val="32*377*701*75"/>
</p:tagLst>
</file>

<file path=ppt/tags/tag3.xml><?xml version="1.0" encoding="utf-8"?>
<p:tagLst xmlns:p="http://schemas.openxmlformats.org/presentationml/2006/main">
  <p:tag name="TABLE_ENDDRAG_ORIGIN_RECT" val="705*149"/>
  <p:tag name="TABLE_ENDDRAG_RECT" val="38*305*705*149"/>
</p:tagLst>
</file>

<file path=ppt/tags/tag4.xml><?xml version="1.0" encoding="utf-8"?>
<p:tagLst xmlns:p="http://schemas.openxmlformats.org/presentationml/2006/main">
  <p:tag name="TABLE_ENDDRAG_ORIGIN_RECT" val="632*272"/>
  <p:tag name="TABLE_ENDDRAG_RECT" val="77*199*633*272"/>
</p:tagLst>
</file>

<file path=ppt/tags/tag5.xml><?xml version="1.0" encoding="utf-8"?>
<p:tagLst xmlns:p="http://schemas.openxmlformats.org/presentationml/2006/main">
  <p:tag name="TABLE_ENDDRAG_ORIGIN_RECT" val="607*130"/>
  <p:tag name="TABLE_ENDDRAG_RECT" val="92*337*607*130"/>
</p:tagLst>
</file>

<file path=ppt/tags/tag6.xml><?xml version="1.0" encoding="utf-8"?>
<p:tagLst xmlns:p="http://schemas.openxmlformats.org/presentationml/2006/main">
  <p:tag name="TABLE_ENDDRAG_ORIGIN_RECT" val="667*88"/>
  <p:tag name="TABLE_ENDDRAG_RECT" val="38*345*667*88"/>
</p:tagLst>
</file>

<file path=ppt/tags/tag7.xml><?xml version="1.0" encoding="utf-8"?>
<p:tagLst xmlns:p="http://schemas.openxmlformats.org/presentationml/2006/main">
  <p:tag name="TABLE_ENDDRAG_ORIGIN_RECT" val="719*108"/>
  <p:tag name="TABLE_ENDDRAG_RECT" val="38*314*719*108"/>
</p:tagLst>
</file>

<file path=ppt/tags/tag8.xml><?xml version="1.0" encoding="utf-8"?>
<p:tagLst xmlns:p="http://schemas.openxmlformats.org/presentationml/2006/main">
  <p:tag name="KSO_WPP_MARK_KEY" val="f0c43fdc-a834-48fb-9d16-ca7a2833cd19"/>
  <p:tag name="COMMONDATA" val="eyJoZGlkIjoiNWYxMDY3NzQxMTAyOTllMmQ1NDYwMzRiZjBlNzNiM2YifQ=="/>
</p:tagLst>
</file>

<file path=ppt/theme/theme1.xml><?xml version="1.0" encoding="utf-8"?>
<a:theme xmlns:a="http://schemas.openxmlformats.org/drawingml/2006/main" name="投行委PPT文件制作规范手册_V2.0_红色版">
  <a:themeElements>
    <a:clrScheme name="Citics 2018 Eng">
      <a:dk1>
        <a:srgbClr val="000000"/>
      </a:dk1>
      <a:lt1>
        <a:srgbClr val="FFFFFF"/>
      </a:lt1>
      <a:dk2>
        <a:srgbClr val="E4D2AC"/>
      </a:dk2>
      <a:lt2>
        <a:srgbClr val="D0DAEA"/>
      </a:lt2>
      <a:accent1>
        <a:srgbClr val="4C5663"/>
      </a:accent1>
      <a:accent2>
        <a:srgbClr val="D20A10"/>
      </a:accent2>
      <a:accent3>
        <a:srgbClr val="898989"/>
      </a:accent3>
      <a:accent4>
        <a:srgbClr val="FFC0C0"/>
      </a:accent4>
      <a:accent5>
        <a:srgbClr val="C9CACA"/>
      </a:accent5>
      <a:accent6>
        <a:srgbClr val="E35204"/>
      </a:accent6>
      <a:hlink>
        <a:srgbClr val="FFFFFF"/>
      </a:hlink>
      <a:folHlink>
        <a:srgbClr val="1B56A2"/>
      </a:folHlink>
    </a:clrScheme>
    <a:fontScheme name="Citics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rgbClr val="000000"/>
          </a:solidFill>
        </a:ln>
      </a:spPr>
      <a:bodyPr rot="0" spcFirstLastPara="0" vertOverflow="overflow" horzOverflow="overflow" vert="horz" wrap="square" lIns="18000" tIns="10800" rIns="18000" bIns="10800" numCol="1" spcCol="0" rtlCol="0" fromWordArt="0" anchor="ctr" anchorCtr="0" forceAA="0" compatLnSpc="1">
        <a:noAutofit/>
      </a:bodyPr>
      <a:lstStyle>
        <a:defPPr algn="ctr">
          <a:defRPr sz="120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rgbClr val="000000"/>
          </a:solidFill>
        </a:ln>
      </a:spPr>
      <a:bodyPr wrap="square" lIns="18000" tIns="18000" rIns="18000" bIns="18000" rtlCol="0" anchor="ctr" anchorCtr="0">
        <a:noAutofit/>
      </a:bodyPr>
      <a:lstStyle>
        <a:defPPr marL="0" indent="0" algn="ctr">
          <a:spcBef>
            <a:spcPts val="300"/>
          </a:spcBef>
          <a:buSzPct val="80000"/>
          <a:buFontTx/>
          <a:buNone/>
          <a:defRPr sz="1200" dirty="0" smtClean="0">
            <a:solidFill>
              <a:srgbClr val="000000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6191</Words>
  <Application>WPS 演示</Application>
  <PresentationFormat>A4 纸张(210x297 毫米)</PresentationFormat>
  <Paragraphs>1105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楷体</vt:lpstr>
      <vt:lpstr>楷体_GB2312</vt:lpstr>
      <vt:lpstr>新宋体</vt:lpstr>
      <vt:lpstr>楷体GB_2312</vt:lpstr>
      <vt:lpstr>黑体</vt:lpstr>
      <vt:lpstr>Verdana</vt:lpstr>
      <vt:lpstr>Calibri</vt:lpstr>
      <vt:lpstr>Wingdings</vt:lpstr>
      <vt:lpstr>Times New Roman</vt:lpstr>
      <vt:lpstr>Calibri</vt:lpstr>
      <vt:lpstr>微软雅黑</vt:lpstr>
      <vt:lpstr>Arial Unicode MS</vt:lpstr>
      <vt:lpstr>楷体_GB2312</vt:lpstr>
      <vt:lpstr>投行委PPT文件制作规范手册_V2.0_红色版</vt:lpstr>
      <vt:lpstr>PowerPoint 演示文稿</vt:lpstr>
      <vt:lpstr>A股场内期权发展历史</vt:lpstr>
      <vt:lpstr>A股场内期权发展历史</vt:lpstr>
      <vt:lpstr>波动率套利 -- 策略原理</vt:lpstr>
      <vt:lpstr>PowerPoint 演示文稿</vt:lpstr>
      <vt:lpstr>沪深300期权波动率套利 -- 策略原理</vt:lpstr>
      <vt:lpstr>沪深300期权波动率套利 -- 策略构建 </vt:lpstr>
      <vt:lpstr>沪深300期权波动率套利 -- 指数表现</vt:lpstr>
      <vt:lpstr>沪深300期权波动率套利 -- 收益分解</vt:lpstr>
      <vt:lpstr>沪深300期权波动率套利 -- 情景分析</vt:lpstr>
      <vt:lpstr>沪深300期权波动率套利 -- 情景分析：震荡市</vt:lpstr>
      <vt:lpstr>沪深300期权波动率套利 -- 情景分析：趋势性行情</vt:lpstr>
      <vt:lpstr>波动率套利策略的痛点</vt:lpstr>
      <vt:lpstr>沪深300波动率套利与日内动量 -- 组合效果</vt:lpstr>
      <vt:lpstr>期权波动率套利 -- 中证1000上的效果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陈诗亭041187</dc:creator>
  <cp:lastModifiedBy>易少卿</cp:lastModifiedBy>
  <cp:revision>1681</cp:revision>
  <cp:lastPrinted>2018-05-22T06:18:00Z</cp:lastPrinted>
  <dcterms:created xsi:type="dcterms:W3CDTF">2018-01-16T00:53:00Z</dcterms:created>
  <dcterms:modified xsi:type="dcterms:W3CDTF">2025-01-09T01:35:17Z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2052-11.8.0.16969</vt:lpwstr>
  </property>
  <property fmtid="{D5CDD505-2E9C-101B-9397-08002B2CF9AE}" pid="3" name="KSORubyTemplateID">
    <vt:lpwstr>13</vt:lpwstr>
  </property>
  <property fmtid="{D5CDD505-2E9C-101B-9397-08002B2CF9AE}" pid="4" name="ICV">
    <vt:lpwstr>DD3859A7003B472CA23140DAFFFAE159</vt:lpwstr>
  </property>
</Properties>
</file>